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3.xml" ContentType="application/vnd.openxmlformats-officedocument.theme+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notesSlides/notesSlide3.xml" ContentType="application/vnd.openxmlformats-officedocument.presentationml.notesSlide+xml"/>
  <Override PartName="/ppt/tags/tag15.xml" ContentType="application/vnd.openxmlformats-officedocument.presentationml.tags+xml"/>
  <Override PartName="/ppt/notesSlides/notesSlide4.xml" ContentType="application/vnd.openxmlformats-officedocument.presentationml.notesSlide+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notesSlides/notesSlide6.xml" ContentType="application/vnd.openxmlformats-officedocument.presentationml.notesSlide+xml"/>
  <Override PartName="/ppt/tags/tag18.xml" ContentType="application/vnd.openxmlformats-officedocument.presentationml.tags+xml"/>
  <Override PartName="/ppt/notesSlides/notesSlide7.xml" ContentType="application/vnd.openxmlformats-officedocument.presentationml.notesSlide+xml"/>
  <Override PartName="/ppt/tags/tag19.xml" ContentType="application/vnd.openxmlformats-officedocument.presentationml.tags+xml"/>
  <Override PartName="/ppt/notesSlides/notesSlide8.xml" ContentType="application/vnd.openxmlformats-officedocument.presentationml.notesSlide+xml"/>
  <Override PartName="/ppt/tags/tag20.xml" ContentType="application/vnd.openxmlformats-officedocument.presentationml.tags+xml"/>
  <Override PartName="/ppt/notesSlides/notesSlide9.xml" ContentType="application/vnd.openxmlformats-officedocument.presentationml.notesSlide+xml"/>
  <Override PartName="/ppt/tags/tag21.xml" ContentType="application/vnd.openxmlformats-officedocument.presentationml.tags+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14"/>
  </p:notesMasterIdLst>
  <p:sldIdLst>
    <p:sldId id="2147481899" r:id="rId3"/>
    <p:sldId id="2147481910" r:id="rId4"/>
    <p:sldId id="2147481901" r:id="rId5"/>
    <p:sldId id="2147481902" r:id="rId6"/>
    <p:sldId id="2147481903" r:id="rId7"/>
    <p:sldId id="2147481904" r:id="rId8"/>
    <p:sldId id="2147481905" r:id="rId9"/>
    <p:sldId id="2147481906" r:id="rId10"/>
    <p:sldId id="2147481908" r:id="rId11"/>
    <p:sldId id="2147481907" r:id="rId12"/>
    <p:sldId id="2147481911"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FEB496-C7DF-4A9B-A90E-61C50A099480}" v="95" dt="2026-07-10T15:33:37.2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7" autoAdjust="0"/>
  </p:normalViewPr>
  <p:slideViewPr>
    <p:cSldViewPr snapToGrid="0" snapToObjects="1">
      <p:cViewPr varScale="1">
        <p:scale>
          <a:sx n="78" d="100"/>
          <a:sy n="78" d="100"/>
        </p:scale>
        <p:origin x="940" y="52"/>
      </p:cViewPr>
      <p:guideLst/>
    </p:cSldViewPr>
  </p:slideViewPr>
  <p:notesTextViewPr>
    <p:cViewPr>
      <p:scale>
        <a:sx n="1" d="1"/>
        <a:sy n="1" d="1"/>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enovitz, Zunka" userId="0b4af27f-8a0b-49cd-8f21-96d10c8f64b2" providerId="ADAL" clId="{3B6AF195-BA09-4140-B941-7513538E5979}"/>
    <pc:docChg chg="undo custSel addSld delSld modSld sldOrd">
      <pc:chgData name="Arenovitz, Zunka" userId="0b4af27f-8a0b-49cd-8f21-96d10c8f64b2" providerId="ADAL" clId="{3B6AF195-BA09-4140-B941-7513538E5979}" dt="2026-07-10T15:36:08.741" v="456" actId="12789"/>
      <pc:docMkLst>
        <pc:docMk/>
      </pc:docMkLst>
      <pc:sldChg chg="addSp delSp modSp mod modClrScheme chgLayout">
        <pc:chgData name="Arenovitz, Zunka" userId="0b4af27f-8a0b-49cd-8f21-96d10c8f64b2" providerId="ADAL" clId="{3B6AF195-BA09-4140-B941-7513538E5979}" dt="2026-07-10T15:21:12.461" v="1" actId="700"/>
        <pc:sldMkLst>
          <pc:docMk/>
          <pc:sldMk cId="3289465289" sldId="2147481899"/>
        </pc:sldMkLst>
        <pc:spChg chg="add del mod ord">
          <ac:chgData name="Arenovitz, Zunka" userId="0b4af27f-8a0b-49cd-8f21-96d10c8f64b2" providerId="ADAL" clId="{3B6AF195-BA09-4140-B941-7513538E5979}" dt="2026-07-10T15:21:12.461" v="1" actId="700"/>
          <ac:spMkLst>
            <pc:docMk/>
            <pc:sldMk cId="3289465289" sldId="2147481899"/>
            <ac:spMk id="3" creationId="{EF7DE0C3-8A26-1144-3D0B-23BF91FCB95D}"/>
          </ac:spMkLst>
        </pc:spChg>
        <pc:spChg chg="add del mod ord">
          <ac:chgData name="Arenovitz, Zunka" userId="0b4af27f-8a0b-49cd-8f21-96d10c8f64b2" providerId="ADAL" clId="{3B6AF195-BA09-4140-B941-7513538E5979}" dt="2026-07-10T15:21:12.461" v="1" actId="700"/>
          <ac:spMkLst>
            <pc:docMk/>
            <pc:sldMk cId="3289465289" sldId="2147481899"/>
            <ac:spMk id="5" creationId="{C82F3C6A-4F12-20CA-6F43-237A233DD9DB}"/>
          </ac:spMkLst>
        </pc:spChg>
        <pc:spChg chg="add del mod ord">
          <ac:chgData name="Arenovitz, Zunka" userId="0b4af27f-8a0b-49cd-8f21-96d10c8f64b2" providerId="ADAL" clId="{3B6AF195-BA09-4140-B941-7513538E5979}" dt="2026-07-10T15:21:12.461" v="1" actId="700"/>
          <ac:spMkLst>
            <pc:docMk/>
            <pc:sldMk cId="3289465289" sldId="2147481899"/>
            <ac:spMk id="12" creationId="{2AACD9AD-B9E4-8EA3-8B1B-D86DBA659B90}"/>
          </ac:spMkLst>
        </pc:spChg>
        <pc:spChg chg="add del mod ord">
          <ac:chgData name="Arenovitz, Zunka" userId="0b4af27f-8a0b-49cd-8f21-96d10c8f64b2" providerId="ADAL" clId="{3B6AF195-BA09-4140-B941-7513538E5979}" dt="2026-07-10T15:21:12.461" v="1" actId="700"/>
          <ac:spMkLst>
            <pc:docMk/>
            <pc:sldMk cId="3289465289" sldId="2147481899"/>
            <ac:spMk id="14" creationId="{51E0E9CF-BFFE-D191-2996-B7D56192CCA4}"/>
          </ac:spMkLst>
        </pc:spChg>
        <pc:spChg chg="add del mod ord">
          <ac:chgData name="Arenovitz, Zunka" userId="0b4af27f-8a0b-49cd-8f21-96d10c8f64b2" providerId="ADAL" clId="{3B6AF195-BA09-4140-B941-7513538E5979}" dt="2026-07-10T15:21:12.461" v="1" actId="700"/>
          <ac:spMkLst>
            <pc:docMk/>
            <pc:sldMk cId="3289465289" sldId="2147481899"/>
            <ac:spMk id="15" creationId="{D6190A90-B508-2B7A-714B-D81D04822A4F}"/>
          </ac:spMkLst>
        </pc:spChg>
        <pc:spChg chg="add del mod ord">
          <ac:chgData name="Arenovitz, Zunka" userId="0b4af27f-8a0b-49cd-8f21-96d10c8f64b2" providerId="ADAL" clId="{3B6AF195-BA09-4140-B941-7513538E5979}" dt="2026-07-10T15:21:12.461" v="1" actId="700"/>
          <ac:spMkLst>
            <pc:docMk/>
            <pc:sldMk cId="3289465289" sldId="2147481899"/>
            <ac:spMk id="17" creationId="{A93B93DD-D038-A3F2-645C-00A27B2E662B}"/>
          </ac:spMkLst>
        </pc:spChg>
        <pc:spChg chg="add del mod ord">
          <ac:chgData name="Arenovitz, Zunka" userId="0b4af27f-8a0b-49cd-8f21-96d10c8f64b2" providerId="ADAL" clId="{3B6AF195-BA09-4140-B941-7513538E5979}" dt="2026-07-10T15:21:12.461" v="1" actId="700"/>
          <ac:spMkLst>
            <pc:docMk/>
            <pc:sldMk cId="3289465289" sldId="2147481899"/>
            <ac:spMk id="18" creationId="{FABE8F29-0806-B326-4EC1-EFEC00BDC99B}"/>
          </ac:spMkLst>
        </pc:spChg>
        <pc:spChg chg="mod ord">
          <ac:chgData name="Arenovitz, Zunka" userId="0b4af27f-8a0b-49cd-8f21-96d10c8f64b2" providerId="ADAL" clId="{3B6AF195-BA09-4140-B941-7513538E5979}" dt="2026-07-10T15:21:12.461" v="1" actId="700"/>
          <ac:spMkLst>
            <pc:docMk/>
            <pc:sldMk cId="3289465289" sldId="2147481899"/>
            <ac:spMk id="20" creationId="{98408AF9-DC8E-1EC2-E0C1-7B3ACEB5C417}"/>
          </ac:spMkLst>
        </pc:spChg>
        <pc:spChg chg="mod ord">
          <ac:chgData name="Arenovitz, Zunka" userId="0b4af27f-8a0b-49cd-8f21-96d10c8f64b2" providerId="ADAL" clId="{3B6AF195-BA09-4140-B941-7513538E5979}" dt="2026-07-10T15:21:12.461" v="1" actId="700"/>
          <ac:spMkLst>
            <pc:docMk/>
            <pc:sldMk cId="3289465289" sldId="2147481899"/>
            <ac:spMk id="21" creationId="{EA7DBA4C-A761-883E-977D-F133C1C3E49A}"/>
          </ac:spMkLst>
        </pc:spChg>
        <pc:spChg chg="add del mod ord">
          <ac:chgData name="Arenovitz, Zunka" userId="0b4af27f-8a0b-49cd-8f21-96d10c8f64b2" providerId="ADAL" clId="{3B6AF195-BA09-4140-B941-7513538E5979}" dt="2026-07-10T15:21:12.461" v="1" actId="700"/>
          <ac:spMkLst>
            <pc:docMk/>
            <pc:sldMk cId="3289465289" sldId="2147481899"/>
            <ac:spMk id="23" creationId="{D14818FC-2B55-C06F-033A-B09086D53142}"/>
          </ac:spMkLst>
        </pc:spChg>
      </pc:sldChg>
      <pc:sldChg chg="addSp modSp new del mod modClrScheme chgLayout">
        <pc:chgData name="Arenovitz, Zunka" userId="0b4af27f-8a0b-49cd-8f21-96d10c8f64b2" providerId="ADAL" clId="{3B6AF195-BA09-4140-B941-7513538E5979}" dt="2026-07-10T15:22:53.925" v="4" actId="47"/>
        <pc:sldMkLst>
          <pc:docMk/>
          <pc:sldMk cId="842211594" sldId="2147481909"/>
        </pc:sldMkLst>
        <pc:spChg chg="mod ord">
          <ac:chgData name="Arenovitz, Zunka" userId="0b4af27f-8a0b-49cd-8f21-96d10c8f64b2" providerId="ADAL" clId="{3B6AF195-BA09-4140-B941-7513538E5979}" dt="2026-07-10T15:22:47.854" v="3" actId="700"/>
          <ac:spMkLst>
            <pc:docMk/>
            <pc:sldMk cId="842211594" sldId="2147481909"/>
            <ac:spMk id="2" creationId="{97378D26-44D1-3AE8-921F-8D3B96B9DF7F}"/>
          </ac:spMkLst>
        </pc:spChg>
        <pc:spChg chg="mod ord">
          <ac:chgData name="Arenovitz, Zunka" userId="0b4af27f-8a0b-49cd-8f21-96d10c8f64b2" providerId="ADAL" clId="{3B6AF195-BA09-4140-B941-7513538E5979}" dt="2026-07-10T15:22:47.854" v="3" actId="700"/>
          <ac:spMkLst>
            <pc:docMk/>
            <pc:sldMk cId="842211594" sldId="2147481909"/>
            <ac:spMk id="3" creationId="{BA11BEF7-F5F6-FFB1-7DC8-82F4CE3DCF7F}"/>
          </ac:spMkLst>
        </pc:spChg>
        <pc:spChg chg="add mod ord">
          <ac:chgData name="Arenovitz, Zunka" userId="0b4af27f-8a0b-49cd-8f21-96d10c8f64b2" providerId="ADAL" clId="{3B6AF195-BA09-4140-B941-7513538E5979}" dt="2026-07-10T15:22:47.854" v="3" actId="700"/>
          <ac:spMkLst>
            <pc:docMk/>
            <pc:sldMk cId="842211594" sldId="2147481909"/>
            <ac:spMk id="4" creationId="{DC224A44-CC81-F04C-6702-4E23291ECC35}"/>
          </ac:spMkLst>
        </pc:spChg>
        <pc:spChg chg="add mod ord">
          <ac:chgData name="Arenovitz, Zunka" userId="0b4af27f-8a0b-49cd-8f21-96d10c8f64b2" providerId="ADAL" clId="{3B6AF195-BA09-4140-B941-7513538E5979}" dt="2026-07-10T15:22:47.854" v="3" actId="700"/>
          <ac:spMkLst>
            <pc:docMk/>
            <pc:sldMk cId="842211594" sldId="2147481909"/>
            <ac:spMk id="5" creationId="{6F7BE329-07D3-C6FA-40AA-3CDA1C76D0CF}"/>
          </ac:spMkLst>
        </pc:spChg>
      </pc:sldChg>
      <pc:sldChg chg="addSp delSp modSp add del mod modClrScheme chgLayout">
        <pc:chgData name="Arenovitz, Zunka" userId="0b4af27f-8a0b-49cd-8f21-96d10c8f64b2" providerId="ADAL" clId="{3B6AF195-BA09-4140-B941-7513538E5979}" dt="2026-07-10T15:32:20.686" v="344" actId="47"/>
        <pc:sldMkLst>
          <pc:docMk/>
          <pc:sldMk cId="869197602" sldId="2147481909"/>
        </pc:sldMkLst>
        <pc:spChg chg="add mod">
          <ac:chgData name="Arenovitz, Zunka" userId="0b4af27f-8a0b-49cd-8f21-96d10c8f64b2" providerId="ADAL" clId="{3B6AF195-BA09-4140-B941-7513538E5979}" dt="2026-07-10T15:25:00.604" v="96" actId="1076"/>
          <ac:spMkLst>
            <pc:docMk/>
            <pc:sldMk cId="869197602" sldId="2147481909"/>
            <ac:spMk id="3" creationId="{63326FEB-881E-08F3-9F95-211D60D4445A}"/>
          </ac:spMkLst>
        </pc:spChg>
        <pc:spChg chg="del">
          <ac:chgData name="Arenovitz, Zunka" userId="0b4af27f-8a0b-49cd-8f21-96d10c8f64b2" providerId="ADAL" clId="{3B6AF195-BA09-4140-B941-7513538E5979}" dt="2026-07-10T15:23:35.616" v="6" actId="478"/>
          <ac:spMkLst>
            <pc:docMk/>
            <pc:sldMk cId="869197602" sldId="2147481909"/>
            <ac:spMk id="4" creationId="{C304008E-5762-FA5B-3CF5-3A1571CC437B}"/>
          </ac:spMkLst>
        </pc:spChg>
        <pc:spChg chg="add mod">
          <ac:chgData name="Arenovitz, Zunka" userId="0b4af27f-8a0b-49cd-8f21-96d10c8f64b2" providerId="ADAL" clId="{3B6AF195-BA09-4140-B941-7513538E5979}" dt="2026-07-10T15:26:49.253" v="246" actId="1076"/>
          <ac:spMkLst>
            <pc:docMk/>
            <pc:sldMk cId="869197602" sldId="2147481909"/>
            <ac:spMk id="5" creationId="{63A9EEE3-53C9-0E8A-C53D-4CE372EDA89F}"/>
          </ac:spMkLst>
        </pc:spChg>
        <pc:spChg chg="del">
          <ac:chgData name="Arenovitz, Zunka" userId="0b4af27f-8a0b-49cd-8f21-96d10c8f64b2" providerId="ADAL" clId="{3B6AF195-BA09-4140-B941-7513538E5979}" dt="2026-07-10T15:23:35.616" v="6" actId="478"/>
          <ac:spMkLst>
            <pc:docMk/>
            <pc:sldMk cId="869197602" sldId="2147481909"/>
            <ac:spMk id="7" creationId="{87B98C2C-9363-398A-4053-7EDAE6F2A648}"/>
          </ac:spMkLst>
        </pc:spChg>
        <pc:spChg chg="del">
          <ac:chgData name="Arenovitz, Zunka" userId="0b4af27f-8a0b-49cd-8f21-96d10c8f64b2" providerId="ADAL" clId="{3B6AF195-BA09-4140-B941-7513538E5979}" dt="2026-07-10T15:23:35.616" v="6" actId="478"/>
          <ac:spMkLst>
            <pc:docMk/>
            <pc:sldMk cId="869197602" sldId="2147481909"/>
            <ac:spMk id="8" creationId="{94A95383-4DDD-FD05-E9AC-7E7AC396B97B}"/>
          </ac:spMkLst>
        </pc:spChg>
        <pc:spChg chg="del">
          <ac:chgData name="Arenovitz, Zunka" userId="0b4af27f-8a0b-49cd-8f21-96d10c8f64b2" providerId="ADAL" clId="{3B6AF195-BA09-4140-B941-7513538E5979}" dt="2026-07-10T15:23:35.616" v="6" actId="478"/>
          <ac:spMkLst>
            <pc:docMk/>
            <pc:sldMk cId="869197602" sldId="2147481909"/>
            <ac:spMk id="9" creationId="{DBBBA53D-064C-4995-3847-7752FE5150E1}"/>
          </ac:spMkLst>
        </pc:spChg>
        <pc:spChg chg="mod">
          <ac:chgData name="Arenovitz, Zunka" userId="0b4af27f-8a0b-49cd-8f21-96d10c8f64b2" providerId="ADAL" clId="{3B6AF195-BA09-4140-B941-7513538E5979}" dt="2026-07-10T15:24:43.194" v="94" actId="14100"/>
          <ac:spMkLst>
            <pc:docMk/>
            <pc:sldMk cId="869197602" sldId="2147481909"/>
            <ac:spMk id="15" creationId="{F4CDF030-BEA8-A646-E6D9-9B685918E7A2}"/>
          </ac:spMkLst>
        </pc:spChg>
        <pc:spChg chg="mod">
          <ac:chgData name="Arenovitz, Zunka" userId="0b4af27f-8a0b-49cd-8f21-96d10c8f64b2" providerId="ADAL" clId="{3B6AF195-BA09-4140-B941-7513538E5979}" dt="2026-07-10T15:24:43.194" v="94" actId="14100"/>
          <ac:spMkLst>
            <pc:docMk/>
            <pc:sldMk cId="869197602" sldId="2147481909"/>
            <ac:spMk id="16" creationId="{A79BC694-612D-B63E-0118-0DB0E8C7A789}"/>
          </ac:spMkLst>
        </pc:spChg>
        <pc:spChg chg="mod ord">
          <ac:chgData name="Arenovitz, Zunka" userId="0b4af27f-8a0b-49cd-8f21-96d10c8f64b2" providerId="ADAL" clId="{3B6AF195-BA09-4140-B941-7513538E5979}" dt="2026-07-10T15:29:29.064" v="292" actId="700"/>
          <ac:spMkLst>
            <pc:docMk/>
            <pc:sldMk cId="869197602" sldId="2147481909"/>
            <ac:spMk id="20" creationId="{ED6FA0AB-8286-6218-FA11-4AED71CE7E52}"/>
          </ac:spMkLst>
        </pc:spChg>
        <pc:spChg chg="mod ord">
          <ac:chgData name="Arenovitz, Zunka" userId="0b4af27f-8a0b-49cd-8f21-96d10c8f64b2" providerId="ADAL" clId="{3B6AF195-BA09-4140-B941-7513538E5979}" dt="2026-07-10T15:29:29.064" v="292" actId="700"/>
          <ac:spMkLst>
            <pc:docMk/>
            <pc:sldMk cId="869197602" sldId="2147481909"/>
            <ac:spMk id="21" creationId="{68FCA086-D3B8-272D-D90F-787E60F7EC30}"/>
          </ac:spMkLst>
        </pc:spChg>
        <pc:spChg chg="add del mod">
          <ac:chgData name="Arenovitz, Zunka" userId="0b4af27f-8a0b-49cd-8f21-96d10c8f64b2" providerId="ADAL" clId="{3B6AF195-BA09-4140-B941-7513538E5979}" dt="2026-07-10T15:26:29.859" v="243" actId="478"/>
          <ac:spMkLst>
            <pc:docMk/>
            <pc:sldMk cId="869197602" sldId="2147481909"/>
            <ac:spMk id="22" creationId="{30ACB9FE-6035-8AB8-650F-141C481BA420}"/>
          </ac:spMkLst>
        </pc:spChg>
        <pc:spChg chg="add del mod">
          <ac:chgData name="Arenovitz, Zunka" userId="0b4af27f-8a0b-49cd-8f21-96d10c8f64b2" providerId="ADAL" clId="{3B6AF195-BA09-4140-B941-7513538E5979}" dt="2026-07-10T15:27:32.014" v="285" actId="478"/>
          <ac:spMkLst>
            <pc:docMk/>
            <pc:sldMk cId="869197602" sldId="2147481909"/>
            <ac:spMk id="23" creationId="{0E5DD40E-05F4-78BD-C36C-394DC6165C04}"/>
          </ac:spMkLst>
        </pc:spChg>
        <pc:spChg chg="add del mod">
          <ac:chgData name="Arenovitz, Zunka" userId="0b4af27f-8a0b-49cd-8f21-96d10c8f64b2" providerId="ADAL" clId="{3B6AF195-BA09-4140-B941-7513538E5979}" dt="2026-07-10T15:25:34.476" v="166" actId="478"/>
          <ac:spMkLst>
            <pc:docMk/>
            <pc:sldMk cId="869197602" sldId="2147481909"/>
            <ac:spMk id="24" creationId="{7D1DCC45-01B5-38E1-62B4-714B32F9B279}"/>
          </ac:spMkLst>
        </pc:spChg>
        <pc:spChg chg="add del mod">
          <ac:chgData name="Arenovitz, Zunka" userId="0b4af27f-8a0b-49cd-8f21-96d10c8f64b2" providerId="ADAL" clId="{3B6AF195-BA09-4140-B941-7513538E5979}" dt="2026-07-10T15:26:29.859" v="243" actId="478"/>
          <ac:spMkLst>
            <pc:docMk/>
            <pc:sldMk cId="869197602" sldId="2147481909"/>
            <ac:spMk id="25" creationId="{2BF63951-777C-430E-A487-278FC8E60F84}"/>
          </ac:spMkLst>
        </pc:spChg>
        <pc:spChg chg="del">
          <ac:chgData name="Arenovitz, Zunka" userId="0b4af27f-8a0b-49cd-8f21-96d10c8f64b2" providerId="ADAL" clId="{3B6AF195-BA09-4140-B941-7513538E5979}" dt="2026-07-10T15:27:32.014" v="285" actId="478"/>
          <ac:spMkLst>
            <pc:docMk/>
            <pc:sldMk cId="869197602" sldId="2147481909"/>
            <ac:spMk id="26" creationId="{01203C78-6494-0E4D-9ED8-C2CED5C0D20F}"/>
          </ac:spMkLst>
        </pc:spChg>
        <pc:spChg chg="add del mod">
          <ac:chgData name="Arenovitz, Zunka" userId="0b4af27f-8a0b-49cd-8f21-96d10c8f64b2" providerId="ADAL" clId="{3B6AF195-BA09-4140-B941-7513538E5979}" dt="2026-07-10T15:28:30.825" v="287" actId="478"/>
          <ac:spMkLst>
            <pc:docMk/>
            <pc:sldMk cId="869197602" sldId="2147481909"/>
            <ac:spMk id="28" creationId="{E24882A1-22BC-3F55-E989-739162491824}"/>
          </ac:spMkLst>
        </pc:spChg>
        <pc:spChg chg="add del mod">
          <ac:chgData name="Arenovitz, Zunka" userId="0b4af27f-8a0b-49cd-8f21-96d10c8f64b2" providerId="ADAL" clId="{3B6AF195-BA09-4140-B941-7513538E5979}" dt="2026-07-10T15:28:33.059" v="288" actId="478"/>
          <ac:spMkLst>
            <pc:docMk/>
            <pc:sldMk cId="869197602" sldId="2147481909"/>
            <ac:spMk id="29" creationId="{7EC01207-0E95-B846-49D0-96589A33DC7B}"/>
          </ac:spMkLst>
        </pc:spChg>
        <pc:spChg chg="add mod">
          <ac:chgData name="Arenovitz, Zunka" userId="0b4af27f-8a0b-49cd-8f21-96d10c8f64b2" providerId="ADAL" clId="{3B6AF195-BA09-4140-B941-7513538E5979}" dt="2026-07-10T15:27:12.150" v="283" actId="1076"/>
          <ac:spMkLst>
            <pc:docMk/>
            <pc:sldMk cId="869197602" sldId="2147481909"/>
            <ac:spMk id="30" creationId="{10244C44-8FE8-6D53-8CE6-6EEB1EA631CF}"/>
          </ac:spMkLst>
        </pc:spChg>
        <pc:spChg chg="add del mod ord">
          <ac:chgData name="Arenovitz, Zunka" userId="0b4af27f-8a0b-49cd-8f21-96d10c8f64b2" providerId="ADAL" clId="{3B6AF195-BA09-4140-B941-7513538E5979}" dt="2026-07-10T15:29:29.064" v="292" actId="700"/>
          <ac:spMkLst>
            <pc:docMk/>
            <pc:sldMk cId="869197602" sldId="2147481909"/>
            <ac:spMk id="32" creationId="{50D781FE-9A5A-8C2C-CAD7-757316D120EC}"/>
          </ac:spMkLst>
        </pc:spChg>
        <pc:grpChg chg="del mod">
          <ac:chgData name="Arenovitz, Zunka" userId="0b4af27f-8a0b-49cd-8f21-96d10c8f64b2" providerId="ADAL" clId="{3B6AF195-BA09-4140-B941-7513538E5979}" dt="2026-07-10T15:24:45.677" v="95" actId="478"/>
          <ac:grpSpMkLst>
            <pc:docMk/>
            <pc:sldMk cId="869197602" sldId="2147481909"/>
            <ac:grpSpMk id="14" creationId="{4048E68C-DC31-EC73-EFE0-252A3453D982}"/>
          </ac:grpSpMkLst>
        </pc:grpChg>
        <pc:cxnChg chg="mod">
          <ac:chgData name="Arenovitz, Zunka" userId="0b4af27f-8a0b-49cd-8f21-96d10c8f64b2" providerId="ADAL" clId="{3B6AF195-BA09-4140-B941-7513538E5979}" dt="2026-07-10T15:25:30.540" v="165" actId="1037"/>
          <ac:cxnSpMkLst>
            <pc:docMk/>
            <pc:sldMk cId="869197602" sldId="2147481909"/>
            <ac:cxnSpMk id="12" creationId="{5379FBEF-A8AA-0D69-841A-DFFEF4EBC543}"/>
          </ac:cxnSpMkLst>
        </pc:cxnChg>
        <pc:cxnChg chg="del">
          <ac:chgData name="Arenovitz, Zunka" userId="0b4af27f-8a0b-49cd-8f21-96d10c8f64b2" providerId="ADAL" clId="{3B6AF195-BA09-4140-B941-7513538E5979}" dt="2026-07-10T15:25:09.847" v="97" actId="478"/>
          <ac:cxnSpMkLst>
            <pc:docMk/>
            <pc:sldMk cId="869197602" sldId="2147481909"/>
            <ac:cxnSpMk id="13" creationId="{0FA5A972-3862-6276-69EA-940AC20C537A}"/>
          </ac:cxnSpMkLst>
        </pc:cxnChg>
        <pc:cxnChg chg="mod">
          <ac:chgData name="Arenovitz, Zunka" userId="0b4af27f-8a0b-49cd-8f21-96d10c8f64b2" providerId="ADAL" clId="{3B6AF195-BA09-4140-B941-7513538E5979}" dt="2026-07-10T15:26:17.861" v="242" actId="1037"/>
          <ac:cxnSpMkLst>
            <pc:docMk/>
            <pc:sldMk cId="869197602" sldId="2147481909"/>
            <ac:cxnSpMk id="18" creationId="{9363B331-D11A-B580-FF1B-AA22FC4A336D}"/>
          </ac:cxnSpMkLst>
        </pc:cxnChg>
        <pc:cxnChg chg="mod">
          <ac:chgData name="Arenovitz, Zunka" userId="0b4af27f-8a0b-49cd-8f21-96d10c8f64b2" providerId="ADAL" clId="{3B6AF195-BA09-4140-B941-7513538E5979}" dt="2026-07-10T15:27:24.526" v="284" actId="14100"/>
          <ac:cxnSpMkLst>
            <pc:docMk/>
            <pc:sldMk cId="869197602" sldId="2147481909"/>
            <ac:cxnSpMk id="19" creationId="{15BD7D6B-8A80-A4B3-1E5A-43B4AD2F1950}"/>
          </ac:cxnSpMkLst>
        </pc:cxnChg>
        <pc:cxnChg chg="del">
          <ac:chgData name="Arenovitz, Zunka" userId="0b4af27f-8a0b-49cd-8f21-96d10c8f64b2" providerId="ADAL" clId="{3B6AF195-BA09-4140-B941-7513538E5979}" dt="2026-07-10T15:28:29.257" v="286" actId="478"/>
          <ac:cxnSpMkLst>
            <pc:docMk/>
            <pc:sldMk cId="869197602" sldId="2147481909"/>
            <ac:cxnSpMk id="27" creationId="{98BC6AC5-F626-CEFF-EEB0-0697A6C34EAF}"/>
          </ac:cxnSpMkLst>
        </pc:cxnChg>
      </pc:sldChg>
      <pc:sldChg chg="addSp delSp modSp add mod ord setBg">
        <pc:chgData name="Arenovitz, Zunka" userId="0b4af27f-8a0b-49cd-8f21-96d10c8f64b2" providerId="ADAL" clId="{3B6AF195-BA09-4140-B941-7513538E5979}" dt="2026-07-10T15:36:08.741" v="456" actId="12789"/>
        <pc:sldMkLst>
          <pc:docMk/>
          <pc:sldMk cId="2747183493" sldId="2147481910"/>
        </pc:sldMkLst>
        <pc:spChg chg="del">
          <ac:chgData name="Arenovitz, Zunka" userId="0b4af27f-8a0b-49cd-8f21-96d10c8f64b2" providerId="ADAL" clId="{3B6AF195-BA09-4140-B941-7513538E5979}" dt="2026-07-10T15:29:43.814" v="296" actId="478"/>
          <ac:spMkLst>
            <pc:docMk/>
            <pc:sldMk cId="2747183493" sldId="2147481910"/>
            <ac:spMk id="2" creationId="{52798409-3185-C78B-2AB7-690E1B0977EB}"/>
          </ac:spMkLst>
        </pc:spChg>
        <pc:spChg chg="del">
          <ac:chgData name="Arenovitz, Zunka" userId="0b4af27f-8a0b-49cd-8f21-96d10c8f64b2" providerId="ADAL" clId="{3B6AF195-BA09-4140-B941-7513538E5979}" dt="2026-07-10T15:29:43.814" v="296" actId="478"/>
          <ac:spMkLst>
            <pc:docMk/>
            <pc:sldMk cId="2747183493" sldId="2147481910"/>
            <ac:spMk id="4" creationId="{6CE5E0F4-B915-FF41-0862-7DD71D5803C2}"/>
          </ac:spMkLst>
        </pc:spChg>
        <pc:spChg chg="del">
          <ac:chgData name="Arenovitz, Zunka" userId="0b4af27f-8a0b-49cd-8f21-96d10c8f64b2" providerId="ADAL" clId="{3B6AF195-BA09-4140-B941-7513538E5979}" dt="2026-07-10T15:29:43.814" v="296" actId="478"/>
          <ac:spMkLst>
            <pc:docMk/>
            <pc:sldMk cId="2747183493" sldId="2147481910"/>
            <ac:spMk id="6" creationId="{04F1874B-52FA-E3D8-6FA9-0902EB2F9EB9}"/>
          </ac:spMkLst>
        </pc:spChg>
        <pc:spChg chg="del">
          <ac:chgData name="Arenovitz, Zunka" userId="0b4af27f-8a0b-49cd-8f21-96d10c8f64b2" providerId="ADAL" clId="{3B6AF195-BA09-4140-B941-7513538E5979}" dt="2026-07-10T15:29:43.814" v="296" actId="478"/>
          <ac:spMkLst>
            <pc:docMk/>
            <pc:sldMk cId="2747183493" sldId="2147481910"/>
            <ac:spMk id="7" creationId="{7E7D0EC5-77F5-FD81-D375-8B0B909EED48}"/>
          </ac:spMkLst>
        </pc:spChg>
        <pc:spChg chg="del">
          <ac:chgData name="Arenovitz, Zunka" userId="0b4af27f-8a0b-49cd-8f21-96d10c8f64b2" providerId="ADAL" clId="{3B6AF195-BA09-4140-B941-7513538E5979}" dt="2026-07-10T15:29:43.814" v="296" actId="478"/>
          <ac:spMkLst>
            <pc:docMk/>
            <pc:sldMk cId="2747183493" sldId="2147481910"/>
            <ac:spMk id="8" creationId="{CD2B91AB-11F1-791A-A6FF-B4261DC79907}"/>
          </ac:spMkLst>
        </pc:spChg>
        <pc:spChg chg="del">
          <ac:chgData name="Arenovitz, Zunka" userId="0b4af27f-8a0b-49cd-8f21-96d10c8f64b2" providerId="ADAL" clId="{3B6AF195-BA09-4140-B941-7513538E5979}" dt="2026-07-10T15:29:43.814" v="296" actId="478"/>
          <ac:spMkLst>
            <pc:docMk/>
            <pc:sldMk cId="2747183493" sldId="2147481910"/>
            <ac:spMk id="9" creationId="{322B3C2B-CE27-2BB5-8E3B-C426D8DE3E4A}"/>
          </ac:spMkLst>
        </pc:spChg>
        <pc:spChg chg="del">
          <ac:chgData name="Arenovitz, Zunka" userId="0b4af27f-8a0b-49cd-8f21-96d10c8f64b2" providerId="ADAL" clId="{3B6AF195-BA09-4140-B941-7513538E5979}" dt="2026-07-10T15:29:43.814" v="296" actId="478"/>
          <ac:spMkLst>
            <pc:docMk/>
            <pc:sldMk cId="2747183493" sldId="2147481910"/>
            <ac:spMk id="10" creationId="{024687D5-646E-389E-ECFD-CACE5D24C7B6}"/>
          </ac:spMkLst>
        </pc:spChg>
        <pc:spChg chg="del">
          <ac:chgData name="Arenovitz, Zunka" userId="0b4af27f-8a0b-49cd-8f21-96d10c8f64b2" providerId="ADAL" clId="{3B6AF195-BA09-4140-B941-7513538E5979}" dt="2026-07-10T15:29:43.814" v="296" actId="478"/>
          <ac:spMkLst>
            <pc:docMk/>
            <pc:sldMk cId="2747183493" sldId="2147481910"/>
            <ac:spMk id="11" creationId="{5C9B31E2-694E-2A6B-5778-9620481F7B46}"/>
          </ac:spMkLst>
        </pc:spChg>
        <pc:spChg chg="del">
          <ac:chgData name="Arenovitz, Zunka" userId="0b4af27f-8a0b-49cd-8f21-96d10c8f64b2" providerId="ADAL" clId="{3B6AF195-BA09-4140-B941-7513538E5979}" dt="2026-07-10T15:29:43.814" v="296" actId="478"/>
          <ac:spMkLst>
            <pc:docMk/>
            <pc:sldMk cId="2747183493" sldId="2147481910"/>
            <ac:spMk id="12" creationId="{A858194E-3E1F-E489-369F-6A7C96A3CCE1}"/>
          </ac:spMkLst>
        </pc:spChg>
        <pc:spChg chg="del">
          <ac:chgData name="Arenovitz, Zunka" userId="0b4af27f-8a0b-49cd-8f21-96d10c8f64b2" providerId="ADAL" clId="{3B6AF195-BA09-4140-B941-7513538E5979}" dt="2026-07-10T15:29:43.814" v="296" actId="478"/>
          <ac:spMkLst>
            <pc:docMk/>
            <pc:sldMk cId="2747183493" sldId="2147481910"/>
            <ac:spMk id="13" creationId="{9F7132FA-5B27-9FDE-A9FF-768FB5958C8F}"/>
          </ac:spMkLst>
        </pc:spChg>
        <pc:spChg chg="add mod ord">
          <ac:chgData name="Arenovitz, Zunka" userId="0b4af27f-8a0b-49cd-8f21-96d10c8f64b2" providerId="ADAL" clId="{3B6AF195-BA09-4140-B941-7513538E5979}" dt="2026-07-10T15:33:59.941" v="369" actId="1076"/>
          <ac:spMkLst>
            <pc:docMk/>
            <pc:sldMk cId="2747183493" sldId="2147481910"/>
            <ac:spMk id="14" creationId="{68200145-9D71-53DE-F625-32974FAA7730}"/>
          </ac:spMkLst>
        </pc:spChg>
        <pc:spChg chg="add mod">
          <ac:chgData name="Arenovitz, Zunka" userId="0b4af27f-8a0b-49cd-8f21-96d10c8f64b2" providerId="ADAL" clId="{3B6AF195-BA09-4140-B941-7513538E5979}" dt="2026-07-10T15:32:15.511" v="343"/>
          <ac:spMkLst>
            <pc:docMk/>
            <pc:sldMk cId="2747183493" sldId="2147481910"/>
            <ac:spMk id="15" creationId="{F6DA8418-91AD-B7E7-ADAD-CDD8BCEAAA04}"/>
          </ac:spMkLst>
        </pc:spChg>
        <pc:spChg chg="add mod">
          <ac:chgData name="Arenovitz, Zunka" userId="0b4af27f-8a0b-49cd-8f21-96d10c8f64b2" providerId="ADAL" clId="{3B6AF195-BA09-4140-B941-7513538E5979}" dt="2026-07-10T15:32:15.511" v="343"/>
          <ac:spMkLst>
            <pc:docMk/>
            <pc:sldMk cId="2747183493" sldId="2147481910"/>
            <ac:spMk id="16" creationId="{4888CF88-6411-B3BF-3FE4-379C7990EDAC}"/>
          </ac:spMkLst>
        </pc:spChg>
        <pc:spChg chg="add mod">
          <ac:chgData name="Arenovitz, Zunka" userId="0b4af27f-8a0b-49cd-8f21-96d10c8f64b2" providerId="ADAL" clId="{3B6AF195-BA09-4140-B941-7513538E5979}" dt="2026-07-10T15:36:00.596" v="455" actId="12789"/>
          <ac:spMkLst>
            <pc:docMk/>
            <pc:sldMk cId="2747183493" sldId="2147481910"/>
            <ac:spMk id="17" creationId="{10DFDE05-B406-BE52-856B-81067577F3B3}"/>
          </ac:spMkLst>
        </pc:spChg>
        <pc:spChg chg="add mod">
          <ac:chgData name="Arenovitz, Zunka" userId="0b4af27f-8a0b-49cd-8f21-96d10c8f64b2" providerId="ADAL" clId="{3B6AF195-BA09-4140-B941-7513538E5979}" dt="2026-07-10T15:36:08.741" v="456" actId="12789"/>
          <ac:spMkLst>
            <pc:docMk/>
            <pc:sldMk cId="2747183493" sldId="2147481910"/>
            <ac:spMk id="22" creationId="{C979A968-7639-A9E0-8A80-BAF5B0755EBE}"/>
          </ac:spMkLst>
        </pc:spChg>
        <pc:spChg chg="add mod">
          <ac:chgData name="Arenovitz, Zunka" userId="0b4af27f-8a0b-49cd-8f21-96d10c8f64b2" providerId="ADAL" clId="{3B6AF195-BA09-4140-B941-7513538E5979}" dt="2026-07-10T15:36:00.596" v="455" actId="12789"/>
          <ac:spMkLst>
            <pc:docMk/>
            <pc:sldMk cId="2747183493" sldId="2147481910"/>
            <ac:spMk id="23" creationId="{3B83B66A-A969-7F5C-A2CB-5BCA188E1F96}"/>
          </ac:spMkLst>
        </pc:spChg>
        <pc:spChg chg="mod">
          <ac:chgData name="Arenovitz, Zunka" userId="0b4af27f-8a0b-49cd-8f21-96d10c8f64b2" providerId="ADAL" clId="{3B6AF195-BA09-4140-B941-7513538E5979}" dt="2026-07-10T15:31:52.900" v="342" actId="207"/>
          <ac:spMkLst>
            <pc:docMk/>
            <pc:sldMk cId="2747183493" sldId="2147481910"/>
            <ac:spMk id="27" creationId="{3654F0DD-B7D5-CFC4-7577-9DDDA36DAAC7}"/>
          </ac:spMkLst>
        </pc:spChg>
        <pc:spChg chg="add mod">
          <ac:chgData name="Arenovitz, Zunka" userId="0b4af27f-8a0b-49cd-8f21-96d10c8f64b2" providerId="ADAL" clId="{3B6AF195-BA09-4140-B941-7513538E5979}" dt="2026-07-10T15:36:08.741" v="456" actId="12789"/>
          <ac:spMkLst>
            <pc:docMk/>
            <pc:sldMk cId="2747183493" sldId="2147481910"/>
            <ac:spMk id="29" creationId="{D848856C-B713-48D4-4228-2CB04201B8C8}"/>
          </ac:spMkLst>
        </pc:spChg>
        <pc:spChg chg="add mod">
          <ac:chgData name="Arenovitz, Zunka" userId="0b4af27f-8a0b-49cd-8f21-96d10c8f64b2" providerId="ADAL" clId="{3B6AF195-BA09-4140-B941-7513538E5979}" dt="2026-07-10T15:36:00.596" v="455" actId="12789"/>
          <ac:spMkLst>
            <pc:docMk/>
            <pc:sldMk cId="2747183493" sldId="2147481910"/>
            <ac:spMk id="30" creationId="{2C34BCDE-F2E0-BAF5-111C-EDE1A48B3B8E}"/>
          </ac:spMkLst>
        </pc:spChg>
        <pc:cxnChg chg="add mod">
          <ac:chgData name="Arenovitz, Zunka" userId="0b4af27f-8a0b-49cd-8f21-96d10c8f64b2" providerId="ADAL" clId="{3B6AF195-BA09-4140-B941-7513538E5979}" dt="2026-07-10T15:34:14.935" v="371" actId="1076"/>
          <ac:cxnSpMkLst>
            <pc:docMk/>
            <pc:sldMk cId="2747183493" sldId="2147481910"/>
            <ac:cxnSpMk id="18" creationId="{13419D3C-3CE7-F668-0B0A-6F18EB5628DA}"/>
          </ac:cxnSpMkLst>
        </pc:cxnChg>
        <pc:cxnChg chg="add del mod">
          <ac:chgData name="Arenovitz, Zunka" userId="0b4af27f-8a0b-49cd-8f21-96d10c8f64b2" providerId="ADAL" clId="{3B6AF195-BA09-4140-B941-7513538E5979}" dt="2026-07-10T15:32:56.877" v="357" actId="478"/>
          <ac:cxnSpMkLst>
            <pc:docMk/>
            <pc:sldMk cId="2747183493" sldId="2147481910"/>
            <ac:cxnSpMk id="19" creationId="{91C9F54A-7830-D376-3596-776813C9B16C}"/>
          </ac:cxnSpMkLst>
        </pc:cxnChg>
        <pc:cxnChg chg="add mod">
          <ac:chgData name="Arenovitz, Zunka" userId="0b4af27f-8a0b-49cd-8f21-96d10c8f64b2" providerId="ADAL" clId="{3B6AF195-BA09-4140-B941-7513538E5979}" dt="2026-07-10T15:34:29.468" v="372" actId="408"/>
          <ac:cxnSpMkLst>
            <pc:docMk/>
            <pc:sldMk cId="2747183493" sldId="2147481910"/>
            <ac:cxnSpMk id="20" creationId="{9161635E-3EE4-0FE2-4A1A-A2F05EE1C16B}"/>
          </ac:cxnSpMkLst>
        </pc:cxnChg>
        <pc:cxnChg chg="add mod">
          <ac:chgData name="Arenovitz, Zunka" userId="0b4af27f-8a0b-49cd-8f21-96d10c8f64b2" providerId="ADAL" clId="{3B6AF195-BA09-4140-B941-7513538E5979}" dt="2026-07-10T15:32:15.511" v="343"/>
          <ac:cxnSpMkLst>
            <pc:docMk/>
            <pc:sldMk cId="2747183493" sldId="2147481910"/>
            <ac:cxnSpMk id="21" creationId="{7DE7EF48-11EA-0987-2EF0-5B4F76F3C145}"/>
          </ac:cxnSpMkLst>
        </pc:cxnChg>
        <pc:cxnChg chg="add mod">
          <ac:chgData name="Arenovitz, Zunka" userId="0b4af27f-8a0b-49cd-8f21-96d10c8f64b2" providerId="ADAL" clId="{3B6AF195-BA09-4140-B941-7513538E5979}" dt="2026-07-10T15:34:29.468" v="372" actId="408"/>
          <ac:cxnSpMkLst>
            <pc:docMk/>
            <pc:sldMk cId="2747183493" sldId="2147481910"/>
            <ac:cxnSpMk id="24" creationId="{834A5F8A-AFDA-3117-0F35-6A8DB071D0D5}"/>
          </ac:cxnSpMkLst>
        </pc:cxnChg>
        <pc:cxnChg chg="add mod">
          <ac:chgData name="Arenovitz, Zunka" userId="0b4af27f-8a0b-49cd-8f21-96d10c8f64b2" providerId="ADAL" clId="{3B6AF195-BA09-4140-B941-7513538E5979}" dt="2026-07-10T15:34:29.468" v="372" actId="408"/>
          <ac:cxnSpMkLst>
            <pc:docMk/>
            <pc:sldMk cId="2747183493" sldId="2147481910"/>
            <ac:cxnSpMk id="25" creationId="{8EA96D36-19B7-F7FB-6004-67C461666007}"/>
          </ac:cxnSpMkLst>
        </pc:cxnChg>
        <pc:cxnChg chg="add mod">
          <ac:chgData name="Arenovitz, Zunka" userId="0b4af27f-8a0b-49cd-8f21-96d10c8f64b2" providerId="ADAL" clId="{3B6AF195-BA09-4140-B941-7513538E5979}" dt="2026-07-10T15:34:07.734" v="370" actId="1076"/>
          <ac:cxnSpMkLst>
            <pc:docMk/>
            <pc:sldMk cId="2747183493" sldId="2147481910"/>
            <ac:cxnSpMk id="31" creationId="{5953652F-318B-4F64-7039-BD6BC93D5C7F}"/>
          </ac:cxnSpMkLst>
        </pc:cxnChg>
      </pc:sldChg>
      <pc:sldMasterChg chg="delSldLayout">
        <pc:chgData name="Arenovitz, Zunka" userId="0b4af27f-8a0b-49cd-8f21-96d10c8f64b2" providerId="ADAL" clId="{3B6AF195-BA09-4140-B941-7513538E5979}" dt="2026-07-10T15:22:53.925" v="4" actId="47"/>
        <pc:sldMasterMkLst>
          <pc:docMk/>
          <pc:sldMasterMk cId="2387162758" sldId="2147483650"/>
        </pc:sldMasterMkLst>
        <pc:sldLayoutChg chg="del">
          <pc:chgData name="Arenovitz, Zunka" userId="0b4af27f-8a0b-49cd-8f21-96d10c8f64b2" providerId="ADAL" clId="{3B6AF195-BA09-4140-B941-7513538E5979}" dt="2026-07-10T15:22:53.925" v="4" actId="47"/>
          <pc:sldLayoutMkLst>
            <pc:docMk/>
            <pc:sldMasterMk cId="2387162758" sldId="2147483650"/>
            <pc:sldLayoutMk cId="2911730811"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448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MX"/>
          </a:p>
        </p:txBody>
      </p:sp>
      <p:sp>
        <p:nvSpPr>
          <p:cNvPr id="3" name="Notes Placeholder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3398058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E074F-E5A0-A0C8-DAAB-24B6AF18E1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38241-AA65-032B-AA59-53192BC43465}"/>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4292879-E612-5E89-389E-029759A8DF91}"/>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8C78846E-C6A1-E248-FF00-CB065DC61E14}"/>
              </a:ext>
            </a:extLst>
          </p:cNvPr>
          <p:cNvSpPr>
            <a:spLocks noGrp="1"/>
          </p:cNvSpPr>
          <p:nvPr>
            <p:ph type="sldNum" sz="quarter" idx="10"/>
          </p:nvPr>
        </p:nvSpPr>
        <p:spPr/>
        <p:txBody>
          <a:bodyPr/>
          <a:lstStyle/>
          <a:p>
            <a:fld id="{F7021451-1387-4CA6-816F-3879F97B5CBC}" type="slidenum">
              <a:rPr lang="es-MX" smtClean="0"/>
              <a:t>2</a:t>
            </a:fld>
            <a:endParaRPr lang="es-MX" dirty="0"/>
          </a:p>
        </p:txBody>
      </p:sp>
    </p:spTree>
    <p:extLst>
      <p:ext uri="{BB962C8B-B14F-4D97-AF65-F5344CB8AC3E}">
        <p14:creationId xmlns:p14="http://schemas.microsoft.com/office/powerpoint/2010/main" val="212375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CF06D-4B0D-3CEB-0C64-76C5D906A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AC05B-FB56-E83A-4560-1E6175B5AA36}"/>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9DADCDB-8933-0CA4-5EAD-152B5DC856B6}"/>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FF153F34-9630-AF56-FCD6-4AAB6F1CC7A3}"/>
              </a:ext>
            </a:extLst>
          </p:cNvPr>
          <p:cNvSpPr>
            <a:spLocks noGrp="1"/>
          </p:cNvSpPr>
          <p:nvPr>
            <p:ph type="sldNum" sz="quarter" idx="10"/>
          </p:nvPr>
        </p:nvSpPr>
        <p:spPr/>
        <p:txBody>
          <a:bodyPr/>
          <a:lstStyle/>
          <a:p>
            <a:fld id="{F7021451-1387-4CA6-816F-3879F97B5CBC}" type="slidenum">
              <a:rPr lang="es-MX" smtClean="0"/>
              <a:t>3</a:t>
            </a:fld>
            <a:endParaRPr lang="es-MX" dirty="0"/>
          </a:p>
        </p:txBody>
      </p:sp>
    </p:spTree>
    <p:extLst>
      <p:ext uri="{BB962C8B-B14F-4D97-AF65-F5344CB8AC3E}">
        <p14:creationId xmlns:p14="http://schemas.microsoft.com/office/powerpoint/2010/main" val="3435475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501E-6B08-46A3-8B4F-53276AAAF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E55772-9341-E191-627E-3A05B261CDAD}"/>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C96ABA04-1C66-8B87-0FE1-E01D3A20BBAD}"/>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06A9966F-68E1-D30A-19FA-62113620EB6F}"/>
              </a:ext>
            </a:extLst>
          </p:cNvPr>
          <p:cNvSpPr>
            <a:spLocks noGrp="1"/>
          </p:cNvSpPr>
          <p:nvPr>
            <p:ph type="sldNum" sz="quarter" idx="10"/>
          </p:nvPr>
        </p:nvSpPr>
        <p:spPr/>
        <p:txBody>
          <a:bodyPr/>
          <a:lstStyle/>
          <a:p>
            <a:fld id="{F7021451-1387-4CA6-816F-3879F97B5CBC}" type="slidenum">
              <a:rPr lang="es-MX" smtClean="0"/>
              <a:t>4</a:t>
            </a:fld>
            <a:endParaRPr lang="es-MX" dirty="0"/>
          </a:p>
        </p:txBody>
      </p:sp>
    </p:spTree>
    <p:extLst>
      <p:ext uri="{BB962C8B-B14F-4D97-AF65-F5344CB8AC3E}">
        <p14:creationId xmlns:p14="http://schemas.microsoft.com/office/powerpoint/2010/main" val="3831376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53CE-539E-5194-A336-1D24E8F0E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7B13E-7D39-9095-F587-8DECA2E31DDE}"/>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35A44D9B-81A5-0165-71C0-6B417AFC46CC}"/>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7DF9E0E7-3720-4737-B851-F00DAEC2446A}"/>
              </a:ext>
            </a:extLst>
          </p:cNvPr>
          <p:cNvSpPr>
            <a:spLocks noGrp="1"/>
          </p:cNvSpPr>
          <p:nvPr>
            <p:ph type="sldNum" sz="quarter" idx="10"/>
          </p:nvPr>
        </p:nvSpPr>
        <p:spPr/>
        <p:txBody>
          <a:bodyPr/>
          <a:lstStyle/>
          <a:p>
            <a:fld id="{F7021451-1387-4CA6-816F-3879F97B5CBC}" type="slidenum">
              <a:rPr lang="es-MX" smtClean="0"/>
              <a:t>5</a:t>
            </a:fld>
            <a:endParaRPr lang="es-MX" dirty="0"/>
          </a:p>
        </p:txBody>
      </p:sp>
    </p:spTree>
    <p:extLst>
      <p:ext uri="{BB962C8B-B14F-4D97-AF65-F5344CB8AC3E}">
        <p14:creationId xmlns:p14="http://schemas.microsoft.com/office/powerpoint/2010/main" val="3122658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590DD-995C-CE1F-F48C-4B9660B0E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EC0EA-C635-39AC-EA2F-BE042036E63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57C0A880-B27A-2331-B39B-6EE8D40CAEFB}"/>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72D51A2D-2E83-6643-2540-81EEE5713483}"/>
              </a:ext>
            </a:extLst>
          </p:cNvPr>
          <p:cNvSpPr>
            <a:spLocks noGrp="1"/>
          </p:cNvSpPr>
          <p:nvPr>
            <p:ph type="sldNum" sz="quarter" idx="10"/>
          </p:nvPr>
        </p:nvSpPr>
        <p:spPr/>
        <p:txBody>
          <a:bodyPr/>
          <a:lstStyle/>
          <a:p>
            <a:fld id="{F7021451-1387-4CA6-816F-3879F97B5CBC}" type="slidenum">
              <a:rPr lang="es-MX" smtClean="0"/>
              <a:t>6</a:t>
            </a:fld>
            <a:endParaRPr lang="es-MX" dirty="0"/>
          </a:p>
        </p:txBody>
      </p:sp>
    </p:spTree>
    <p:extLst>
      <p:ext uri="{BB962C8B-B14F-4D97-AF65-F5344CB8AC3E}">
        <p14:creationId xmlns:p14="http://schemas.microsoft.com/office/powerpoint/2010/main" val="2755371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BE990-BAAE-ABF6-2894-86D452903D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CEF5B-DF4D-7D4F-4DAE-D145940277C9}"/>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A0424D7A-96CE-C677-9024-8E2BFF7D351A}"/>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B052686F-A7CE-8860-AE54-1ECEB7150A30}"/>
              </a:ext>
            </a:extLst>
          </p:cNvPr>
          <p:cNvSpPr>
            <a:spLocks noGrp="1"/>
          </p:cNvSpPr>
          <p:nvPr>
            <p:ph type="sldNum" sz="quarter" idx="10"/>
          </p:nvPr>
        </p:nvSpPr>
        <p:spPr/>
        <p:txBody>
          <a:bodyPr/>
          <a:lstStyle/>
          <a:p>
            <a:fld id="{F7021451-1387-4CA6-816F-3879F97B5CBC}" type="slidenum">
              <a:rPr lang="es-MX" smtClean="0"/>
              <a:t>7</a:t>
            </a:fld>
            <a:endParaRPr lang="es-MX" dirty="0"/>
          </a:p>
        </p:txBody>
      </p:sp>
    </p:spTree>
    <p:extLst>
      <p:ext uri="{BB962C8B-B14F-4D97-AF65-F5344CB8AC3E}">
        <p14:creationId xmlns:p14="http://schemas.microsoft.com/office/powerpoint/2010/main" val="1072109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1B779-3CE2-992D-8EED-4353D58FF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BFE36-0DED-FC2A-CAD1-A5D326D586A9}"/>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FB95EFAD-591D-034C-A759-B4DF3F8EB42C}"/>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D80AA313-DE06-F19E-D7D4-A274E71A3650}"/>
              </a:ext>
            </a:extLst>
          </p:cNvPr>
          <p:cNvSpPr>
            <a:spLocks noGrp="1"/>
          </p:cNvSpPr>
          <p:nvPr>
            <p:ph type="sldNum" sz="quarter" idx="10"/>
          </p:nvPr>
        </p:nvSpPr>
        <p:spPr/>
        <p:txBody>
          <a:bodyPr/>
          <a:lstStyle/>
          <a:p>
            <a:fld id="{F7021451-1387-4CA6-816F-3879F97B5CBC}" type="slidenum">
              <a:rPr lang="es-MX" smtClean="0"/>
              <a:t>8</a:t>
            </a:fld>
            <a:endParaRPr lang="es-MX" dirty="0"/>
          </a:p>
        </p:txBody>
      </p:sp>
    </p:spTree>
    <p:extLst>
      <p:ext uri="{BB962C8B-B14F-4D97-AF65-F5344CB8AC3E}">
        <p14:creationId xmlns:p14="http://schemas.microsoft.com/office/powerpoint/2010/main" val="3735894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90734-883C-C0DA-AAD6-B1EF1A512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2DC14-269D-D4E9-8927-09FA20FED02C}"/>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7EF97A58-7FBD-B353-C081-14B005F327ED}"/>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6427344A-5BA1-9BA8-5D5E-DCF601922B58}"/>
              </a:ext>
            </a:extLst>
          </p:cNvPr>
          <p:cNvSpPr>
            <a:spLocks noGrp="1"/>
          </p:cNvSpPr>
          <p:nvPr>
            <p:ph type="sldNum" sz="quarter" idx="10"/>
          </p:nvPr>
        </p:nvSpPr>
        <p:spPr/>
        <p:txBody>
          <a:bodyPr/>
          <a:lstStyle/>
          <a:p>
            <a:fld id="{F7021451-1387-4CA6-816F-3879F97B5CBC}" type="slidenum">
              <a:rPr lang="es-MX" smtClean="0"/>
              <a:t>9</a:t>
            </a:fld>
            <a:endParaRPr lang="es-MX" dirty="0"/>
          </a:p>
        </p:txBody>
      </p:sp>
    </p:spTree>
    <p:extLst>
      <p:ext uri="{BB962C8B-B14F-4D97-AF65-F5344CB8AC3E}">
        <p14:creationId xmlns:p14="http://schemas.microsoft.com/office/powerpoint/2010/main" val="2094826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43042-C8A7-9081-2FFD-5AAEE93DB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D6C09-18FB-79B9-5A03-A22586589B60}"/>
              </a:ext>
            </a:extLst>
          </p:cNvPr>
          <p:cNvSpPr>
            <a:spLocks noGrp="1" noRot="1" noChangeAspect="1"/>
          </p:cNvSpPr>
          <p:nvPr>
            <p:ph type="sldImg"/>
          </p:nvPr>
        </p:nvSpPr>
        <p:spPr/>
        <p:txBody>
          <a:bodyPr/>
          <a:lstStyle/>
          <a:p>
            <a:endParaRPr lang="es-MX"/>
          </a:p>
        </p:txBody>
      </p:sp>
      <p:sp>
        <p:nvSpPr>
          <p:cNvPr id="3" name="Notes Placeholder 2">
            <a:extLst>
              <a:ext uri="{FF2B5EF4-FFF2-40B4-BE49-F238E27FC236}">
                <a16:creationId xmlns:a16="http://schemas.microsoft.com/office/drawing/2014/main" id="{E61F2BD5-4CBA-BBD2-4BAD-1D8638DE0846}"/>
              </a:ext>
            </a:extLst>
          </p:cNvPr>
          <p:cNvSpPr>
            <a:spLocks noGrp="1"/>
          </p:cNvSpPr>
          <p:nvPr>
            <p:ph type="body" idx="1"/>
          </p:nvPr>
        </p:nvSpPr>
        <p:spPr/>
        <p:txBody>
          <a:bodyPr/>
          <a:lstStyle/>
          <a:p>
            <a:r>
              <a:rPr lang="es-MX" dirty="0"/>
              <a:t>Ancla la conversación en datos públicos del propio banco. El CEO ha declarado el objetivo de crecimiento en consumo. La nómina con vinculación es el camino más natural para lograrlo.</a:t>
            </a:r>
          </a:p>
        </p:txBody>
      </p:sp>
      <p:sp>
        <p:nvSpPr>
          <p:cNvPr id="4" name="Slide Number Placeholder 3">
            <a:extLst>
              <a:ext uri="{FF2B5EF4-FFF2-40B4-BE49-F238E27FC236}">
                <a16:creationId xmlns:a16="http://schemas.microsoft.com/office/drawing/2014/main" id="{641F69A7-6AAB-BCE9-D93B-2F43E665B855}"/>
              </a:ext>
            </a:extLst>
          </p:cNvPr>
          <p:cNvSpPr>
            <a:spLocks noGrp="1"/>
          </p:cNvSpPr>
          <p:nvPr>
            <p:ph type="sldNum" sz="quarter" idx="10"/>
          </p:nvPr>
        </p:nvSpPr>
        <p:spPr/>
        <p:txBody>
          <a:bodyPr/>
          <a:lstStyle/>
          <a:p>
            <a:fld id="{F7021451-1387-4CA6-816F-3879F97B5CBC}" type="slidenum">
              <a:rPr lang="es-MX" smtClean="0"/>
              <a:t>10</a:t>
            </a:fld>
            <a:endParaRPr lang="es-MX" dirty="0"/>
          </a:p>
        </p:txBody>
      </p:sp>
    </p:spTree>
    <p:extLst>
      <p:ext uri="{BB962C8B-B14F-4D97-AF65-F5344CB8AC3E}">
        <p14:creationId xmlns:p14="http://schemas.microsoft.com/office/powerpoint/2010/main" val="313594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3.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9.xml"/><Relationship Id="rId5" Type="http://schemas.openxmlformats.org/officeDocument/2006/relationships/image" Target="../media/image3.png"/><Relationship Id="rId4"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6.emf"/></Relationships>
</file>

<file path=ppt/slideLayouts/_rels/slideLayout9.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5.emf"/><Relationship Id="rId5" Type="http://schemas.openxmlformats.org/officeDocument/2006/relationships/oleObject" Target="../embeddings/oleObject10.bin"/><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3C3049-179B-8140-CBE5-0D58E25EFC65}"/>
              </a:ext>
            </a:extLst>
          </p:cNvPr>
          <p:cNvSpPr>
            <a:spLocks noGrp="1"/>
          </p:cNvSpPr>
          <p:nvPr>
            <p:ph type="ftr" sz="quarter" idx="10"/>
          </p:nvPr>
        </p:nvSpPr>
        <p:spPr/>
        <p:txBody>
          <a:bodyPr/>
          <a:lstStyle/>
          <a:p>
            <a:pPr algn="r"/>
            <a:r>
              <a:rPr lang="en-US"/>
              <a:t>Copyright © 2025 Accenture. All rights reserved.</a:t>
            </a:r>
          </a:p>
          <a:p>
            <a:pPr algn="r"/>
            <a:endParaRPr lang="en-US" dirty="0"/>
          </a:p>
        </p:txBody>
      </p:sp>
      <p:sp>
        <p:nvSpPr>
          <p:cNvPr id="3" name="Slide Number Placeholder 2">
            <a:extLst>
              <a:ext uri="{FF2B5EF4-FFF2-40B4-BE49-F238E27FC236}">
                <a16:creationId xmlns:a16="http://schemas.microsoft.com/office/drawing/2014/main" id="{D5E50744-BABE-7034-7F14-34C1D9CA16C3}"/>
              </a:ext>
            </a:extLst>
          </p:cNvPr>
          <p:cNvSpPr>
            <a:spLocks noGrp="1"/>
          </p:cNvSpPr>
          <p:nvPr>
            <p:ph type="sldNum" sz="quarter" idx="11"/>
          </p:nvPr>
        </p:nvSpPr>
        <p:spPr/>
        <p:txBody>
          <a:bodyPr/>
          <a:lstStyle/>
          <a:p>
            <a:fld id="{88D3ECB3-9BC1-4314-90EA-F850F5727BF0}" type="slidenum">
              <a:rPr lang="es-MX" smtClean="0"/>
              <a:pPr/>
              <a:t>‹#›</a:t>
            </a:fld>
            <a:endParaRPr lang="es-MX" dirty="0"/>
          </a:p>
        </p:txBody>
      </p:sp>
      <p:sp>
        <p:nvSpPr>
          <p:cNvPr id="4" name="Title 3">
            <a:extLst>
              <a:ext uri="{FF2B5EF4-FFF2-40B4-BE49-F238E27FC236}">
                <a16:creationId xmlns:a16="http://schemas.microsoft.com/office/drawing/2014/main" id="{340F9E54-2097-8D3A-C5DC-41E1E35BAC10}"/>
              </a:ext>
            </a:extLst>
          </p:cNvPr>
          <p:cNvSpPr>
            <a:spLocks noGrp="1"/>
          </p:cNvSpPr>
          <p:nvPr>
            <p:ph type="title"/>
          </p:nvPr>
        </p:nvSpPr>
        <p:spPr/>
        <p:txBody>
          <a:bodyPr/>
          <a:lstStyle/>
          <a:p>
            <a:r>
              <a:rPr lang="en-US" dirty="0"/>
              <a:t>Click to edit Master title style</a:t>
            </a:r>
            <a:endParaRPr lang="es-MX"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vider slides v1">
    <p:bg>
      <p:bgPr>
        <a:solidFill>
          <a:schemeClr val="bg2"/>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06419B5B-5985-EB5B-F7CE-74163F6AC85B}"/>
              </a:ext>
            </a:extLst>
          </p:cNvPr>
          <p:cNvGraphicFramePr>
            <a:graphicFrameLocks/>
          </p:cNvGraphicFramePr>
          <p:nvPr userDrawn="1">
            <p:custDataLst>
              <p:tags r:id="rId1"/>
            </p:custDataLst>
            <p:extLst>
              <p:ext uri="{D42A27DB-BD31-4B8C-83A1-F6EECF244321}">
                <p14:modId xmlns:p14="http://schemas.microsoft.com/office/powerpoint/2010/main" val="282380532"/>
              </p:ext>
            </p:extLst>
          </p:nvPr>
        </p:nvGraphicFramePr>
        <p:xfrm>
          <a:off x="1191" y="1190"/>
          <a:ext cx="1192" cy="1191"/>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10" name="think-cell data - do not delete" hidden="1">
                        <a:extLst>
                          <a:ext uri="{FF2B5EF4-FFF2-40B4-BE49-F238E27FC236}">
                            <a16:creationId xmlns:a16="http://schemas.microsoft.com/office/drawing/2014/main" id="{06419B5B-5985-EB5B-F7CE-74163F6AC85B}"/>
                          </a:ext>
                        </a:extLst>
                      </p:cNvPr>
                      <p:cNvPicPr/>
                      <p:nvPr/>
                    </p:nvPicPr>
                    <p:blipFill>
                      <a:blip r:embed="rId4"/>
                      <a:stretch>
                        <a:fillRect/>
                      </a:stretch>
                    </p:blipFill>
                    <p:spPr>
                      <a:xfrm>
                        <a:off x="1191" y="1190"/>
                        <a:ext cx="1192" cy="1191"/>
                      </a:xfrm>
                      <a:prstGeom prst="rect">
                        <a:avLst/>
                      </a:prstGeom>
                    </p:spPr>
                  </p:pic>
                </p:oleObj>
              </mc:Fallback>
            </mc:AlternateContent>
          </a:graphicData>
        </a:graphic>
      </p:graphicFrame>
      <p:sp>
        <p:nvSpPr>
          <p:cNvPr id="11" name="Title 3">
            <a:extLst>
              <a:ext uri="{FF2B5EF4-FFF2-40B4-BE49-F238E27FC236}">
                <a16:creationId xmlns:a16="http://schemas.microsoft.com/office/drawing/2014/main" id="{26EA9666-5AC1-49E6-9365-D56FB5F12453}"/>
              </a:ext>
            </a:extLst>
          </p:cNvPr>
          <p:cNvSpPr>
            <a:spLocks noGrp="1"/>
          </p:cNvSpPr>
          <p:nvPr>
            <p:ph type="title" hasCustomPrompt="1"/>
          </p:nvPr>
        </p:nvSpPr>
        <p:spPr>
          <a:xfrm>
            <a:off x="465717" y="2166435"/>
            <a:ext cx="3478038" cy="2041450"/>
          </a:xfrm>
          <a:prstGeom prst="rect">
            <a:avLst/>
          </a:prstGeom>
        </p:spPr>
        <p:txBody>
          <a:bodyPr vert="horz" tIns="72000" rIns="0">
            <a:noAutofit/>
          </a:bodyPr>
          <a:lstStyle>
            <a:lvl1pPr rtl="0">
              <a:defRPr lang="en-US" sz="2699" b="0" i="0" kern="0" spc="-135" dirty="0" smtClean="0">
                <a:solidFill>
                  <a:schemeClr val="accent1"/>
                </a:solidFill>
                <a:latin typeface="Graphik Medium" panose="020B0503030202060203" pitchFamily="34" charset="77"/>
                <a:ea typeface="+mn-ea"/>
                <a:cs typeface="+mn-cs"/>
              </a:defRPr>
            </a:lvl1pPr>
          </a:lstStyle>
          <a:p>
            <a:pPr lvl="0"/>
            <a:r>
              <a:rPr lang="es-MX" noProof="0"/>
              <a:t>Sub section title here</a:t>
            </a:r>
            <a:endParaRPr lang="es-MX" noProof="0" dirty="0"/>
          </a:p>
        </p:txBody>
      </p:sp>
      <p:sp>
        <p:nvSpPr>
          <p:cNvPr id="19" name="Text Placeholder 18">
            <a:extLst>
              <a:ext uri="{FF2B5EF4-FFF2-40B4-BE49-F238E27FC236}">
                <a16:creationId xmlns:a16="http://schemas.microsoft.com/office/drawing/2014/main" id="{9A2B3EB2-66FA-497A-9DD4-A3DCC8408F09}"/>
              </a:ext>
            </a:extLst>
          </p:cNvPr>
          <p:cNvSpPr>
            <a:spLocks noGrp="1"/>
          </p:cNvSpPr>
          <p:nvPr>
            <p:ph type="body" sz="quarter" idx="15" hasCustomPrompt="1"/>
          </p:nvPr>
        </p:nvSpPr>
        <p:spPr>
          <a:xfrm>
            <a:off x="4409472" y="2176053"/>
            <a:ext cx="4251943" cy="2339038"/>
          </a:xfrm>
          <a:prstGeom prst="rect">
            <a:avLst/>
          </a:prstGeom>
        </p:spPr>
        <p:txBody>
          <a:bodyPr lIns="0" tIns="396000" rIns="0" bIns="0"/>
          <a:lstStyle>
            <a:lvl1pPr rtl="0">
              <a:lnSpc>
                <a:spcPct val="120000"/>
              </a:lnSpc>
              <a:defRPr sz="1050">
                <a:solidFill>
                  <a:schemeClr val="tx2"/>
                </a:solidFill>
                <a:latin typeface="+mn-lt"/>
              </a:defRPr>
            </a:lvl1pPr>
          </a:lstStyle>
          <a:p>
            <a:pPr lvl="0"/>
            <a:r>
              <a:rPr lang="es-MX" noProof="0"/>
              <a:t>Lorem ipsum dolor sit amet, consectetur adipiscing elit. Mauris placerat, sem laoreet viverra maximus, lacus ipsum egestas</a:t>
            </a:r>
            <a:endParaRPr lang="es-MX" noProof="0" dirty="0"/>
          </a:p>
        </p:txBody>
      </p:sp>
      <p:sp>
        <p:nvSpPr>
          <p:cNvPr id="4" name="TextBox 3">
            <a:extLst>
              <a:ext uri="{FF2B5EF4-FFF2-40B4-BE49-F238E27FC236}">
                <a16:creationId xmlns:a16="http://schemas.microsoft.com/office/drawing/2014/main" id="{36C42C3B-ABDF-EEB2-36AF-739EF241AE66}"/>
              </a:ext>
            </a:extLst>
          </p:cNvPr>
          <p:cNvSpPr txBox="1"/>
          <p:nvPr userDrawn="1"/>
        </p:nvSpPr>
        <p:spPr>
          <a:xfrm>
            <a:off x="2194538" y="-92298"/>
            <a:ext cx="0" cy="0"/>
          </a:xfrm>
          <a:prstGeom prst="rect">
            <a:avLst/>
          </a:prstGeom>
          <a:noFill/>
        </p:spPr>
        <p:txBody>
          <a:bodyPr wrap="none" lIns="0" tIns="0" rIns="0" bIns="0" rtlCol="0">
            <a:noAutofit/>
          </a:bodyPr>
          <a:lstStyle/>
          <a:p>
            <a:pPr algn="l" defTabSz="171416" rtl="0">
              <a:spcAft>
                <a:spcPts val="900"/>
              </a:spcAft>
            </a:pPr>
            <a:endParaRPr lang="es-MX" sz="1350" noProof="0" dirty="0"/>
          </a:p>
        </p:txBody>
      </p:sp>
      <p:sp>
        <p:nvSpPr>
          <p:cNvPr id="12" name="TextBox 11">
            <a:extLst>
              <a:ext uri="{FF2B5EF4-FFF2-40B4-BE49-F238E27FC236}">
                <a16:creationId xmlns:a16="http://schemas.microsoft.com/office/drawing/2014/main" id="{1CA0C8AF-A693-5930-625E-7D8CA4E999C5}"/>
              </a:ext>
            </a:extLst>
          </p:cNvPr>
          <p:cNvSpPr txBox="1"/>
          <p:nvPr userDrawn="1"/>
        </p:nvSpPr>
        <p:spPr>
          <a:xfrm>
            <a:off x="7436801" y="-109878"/>
            <a:ext cx="0" cy="0"/>
          </a:xfrm>
          <a:prstGeom prst="rect">
            <a:avLst/>
          </a:prstGeom>
          <a:noFill/>
        </p:spPr>
        <p:txBody>
          <a:bodyPr wrap="none" lIns="0" tIns="0" rIns="0" bIns="0" rtlCol="0">
            <a:noAutofit/>
          </a:bodyPr>
          <a:lstStyle/>
          <a:p>
            <a:pPr algn="l" defTabSz="171416" rtl="0">
              <a:spcAft>
                <a:spcPts val="900"/>
              </a:spcAft>
            </a:pPr>
            <a:endParaRPr lang="es-MX" sz="1350" noProof="0" dirty="0"/>
          </a:p>
        </p:txBody>
      </p:sp>
      <p:sp>
        <p:nvSpPr>
          <p:cNvPr id="16" name="TextBox 15">
            <a:extLst>
              <a:ext uri="{FF2B5EF4-FFF2-40B4-BE49-F238E27FC236}">
                <a16:creationId xmlns:a16="http://schemas.microsoft.com/office/drawing/2014/main" id="{31FD8594-45EB-0FB0-D431-EB65C4B0F0BF}"/>
              </a:ext>
            </a:extLst>
          </p:cNvPr>
          <p:cNvSpPr txBox="1"/>
          <p:nvPr userDrawn="1"/>
        </p:nvSpPr>
        <p:spPr>
          <a:xfrm>
            <a:off x="2085465" y="-186168"/>
            <a:ext cx="0" cy="0"/>
          </a:xfrm>
          <a:prstGeom prst="rect">
            <a:avLst/>
          </a:prstGeom>
          <a:noFill/>
        </p:spPr>
        <p:txBody>
          <a:bodyPr wrap="none" lIns="0" tIns="0" rIns="0" bIns="0" rtlCol="0">
            <a:noAutofit/>
          </a:bodyPr>
          <a:lstStyle/>
          <a:p>
            <a:pPr algn="l" defTabSz="171416" rtl="0">
              <a:spcAft>
                <a:spcPts val="900"/>
              </a:spcAft>
            </a:pPr>
            <a:endParaRPr lang="es-MX" sz="1350" noProof="0" dirty="0"/>
          </a:p>
        </p:txBody>
      </p:sp>
      <p:sp>
        <p:nvSpPr>
          <p:cNvPr id="25" name="Text Placeholder 17">
            <a:extLst>
              <a:ext uri="{FF2B5EF4-FFF2-40B4-BE49-F238E27FC236}">
                <a16:creationId xmlns:a16="http://schemas.microsoft.com/office/drawing/2014/main" id="{E750124A-4CD5-C244-0D1B-73557A5322AF}"/>
              </a:ext>
            </a:extLst>
          </p:cNvPr>
          <p:cNvSpPr>
            <a:spLocks noGrp="1"/>
          </p:cNvSpPr>
          <p:nvPr>
            <p:ph type="body" sz="quarter" idx="16" hasCustomPrompt="1"/>
          </p:nvPr>
        </p:nvSpPr>
        <p:spPr>
          <a:xfrm>
            <a:off x="285172" y="357056"/>
            <a:ext cx="3094588" cy="167596"/>
          </a:xfrm>
          <a:prstGeom prst="rect">
            <a:avLst/>
          </a:prstGeom>
        </p:spPr>
        <p:txBody>
          <a:bodyPr lIns="0" tIns="0" rIns="252000" bIns="0" anchor="t"/>
          <a:lstStyle>
            <a:lvl1pPr rtl="0">
              <a:spcAft>
                <a:spcPts val="0"/>
              </a:spcAft>
              <a:buNone/>
              <a:defRPr sz="900">
                <a:solidFill>
                  <a:schemeClr val="tx2"/>
                </a:solidFill>
                <a:latin typeface="+mn-lt"/>
              </a:defRPr>
            </a:lvl1pPr>
          </a:lstStyle>
          <a:p>
            <a:pPr lvl="0"/>
            <a:r>
              <a:rPr lang="es-MX" noProof="0"/>
              <a:t>Section title here</a:t>
            </a:r>
            <a:endParaRPr lang="es-MX" noProof="0" dirty="0"/>
          </a:p>
        </p:txBody>
      </p:sp>
      <p:pic>
        <p:nvPicPr>
          <p:cNvPr id="2" name="Picture 1">
            <a:extLst>
              <a:ext uri="{FF2B5EF4-FFF2-40B4-BE49-F238E27FC236}">
                <a16:creationId xmlns:a16="http://schemas.microsoft.com/office/drawing/2014/main" id="{D2714956-31E3-5DF1-3C07-BAE7FA688F19}"/>
              </a:ext>
            </a:extLst>
          </p:cNvPr>
          <p:cNvPicPr>
            <a:picLocks noChangeAspect="1"/>
          </p:cNvPicPr>
          <p:nvPr userDrawn="1"/>
        </p:nvPicPr>
        <p:blipFill>
          <a:blip r:embed="rId5"/>
          <a:stretch>
            <a:fillRect/>
          </a:stretch>
        </p:blipFill>
        <p:spPr>
          <a:xfrm>
            <a:off x="8693473" y="299431"/>
            <a:ext cx="220399" cy="243169"/>
          </a:xfrm>
          <a:prstGeom prst="rect">
            <a:avLst/>
          </a:prstGeom>
        </p:spPr>
      </p:pic>
      <p:sp>
        <p:nvSpPr>
          <p:cNvPr id="5" name="Footer Placeholder 4">
            <a:extLst>
              <a:ext uri="{FF2B5EF4-FFF2-40B4-BE49-F238E27FC236}">
                <a16:creationId xmlns:a16="http://schemas.microsoft.com/office/drawing/2014/main" id="{38ACC4D4-7455-3BCD-0FBF-C036CADB2073}"/>
              </a:ext>
            </a:extLst>
          </p:cNvPr>
          <p:cNvSpPr>
            <a:spLocks noGrp="1"/>
          </p:cNvSpPr>
          <p:nvPr>
            <p:ph type="ftr" sz="quarter" idx="17"/>
          </p:nvPr>
        </p:nvSpPr>
        <p:spPr/>
        <p:txBody>
          <a:bodyPr/>
          <a:lstStyle>
            <a:lvl1pPr rtl="0">
              <a:defRPr/>
            </a:lvl1pPr>
          </a:lstStyle>
          <a:p>
            <a:r>
              <a:rPr lang="en-US"/>
              <a:t>Copyright © 2025 Accenture. All rights reserved. </a:t>
            </a:r>
            <a:endParaRPr lang="es-MX" dirty="0"/>
          </a:p>
        </p:txBody>
      </p:sp>
      <p:sp>
        <p:nvSpPr>
          <p:cNvPr id="8" name="Slide Number Placeholder 7">
            <a:extLst>
              <a:ext uri="{FF2B5EF4-FFF2-40B4-BE49-F238E27FC236}">
                <a16:creationId xmlns:a16="http://schemas.microsoft.com/office/drawing/2014/main" id="{A36CF682-E409-F222-C3FD-402A633BE940}"/>
              </a:ext>
            </a:extLst>
          </p:cNvPr>
          <p:cNvSpPr>
            <a:spLocks noGrp="1"/>
          </p:cNvSpPr>
          <p:nvPr>
            <p:ph type="sldNum" sz="quarter" idx="18"/>
          </p:nvPr>
        </p:nvSpPr>
        <p:spPr/>
        <p:txBody>
          <a:bodyPr/>
          <a:lstStyle>
            <a:lvl1pPr rtl="0">
              <a:defRPr/>
            </a:lvl1pPr>
          </a:lstStyle>
          <a:p>
            <a:fld id="{86CB4B4D-7CA3-9044-876B-883B54F8677D}" type="slidenum">
              <a:rPr lang="es-MX" smtClean="0"/>
              <a:pPr/>
              <a:t>‹#›</a:t>
            </a:fld>
            <a:endParaRPr lang="es-MX" dirty="0"/>
          </a:p>
        </p:txBody>
      </p:sp>
    </p:spTree>
    <p:extLst>
      <p:ext uri="{BB962C8B-B14F-4D97-AF65-F5344CB8AC3E}">
        <p14:creationId xmlns:p14="http://schemas.microsoft.com/office/powerpoint/2010/main" val="12604088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BA7AC79-120F-26F8-D907-B9D2EA1B4E50}"/>
              </a:ext>
            </a:extLst>
          </p:cNvPr>
          <p:cNvGraphicFramePr>
            <a:graphicFrameLocks/>
          </p:cNvGraphicFramePr>
          <p:nvPr userDrawn="1">
            <p:custDataLst>
              <p:tags r:id="rId1"/>
            </p:custDataLst>
            <p:extLst>
              <p:ext uri="{D42A27DB-BD31-4B8C-83A1-F6EECF244321}">
                <p14:modId xmlns:p14="http://schemas.microsoft.com/office/powerpoint/2010/main" val="642889305"/>
              </p:ext>
            </p:extLst>
          </p:nvPr>
        </p:nvGraphicFramePr>
        <p:xfrm>
          <a:off x="1191" y="1190"/>
          <a:ext cx="1192" cy="1191"/>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11" name="think-cell data - do not delete" hidden="1">
                        <a:extLst>
                          <a:ext uri="{FF2B5EF4-FFF2-40B4-BE49-F238E27FC236}">
                            <a16:creationId xmlns:a16="http://schemas.microsoft.com/office/drawing/2014/main" id="{CBA7AC79-120F-26F8-D907-B9D2EA1B4E50}"/>
                          </a:ext>
                        </a:extLst>
                      </p:cNvPr>
                      <p:cNvPicPr/>
                      <p:nvPr/>
                    </p:nvPicPr>
                    <p:blipFill>
                      <a:blip r:embed="rId4"/>
                      <a:stretch>
                        <a:fillRect/>
                      </a:stretch>
                    </p:blipFill>
                    <p:spPr>
                      <a:xfrm>
                        <a:off x="1191" y="1190"/>
                        <a:ext cx="1192" cy="1191"/>
                      </a:xfrm>
                      <a:prstGeom prst="rect">
                        <a:avLst/>
                      </a:prstGeom>
                    </p:spPr>
                  </p:pic>
                </p:oleObj>
              </mc:Fallback>
            </mc:AlternateContent>
          </a:graphicData>
        </a:graphic>
      </p:graphicFrame>
      <p:pic>
        <p:nvPicPr>
          <p:cNvPr id="9" name="Picture 8">
            <a:extLst>
              <a:ext uri="{FF2B5EF4-FFF2-40B4-BE49-F238E27FC236}">
                <a16:creationId xmlns:a16="http://schemas.microsoft.com/office/drawing/2014/main" id="{F2043CA7-0FDA-A4DD-5672-5C23CA384B6F}"/>
              </a:ext>
            </a:extLst>
          </p:cNvPr>
          <p:cNvPicPr>
            <a:picLocks noChangeAspect="1"/>
          </p:cNvPicPr>
          <p:nvPr userDrawn="1"/>
        </p:nvPicPr>
        <p:blipFill>
          <a:blip r:embed="rId5"/>
          <a:stretch>
            <a:fillRect/>
          </a:stretch>
        </p:blipFill>
        <p:spPr>
          <a:xfrm>
            <a:off x="8693473" y="299431"/>
            <a:ext cx="220399" cy="243169"/>
          </a:xfrm>
          <a:prstGeom prst="rect">
            <a:avLst/>
          </a:prstGeom>
        </p:spPr>
      </p:pic>
      <p:sp>
        <p:nvSpPr>
          <p:cNvPr id="2" name="Footer Placeholder 1">
            <a:extLst>
              <a:ext uri="{FF2B5EF4-FFF2-40B4-BE49-F238E27FC236}">
                <a16:creationId xmlns:a16="http://schemas.microsoft.com/office/drawing/2014/main" id="{86B8AC03-3177-2812-DB79-8125CD8AB8EB}"/>
              </a:ext>
            </a:extLst>
          </p:cNvPr>
          <p:cNvSpPr>
            <a:spLocks noGrp="1"/>
          </p:cNvSpPr>
          <p:nvPr>
            <p:ph type="ftr" sz="quarter" idx="14"/>
          </p:nvPr>
        </p:nvSpPr>
        <p:spPr/>
        <p:txBody>
          <a:bodyPr/>
          <a:lstStyle>
            <a:lvl1pPr rtl="0">
              <a:defRPr/>
            </a:lvl1pPr>
          </a:lstStyle>
          <a:p>
            <a:r>
              <a:rPr lang="en-US"/>
              <a:t>Copyright © 2025 Accenture. All rights reserved. </a:t>
            </a:r>
            <a:endParaRPr lang="es-MX" dirty="0"/>
          </a:p>
        </p:txBody>
      </p:sp>
      <p:sp>
        <p:nvSpPr>
          <p:cNvPr id="3" name="Slide Number Placeholder 2">
            <a:extLst>
              <a:ext uri="{FF2B5EF4-FFF2-40B4-BE49-F238E27FC236}">
                <a16:creationId xmlns:a16="http://schemas.microsoft.com/office/drawing/2014/main" id="{52C659B4-7556-51DA-E995-A761DF9F51AA}"/>
              </a:ext>
            </a:extLst>
          </p:cNvPr>
          <p:cNvSpPr>
            <a:spLocks noGrp="1"/>
          </p:cNvSpPr>
          <p:nvPr>
            <p:ph type="sldNum" sz="quarter" idx="15"/>
          </p:nvPr>
        </p:nvSpPr>
        <p:spPr/>
        <p:txBody>
          <a:bodyPr/>
          <a:lstStyle>
            <a:lvl1pPr rtl="0">
              <a:defRPr/>
            </a:lvl1pPr>
          </a:lstStyle>
          <a:p>
            <a:fld id="{86CB4B4D-7CA3-9044-876B-883B54F8677D}" type="slidenum">
              <a:rPr lang="es-MX" smtClean="0"/>
              <a:pPr/>
              <a:t>‹#›</a:t>
            </a:fld>
            <a:endParaRPr lang="es-MX" dirty="0"/>
          </a:p>
        </p:txBody>
      </p:sp>
      <p:sp>
        <p:nvSpPr>
          <p:cNvPr id="14" name="Text Placeholder 13">
            <a:extLst>
              <a:ext uri="{FF2B5EF4-FFF2-40B4-BE49-F238E27FC236}">
                <a16:creationId xmlns:a16="http://schemas.microsoft.com/office/drawing/2014/main" id="{2397384A-5ADF-85CC-4A43-814183A494A3}"/>
              </a:ext>
            </a:extLst>
          </p:cNvPr>
          <p:cNvSpPr>
            <a:spLocks noGrp="1"/>
          </p:cNvSpPr>
          <p:nvPr>
            <p:ph type="body" sz="quarter" idx="13" hasCustomPrompt="1"/>
          </p:nvPr>
        </p:nvSpPr>
        <p:spPr>
          <a:xfrm>
            <a:off x="284672" y="621959"/>
            <a:ext cx="7732711" cy="455404"/>
          </a:xfrm>
          <a:prstGeom prst="rect">
            <a:avLst/>
          </a:prstGeom>
        </p:spPr>
        <p:txBody>
          <a:bodyPr lIns="0" tIns="0" rIns="0" bIns="0" anchor="t"/>
          <a:lstStyle>
            <a:lvl1pPr>
              <a:defRPr lang="pl-PL" sz="1350" b="0" kern="1200" dirty="0">
                <a:solidFill>
                  <a:schemeClr val="tx1"/>
                </a:solidFill>
                <a:latin typeface="+mn-lt"/>
                <a:ea typeface="+mn-ea"/>
                <a:cs typeface="+mn-cs"/>
              </a:defRPr>
            </a:lvl1pPr>
            <a:lvl2pPr rtl="0">
              <a:defRPr sz="1500">
                <a:solidFill>
                  <a:schemeClr val="accent6">
                    <a:lumMod val="50000"/>
                  </a:schemeClr>
                </a:solidFill>
              </a:defRPr>
            </a:lvl2pPr>
          </a:lstStyle>
          <a:p>
            <a:pPr lvl="1"/>
            <a:r>
              <a:rPr lang="es-MX" noProof="0"/>
              <a:t>Subline here</a:t>
            </a:r>
            <a:endParaRPr lang="es-MX" noProof="0" dirty="0"/>
          </a:p>
        </p:txBody>
      </p:sp>
      <p:sp>
        <p:nvSpPr>
          <p:cNvPr id="7" name="Title 6">
            <a:extLst>
              <a:ext uri="{FF2B5EF4-FFF2-40B4-BE49-F238E27FC236}">
                <a16:creationId xmlns:a16="http://schemas.microsoft.com/office/drawing/2014/main" id="{EA86DC54-C470-93EA-4BBE-0CB549480493}"/>
              </a:ext>
            </a:extLst>
          </p:cNvPr>
          <p:cNvSpPr>
            <a:spLocks noGrp="1"/>
          </p:cNvSpPr>
          <p:nvPr>
            <p:ph type="title"/>
          </p:nvPr>
        </p:nvSpPr>
        <p:spPr/>
        <p:txBody>
          <a:bodyPr vert="horz" rIns="0"/>
          <a:lstStyle>
            <a:lvl1pPr>
              <a:defRPr/>
            </a:lvl1pPr>
          </a:lstStyle>
          <a:p>
            <a:r>
              <a:rPr lang="es-MX"/>
              <a:t>Click to edit Master title style</a:t>
            </a:r>
            <a:endParaRPr lang="es-MX" dirty="0"/>
          </a:p>
        </p:txBody>
      </p:sp>
    </p:spTree>
    <p:extLst>
      <p:ext uri="{BB962C8B-B14F-4D97-AF65-F5344CB8AC3E}">
        <p14:creationId xmlns:p14="http://schemas.microsoft.com/office/powerpoint/2010/main" val="220712220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492AF7C-1ED1-4C56-B173-64712DA7E9CC}"/>
              </a:ext>
            </a:extLst>
          </p:cNvPr>
          <p:cNvGraphicFramePr>
            <a:graphicFrameLocks/>
          </p:cNvGraphicFramePr>
          <p:nvPr userDrawn="1">
            <p:custDataLst>
              <p:tags r:id="rId1"/>
            </p:custDataLst>
            <p:extLst>
              <p:ext uri="{D42A27DB-BD31-4B8C-83A1-F6EECF244321}">
                <p14:modId xmlns:p14="http://schemas.microsoft.com/office/powerpoint/2010/main" val="916084465"/>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Object 2" hidden="1">
                        <a:extLst>
                          <a:ext uri="{FF2B5EF4-FFF2-40B4-BE49-F238E27FC236}">
                            <a16:creationId xmlns:a16="http://schemas.microsoft.com/office/drawing/2014/main" id="{A492AF7C-1ED1-4C56-B173-64712DA7E9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Tree>
    <p:extLst>
      <p:ext uri="{BB962C8B-B14F-4D97-AF65-F5344CB8AC3E}">
        <p14:creationId xmlns:p14="http://schemas.microsoft.com/office/powerpoint/2010/main" val="4289823034"/>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110E0FF-46E6-F11C-C8DC-1DAAABBF9D9A}"/>
              </a:ext>
            </a:extLst>
          </p:cNvPr>
          <p:cNvGraphicFramePr>
            <a:graphicFrameLocks/>
          </p:cNvGraphicFramePr>
          <p:nvPr userDrawn="1">
            <p:custDataLst>
              <p:tags r:id="rId1"/>
            </p:custDataLst>
            <p:extLst>
              <p:ext uri="{D42A27DB-BD31-4B8C-83A1-F6EECF244321}">
                <p14:modId xmlns:p14="http://schemas.microsoft.com/office/powerpoint/2010/main" val="3228911060"/>
              </p:ext>
            </p:extLst>
          </p:nvPr>
        </p:nvGraphicFramePr>
        <p:xfrm>
          <a:off x="1192" y="1191"/>
          <a:ext cx="1191" cy="1191"/>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4" name="think-cell data - do not delete" hidden="1">
                        <a:extLst>
                          <a:ext uri="{FF2B5EF4-FFF2-40B4-BE49-F238E27FC236}">
                            <a16:creationId xmlns:a16="http://schemas.microsoft.com/office/drawing/2014/main" id="{B110E0FF-46E6-F11C-C8DC-1DAAABBF9D9A}"/>
                          </a:ext>
                        </a:extLst>
                      </p:cNvPr>
                      <p:cNvPicPr/>
                      <p:nvPr/>
                    </p:nvPicPr>
                    <p:blipFill>
                      <a:blip r:embed="rId4"/>
                      <a:stretch>
                        <a:fillRect/>
                      </a:stretch>
                    </p:blipFill>
                    <p:spPr>
                      <a:xfrm>
                        <a:off x="1192" y="1191"/>
                        <a:ext cx="1191" cy="1191"/>
                      </a:xfrm>
                      <a:prstGeom prst="rect">
                        <a:avLst/>
                      </a:prstGeom>
                    </p:spPr>
                  </p:pic>
                </p:oleObj>
              </mc:Fallback>
            </mc:AlternateContent>
          </a:graphicData>
        </a:graphic>
      </p:graphicFrame>
      <p:sp>
        <p:nvSpPr>
          <p:cNvPr id="5" name="Slide Number Placeholder 4"/>
          <p:cNvSpPr>
            <a:spLocks noGrp="1"/>
          </p:cNvSpPr>
          <p:nvPr>
            <p:ph type="sldNum" sz="quarter" idx="12"/>
          </p:nvPr>
        </p:nvSpPr>
        <p:spPr/>
        <p:txBody>
          <a:bodyPr/>
          <a:lstStyle>
            <a:lvl1pPr rtl="0">
              <a:defRPr/>
            </a:lvl1pPr>
          </a:lstStyle>
          <a:p>
            <a:fld id="{0D558541-60C9-42A2-8392-FF12533A6B7A}" type="slidenum">
              <a:rPr lang="es-MX" smtClean="0"/>
              <a:pPr/>
              <a:t>‹#›</a:t>
            </a:fld>
            <a:endParaRPr lang="es-MX" dirty="0"/>
          </a:p>
        </p:txBody>
      </p:sp>
      <p:sp>
        <p:nvSpPr>
          <p:cNvPr id="6" name="Footer Placeholder 5">
            <a:extLst>
              <a:ext uri="{FF2B5EF4-FFF2-40B4-BE49-F238E27FC236}">
                <a16:creationId xmlns:a16="http://schemas.microsoft.com/office/drawing/2014/main" id="{94CC36C4-54B7-9DDA-8C2D-932AFA1BC99F}"/>
              </a:ext>
            </a:extLst>
          </p:cNvPr>
          <p:cNvSpPr>
            <a:spLocks noGrp="1"/>
          </p:cNvSpPr>
          <p:nvPr>
            <p:ph type="ftr" sz="quarter" idx="13"/>
          </p:nvPr>
        </p:nvSpPr>
        <p:spPr/>
        <p:txBody>
          <a:bodyPr/>
          <a:lstStyle>
            <a:lvl1pPr rtl="0">
              <a:defRPr/>
            </a:lvl1pPr>
          </a:lstStyle>
          <a:p>
            <a:r>
              <a:rPr lang="en-US"/>
              <a:t>Copyright © 2025 Accenture. All rights reserved. </a:t>
            </a:r>
            <a:endParaRPr lang="es-MX" dirty="0"/>
          </a:p>
        </p:txBody>
      </p:sp>
      <p:sp>
        <p:nvSpPr>
          <p:cNvPr id="2" name="Title 1">
            <a:extLst>
              <a:ext uri="{FF2B5EF4-FFF2-40B4-BE49-F238E27FC236}">
                <a16:creationId xmlns:a16="http://schemas.microsoft.com/office/drawing/2014/main" id="{0418F5FB-D5F3-EF83-B527-345255131143}"/>
              </a:ext>
            </a:extLst>
          </p:cNvPr>
          <p:cNvSpPr>
            <a:spLocks noGrp="1"/>
          </p:cNvSpPr>
          <p:nvPr>
            <p:ph type="title"/>
          </p:nvPr>
        </p:nvSpPr>
        <p:spPr/>
        <p:txBody>
          <a:bodyPr vert="horz" rIns="0"/>
          <a:lstStyle>
            <a:lvl1pPr>
              <a:defRPr/>
            </a:lvl1pPr>
          </a:lstStyle>
          <a:p>
            <a:r>
              <a:rPr lang="es-MX"/>
              <a:t>Click to edit Master title style</a:t>
            </a:r>
            <a:endParaRPr lang="es-MX" dirty="0"/>
          </a:p>
        </p:txBody>
      </p:sp>
    </p:spTree>
    <p:extLst>
      <p:ext uri="{BB962C8B-B14F-4D97-AF65-F5344CB8AC3E}">
        <p14:creationId xmlns:p14="http://schemas.microsoft.com/office/powerpoint/2010/main" val="2107704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Heading and Subheadin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189BAEE-BCE6-AE19-BAB0-90B404A9E42E}"/>
              </a:ext>
            </a:extLst>
          </p:cNvPr>
          <p:cNvGraphicFramePr>
            <a:graphicFrameLocks/>
          </p:cNvGraphicFramePr>
          <p:nvPr userDrawn="1">
            <p:custDataLst>
              <p:tags r:id="rId1"/>
            </p:custDataLst>
            <p:extLst>
              <p:ext uri="{D42A27DB-BD31-4B8C-83A1-F6EECF244321}">
                <p14:modId xmlns:p14="http://schemas.microsoft.com/office/powerpoint/2010/main" val="16406538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6" progId="TCLayout.ActiveDocument.1">
                  <p:embed/>
                </p:oleObj>
              </mc:Choice>
              <mc:Fallback>
                <p:oleObj name="think-cell Slide" r:id="rId3" imgW="484" imgH="486" progId="TCLayout.ActiveDocument.1">
                  <p:embed/>
                  <p:pic>
                    <p:nvPicPr>
                      <p:cNvPr id="2" name="think-cell data - do not delete" hidden="1">
                        <a:extLst>
                          <a:ext uri="{FF2B5EF4-FFF2-40B4-BE49-F238E27FC236}">
                            <a16:creationId xmlns:a16="http://schemas.microsoft.com/office/drawing/2014/main" id="{6189BAEE-BCE6-AE19-BAB0-90B404A9E42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0"/>
          <p:cNvSpPr>
            <a:spLocks noGrp="1"/>
          </p:cNvSpPr>
          <p:nvPr>
            <p:ph type="title" hasCustomPrompt="1"/>
          </p:nvPr>
        </p:nvSpPr>
        <p:spPr>
          <a:xfrm>
            <a:off x="285750" y="285749"/>
            <a:ext cx="8572500" cy="276226"/>
          </a:xfrm>
        </p:spPr>
        <p:txBody>
          <a:bodyPr vert="horz" rIns="0">
            <a:noAutofit/>
          </a:bodyPr>
          <a:lstStyle>
            <a:lvl1pPr>
              <a:defRPr sz="2400" b="1" spc="0" baseline="0">
                <a:latin typeface="+mj-lt"/>
              </a:defRPr>
            </a:lvl1pPr>
          </a:lstStyle>
          <a:p>
            <a:r>
              <a:rPr lang="es-MX"/>
              <a:t>CLICK TO EDIT MASTER TITLE STYLE</a:t>
            </a:r>
            <a:endParaRPr lang="es-MX" dirty="0"/>
          </a:p>
        </p:txBody>
      </p:sp>
      <p:sp>
        <p:nvSpPr>
          <p:cNvPr id="3" name="Text Placeholder 2">
            <a:extLst>
              <a:ext uri="{FF2B5EF4-FFF2-40B4-BE49-F238E27FC236}">
                <a16:creationId xmlns:a16="http://schemas.microsoft.com/office/drawing/2014/main" id="{D1FDFEE7-163C-4CB3-AC71-7AA567880D6B}"/>
              </a:ext>
            </a:extLst>
          </p:cNvPr>
          <p:cNvSpPr>
            <a:spLocks noGrp="1"/>
          </p:cNvSpPr>
          <p:nvPr>
            <p:ph type="body" sz="quarter" idx="18" hasCustomPrompt="1"/>
          </p:nvPr>
        </p:nvSpPr>
        <p:spPr>
          <a:xfrm>
            <a:off x="285750" y="561975"/>
            <a:ext cx="8572500" cy="609600"/>
          </a:xfrm>
        </p:spPr>
        <p:txBody>
          <a:bodyPr lIns="0" rIns="0">
            <a:normAutofit/>
          </a:bodyPr>
          <a:lstStyle>
            <a:lvl1pPr marL="0">
              <a:lnSpc>
                <a:spcPct val="80000"/>
              </a:lnSpc>
              <a:spcAft>
                <a:spcPts val="0"/>
              </a:spcAft>
              <a:defRPr sz="1350" b="1" cap="none" spc="-98" baseline="0">
                <a:solidFill>
                  <a:srgbClr val="5F0095"/>
                </a:solidFill>
                <a:latin typeface="Graphik" panose="020B0503030202060203" pitchFamily="34" charset="0"/>
              </a:defRPr>
            </a:lvl1pPr>
          </a:lstStyle>
          <a:p>
            <a:pPr lvl="0"/>
            <a:r>
              <a:rPr lang="es-MX"/>
              <a:t>Click to edit master subtitle style</a:t>
            </a:r>
            <a:endParaRPr lang="es-MX" dirty="0"/>
          </a:p>
        </p:txBody>
      </p:sp>
    </p:spTree>
    <p:extLst>
      <p:ext uri="{BB962C8B-B14F-4D97-AF65-F5344CB8AC3E}">
        <p14:creationId xmlns:p14="http://schemas.microsoft.com/office/powerpoint/2010/main" val="3438027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v2">
    <p:bg>
      <p:bgPr>
        <a:solidFill>
          <a:schemeClr val="bg2"/>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E2C2B70-C444-F244-54B9-1904D339CA6C}"/>
              </a:ext>
            </a:extLst>
          </p:cNvPr>
          <p:cNvGraphicFramePr>
            <a:graphicFrameLocks/>
          </p:cNvGraphicFramePr>
          <p:nvPr userDrawn="1">
            <p:custDataLst>
              <p:tags r:id="rId1"/>
            </p:custDataLst>
            <p:extLst>
              <p:ext uri="{D42A27DB-BD31-4B8C-83A1-F6EECF244321}">
                <p14:modId xmlns:p14="http://schemas.microsoft.com/office/powerpoint/2010/main" val="978305402"/>
              </p:ext>
            </p:extLst>
          </p:nvPr>
        </p:nvGraphicFramePr>
        <p:xfrm>
          <a:off x="1191" y="1190"/>
          <a:ext cx="1192" cy="1191"/>
        </p:xfrm>
        <a:graphic>
          <a:graphicData uri="http://schemas.openxmlformats.org/presentationml/2006/ole">
            <mc:AlternateContent xmlns:mc="http://schemas.openxmlformats.org/markup-compatibility/2006">
              <mc:Choice xmlns:v="urn:schemas-microsoft-com:vml" Requires="v">
                <p:oleObj name="think-cell Slide" r:id="rId3" imgW="592" imgH="591" progId="TCLayout.ActiveDocument.1">
                  <p:embed/>
                </p:oleObj>
              </mc:Choice>
              <mc:Fallback>
                <p:oleObj name="think-cell Slide" r:id="rId3" imgW="592" imgH="591" progId="TCLayout.ActiveDocument.1">
                  <p:embed/>
                  <p:pic>
                    <p:nvPicPr>
                      <p:cNvPr id="12" name="think-cell data - do not delete" hidden="1">
                        <a:extLst>
                          <a:ext uri="{FF2B5EF4-FFF2-40B4-BE49-F238E27FC236}">
                            <a16:creationId xmlns:a16="http://schemas.microsoft.com/office/drawing/2014/main" id="{0E2C2B70-C444-F244-54B9-1904D339CA6C}"/>
                          </a:ext>
                        </a:extLst>
                      </p:cNvPr>
                      <p:cNvPicPr/>
                      <p:nvPr/>
                    </p:nvPicPr>
                    <p:blipFill>
                      <a:blip r:embed="rId4"/>
                      <a:stretch>
                        <a:fillRect/>
                      </a:stretch>
                    </p:blipFill>
                    <p:spPr>
                      <a:xfrm>
                        <a:off x="1191" y="1190"/>
                        <a:ext cx="1192" cy="1191"/>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41DCB6C5-CC18-ECC1-6567-0C8C33EF839A}"/>
              </a:ext>
            </a:extLst>
          </p:cNvPr>
          <p:cNvSpPr/>
          <p:nvPr userDrawn="1"/>
        </p:nvSpPr>
        <p:spPr>
          <a:xfrm>
            <a:off x="3020606" y="0"/>
            <a:ext cx="133988" cy="51435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8564" bIns="68564" rtlCol="0" anchor="ctr"/>
          <a:lstStyle/>
          <a:p>
            <a:pPr algn="ctr" rtl="0"/>
            <a:endParaRPr lang="es-MX" sz="1350" dirty="0"/>
          </a:p>
        </p:txBody>
      </p:sp>
      <p:sp>
        <p:nvSpPr>
          <p:cNvPr id="8" name="Rectangle 7">
            <a:extLst>
              <a:ext uri="{FF2B5EF4-FFF2-40B4-BE49-F238E27FC236}">
                <a16:creationId xmlns:a16="http://schemas.microsoft.com/office/drawing/2014/main" id="{AC9E997E-90BA-911E-5E25-E162252B91A8}"/>
              </a:ext>
            </a:extLst>
          </p:cNvPr>
          <p:cNvSpPr/>
          <p:nvPr userDrawn="1"/>
        </p:nvSpPr>
        <p:spPr>
          <a:xfrm>
            <a:off x="3154595" y="0"/>
            <a:ext cx="133989" cy="51435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8564" bIns="68564" rtlCol="0" anchor="ctr"/>
          <a:lstStyle/>
          <a:p>
            <a:pPr algn="ctr" rtl="0"/>
            <a:endParaRPr lang="es-MX" sz="1350" dirty="0"/>
          </a:p>
        </p:txBody>
      </p:sp>
      <p:sp>
        <p:nvSpPr>
          <p:cNvPr id="9" name="Rectangle 8">
            <a:extLst>
              <a:ext uri="{FF2B5EF4-FFF2-40B4-BE49-F238E27FC236}">
                <a16:creationId xmlns:a16="http://schemas.microsoft.com/office/drawing/2014/main" id="{CB7C3343-CCF2-CAF4-4173-106184414B7A}"/>
              </a:ext>
            </a:extLst>
          </p:cNvPr>
          <p:cNvSpPr/>
          <p:nvPr userDrawn="1"/>
        </p:nvSpPr>
        <p:spPr>
          <a:xfrm>
            <a:off x="3288583" y="0"/>
            <a:ext cx="585541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68564" bIns="68564" rtlCol="0" anchor="ctr"/>
          <a:lstStyle/>
          <a:p>
            <a:pPr algn="ctr" rtl="0"/>
            <a:endParaRPr lang="es-MX" sz="1350" dirty="0"/>
          </a:p>
        </p:txBody>
      </p:sp>
      <p:sp>
        <p:nvSpPr>
          <p:cNvPr id="19" name="Title 1">
            <a:extLst>
              <a:ext uri="{FF2B5EF4-FFF2-40B4-BE49-F238E27FC236}">
                <a16:creationId xmlns:a16="http://schemas.microsoft.com/office/drawing/2014/main" id="{CFB13205-C616-4D3E-88AE-50684CDAD149}"/>
              </a:ext>
            </a:extLst>
          </p:cNvPr>
          <p:cNvSpPr>
            <a:spLocks noGrp="1"/>
          </p:cNvSpPr>
          <p:nvPr>
            <p:ph type="title" hasCustomPrompt="1"/>
          </p:nvPr>
        </p:nvSpPr>
        <p:spPr>
          <a:xfrm>
            <a:off x="330988" y="1100610"/>
            <a:ext cx="2148727" cy="452741"/>
          </a:xfrm>
          <a:prstGeom prst="rect">
            <a:avLst/>
          </a:prstGeom>
        </p:spPr>
        <p:txBody>
          <a:bodyPr vert="horz" rIns="0">
            <a:noAutofit/>
          </a:bodyPr>
          <a:lstStyle>
            <a:lvl1pPr rtl="0">
              <a:defRPr lang="en-US" sz="2099" b="0" i="0" kern="0" spc="0" dirty="0" smtClean="0">
                <a:solidFill>
                  <a:schemeClr val="accent2"/>
                </a:solidFill>
                <a:latin typeface="Graphik-Medium" panose="020B0503030202060203" pitchFamily="34" charset="77"/>
                <a:ea typeface="+mn-ea"/>
                <a:cs typeface="+mn-cs"/>
              </a:defRPr>
            </a:lvl1pPr>
          </a:lstStyle>
          <a:p>
            <a:r>
              <a:rPr lang="es-MX" noProof="0"/>
              <a:t>Agenda Title</a:t>
            </a:r>
            <a:endParaRPr lang="es-MX" noProof="0" dirty="0"/>
          </a:p>
        </p:txBody>
      </p:sp>
      <p:sp>
        <p:nvSpPr>
          <p:cNvPr id="17" name="Text Placeholder 2">
            <a:extLst>
              <a:ext uri="{FF2B5EF4-FFF2-40B4-BE49-F238E27FC236}">
                <a16:creationId xmlns:a16="http://schemas.microsoft.com/office/drawing/2014/main" id="{C33D7E13-CE1B-464C-8FBA-CCCC043C66CA}"/>
              </a:ext>
              <a:ext uri="{C183D7F6-B498-43B3-948B-1728B52AA6E4}">
                <adec:decorative xmlns:adec="http://schemas.microsoft.com/office/drawing/2017/decorative" val="0"/>
              </a:ext>
            </a:extLst>
          </p:cNvPr>
          <p:cNvSpPr>
            <a:spLocks noGrp="1"/>
          </p:cNvSpPr>
          <p:nvPr>
            <p:ph type="body" sz="quarter" idx="36" hasCustomPrompt="1"/>
          </p:nvPr>
        </p:nvSpPr>
        <p:spPr>
          <a:xfrm>
            <a:off x="330988" y="1709340"/>
            <a:ext cx="2148727" cy="2674255"/>
          </a:xfrm>
          <a:prstGeom prst="rect">
            <a:avLst/>
          </a:prstGeom>
        </p:spPr>
        <p:txBody>
          <a:bodyPr lIns="0" tIns="0" rIns="0" bIns="0"/>
          <a:lstStyle>
            <a:lvl1pPr>
              <a:spcAft>
                <a:spcPts val="1800"/>
              </a:spcAft>
              <a:defRPr lang="en-US" sz="1499" b="0" kern="0" spc="-29" dirty="0">
                <a:solidFill>
                  <a:schemeClr val="bg1"/>
                </a:solidFill>
                <a:latin typeface="+mn-lt"/>
                <a:ea typeface="+mn-ea"/>
                <a:cs typeface="+mn-cs"/>
              </a:defRPr>
            </a:lvl1pPr>
            <a:lvl2pPr rtl="0">
              <a:defRPr lang="en-US" sz="1200" b="0" kern="0" spc="0" dirty="0">
                <a:solidFill>
                  <a:schemeClr val="tx2"/>
                </a:solidFill>
                <a:latin typeface="+mn-lt"/>
                <a:ea typeface="+mn-ea"/>
                <a:cs typeface="+mn-cs"/>
              </a:defRPr>
            </a:lvl2pPr>
          </a:lstStyle>
          <a:p>
            <a:pPr lvl="1"/>
            <a:r>
              <a:rPr lang="es-MX" noProof="0"/>
              <a:t>Agenda summary text here</a:t>
            </a:r>
            <a:endParaRPr lang="es-MX" noProof="0" dirty="0"/>
          </a:p>
        </p:txBody>
      </p:sp>
      <p:sp>
        <p:nvSpPr>
          <p:cNvPr id="46" name="Text Placeholder 17">
            <a:extLst>
              <a:ext uri="{FF2B5EF4-FFF2-40B4-BE49-F238E27FC236}">
                <a16:creationId xmlns:a16="http://schemas.microsoft.com/office/drawing/2014/main" id="{B1C045A1-0219-4B0C-AFCF-6084C524A209}"/>
              </a:ext>
            </a:extLst>
          </p:cNvPr>
          <p:cNvSpPr>
            <a:spLocks noGrp="1"/>
          </p:cNvSpPr>
          <p:nvPr>
            <p:ph type="body" sz="quarter" idx="16" hasCustomPrompt="1"/>
          </p:nvPr>
        </p:nvSpPr>
        <p:spPr>
          <a:xfrm>
            <a:off x="3910350" y="1100613"/>
            <a:ext cx="3094588" cy="452740"/>
          </a:xfrm>
          <a:prstGeom prst="rect">
            <a:avLst/>
          </a:prstGeom>
        </p:spPr>
        <p:txBody>
          <a:bodyPr lIns="0" tIns="0" rIns="252000" bIns="0" anchor="ctr"/>
          <a:lstStyle>
            <a:lvl1pPr rtl="0">
              <a:spcAft>
                <a:spcPts val="0"/>
              </a:spcAft>
              <a:buNone/>
              <a:defRPr sz="1199">
                <a:solidFill>
                  <a:schemeClr val="accent2"/>
                </a:solidFill>
                <a:latin typeface="+mn-lt"/>
              </a:defRPr>
            </a:lvl1pPr>
          </a:lstStyle>
          <a:p>
            <a:pPr lvl="0"/>
            <a:r>
              <a:rPr lang="es-MX" noProof="0"/>
              <a:t>Insert agenda item</a:t>
            </a:r>
            <a:endParaRPr lang="es-MX" noProof="0" dirty="0"/>
          </a:p>
        </p:txBody>
      </p:sp>
      <p:sp>
        <p:nvSpPr>
          <p:cNvPr id="54" name="Text Placeholder 17">
            <a:extLst>
              <a:ext uri="{FF2B5EF4-FFF2-40B4-BE49-F238E27FC236}">
                <a16:creationId xmlns:a16="http://schemas.microsoft.com/office/drawing/2014/main" id="{CC05D797-8878-4AF6-BA26-CCADC5E7D1C1}"/>
              </a:ext>
            </a:extLst>
          </p:cNvPr>
          <p:cNvSpPr>
            <a:spLocks noGrp="1"/>
          </p:cNvSpPr>
          <p:nvPr>
            <p:ph type="body" sz="quarter" idx="31" hasCustomPrompt="1"/>
          </p:nvPr>
        </p:nvSpPr>
        <p:spPr>
          <a:xfrm>
            <a:off x="7004801" y="1100613"/>
            <a:ext cx="468099" cy="452740"/>
          </a:xfrm>
          <a:prstGeom prst="rect">
            <a:avLst/>
          </a:prstGeom>
        </p:spPr>
        <p:txBody>
          <a:bodyPr anchor="ctr"/>
          <a:lstStyle>
            <a:lvl1pPr marL="0" marR="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lang="en-US" sz="1800" b="0" kern="0" spc="0" dirty="0">
                <a:solidFill>
                  <a:schemeClr val="tx2"/>
                </a:solidFill>
                <a:latin typeface="+mn-lt"/>
                <a:ea typeface="+mn-ea"/>
                <a:cs typeface="+mn-cs"/>
              </a:defRPr>
            </a:lvl1pPr>
          </a:lstStyle>
          <a:p>
            <a:pPr marL="0" marR="0" lvl="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a:pPr>
            <a:r>
              <a:rPr lang="es-MX" noProof="0"/>
              <a:t>##</a:t>
            </a:r>
            <a:endParaRPr lang="es-MX" noProof="0" dirty="0"/>
          </a:p>
        </p:txBody>
      </p:sp>
      <p:sp>
        <p:nvSpPr>
          <p:cNvPr id="47" name="Text Placeholder 17">
            <a:extLst>
              <a:ext uri="{FF2B5EF4-FFF2-40B4-BE49-F238E27FC236}">
                <a16:creationId xmlns:a16="http://schemas.microsoft.com/office/drawing/2014/main" id="{F064B3B0-BDAA-4070-A9EE-9C044C4A651A}"/>
              </a:ext>
            </a:extLst>
          </p:cNvPr>
          <p:cNvSpPr>
            <a:spLocks noGrp="1"/>
          </p:cNvSpPr>
          <p:nvPr>
            <p:ph type="body" sz="quarter" idx="18" hasCustomPrompt="1"/>
          </p:nvPr>
        </p:nvSpPr>
        <p:spPr>
          <a:xfrm>
            <a:off x="3910335" y="1722383"/>
            <a:ext cx="3094468" cy="457096"/>
          </a:xfrm>
          <a:prstGeom prst="rect">
            <a:avLst/>
          </a:prstGeom>
        </p:spPr>
        <p:txBody>
          <a:bodyPr lIns="0" tIns="0" rIns="252000" bIns="0" anchor="ctr"/>
          <a:lstStyle>
            <a:lvl1pPr rtl="0">
              <a:spcAft>
                <a:spcPts val="0"/>
              </a:spcAft>
              <a:buNone/>
              <a:defRPr sz="1199">
                <a:solidFill>
                  <a:schemeClr val="accent2"/>
                </a:solidFill>
                <a:latin typeface="+mn-lt"/>
              </a:defRPr>
            </a:lvl1pPr>
          </a:lstStyle>
          <a:p>
            <a:pPr lvl="0"/>
            <a:r>
              <a:rPr lang="es-MX" noProof="0"/>
              <a:t>Insert agenda item</a:t>
            </a:r>
            <a:endParaRPr lang="es-MX" noProof="0" dirty="0"/>
          </a:p>
        </p:txBody>
      </p:sp>
      <p:sp>
        <p:nvSpPr>
          <p:cNvPr id="55" name="Text Placeholder 17">
            <a:extLst>
              <a:ext uri="{FF2B5EF4-FFF2-40B4-BE49-F238E27FC236}">
                <a16:creationId xmlns:a16="http://schemas.microsoft.com/office/drawing/2014/main" id="{C06B2729-4C0A-4355-B15D-F355021C49BD}"/>
              </a:ext>
            </a:extLst>
          </p:cNvPr>
          <p:cNvSpPr>
            <a:spLocks noGrp="1"/>
          </p:cNvSpPr>
          <p:nvPr>
            <p:ph type="body" sz="quarter" idx="32" hasCustomPrompt="1"/>
          </p:nvPr>
        </p:nvSpPr>
        <p:spPr>
          <a:xfrm>
            <a:off x="7004801" y="1722383"/>
            <a:ext cx="468099" cy="457096"/>
          </a:xfrm>
          <a:prstGeom prst="rect">
            <a:avLst/>
          </a:prstGeom>
        </p:spPr>
        <p:txBody>
          <a:bodyPr anchor="ctr"/>
          <a:lstStyle>
            <a:lvl1pPr marL="0" marR="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lang="en-US" sz="1800" b="0" kern="0" spc="0" dirty="0">
                <a:solidFill>
                  <a:schemeClr val="tx2"/>
                </a:solidFill>
                <a:latin typeface="+mn-lt"/>
                <a:ea typeface="+mn-ea"/>
                <a:cs typeface="+mn-cs"/>
              </a:defRPr>
            </a:lvl1pPr>
          </a:lstStyle>
          <a:p>
            <a:pPr marL="0" marR="0" lvl="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a:pPr>
            <a:r>
              <a:rPr lang="es-MX" noProof="0"/>
              <a:t>##</a:t>
            </a:r>
            <a:endParaRPr lang="es-MX" noProof="0" dirty="0"/>
          </a:p>
        </p:txBody>
      </p:sp>
      <p:sp>
        <p:nvSpPr>
          <p:cNvPr id="48" name="Text Placeholder 17">
            <a:extLst>
              <a:ext uri="{FF2B5EF4-FFF2-40B4-BE49-F238E27FC236}">
                <a16:creationId xmlns:a16="http://schemas.microsoft.com/office/drawing/2014/main" id="{74DF4912-C1CD-4948-A38F-7BFE708B533F}"/>
              </a:ext>
            </a:extLst>
          </p:cNvPr>
          <p:cNvSpPr>
            <a:spLocks noGrp="1"/>
          </p:cNvSpPr>
          <p:nvPr>
            <p:ph type="body" sz="quarter" idx="20" hasCustomPrompt="1"/>
          </p:nvPr>
        </p:nvSpPr>
        <p:spPr>
          <a:xfrm>
            <a:off x="3910335" y="2343746"/>
            <a:ext cx="3094468" cy="457096"/>
          </a:xfrm>
          <a:prstGeom prst="rect">
            <a:avLst/>
          </a:prstGeom>
        </p:spPr>
        <p:txBody>
          <a:bodyPr lIns="0" tIns="0" rIns="252000" bIns="0" anchor="ctr"/>
          <a:lstStyle>
            <a:lvl1pPr rtl="0">
              <a:spcAft>
                <a:spcPts val="0"/>
              </a:spcAft>
              <a:buNone/>
              <a:defRPr sz="1199">
                <a:solidFill>
                  <a:schemeClr val="accent2"/>
                </a:solidFill>
                <a:latin typeface="+mn-lt"/>
              </a:defRPr>
            </a:lvl1pPr>
          </a:lstStyle>
          <a:p>
            <a:pPr lvl="0"/>
            <a:r>
              <a:rPr lang="es-MX" noProof="0"/>
              <a:t>Insert agenda item</a:t>
            </a:r>
            <a:endParaRPr lang="es-MX" noProof="0" dirty="0"/>
          </a:p>
        </p:txBody>
      </p:sp>
      <p:sp>
        <p:nvSpPr>
          <p:cNvPr id="56" name="Text Placeholder 17">
            <a:extLst>
              <a:ext uri="{FF2B5EF4-FFF2-40B4-BE49-F238E27FC236}">
                <a16:creationId xmlns:a16="http://schemas.microsoft.com/office/drawing/2014/main" id="{68975F44-45C1-4BAF-918E-A3B2FA8422D1}"/>
              </a:ext>
            </a:extLst>
          </p:cNvPr>
          <p:cNvSpPr>
            <a:spLocks noGrp="1"/>
          </p:cNvSpPr>
          <p:nvPr>
            <p:ph type="body" sz="quarter" idx="33" hasCustomPrompt="1"/>
          </p:nvPr>
        </p:nvSpPr>
        <p:spPr>
          <a:xfrm>
            <a:off x="7004801" y="2343746"/>
            <a:ext cx="468099" cy="457096"/>
          </a:xfrm>
          <a:prstGeom prst="rect">
            <a:avLst/>
          </a:prstGeom>
        </p:spPr>
        <p:txBody>
          <a:bodyPr anchor="ctr"/>
          <a:lstStyle>
            <a:lvl1pPr marL="0" marR="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lang="en-US" sz="1800" b="0" kern="0" spc="0" dirty="0">
                <a:solidFill>
                  <a:schemeClr val="tx2"/>
                </a:solidFill>
                <a:latin typeface="+mn-lt"/>
                <a:ea typeface="+mn-ea"/>
                <a:cs typeface="+mn-cs"/>
              </a:defRPr>
            </a:lvl1pPr>
          </a:lstStyle>
          <a:p>
            <a:pPr marL="0" marR="0" lvl="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a:pPr>
            <a:r>
              <a:rPr lang="es-MX" noProof="0"/>
              <a:t>##</a:t>
            </a:r>
            <a:endParaRPr lang="es-MX" noProof="0" dirty="0"/>
          </a:p>
        </p:txBody>
      </p:sp>
      <p:sp>
        <p:nvSpPr>
          <p:cNvPr id="49" name="Text Placeholder 17">
            <a:extLst>
              <a:ext uri="{FF2B5EF4-FFF2-40B4-BE49-F238E27FC236}">
                <a16:creationId xmlns:a16="http://schemas.microsoft.com/office/drawing/2014/main" id="{B1C5A9C1-EE73-4D2E-9C1A-E399AB0C4C9E}"/>
              </a:ext>
            </a:extLst>
          </p:cNvPr>
          <p:cNvSpPr>
            <a:spLocks noGrp="1"/>
          </p:cNvSpPr>
          <p:nvPr>
            <p:ph type="body" sz="quarter" idx="22" hasCustomPrompt="1"/>
          </p:nvPr>
        </p:nvSpPr>
        <p:spPr>
          <a:xfrm>
            <a:off x="3910350" y="2968680"/>
            <a:ext cx="3094588" cy="457095"/>
          </a:xfrm>
          <a:prstGeom prst="rect">
            <a:avLst/>
          </a:prstGeom>
        </p:spPr>
        <p:txBody>
          <a:bodyPr lIns="0" tIns="0" rIns="252000" bIns="0" anchor="ctr"/>
          <a:lstStyle>
            <a:lvl1pPr rtl="0">
              <a:spcAft>
                <a:spcPts val="0"/>
              </a:spcAft>
              <a:buNone/>
              <a:defRPr sz="1199">
                <a:solidFill>
                  <a:schemeClr val="accent2"/>
                </a:solidFill>
                <a:latin typeface="+mn-lt"/>
              </a:defRPr>
            </a:lvl1pPr>
          </a:lstStyle>
          <a:p>
            <a:pPr lvl="0"/>
            <a:r>
              <a:rPr lang="es-MX" noProof="0"/>
              <a:t>Insert agenda item</a:t>
            </a:r>
            <a:endParaRPr lang="es-MX" noProof="0" dirty="0"/>
          </a:p>
        </p:txBody>
      </p:sp>
      <p:sp>
        <p:nvSpPr>
          <p:cNvPr id="57" name="Text Placeholder 17">
            <a:extLst>
              <a:ext uri="{FF2B5EF4-FFF2-40B4-BE49-F238E27FC236}">
                <a16:creationId xmlns:a16="http://schemas.microsoft.com/office/drawing/2014/main" id="{ACE82194-F459-49AF-A92B-75731EA95697}"/>
              </a:ext>
            </a:extLst>
          </p:cNvPr>
          <p:cNvSpPr>
            <a:spLocks noGrp="1"/>
          </p:cNvSpPr>
          <p:nvPr>
            <p:ph type="body" sz="quarter" idx="34" hasCustomPrompt="1"/>
          </p:nvPr>
        </p:nvSpPr>
        <p:spPr>
          <a:xfrm>
            <a:off x="7004801" y="2968680"/>
            <a:ext cx="468099" cy="457095"/>
          </a:xfrm>
          <a:prstGeom prst="rect">
            <a:avLst/>
          </a:prstGeom>
        </p:spPr>
        <p:txBody>
          <a:bodyPr anchor="ctr"/>
          <a:lstStyle>
            <a:lvl1pPr marL="0" marR="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lang="en-US" sz="1800" b="0" kern="0" spc="0" dirty="0">
                <a:solidFill>
                  <a:schemeClr val="tx2"/>
                </a:solidFill>
                <a:latin typeface="+mn-lt"/>
                <a:ea typeface="+mn-ea"/>
                <a:cs typeface="+mn-cs"/>
              </a:defRPr>
            </a:lvl1pPr>
          </a:lstStyle>
          <a:p>
            <a:pPr marL="0" marR="0" lvl="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a:pPr>
            <a:r>
              <a:rPr lang="es-MX" noProof="0"/>
              <a:t>##</a:t>
            </a:r>
            <a:endParaRPr lang="es-MX" noProof="0" dirty="0"/>
          </a:p>
        </p:txBody>
      </p:sp>
      <p:sp>
        <p:nvSpPr>
          <p:cNvPr id="50" name="Text Placeholder 17">
            <a:extLst>
              <a:ext uri="{FF2B5EF4-FFF2-40B4-BE49-F238E27FC236}">
                <a16:creationId xmlns:a16="http://schemas.microsoft.com/office/drawing/2014/main" id="{99E15916-3594-4DD8-A14A-EFEF5BE1451B}"/>
              </a:ext>
            </a:extLst>
          </p:cNvPr>
          <p:cNvSpPr>
            <a:spLocks noGrp="1"/>
          </p:cNvSpPr>
          <p:nvPr>
            <p:ph type="body" sz="quarter" idx="24" hasCustomPrompt="1"/>
          </p:nvPr>
        </p:nvSpPr>
        <p:spPr>
          <a:xfrm>
            <a:off x="3910350" y="3598376"/>
            <a:ext cx="3094588" cy="457094"/>
          </a:xfrm>
          <a:prstGeom prst="rect">
            <a:avLst/>
          </a:prstGeom>
        </p:spPr>
        <p:txBody>
          <a:bodyPr lIns="0" tIns="0" rIns="252000" bIns="0" anchor="ctr"/>
          <a:lstStyle>
            <a:lvl1pPr rtl="0">
              <a:spcAft>
                <a:spcPts val="0"/>
              </a:spcAft>
              <a:buNone/>
              <a:defRPr sz="1199">
                <a:solidFill>
                  <a:schemeClr val="accent2"/>
                </a:solidFill>
                <a:latin typeface="+mn-lt"/>
              </a:defRPr>
            </a:lvl1pPr>
          </a:lstStyle>
          <a:p>
            <a:pPr lvl="0"/>
            <a:r>
              <a:rPr lang="es-MX" noProof="0"/>
              <a:t>Insert agenda item</a:t>
            </a:r>
            <a:endParaRPr lang="es-MX" noProof="0" dirty="0"/>
          </a:p>
        </p:txBody>
      </p:sp>
      <p:sp>
        <p:nvSpPr>
          <p:cNvPr id="58" name="Text Placeholder 17">
            <a:extLst>
              <a:ext uri="{FF2B5EF4-FFF2-40B4-BE49-F238E27FC236}">
                <a16:creationId xmlns:a16="http://schemas.microsoft.com/office/drawing/2014/main" id="{CBA081BB-FF6E-4B9E-845C-38DCD09279F1}"/>
              </a:ext>
            </a:extLst>
          </p:cNvPr>
          <p:cNvSpPr>
            <a:spLocks noGrp="1"/>
          </p:cNvSpPr>
          <p:nvPr>
            <p:ph type="body" sz="quarter" idx="35" hasCustomPrompt="1"/>
          </p:nvPr>
        </p:nvSpPr>
        <p:spPr>
          <a:xfrm>
            <a:off x="7004801" y="3598376"/>
            <a:ext cx="468099" cy="457094"/>
          </a:xfrm>
          <a:prstGeom prst="rect">
            <a:avLst/>
          </a:prstGeom>
        </p:spPr>
        <p:txBody>
          <a:bodyPr anchor="ctr"/>
          <a:lstStyle>
            <a:lvl1pPr marL="0" marR="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lang="en-US" sz="1800" b="0" kern="0" spc="0" dirty="0">
                <a:solidFill>
                  <a:schemeClr val="tx2"/>
                </a:solidFill>
                <a:latin typeface="+mn-lt"/>
                <a:ea typeface="+mn-ea"/>
                <a:cs typeface="+mn-cs"/>
              </a:defRPr>
            </a:lvl1pPr>
          </a:lstStyle>
          <a:p>
            <a:pPr marL="0" marR="0" lvl="0" indent="0" algn="ctr" defTabSz="171347" rtl="0" eaLnBrk="1" fontAlgn="auto" latinLnBrk="0" hangingPunct="1">
              <a:lnSpc>
                <a:spcPct val="100000"/>
              </a:lnSpc>
              <a:spcBef>
                <a:spcPts val="0"/>
              </a:spcBef>
              <a:spcAft>
                <a:spcPts val="0"/>
              </a:spcAft>
              <a:buClrTx/>
              <a:buSzTx/>
              <a:buFont typeface="Graphik" panose="020B0604020202020204" pitchFamily="34" charset="0"/>
              <a:buNone/>
              <a:tabLst/>
              <a:defRPr/>
            </a:pPr>
            <a:r>
              <a:rPr lang="es-MX" noProof="0"/>
              <a:t>##</a:t>
            </a:r>
            <a:endParaRPr lang="es-MX" noProof="0" dirty="0"/>
          </a:p>
        </p:txBody>
      </p:sp>
      <p:sp>
        <p:nvSpPr>
          <p:cNvPr id="6" name="TextBox 5">
            <a:extLst>
              <a:ext uri="{FF2B5EF4-FFF2-40B4-BE49-F238E27FC236}">
                <a16:creationId xmlns:a16="http://schemas.microsoft.com/office/drawing/2014/main" id="{CADA9BC6-F33F-0827-36E7-8A93E82C6F64}"/>
              </a:ext>
            </a:extLst>
          </p:cNvPr>
          <p:cNvSpPr txBox="1"/>
          <p:nvPr userDrawn="1"/>
        </p:nvSpPr>
        <p:spPr>
          <a:xfrm>
            <a:off x="5802045" y="-118058"/>
            <a:ext cx="0" cy="0"/>
          </a:xfrm>
          <a:prstGeom prst="rect">
            <a:avLst/>
          </a:prstGeom>
          <a:noFill/>
        </p:spPr>
        <p:txBody>
          <a:bodyPr wrap="none" lIns="0" tIns="0" rIns="0" bIns="0" rtlCol="0">
            <a:noAutofit/>
          </a:bodyPr>
          <a:lstStyle/>
          <a:p>
            <a:pPr algn="l" defTabSz="171416" rtl="0">
              <a:spcAft>
                <a:spcPts val="900"/>
              </a:spcAft>
            </a:pPr>
            <a:endParaRPr lang="es-MX" sz="1350" noProof="0" dirty="0">
              <a:solidFill>
                <a:schemeClr val="accent2"/>
              </a:solidFill>
            </a:endParaRPr>
          </a:p>
        </p:txBody>
      </p:sp>
      <p:sp>
        <p:nvSpPr>
          <p:cNvPr id="7" name="TextBox 6">
            <a:extLst>
              <a:ext uri="{FF2B5EF4-FFF2-40B4-BE49-F238E27FC236}">
                <a16:creationId xmlns:a16="http://schemas.microsoft.com/office/drawing/2014/main" id="{6F471374-F87D-9AC9-AA5C-A1AD94F6D719}"/>
              </a:ext>
            </a:extLst>
          </p:cNvPr>
          <p:cNvSpPr txBox="1"/>
          <p:nvPr userDrawn="1"/>
        </p:nvSpPr>
        <p:spPr>
          <a:xfrm>
            <a:off x="5579414" y="-127139"/>
            <a:ext cx="0" cy="0"/>
          </a:xfrm>
          <a:prstGeom prst="rect">
            <a:avLst/>
          </a:prstGeom>
          <a:noFill/>
        </p:spPr>
        <p:txBody>
          <a:bodyPr wrap="none" lIns="0" tIns="0" rIns="0" bIns="0" rtlCol="0">
            <a:noAutofit/>
          </a:bodyPr>
          <a:lstStyle/>
          <a:p>
            <a:pPr algn="l" defTabSz="171416" rtl="0">
              <a:spcAft>
                <a:spcPts val="900"/>
              </a:spcAft>
            </a:pPr>
            <a:endParaRPr lang="es-MX" sz="1350" noProof="0" dirty="0">
              <a:solidFill>
                <a:schemeClr val="accent2"/>
              </a:solidFill>
            </a:endParaRPr>
          </a:p>
        </p:txBody>
      </p:sp>
      <p:pic>
        <p:nvPicPr>
          <p:cNvPr id="4" name="Picture 3">
            <a:extLst>
              <a:ext uri="{FF2B5EF4-FFF2-40B4-BE49-F238E27FC236}">
                <a16:creationId xmlns:a16="http://schemas.microsoft.com/office/drawing/2014/main" id="{B96DED60-B406-1210-069C-646531112653}"/>
              </a:ext>
            </a:extLst>
          </p:cNvPr>
          <p:cNvPicPr>
            <a:picLocks noChangeAspect="1"/>
          </p:cNvPicPr>
          <p:nvPr userDrawn="1"/>
        </p:nvPicPr>
        <p:blipFill>
          <a:blip r:embed="rId5"/>
          <a:stretch>
            <a:fillRect/>
          </a:stretch>
        </p:blipFill>
        <p:spPr>
          <a:xfrm>
            <a:off x="8693473" y="299431"/>
            <a:ext cx="220399" cy="243169"/>
          </a:xfrm>
          <a:prstGeom prst="rect">
            <a:avLst/>
          </a:prstGeom>
        </p:spPr>
      </p:pic>
      <p:sp>
        <p:nvSpPr>
          <p:cNvPr id="3" name="Footer Placeholder 3">
            <a:extLst>
              <a:ext uri="{FF2B5EF4-FFF2-40B4-BE49-F238E27FC236}">
                <a16:creationId xmlns:a16="http://schemas.microsoft.com/office/drawing/2014/main" id="{23FEA150-A110-D3E9-FE22-6228C751F01E}"/>
              </a:ext>
            </a:extLst>
          </p:cNvPr>
          <p:cNvSpPr>
            <a:spLocks noGrp="1"/>
          </p:cNvSpPr>
          <p:nvPr>
            <p:ph type="ftr" sz="quarter" idx="14"/>
          </p:nvPr>
        </p:nvSpPr>
        <p:spPr>
          <a:xfrm>
            <a:off x="6215895" y="4932832"/>
            <a:ext cx="2381400" cy="99392"/>
          </a:xfrm>
        </p:spPr>
        <p:txBody>
          <a:bodyPr/>
          <a:lstStyle>
            <a:lvl1pPr>
              <a:defRPr/>
            </a:lvl1pPr>
          </a:lstStyle>
          <a:p>
            <a:pPr defTabSz="685251"/>
            <a:r>
              <a:rPr lang="en-US">
                <a:solidFill>
                  <a:srgbClr val="B50E19"/>
                </a:solidFill>
                <a:cs typeface="Arial" charset="0"/>
              </a:rPr>
              <a:t>Copyright © 2025 Accenture. All rights reserved. </a:t>
            </a:r>
            <a:endParaRPr lang="es-MX" dirty="0">
              <a:solidFill>
                <a:srgbClr val="B50E19"/>
              </a:solidFill>
              <a:cs typeface="Arial" charset="0"/>
            </a:endParaRPr>
          </a:p>
        </p:txBody>
      </p:sp>
      <p:sp>
        <p:nvSpPr>
          <p:cNvPr id="11" name="Slide Number Placeholder 4">
            <a:extLst>
              <a:ext uri="{FF2B5EF4-FFF2-40B4-BE49-F238E27FC236}">
                <a16:creationId xmlns:a16="http://schemas.microsoft.com/office/drawing/2014/main" id="{6CA43B41-3AEE-13D0-EA5C-A0B8F240D10C}"/>
              </a:ext>
            </a:extLst>
          </p:cNvPr>
          <p:cNvSpPr>
            <a:spLocks noGrp="1"/>
          </p:cNvSpPr>
          <p:nvPr>
            <p:ph type="sldNum" sz="quarter" idx="15"/>
          </p:nvPr>
        </p:nvSpPr>
        <p:spPr>
          <a:xfrm>
            <a:off x="8671613" y="4932832"/>
            <a:ext cx="185447" cy="99392"/>
          </a:xfrm>
        </p:spPr>
        <p:txBody>
          <a:bodyPr/>
          <a:lstStyle>
            <a:lvl1pPr>
              <a:defRPr/>
            </a:lvl1pPr>
          </a:lstStyle>
          <a:p>
            <a:pPr defTabSz="685251"/>
            <a:fld id="{86CB4B4D-7CA3-9044-876B-883B54F8677D}" type="slidenum">
              <a:rPr lang="es-MX" smtClean="0">
                <a:solidFill>
                  <a:srgbClr val="B50E19"/>
                </a:solidFill>
                <a:cs typeface="Arial" charset="0"/>
              </a:rPr>
              <a:pPr defTabSz="685251"/>
              <a:t>‹#›</a:t>
            </a:fld>
            <a:endParaRPr lang="es-MX" dirty="0">
              <a:solidFill>
                <a:srgbClr val="B50E19"/>
              </a:solidFill>
              <a:cs typeface="Arial" charset="0"/>
            </a:endParaRPr>
          </a:p>
        </p:txBody>
      </p:sp>
      <p:cxnSp>
        <p:nvCxnSpPr>
          <p:cNvPr id="2" name="Straight Connector 1">
            <a:extLst>
              <a:ext uri="{FF2B5EF4-FFF2-40B4-BE49-F238E27FC236}">
                <a16:creationId xmlns:a16="http://schemas.microsoft.com/office/drawing/2014/main" id="{9FC9F19F-0CC4-730D-8FA4-A432A7AD6A0F}"/>
              </a:ext>
            </a:extLst>
          </p:cNvPr>
          <p:cNvCxnSpPr>
            <a:cxnSpLocks/>
          </p:cNvCxnSpPr>
          <p:nvPr userDrawn="1"/>
        </p:nvCxnSpPr>
        <p:spPr>
          <a:xfrm>
            <a:off x="8666842" y="4916978"/>
            <a:ext cx="0" cy="128558"/>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5044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492AF7C-1ED1-4C56-B173-64712DA7E9CC}"/>
              </a:ext>
            </a:extLst>
          </p:cNvPr>
          <p:cNvGraphicFramePr>
            <a:graphicFrameLocks/>
          </p:cNvGraphicFramePr>
          <p:nvPr userDrawn="1">
            <p:custDataLst>
              <p:tags r:id="rId1"/>
            </p:custDataLst>
            <p:extLst>
              <p:ext uri="{D42A27DB-BD31-4B8C-83A1-F6EECF244321}">
                <p14:modId xmlns:p14="http://schemas.microsoft.com/office/powerpoint/2010/main" val="4108554104"/>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Object 2" hidden="1">
                        <a:extLst>
                          <a:ext uri="{FF2B5EF4-FFF2-40B4-BE49-F238E27FC236}">
                            <a16:creationId xmlns:a16="http://schemas.microsoft.com/office/drawing/2014/main" id="{A492AF7C-1ED1-4C56-B173-64712DA7E9CC}"/>
                          </a:ext>
                        </a:extLst>
                      </p:cNvPr>
                      <p:cNvPicPr/>
                      <p:nvPr/>
                    </p:nvPicPr>
                    <p:blipFill>
                      <a:blip r:embed="rId4"/>
                      <a:stretch>
                        <a:fillRect/>
                      </a:stretch>
                    </p:blipFill>
                    <p:spPr>
                      <a:xfrm>
                        <a:off x="1191" y="1191"/>
                        <a:ext cx="1191" cy="1191"/>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BD3B1D-D9BF-D95A-9877-9F259A76E4F9}"/>
              </a:ext>
            </a:extLst>
          </p:cNvPr>
          <p:cNvSpPr>
            <a:spLocks noGrp="1"/>
          </p:cNvSpPr>
          <p:nvPr>
            <p:ph type="title"/>
          </p:nvPr>
        </p:nvSpPr>
        <p:spPr>
          <a:xfrm>
            <a:off x="5267325" y="3045095"/>
            <a:ext cx="2958422" cy="1495794"/>
          </a:xfrm>
        </p:spPr>
        <p:txBody>
          <a:bodyPr vert="horz" wrap="square" rIns="0" anchor="b">
            <a:spAutoFit/>
          </a:bodyPr>
          <a:lstStyle>
            <a:lvl1pPr algn="r">
              <a:defRPr lang="es-MX" sz="3600">
                <a:solidFill>
                  <a:schemeClr val="bg1"/>
                </a:solidFill>
                <a:latin typeface="Graphik Medium" panose="020B0603030202060203" pitchFamily="34" charset="0"/>
              </a:defRPr>
            </a:lvl1pPr>
          </a:lstStyle>
          <a:p>
            <a:pPr marL="0" lvl="0" indent="0" algn="r" defTabSz="171347">
              <a:spcBef>
                <a:spcPts val="0"/>
              </a:spcBef>
              <a:spcAft>
                <a:spcPts val="450"/>
              </a:spcAft>
              <a:buFont typeface="Graphik" panose="020B0604020202020204" pitchFamily="34" charset="0"/>
            </a:pPr>
            <a:r>
              <a:rPr lang="es-MX"/>
              <a:t>Click to edit Master title style</a:t>
            </a:r>
            <a:endParaRPr lang="es-MX" dirty="0"/>
          </a:p>
        </p:txBody>
      </p:sp>
      <p:sp>
        <p:nvSpPr>
          <p:cNvPr id="8" name="Footer Placeholder 7">
            <a:extLst>
              <a:ext uri="{FF2B5EF4-FFF2-40B4-BE49-F238E27FC236}">
                <a16:creationId xmlns:a16="http://schemas.microsoft.com/office/drawing/2014/main" id="{1402C76A-FE86-A20F-0B52-8B095B1FEAA6}"/>
              </a:ext>
            </a:extLst>
          </p:cNvPr>
          <p:cNvSpPr>
            <a:spLocks noGrp="1"/>
          </p:cNvSpPr>
          <p:nvPr>
            <p:ph type="ftr" sz="quarter" idx="10"/>
          </p:nvPr>
        </p:nvSpPr>
        <p:spPr/>
        <p:txBody>
          <a:bodyPr/>
          <a:lstStyle>
            <a:lvl1pPr>
              <a:defRPr/>
            </a:lvl1pPr>
          </a:lstStyle>
          <a:p>
            <a:r>
              <a:rPr lang="en-US"/>
              <a:t>Copyright © 2025 Accenture. All rights reserved. </a:t>
            </a:r>
            <a:endParaRPr lang="es-MX" dirty="0"/>
          </a:p>
        </p:txBody>
      </p:sp>
      <p:sp>
        <p:nvSpPr>
          <p:cNvPr id="9" name="Slide Number Placeholder 8">
            <a:extLst>
              <a:ext uri="{FF2B5EF4-FFF2-40B4-BE49-F238E27FC236}">
                <a16:creationId xmlns:a16="http://schemas.microsoft.com/office/drawing/2014/main" id="{D2657ED9-22B2-5BD5-6093-4E604ECADF25}"/>
              </a:ext>
            </a:extLst>
          </p:cNvPr>
          <p:cNvSpPr>
            <a:spLocks noGrp="1"/>
          </p:cNvSpPr>
          <p:nvPr>
            <p:ph type="sldNum" sz="quarter" idx="11"/>
          </p:nvPr>
        </p:nvSpPr>
        <p:spPr/>
        <p:txBody>
          <a:bodyPr/>
          <a:lstStyle>
            <a:lvl1pPr>
              <a:defRPr/>
            </a:lvl1pPr>
          </a:lstStyle>
          <a:p>
            <a:fld id="{86CB4B4D-7CA3-9044-876B-883B54F8677D}" type="slidenum">
              <a:rPr lang="es-MX" smtClean="0"/>
              <a:pPr/>
              <a:t>‹#›</a:t>
            </a:fld>
            <a:endParaRPr lang="es-MX" dirty="0"/>
          </a:p>
        </p:txBody>
      </p:sp>
    </p:spTree>
    <p:extLst>
      <p:ext uri="{BB962C8B-B14F-4D97-AF65-F5344CB8AC3E}">
        <p14:creationId xmlns:p14="http://schemas.microsoft.com/office/powerpoint/2010/main" val="12536962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Divider slides v1">
    <p:bg>
      <p:bgPr>
        <a:blipFill dpi="0" rotWithShape="1">
          <a:blip r:embed="rId3">
            <a:extLst>
              <a:ext uri="{BEBA8EAE-BF5A-486C-A8C5-ECC9F3942E4B}">
                <a14:imgProps xmlns:a14="http://schemas.microsoft.com/office/drawing/2010/main">
                  <a14:imgLayer r:embed="rId4">
                    <a14:imgEffect>
                      <a14:brightnessContrast bright="1000" contrast="-50000"/>
                    </a14:imgEffect>
                  </a14:imgLayer>
                </a14:imgProps>
              </a:ext>
            </a:extLst>
          </a:blip>
          <a:srcRect/>
          <a:stretch>
            <a:fillRect l="-28000" r="-28000"/>
          </a:stretch>
        </a:blip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2F85019A-8A1B-CEB4-B425-BD39CC6E28EA}"/>
              </a:ext>
            </a:extLst>
          </p:cNvPr>
          <p:cNvGraphicFramePr>
            <a:graphicFrameLocks/>
          </p:cNvGraphicFramePr>
          <p:nvPr userDrawn="1">
            <p:custDataLst>
              <p:tags r:id="rId1"/>
            </p:custDataLst>
            <p:extLst>
              <p:ext uri="{D42A27DB-BD31-4B8C-83A1-F6EECF244321}">
                <p14:modId xmlns:p14="http://schemas.microsoft.com/office/powerpoint/2010/main" val="2101344382"/>
              </p:ext>
            </p:extLst>
          </p:nvPr>
        </p:nvGraphicFramePr>
        <p:xfrm>
          <a:off x="1191" y="1190"/>
          <a:ext cx="1192" cy="1191"/>
        </p:xfrm>
        <a:graphic>
          <a:graphicData uri="http://schemas.openxmlformats.org/presentationml/2006/ole">
            <mc:AlternateContent xmlns:mc="http://schemas.openxmlformats.org/markup-compatibility/2006">
              <mc:Choice xmlns:v="urn:schemas-microsoft-com:vml" Requires="v">
                <p:oleObj name="think-cell Slide" r:id="rId5" imgW="592" imgH="591" progId="TCLayout.ActiveDocument.1">
                  <p:embed/>
                </p:oleObj>
              </mc:Choice>
              <mc:Fallback>
                <p:oleObj name="think-cell Slide" r:id="rId5" imgW="592" imgH="591" progId="TCLayout.ActiveDocument.1">
                  <p:embed/>
                  <p:pic>
                    <p:nvPicPr>
                      <p:cNvPr id="10" name="think-cell data - do not delete" hidden="1">
                        <a:extLst>
                          <a:ext uri="{FF2B5EF4-FFF2-40B4-BE49-F238E27FC236}">
                            <a16:creationId xmlns:a16="http://schemas.microsoft.com/office/drawing/2014/main" id="{2F85019A-8A1B-CEB4-B425-BD39CC6E28EA}"/>
                          </a:ext>
                        </a:extLst>
                      </p:cNvPr>
                      <p:cNvPicPr/>
                      <p:nvPr/>
                    </p:nvPicPr>
                    <p:blipFill>
                      <a:blip r:embed="rId6"/>
                      <a:stretch>
                        <a:fillRect/>
                      </a:stretch>
                    </p:blipFill>
                    <p:spPr>
                      <a:xfrm>
                        <a:off x="1191" y="1190"/>
                        <a:ext cx="1192" cy="1191"/>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9AC4FA87-CF3E-2BE1-42C3-D6CEEB2D6E0B}"/>
              </a:ext>
            </a:extLst>
          </p:cNvPr>
          <p:cNvSpPr/>
          <p:nvPr userDrawn="1"/>
        </p:nvSpPr>
        <p:spPr>
          <a:xfrm>
            <a:off x="0" y="0"/>
            <a:ext cx="9144000" cy="5143500"/>
          </a:xfrm>
          <a:prstGeom prst="rect">
            <a:avLst/>
          </a:prstGeom>
          <a:solidFill>
            <a:schemeClr val="accent1">
              <a:alpha val="7389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68564" bIns="68564" rtlCol="0" anchor="ctr"/>
          <a:lstStyle/>
          <a:p>
            <a:pPr algn="ctr" rtl="0"/>
            <a:endParaRPr lang="es-MX" sz="1350" dirty="0"/>
          </a:p>
        </p:txBody>
      </p:sp>
      <p:pic>
        <p:nvPicPr>
          <p:cNvPr id="3" name="Picture 2">
            <a:extLst>
              <a:ext uri="{FF2B5EF4-FFF2-40B4-BE49-F238E27FC236}">
                <a16:creationId xmlns:a16="http://schemas.microsoft.com/office/drawing/2014/main" id="{EEFF7AC9-4ABC-A353-7BCF-EE77B2A5824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437462" y="4578751"/>
            <a:ext cx="1237373" cy="325574"/>
          </a:xfrm>
          <a:prstGeom prst="rect">
            <a:avLst/>
          </a:prstGeom>
        </p:spPr>
      </p:pic>
      <p:sp>
        <p:nvSpPr>
          <p:cNvPr id="2" name="Footer Placeholder 2">
            <a:extLst>
              <a:ext uri="{FF2B5EF4-FFF2-40B4-BE49-F238E27FC236}">
                <a16:creationId xmlns:a16="http://schemas.microsoft.com/office/drawing/2014/main" id="{995EEFB1-DA3B-A606-A7F5-7C573CE0A8DF}"/>
              </a:ext>
            </a:extLst>
          </p:cNvPr>
          <p:cNvSpPr>
            <a:spLocks noGrp="1"/>
          </p:cNvSpPr>
          <p:nvPr>
            <p:ph type="ftr" sz="quarter" idx="3"/>
          </p:nvPr>
        </p:nvSpPr>
        <p:spPr>
          <a:xfrm>
            <a:off x="6215895" y="4932832"/>
            <a:ext cx="2381400" cy="99392"/>
          </a:xfrm>
          <a:prstGeom prst="rect">
            <a:avLst/>
          </a:prstGeom>
        </p:spPr>
        <p:txBody>
          <a:bodyPr lIns="0" tIns="0" rIns="0" bIns="0"/>
          <a:lstStyle>
            <a:lvl1pPr algn="r" rtl="0">
              <a:defRPr sz="600">
                <a:solidFill>
                  <a:schemeClr val="bg1"/>
                </a:solidFill>
                <a:latin typeface="+mn-lt"/>
              </a:defRPr>
            </a:lvl1pPr>
          </a:lstStyle>
          <a:p>
            <a:r>
              <a:rPr lang="en-US"/>
              <a:t>Copyright © 2025 Accenture. All rights reserved. </a:t>
            </a:r>
            <a:endParaRPr lang="es-MX" dirty="0"/>
          </a:p>
        </p:txBody>
      </p:sp>
      <p:sp>
        <p:nvSpPr>
          <p:cNvPr id="7" name="Slide Number">
            <a:extLst>
              <a:ext uri="{FF2B5EF4-FFF2-40B4-BE49-F238E27FC236}">
                <a16:creationId xmlns:a16="http://schemas.microsoft.com/office/drawing/2014/main" id="{949B8EBA-391D-D0F0-2AAA-CB935C0BA2BC}"/>
              </a:ext>
              <a:ext uri="{C183D7F6-B498-43B3-948B-1728B52AA6E4}">
                <adec:decorative xmlns:adec="http://schemas.microsoft.com/office/drawing/2017/decorative" val="0"/>
              </a:ext>
            </a:extLst>
          </p:cNvPr>
          <p:cNvSpPr>
            <a:spLocks noGrp="1"/>
          </p:cNvSpPr>
          <p:nvPr>
            <p:ph type="sldNum" sz="quarter" idx="4"/>
          </p:nvPr>
        </p:nvSpPr>
        <p:spPr>
          <a:xfrm>
            <a:off x="8671613" y="4932832"/>
            <a:ext cx="185447" cy="99392"/>
          </a:xfrm>
          <a:prstGeom prst="rect">
            <a:avLst/>
          </a:prstGeom>
        </p:spPr>
        <p:txBody>
          <a:bodyPr lIns="0" tIns="0" rIns="0" bIns="0"/>
          <a:lstStyle>
            <a:lvl1pPr algn="r" rtl="0">
              <a:defRPr sz="600">
                <a:solidFill>
                  <a:schemeClr val="bg1"/>
                </a:solidFill>
                <a:latin typeface="+mn-lt"/>
              </a:defRPr>
            </a:lvl1pPr>
          </a:lstStyle>
          <a:p>
            <a:fld id="{86CB4B4D-7CA3-9044-876B-883B54F8677D}" type="slidenum">
              <a:rPr lang="es-MX" smtClean="0"/>
              <a:pPr/>
              <a:t>‹#›</a:t>
            </a:fld>
            <a:endParaRPr lang="es-MX" dirty="0"/>
          </a:p>
        </p:txBody>
      </p:sp>
      <p:cxnSp>
        <p:nvCxnSpPr>
          <p:cNvPr id="8" name="Straight Connector 7">
            <a:extLst>
              <a:ext uri="{FF2B5EF4-FFF2-40B4-BE49-F238E27FC236}">
                <a16:creationId xmlns:a16="http://schemas.microsoft.com/office/drawing/2014/main" id="{A6911FCB-EE1D-8E1D-A5B5-39A3B8F3627C}"/>
              </a:ext>
            </a:extLst>
          </p:cNvPr>
          <p:cNvCxnSpPr>
            <a:cxnSpLocks/>
          </p:cNvCxnSpPr>
          <p:nvPr userDrawn="1"/>
        </p:nvCxnSpPr>
        <p:spPr>
          <a:xfrm>
            <a:off x="8666842" y="4916978"/>
            <a:ext cx="0" cy="128558"/>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5425230"/>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ags" Target="../tags/tag1.xml"/><Relationship Id="rId7" Type="http://schemas.openxmlformats.org/officeDocument/2006/relationships/image" Target="../media/image3.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emf"/><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ags" Target="../tags/tag3.xml"/><Relationship Id="rId5" Type="http://schemas.openxmlformats.org/officeDocument/2006/relationships/slideLayout" Target="../slideLayouts/slideLayout6.xml"/><Relationship Id="rId15" Type="http://schemas.openxmlformats.org/officeDocument/2006/relationships/image" Target="../media/image3.png"/><Relationship Id="rId10" Type="http://schemas.openxmlformats.org/officeDocument/2006/relationships/tags" Target="../tags/tag2.xml"/><Relationship Id="rId4" Type="http://schemas.openxmlformats.org/officeDocument/2006/relationships/slideLayout" Target="../slideLayouts/slideLayout5.xml"/><Relationship Id="rId9" Type="http://schemas.openxmlformats.org/officeDocument/2006/relationships/theme" Target="../theme/theme2.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7495BB7-9DEA-C77F-1786-4419B9A0C7CE}"/>
              </a:ext>
            </a:extLst>
          </p:cNvPr>
          <p:cNvGraphicFramePr>
            <a:graphicFrameLocks/>
          </p:cNvGraphicFramePr>
          <p:nvPr userDrawn="1">
            <p:custDataLst>
              <p:tags r:id="rId3"/>
            </p:custDataLst>
            <p:extLst>
              <p:ext uri="{D42A27DB-BD31-4B8C-83A1-F6EECF244321}">
                <p14:modId xmlns:p14="http://schemas.microsoft.com/office/powerpoint/2010/main" val="38905403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3" name="think-cell data - do not delete" hidden="1">
                        <a:extLst>
                          <a:ext uri="{FF2B5EF4-FFF2-40B4-BE49-F238E27FC236}">
                            <a16:creationId xmlns:a16="http://schemas.microsoft.com/office/drawing/2014/main" id="{27495BB7-9DEA-C77F-1786-4419B9A0C7C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Placeholder 3">
            <a:extLst>
              <a:ext uri="{FF2B5EF4-FFF2-40B4-BE49-F238E27FC236}">
                <a16:creationId xmlns:a16="http://schemas.microsoft.com/office/drawing/2014/main" id="{D782B7D9-9732-A016-C891-D6A78298DD50}"/>
              </a:ext>
            </a:extLst>
          </p:cNvPr>
          <p:cNvSpPr>
            <a:spLocks noGrp="1"/>
          </p:cNvSpPr>
          <p:nvPr>
            <p:ph type="title"/>
          </p:nvPr>
        </p:nvSpPr>
        <p:spPr>
          <a:xfrm>
            <a:off x="457200" y="292608"/>
            <a:ext cx="8316000" cy="378972"/>
          </a:xfrm>
          <a:prstGeom prst="rect">
            <a:avLst/>
          </a:prstGeom>
          <a:noFill/>
          <a:ln/>
        </p:spPr>
        <p:txBody>
          <a:bodyPr vert="horz" wrap="square" lIns="0" tIns="0" rIns="0" bIns="0" rtlCol="0" anchor="ctr"/>
          <a:lstStyle/>
          <a:p>
            <a:pPr marL="0" lvl="0" indent="0" algn="l"/>
            <a:r>
              <a:rPr lang="en-US" dirty="0"/>
              <a:t>Click to edit Master title style</a:t>
            </a:r>
            <a:endParaRPr lang="es-MX" dirty="0"/>
          </a:p>
        </p:txBody>
      </p:sp>
      <p:sp>
        <p:nvSpPr>
          <p:cNvPr id="5" name="Footer Placeholder 4">
            <a:extLst>
              <a:ext uri="{FF2B5EF4-FFF2-40B4-BE49-F238E27FC236}">
                <a16:creationId xmlns:a16="http://schemas.microsoft.com/office/drawing/2014/main" id="{ABA6C7D9-A923-2C74-55F1-363BFCCDECA1}"/>
              </a:ext>
            </a:extLst>
          </p:cNvPr>
          <p:cNvSpPr>
            <a:spLocks noGrp="1"/>
          </p:cNvSpPr>
          <p:nvPr>
            <p:ph type="ftr" sz="quarter" idx="3"/>
          </p:nvPr>
        </p:nvSpPr>
        <p:spPr>
          <a:xfrm>
            <a:off x="6215895" y="4932832"/>
            <a:ext cx="2381400" cy="99392"/>
          </a:xfrm>
          <a:prstGeom prst="rect">
            <a:avLst/>
          </a:prstGeom>
        </p:spPr>
        <p:txBody>
          <a:bodyPr lIns="0" tIns="0" rIns="0" bIns="0"/>
          <a:lstStyle>
            <a:lvl1pPr algn="ctr">
              <a:defRPr lang="es-MX" sz="600">
                <a:solidFill>
                  <a:srgbClr val="B50E19"/>
                </a:solidFill>
                <a:latin typeface="Graphik"/>
              </a:defRPr>
            </a:lvl1pPr>
          </a:lstStyle>
          <a:p>
            <a:pPr algn="r"/>
            <a:r>
              <a:rPr lang="en-US"/>
              <a:t>Copyright © 2025 Accenture. All rights reserved.</a:t>
            </a:r>
          </a:p>
          <a:p>
            <a:pPr algn="r"/>
            <a:endParaRPr lang="en-US" dirty="0"/>
          </a:p>
        </p:txBody>
      </p:sp>
      <p:sp>
        <p:nvSpPr>
          <p:cNvPr id="6" name="Slide Number Placeholder 5">
            <a:extLst>
              <a:ext uri="{FF2B5EF4-FFF2-40B4-BE49-F238E27FC236}">
                <a16:creationId xmlns:a16="http://schemas.microsoft.com/office/drawing/2014/main" id="{AA9FAF37-EDFE-6E30-471F-5C2C4F6C379E}"/>
              </a:ext>
            </a:extLst>
          </p:cNvPr>
          <p:cNvSpPr>
            <a:spLocks noGrp="1"/>
          </p:cNvSpPr>
          <p:nvPr>
            <p:ph type="sldNum" sz="quarter" idx="4"/>
          </p:nvPr>
        </p:nvSpPr>
        <p:spPr>
          <a:xfrm>
            <a:off x="8671613" y="4932832"/>
            <a:ext cx="185447" cy="99392"/>
          </a:xfrm>
          <a:prstGeom prst="rect">
            <a:avLst/>
          </a:prstGeom>
        </p:spPr>
        <p:txBody>
          <a:bodyPr lIns="0" tIns="0" rIns="0" bIns="0"/>
          <a:lstStyle>
            <a:lvl1pPr algn="r">
              <a:defRPr lang="es-MX" sz="600" smtClean="0">
                <a:solidFill>
                  <a:srgbClr val="B50E19"/>
                </a:solidFill>
                <a:latin typeface="Graphik"/>
              </a:defRPr>
            </a:lvl1pPr>
          </a:lstStyle>
          <a:p>
            <a:fld id="{88D3ECB3-9BC1-4314-90EA-F850F5727BF0}" type="slidenum">
              <a:rPr lang="es-MX" smtClean="0"/>
              <a:pPr/>
              <a:t>‹#›</a:t>
            </a:fld>
            <a:endParaRPr lang="es-MX" dirty="0"/>
          </a:p>
        </p:txBody>
      </p:sp>
      <p:pic>
        <p:nvPicPr>
          <p:cNvPr id="13" name="Picture 12">
            <a:extLst>
              <a:ext uri="{FF2B5EF4-FFF2-40B4-BE49-F238E27FC236}">
                <a16:creationId xmlns:a16="http://schemas.microsoft.com/office/drawing/2014/main" id="{8A3DF84B-3F71-3748-9D53-60D4F81F087B}"/>
              </a:ext>
            </a:extLst>
          </p:cNvPr>
          <p:cNvPicPr>
            <a:picLocks noChangeAspect="1"/>
          </p:cNvPicPr>
          <p:nvPr userDrawn="1"/>
        </p:nvPicPr>
        <p:blipFill>
          <a:blip r:embed="rId6"/>
          <a:stretch>
            <a:fillRect/>
          </a:stretch>
        </p:blipFill>
        <p:spPr>
          <a:xfrm>
            <a:off x="456837" y="4878980"/>
            <a:ext cx="591640" cy="155671"/>
          </a:xfrm>
          <a:prstGeom prst="rect">
            <a:avLst/>
          </a:prstGeom>
        </p:spPr>
      </p:pic>
      <p:cxnSp>
        <p:nvCxnSpPr>
          <p:cNvPr id="15" name="Straight Connector 14">
            <a:extLst>
              <a:ext uri="{FF2B5EF4-FFF2-40B4-BE49-F238E27FC236}">
                <a16:creationId xmlns:a16="http://schemas.microsoft.com/office/drawing/2014/main" id="{192C30A1-94D4-DD23-2756-2C061D5C3025}"/>
              </a:ext>
            </a:extLst>
          </p:cNvPr>
          <p:cNvCxnSpPr>
            <a:cxnSpLocks/>
          </p:cNvCxnSpPr>
          <p:nvPr userDrawn="1"/>
        </p:nvCxnSpPr>
        <p:spPr>
          <a:xfrm>
            <a:off x="8666842" y="4916978"/>
            <a:ext cx="0" cy="128558"/>
          </a:xfrm>
          <a:prstGeom prst="line">
            <a:avLst/>
          </a:prstGeom>
          <a:noFill/>
          <a:ln w="6350" cap="flat" cmpd="sng" algn="ctr">
            <a:solidFill>
              <a:srgbClr val="7F8E90"/>
            </a:solidFill>
            <a:prstDash val="solid"/>
            <a:miter lim="800000"/>
          </a:ln>
          <a:effectLst/>
        </p:spPr>
      </p:cxnSp>
      <p:pic>
        <p:nvPicPr>
          <p:cNvPr id="16" name="Picture 15">
            <a:extLst>
              <a:ext uri="{FF2B5EF4-FFF2-40B4-BE49-F238E27FC236}">
                <a16:creationId xmlns:a16="http://schemas.microsoft.com/office/drawing/2014/main" id="{43DD0741-744B-4B00-4203-3E30AD457F4B}"/>
              </a:ext>
            </a:extLst>
          </p:cNvPr>
          <p:cNvPicPr>
            <a:picLocks noChangeAspect="1"/>
          </p:cNvPicPr>
          <p:nvPr userDrawn="1"/>
        </p:nvPicPr>
        <p:blipFill>
          <a:blip r:embed="rId7"/>
          <a:stretch>
            <a:fillRect/>
          </a:stretch>
        </p:blipFill>
        <p:spPr>
          <a:xfrm>
            <a:off x="145845" y="4889864"/>
            <a:ext cx="141095" cy="155672"/>
          </a:xfrm>
          <a:prstGeom prst="rect">
            <a:avLst/>
          </a:prstGeom>
        </p:spPr>
      </p:pic>
      <p:cxnSp>
        <p:nvCxnSpPr>
          <p:cNvPr id="19" name="Straight Connector 18">
            <a:extLst>
              <a:ext uri="{FF2B5EF4-FFF2-40B4-BE49-F238E27FC236}">
                <a16:creationId xmlns:a16="http://schemas.microsoft.com/office/drawing/2014/main" id="{E98B3F32-0700-E4B1-17BE-0187F7D2A2EB}"/>
              </a:ext>
            </a:extLst>
          </p:cNvPr>
          <p:cNvCxnSpPr/>
          <p:nvPr userDrawn="1"/>
        </p:nvCxnSpPr>
        <p:spPr>
          <a:xfrm>
            <a:off x="381000" y="4863740"/>
            <a:ext cx="0" cy="21626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l" defTabSz="914400" rtl="0" eaLnBrk="1" latinLnBrk="0" hangingPunct="1">
        <a:spcBef>
          <a:spcPct val="0"/>
        </a:spcBef>
        <a:buNone/>
        <a:defRPr lang="es-MX" sz="2400" b="1" kern="1200" dirty="0" smtClean="0">
          <a:solidFill>
            <a:srgbClr val="1E293B"/>
          </a:solidFill>
          <a:latin typeface="Graphik" panose="020B0503030202060203"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EF44EDD-8BF3-34F1-2293-97CCAA04779F}"/>
              </a:ext>
            </a:extLst>
          </p:cNvPr>
          <p:cNvGraphicFramePr>
            <a:graphicFrameLocks/>
          </p:cNvGraphicFramePr>
          <p:nvPr userDrawn="1">
            <p:custDataLst>
              <p:tags r:id="rId10"/>
            </p:custDataLst>
            <p:extLst>
              <p:ext uri="{D42A27DB-BD31-4B8C-83A1-F6EECF244321}">
                <p14:modId xmlns:p14="http://schemas.microsoft.com/office/powerpoint/2010/main" val="4024676059"/>
              </p:ext>
            </p:extLst>
          </p:nvPr>
        </p:nvGraphicFramePr>
        <p:xfrm>
          <a:off x="1191" y="1190"/>
          <a:ext cx="1192" cy="1191"/>
        </p:xfrm>
        <a:graphic>
          <a:graphicData uri="http://schemas.openxmlformats.org/presentationml/2006/ole">
            <mc:AlternateContent xmlns:mc="http://schemas.openxmlformats.org/markup-compatibility/2006">
              <mc:Choice xmlns:v="urn:schemas-microsoft-com:vml" Requires="v">
                <p:oleObj name="think-cell Slide" r:id="rId12" imgW="606" imgH="605" progId="TCLayout.ActiveDocument.1">
                  <p:embed/>
                </p:oleObj>
              </mc:Choice>
              <mc:Fallback>
                <p:oleObj name="think-cell Slide" r:id="rId12" imgW="606" imgH="605" progId="TCLayout.ActiveDocument.1">
                  <p:embed/>
                  <p:pic>
                    <p:nvPicPr>
                      <p:cNvPr id="5" name="think-cell data - do not delete" hidden="1">
                        <a:extLst>
                          <a:ext uri="{FF2B5EF4-FFF2-40B4-BE49-F238E27FC236}">
                            <a16:creationId xmlns:a16="http://schemas.microsoft.com/office/drawing/2014/main" id="{5EF44EDD-8BF3-34F1-2293-97CCAA04779F}"/>
                          </a:ext>
                        </a:extLst>
                      </p:cNvPr>
                      <p:cNvPicPr/>
                      <p:nvPr/>
                    </p:nvPicPr>
                    <p:blipFill>
                      <a:blip r:embed="rId13"/>
                      <a:stretch>
                        <a:fillRect/>
                      </a:stretch>
                    </p:blipFill>
                    <p:spPr>
                      <a:xfrm>
                        <a:off x="1191" y="1190"/>
                        <a:ext cx="1192" cy="1191"/>
                      </a:xfrm>
                      <a:prstGeom prst="rect">
                        <a:avLst/>
                      </a:prstGeom>
                    </p:spPr>
                  </p:pic>
                </p:oleObj>
              </mc:Fallback>
            </mc:AlternateContent>
          </a:graphicData>
        </a:graphic>
      </p:graphicFrame>
      <p:sp>
        <p:nvSpPr>
          <p:cNvPr id="15" name="Footer Placeholder 2">
            <a:extLst>
              <a:ext uri="{FF2B5EF4-FFF2-40B4-BE49-F238E27FC236}">
                <a16:creationId xmlns:a16="http://schemas.microsoft.com/office/drawing/2014/main" id="{9CC79CD1-F0A9-F8F5-FB52-1EC3E08DA8C3}"/>
              </a:ext>
            </a:extLst>
          </p:cNvPr>
          <p:cNvSpPr>
            <a:spLocks noGrp="1"/>
          </p:cNvSpPr>
          <p:nvPr>
            <p:ph type="ftr" sz="quarter" idx="3"/>
          </p:nvPr>
        </p:nvSpPr>
        <p:spPr>
          <a:xfrm>
            <a:off x="6215895" y="4932832"/>
            <a:ext cx="2381400" cy="99392"/>
          </a:xfrm>
          <a:prstGeom prst="rect">
            <a:avLst/>
          </a:prstGeom>
        </p:spPr>
        <p:txBody>
          <a:bodyPr lIns="0" tIns="0" rIns="0" bIns="0"/>
          <a:lstStyle>
            <a:lvl1pPr algn="r" rtl="0">
              <a:defRPr sz="600">
                <a:solidFill>
                  <a:schemeClr val="accent1"/>
                </a:solidFill>
                <a:latin typeface="+mn-lt"/>
              </a:defRPr>
            </a:lvl1pPr>
          </a:lstStyle>
          <a:p>
            <a:r>
              <a:rPr lang="en-US"/>
              <a:t>Copyright © 2025 Accenture. All rights reserved. </a:t>
            </a:r>
            <a:endParaRPr lang="es-MX" dirty="0"/>
          </a:p>
        </p:txBody>
      </p:sp>
      <p:sp>
        <p:nvSpPr>
          <p:cNvPr id="16" name="Title Placeholder 1">
            <a:extLst>
              <a:ext uri="{FF2B5EF4-FFF2-40B4-BE49-F238E27FC236}">
                <a16:creationId xmlns:a16="http://schemas.microsoft.com/office/drawing/2014/main" id="{F6D57050-9876-A3A6-E152-A8C16D8A7B82}"/>
              </a:ext>
            </a:extLst>
          </p:cNvPr>
          <p:cNvSpPr>
            <a:spLocks noGrp="1"/>
          </p:cNvSpPr>
          <p:nvPr>
            <p:ph type="title"/>
          </p:nvPr>
        </p:nvSpPr>
        <p:spPr>
          <a:xfrm>
            <a:off x="284672" y="249425"/>
            <a:ext cx="8316000" cy="378972"/>
          </a:xfrm>
          <a:prstGeom prst="rect">
            <a:avLst/>
          </a:prstGeom>
        </p:spPr>
        <p:txBody>
          <a:bodyPr vert="horz" lIns="0" tIns="0" rIns="0" bIns="0"/>
          <a:lstStyle/>
          <a:p>
            <a:pPr marL="0" lvl="0" defTabSz="684977">
              <a:lnSpc>
                <a:spcPct val="90000"/>
              </a:lnSpc>
            </a:pPr>
            <a:r>
              <a:rPr lang="es-MX" noProof="0"/>
              <a:t>Click to edit Master title style</a:t>
            </a:r>
            <a:endParaRPr lang="es-MX" noProof="0" dirty="0"/>
          </a:p>
        </p:txBody>
      </p:sp>
      <p:pic>
        <p:nvPicPr>
          <p:cNvPr id="17" name="Picture 16">
            <a:extLst>
              <a:ext uri="{FF2B5EF4-FFF2-40B4-BE49-F238E27FC236}">
                <a16:creationId xmlns:a16="http://schemas.microsoft.com/office/drawing/2014/main" id="{2E9805C8-A46B-0848-CDE7-2B5398F0BCE4}"/>
              </a:ext>
            </a:extLst>
          </p:cNvPr>
          <p:cNvPicPr>
            <a:picLocks noChangeAspect="1"/>
          </p:cNvPicPr>
          <p:nvPr userDrawn="1"/>
        </p:nvPicPr>
        <p:blipFill>
          <a:blip r:embed="rId14"/>
          <a:stretch>
            <a:fillRect/>
          </a:stretch>
        </p:blipFill>
        <p:spPr>
          <a:xfrm>
            <a:off x="284673" y="4848667"/>
            <a:ext cx="591640" cy="155671"/>
          </a:xfrm>
          <a:prstGeom prst="rect">
            <a:avLst/>
          </a:prstGeom>
        </p:spPr>
      </p:pic>
      <p:cxnSp>
        <p:nvCxnSpPr>
          <p:cNvPr id="18" name="Straight Connector 17">
            <a:extLst>
              <a:ext uri="{FF2B5EF4-FFF2-40B4-BE49-F238E27FC236}">
                <a16:creationId xmlns:a16="http://schemas.microsoft.com/office/drawing/2014/main" id="{9DA944FB-6B34-AD6F-34BB-A22754240213}"/>
              </a:ext>
            </a:extLst>
          </p:cNvPr>
          <p:cNvCxnSpPr>
            <a:cxnSpLocks/>
          </p:cNvCxnSpPr>
          <p:nvPr userDrawn="1"/>
        </p:nvCxnSpPr>
        <p:spPr>
          <a:xfrm>
            <a:off x="284672" y="135124"/>
            <a:ext cx="36209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Slide Number">
            <a:extLst>
              <a:ext uri="{FF2B5EF4-FFF2-40B4-BE49-F238E27FC236}">
                <a16:creationId xmlns:a16="http://schemas.microsoft.com/office/drawing/2014/main" id="{7963A6B2-53B5-91A1-DB85-C891675294E4}"/>
              </a:ext>
              <a:ext uri="{C183D7F6-B498-43B3-948B-1728B52AA6E4}">
                <adec:decorative xmlns:adec="http://schemas.microsoft.com/office/drawing/2017/decorative" val="0"/>
              </a:ext>
            </a:extLst>
          </p:cNvPr>
          <p:cNvSpPr>
            <a:spLocks noGrp="1"/>
          </p:cNvSpPr>
          <p:nvPr>
            <p:ph type="sldNum" sz="quarter" idx="4"/>
          </p:nvPr>
        </p:nvSpPr>
        <p:spPr>
          <a:xfrm>
            <a:off x="8671613" y="4932832"/>
            <a:ext cx="185447" cy="99392"/>
          </a:xfrm>
          <a:prstGeom prst="rect">
            <a:avLst/>
          </a:prstGeom>
        </p:spPr>
        <p:txBody>
          <a:bodyPr lIns="0" tIns="0" rIns="0" bIns="0"/>
          <a:lstStyle>
            <a:lvl1pPr algn="r" rtl="0">
              <a:defRPr sz="600">
                <a:solidFill>
                  <a:schemeClr val="accent1"/>
                </a:solidFill>
                <a:latin typeface="+mn-lt"/>
              </a:defRPr>
            </a:lvl1pPr>
          </a:lstStyle>
          <a:p>
            <a:fld id="{86CB4B4D-7CA3-9044-876B-883B54F8677D}" type="slidenum">
              <a:rPr lang="es-MX" smtClean="0"/>
              <a:pPr/>
              <a:t>‹#›</a:t>
            </a:fld>
            <a:endParaRPr lang="es-MX" dirty="0"/>
          </a:p>
        </p:txBody>
      </p:sp>
      <p:cxnSp>
        <p:nvCxnSpPr>
          <p:cNvPr id="20" name="Straight Connector 19">
            <a:extLst>
              <a:ext uri="{FF2B5EF4-FFF2-40B4-BE49-F238E27FC236}">
                <a16:creationId xmlns:a16="http://schemas.microsoft.com/office/drawing/2014/main" id="{B954F792-9736-F049-F65C-5831B5BC8A11}"/>
              </a:ext>
            </a:extLst>
          </p:cNvPr>
          <p:cNvCxnSpPr>
            <a:cxnSpLocks/>
          </p:cNvCxnSpPr>
          <p:nvPr userDrawn="1"/>
        </p:nvCxnSpPr>
        <p:spPr>
          <a:xfrm>
            <a:off x="8666842" y="4916978"/>
            <a:ext cx="0" cy="128558"/>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4313876D-E7DE-8E06-A7B6-A743EC6F64E4}"/>
              </a:ext>
            </a:extLst>
          </p:cNvPr>
          <p:cNvPicPr>
            <a:picLocks noChangeAspect="1"/>
          </p:cNvPicPr>
          <p:nvPr userDrawn="1"/>
        </p:nvPicPr>
        <p:blipFill>
          <a:blip r:embed="rId15"/>
          <a:stretch>
            <a:fillRect/>
          </a:stretch>
        </p:blipFill>
        <p:spPr>
          <a:xfrm>
            <a:off x="8693473" y="299431"/>
            <a:ext cx="220399" cy="243169"/>
          </a:xfrm>
          <a:prstGeom prst="rect">
            <a:avLst/>
          </a:prstGeom>
        </p:spPr>
      </p:pic>
      <p:sp>
        <p:nvSpPr>
          <p:cNvPr id="4" name="QptDraftNote_ID_5">
            <a:extLst>
              <a:ext uri="{FF2B5EF4-FFF2-40B4-BE49-F238E27FC236}">
                <a16:creationId xmlns:a16="http://schemas.microsoft.com/office/drawing/2014/main" id="{A85038B8-A373-558B-9BEF-ABE36AEAE6B5}"/>
              </a:ext>
            </a:extLst>
          </p:cNvPr>
          <p:cNvSpPr txBox="1"/>
          <p:nvPr userDrawn="1">
            <p:custDataLst>
              <p:tags r:id="rId11"/>
            </p:custDataLst>
          </p:nvPr>
        </p:nvSpPr>
        <p:spPr bwMode="gray">
          <a:xfrm>
            <a:off x="258763" y="66676"/>
            <a:ext cx="8635274" cy="138499"/>
          </a:xfrm>
          <a:prstGeom prst="rect">
            <a:avLst/>
          </a:prstGeom>
        </p:spPr>
        <p:txBody>
          <a:bodyPr vert="horz" wrap="square" lIns="0" tIns="0" rIns="0" bIns="0" rtlCol="0">
            <a:spAutoFit/>
          </a:bodyPr>
          <a:lstStyle/>
          <a:p>
            <a:pPr algn="ctr">
              <a:buFontTx/>
              <a:buNone/>
            </a:pPr>
            <a:r>
              <a:rPr lang="es-MX" sz="900" b="0" i="1">
                <a:solidFill>
                  <a:schemeClr val="bg1">
                    <a:lumMod val="65000"/>
                  </a:schemeClr>
                </a:solidFill>
              </a:rPr>
              <a:t>DRAFT FOR DISCUSSION</a:t>
            </a:r>
            <a:endParaRPr lang="es-MX" sz="900" b="0" i="1" dirty="0">
              <a:solidFill>
                <a:schemeClr val="bg1">
                  <a:lumMod val="65000"/>
                </a:schemeClr>
              </a:solidFill>
            </a:endParaRPr>
          </a:p>
        </p:txBody>
      </p:sp>
    </p:spTree>
    <p:extLst>
      <p:ext uri="{BB962C8B-B14F-4D97-AF65-F5344CB8AC3E}">
        <p14:creationId xmlns:p14="http://schemas.microsoft.com/office/powerpoint/2010/main" val="238716275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7" r:id="rId6"/>
    <p:sldLayoutId id="2147483658" r:id="rId7"/>
    <p:sldLayoutId id="2147483659" r:id="rId8"/>
  </p:sldLayoutIdLst>
  <p:hf hdr="0" dt="0"/>
  <p:txStyles>
    <p:titleStyle>
      <a:lvl1pPr algn="l" defTabSz="685388" rtl="0" eaLnBrk="1" latinLnBrk="0" hangingPunct="1">
        <a:lnSpc>
          <a:spcPct val="90000"/>
        </a:lnSpc>
        <a:spcBef>
          <a:spcPct val="0"/>
        </a:spcBef>
        <a:buNone/>
        <a:defRPr lang="en-CA" sz="2100" b="0" i="0" kern="1200" spc="0" noProof="0" dirty="0">
          <a:solidFill>
            <a:schemeClr val="accent1"/>
          </a:solidFill>
          <a:latin typeface="Graphik Medium" panose="020B0503030202060203" pitchFamily="34" charset="77"/>
          <a:ea typeface="+mn-ea"/>
          <a:cs typeface="+mn-cs"/>
        </a:defRPr>
      </a:lvl1pPr>
    </p:titleStyle>
    <p:bodyStyle>
      <a:lvl1pPr marL="0" indent="0" algn="l" defTabSz="171347" rtl="0" eaLnBrk="1" latinLnBrk="0" hangingPunct="1">
        <a:lnSpc>
          <a:spcPct val="100000"/>
        </a:lnSpc>
        <a:spcBef>
          <a:spcPts val="0"/>
        </a:spcBef>
        <a:spcAft>
          <a:spcPts val="450"/>
        </a:spcAft>
        <a:buFont typeface="Graphik" panose="020B0604020202020204" pitchFamily="34" charset="0"/>
        <a:buNone/>
        <a:defRPr sz="1499" b="0" kern="1200">
          <a:solidFill>
            <a:schemeClr val="tx1"/>
          </a:solidFill>
          <a:latin typeface="+mj-lt"/>
          <a:ea typeface="+mn-ea"/>
          <a:cs typeface="+mn-cs"/>
        </a:defRPr>
      </a:lvl1pPr>
      <a:lvl2pPr marL="0" indent="0" algn="l" defTabSz="171347" rtl="0" eaLnBrk="1" latinLnBrk="0" hangingPunct="1">
        <a:lnSpc>
          <a:spcPct val="100000"/>
        </a:lnSpc>
        <a:spcBef>
          <a:spcPts val="0"/>
        </a:spcBef>
        <a:spcAft>
          <a:spcPts val="450"/>
        </a:spcAft>
        <a:buClrTx/>
        <a:buFont typeface="Arial" panose="020B0604020202020204" pitchFamily="34" charset="0"/>
        <a:buNone/>
        <a:defRPr sz="1350" b="0" kern="1200">
          <a:solidFill>
            <a:schemeClr val="tx1"/>
          </a:solidFill>
          <a:latin typeface="+mn-lt"/>
          <a:ea typeface="+mn-ea"/>
          <a:cs typeface="+mn-cs"/>
        </a:defRPr>
      </a:lvl2pPr>
      <a:lvl3pPr marL="136895" indent="-136895" algn="l" defTabSz="171347" rtl="0" eaLnBrk="1" latinLnBrk="0" hangingPunct="1">
        <a:lnSpc>
          <a:spcPct val="100000"/>
        </a:lnSpc>
        <a:spcBef>
          <a:spcPts val="0"/>
        </a:spcBef>
        <a:spcAft>
          <a:spcPts val="450"/>
        </a:spcAft>
        <a:buFont typeface="Arial" panose="020B0604020202020204" pitchFamily="34" charset="0"/>
        <a:buChar char="•"/>
        <a:defRPr sz="1350" kern="1200">
          <a:solidFill>
            <a:schemeClr val="tx1"/>
          </a:solidFill>
          <a:latin typeface="+mn-lt"/>
          <a:ea typeface="+mn-ea"/>
          <a:cs typeface="+mn-cs"/>
        </a:defRPr>
      </a:lvl3pPr>
      <a:lvl4pPr marL="265457" indent="-128562" algn="l" defTabSz="171347" rtl="0" eaLnBrk="1" latinLnBrk="0" hangingPunct="1">
        <a:lnSpc>
          <a:spcPct val="100000"/>
        </a:lnSpc>
        <a:spcBef>
          <a:spcPts val="0"/>
        </a:spcBef>
        <a:spcAft>
          <a:spcPts val="450"/>
        </a:spcAft>
        <a:buSzPct val="70000"/>
        <a:buFont typeface="Graphik Light" panose="020B0403030202060203" pitchFamily="34" charset="-18"/>
        <a:buChar char="–"/>
        <a:defRPr sz="1349" kern="1200">
          <a:solidFill>
            <a:schemeClr val="tx1"/>
          </a:solidFill>
          <a:latin typeface="+mn-lt"/>
          <a:ea typeface="+mn-ea"/>
          <a:cs typeface="+mn-cs"/>
        </a:defRPr>
      </a:lvl4pPr>
      <a:lvl5pPr marL="402351" indent="-136895" algn="l" defTabSz="171347" rtl="0" eaLnBrk="1" latinLnBrk="0" hangingPunct="1">
        <a:lnSpc>
          <a:spcPct val="100000"/>
        </a:lnSpc>
        <a:spcBef>
          <a:spcPts val="0"/>
        </a:spcBef>
        <a:spcAft>
          <a:spcPts val="450"/>
        </a:spcAft>
        <a:buFont typeface="Graphik" panose="020B0503030202060203" pitchFamily="34" charset="-18"/>
        <a:buChar char="|"/>
        <a:defRPr sz="1050" kern="1200">
          <a:solidFill>
            <a:schemeClr val="tx1"/>
          </a:solidFill>
          <a:latin typeface="+mn-lt"/>
          <a:ea typeface="+mn-ea"/>
          <a:cs typeface="+mn-cs"/>
        </a:defRPr>
      </a:lvl5pPr>
      <a:lvl6pPr marL="8330" indent="0" algn="l" defTabSz="171347" rtl="0" eaLnBrk="1" latinLnBrk="0" hangingPunct="1">
        <a:lnSpc>
          <a:spcPct val="90000"/>
        </a:lnSpc>
        <a:spcBef>
          <a:spcPts val="0"/>
        </a:spcBef>
        <a:spcAft>
          <a:spcPts val="450"/>
        </a:spcAft>
        <a:buFont typeface="Graphik" panose="020B0503030202060203" pitchFamily="34" charset="0"/>
        <a:buNone/>
        <a:tabLst/>
        <a:defRPr sz="900" kern="1200">
          <a:solidFill>
            <a:schemeClr val="tx1"/>
          </a:solidFill>
          <a:latin typeface="+mn-lt"/>
          <a:ea typeface="+mn-ea"/>
          <a:cs typeface="+mn-cs"/>
        </a:defRPr>
      </a:lvl6pPr>
      <a:lvl7pPr marL="0" indent="0" algn="l" defTabSz="171347" rtl="0" eaLnBrk="1" latinLnBrk="0" hangingPunct="1">
        <a:lnSpc>
          <a:spcPct val="90000"/>
        </a:lnSpc>
        <a:spcBef>
          <a:spcPts val="0"/>
        </a:spcBef>
        <a:spcAft>
          <a:spcPts val="450"/>
        </a:spcAft>
        <a:buFont typeface="Graphik" panose="020B0604020202020204" pitchFamily="34" charset="0"/>
        <a:buNone/>
        <a:defRPr sz="788" kern="1200">
          <a:solidFill>
            <a:schemeClr val="tx1"/>
          </a:solidFill>
          <a:latin typeface="+mn-lt"/>
          <a:ea typeface="+mn-ea"/>
          <a:cs typeface="+mn-cs"/>
        </a:defRPr>
      </a:lvl7pPr>
      <a:lvl8pPr marL="0" indent="0" algn="l" defTabSz="171347" rtl="0" eaLnBrk="1" latinLnBrk="0" hangingPunct="1">
        <a:lnSpc>
          <a:spcPct val="90000"/>
        </a:lnSpc>
        <a:spcBef>
          <a:spcPts val="0"/>
        </a:spcBef>
        <a:spcAft>
          <a:spcPts val="450"/>
        </a:spcAft>
        <a:buFont typeface="Graphik" panose="020B0604020202020204" pitchFamily="34" charset="0"/>
        <a:buNone/>
        <a:defRPr sz="675" b="1" kern="1200">
          <a:solidFill>
            <a:schemeClr val="tx1"/>
          </a:solidFill>
          <a:latin typeface="+mn-lt"/>
          <a:ea typeface="+mn-ea"/>
          <a:cs typeface="+mn-cs"/>
        </a:defRPr>
      </a:lvl8pPr>
      <a:lvl9pPr marL="0" indent="0" algn="l" defTabSz="171347" rtl="0" eaLnBrk="1" latinLnBrk="0" hangingPunct="1">
        <a:lnSpc>
          <a:spcPct val="90000"/>
        </a:lnSpc>
        <a:spcBef>
          <a:spcPts val="0"/>
        </a:spcBef>
        <a:spcAft>
          <a:spcPts val="450"/>
        </a:spcAft>
        <a:buFont typeface="Graphik" panose="020B0604020202020204" pitchFamily="34" charset="0"/>
        <a:buNone/>
        <a:defRPr sz="600" kern="1200">
          <a:solidFill>
            <a:schemeClr val="tx2"/>
          </a:solidFill>
          <a:latin typeface="+mn-lt"/>
          <a:ea typeface="+mn-ea"/>
          <a:cs typeface="+mn-cs"/>
        </a:defRPr>
      </a:lvl9pPr>
    </p:bodyStyle>
    <p:otherStyle>
      <a:defPPr>
        <a:defRPr lang="en-US"/>
      </a:defPPr>
      <a:lvl1pPr marL="0" algn="l" defTabSz="685388" rtl="0" eaLnBrk="1" latinLnBrk="0" hangingPunct="1">
        <a:defRPr sz="1049" kern="1200">
          <a:solidFill>
            <a:schemeClr val="tx1"/>
          </a:solidFill>
          <a:latin typeface="+mn-lt"/>
          <a:ea typeface="+mn-ea"/>
          <a:cs typeface="+mn-cs"/>
        </a:defRPr>
      </a:lvl1pPr>
      <a:lvl2pPr marL="342695" algn="l" defTabSz="685388" rtl="0" eaLnBrk="1" latinLnBrk="0" hangingPunct="1">
        <a:defRPr sz="1049" kern="1200">
          <a:solidFill>
            <a:schemeClr val="tx1"/>
          </a:solidFill>
          <a:latin typeface="+mn-lt"/>
          <a:ea typeface="+mn-ea"/>
          <a:cs typeface="+mn-cs"/>
        </a:defRPr>
      </a:lvl2pPr>
      <a:lvl3pPr marL="685388" algn="l" defTabSz="685388" rtl="0" eaLnBrk="1" latinLnBrk="0" hangingPunct="1">
        <a:defRPr sz="1049" kern="1200">
          <a:solidFill>
            <a:schemeClr val="tx1"/>
          </a:solidFill>
          <a:latin typeface="+mn-lt"/>
          <a:ea typeface="+mn-ea"/>
          <a:cs typeface="+mn-cs"/>
        </a:defRPr>
      </a:lvl3pPr>
      <a:lvl4pPr marL="1028083" algn="l" defTabSz="685388" rtl="0" eaLnBrk="1" latinLnBrk="0" hangingPunct="1">
        <a:defRPr sz="1049" kern="1200">
          <a:solidFill>
            <a:schemeClr val="tx1"/>
          </a:solidFill>
          <a:latin typeface="+mn-lt"/>
          <a:ea typeface="+mn-ea"/>
          <a:cs typeface="+mn-cs"/>
        </a:defRPr>
      </a:lvl4pPr>
      <a:lvl5pPr marL="1370777" algn="l" defTabSz="685388" rtl="0" eaLnBrk="1" latinLnBrk="0" hangingPunct="1">
        <a:defRPr sz="1049" kern="1200">
          <a:solidFill>
            <a:schemeClr val="tx1"/>
          </a:solidFill>
          <a:latin typeface="+mn-lt"/>
          <a:ea typeface="+mn-ea"/>
          <a:cs typeface="+mn-cs"/>
        </a:defRPr>
      </a:lvl5pPr>
      <a:lvl6pPr marL="1713472" algn="l" defTabSz="685388" rtl="0" eaLnBrk="1" latinLnBrk="0" hangingPunct="1">
        <a:defRPr sz="1049" kern="1200">
          <a:solidFill>
            <a:schemeClr val="tx1"/>
          </a:solidFill>
          <a:latin typeface="+mn-lt"/>
          <a:ea typeface="+mn-ea"/>
          <a:cs typeface="+mn-cs"/>
        </a:defRPr>
      </a:lvl6pPr>
      <a:lvl7pPr marL="2056166" algn="l" defTabSz="685388" rtl="0" eaLnBrk="1" latinLnBrk="0" hangingPunct="1">
        <a:defRPr sz="1049" kern="1200">
          <a:solidFill>
            <a:schemeClr val="tx1"/>
          </a:solidFill>
          <a:latin typeface="+mn-lt"/>
          <a:ea typeface="+mn-ea"/>
          <a:cs typeface="+mn-cs"/>
        </a:defRPr>
      </a:lvl7pPr>
      <a:lvl8pPr marL="2398860" algn="l" defTabSz="685388" rtl="0" eaLnBrk="1" latinLnBrk="0" hangingPunct="1">
        <a:defRPr sz="1049" kern="1200">
          <a:solidFill>
            <a:schemeClr val="tx1"/>
          </a:solidFill>
          <a:latin typeface="+mn-lt"/>
          <a:ea typeface="+mn-ea"/>
          <a:cs typeface="+mn-cs"/>
        </a:defRPr>
      </a:lvl8pPr>
      <a:lvl9pPr marL="2741555" algn="l" defTabSz="685388" rtl="0" eaLnBrk="1" latinLnBrk="0" hangingPunct="1">
        <a:defRPr sz="104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2">
          <p15:clr>
            <a:srgbClr val="C35EA4"/>
          </p15:clr>
        </p15:guide>
        <p15:guide id="2" orient="horz" pos="3921">
          <p15:clr>
            <a:srgbClr val="C35EA4"/>
          </p15:clr>
        </p15:guide>
        <p15:guide id="3" pos="391">
          <p15:clr>
            <a:srgbClr val="C35EA4"/>
          </p15:clr>
        </p15:guide>
        <p15:guide id="4" pos="7283">
          <p15:clr>
            <a:srgbClr val="C35EA4"/>
          </p15:clr>
        </p15:guide>
        <p15:guide id="9" pos="781">
          <p15:clr>
            <a:srgbClr val="F26B43"/>
          </p15:clr>
        </p15:guide>
        <p15:guide id="13" pos="1419">
          <p15:clr>
            <a:srgbClr val="F26B43"/>
          </p15:clr>
        </p15:guide>
        <p15:guide id="14" pos="1555">
          <p15:clr>
            <a:srgbClr val="F26B43"/>
          </p15:clr>
        </p15:guide>
        <p15:guide id="17" pos="3763">
          <p15:clr>
            <a:srgbClr val="F26B43"/>
          </p15:clr>
        </p15:guide>
        <p15:guide id="18" pos="2591">
          <p15:clr>
            <a:srgbClr val="F26B43"/>
          </p15:clr>
        </p15:guide>
        <p15:guide id="20" orient="horz" pos="777">
          <p15:clr>
            <a:srgbClr val="F26B43"/>
          </p15:clr>
        </p15:guide>
        <p15:guide id="21" orient="horz" pos="913">
          <p15:clr>
            <a:srgbClr val="F26B43"/>
          </p15:clr>
        </p15:guide>
        <p15:guide id="22" orient="horz" pos="1299">
          <p15:clr>
            <a:srgbClr val="F26B43"/>
          </p15:clr>
        </p15:guide>
        <p15:guide id="23" orient="horz" pos="1435">
          <p15:clr>
            <a:srgbClr val="F26B43"/>
          </p15:clr>
        </p15:guide>
        <p15:guide id="24" orient="horz" pos="1820">
          <p15:clr>
            <a:srgbClr val="F26B43"/>
          </p15:clr>
        </p15:guide>
        <p15:guide id="25" orient="horz" pos="1956">
          <p15:clr>
            <a:srgbClr val="F26B43"/>
          </p15:clr>
        </p15:guide>
        <p15:guide id="26" orient="horz" pos="2342">
          <p15:clr>
            <a:srgbClr val="F26B43"/>
          </p15:clr>
        </p15:guide>
        <p15:guide id="27" orient="horz" pos="2489">
          <p15:clr>
            <a:srgbClr val="F26B43"/>
          </p15:clr>
        </p15:guide>
        <p15:guide id="30" pos="3899">
          <p15:clr>
            <a:srgbClr val="F26B43"/>
          </p15:clr>
        </p15:guide>
        <p15:guide id="33" pos="6890">
          <p15:clr>
            <a:srgbClr val="F26B43"/>
          </p15:clr>
        </p15:guide>
        <p15:guide id="34" orient="horz" pos="2867">
          <p15:clr>
            <a:srgbClr val="F26B43"/>
          </p15:clr>
        </p15:guide>
        <p15:guide id="35" orient="horz" pos="3012">
          <p15:clr>
            <a:srgbClr val="F26B43"/>
          </p15:clr>
        </p15:guide>
        <p15:guide id="36" pos="2727">
          <p15:clr>
            <a:srgbClr val="F26B43"/>
          </p15:clr>
        </p15:guide>
        <p15:guide id="37" pos="4936">
          <p15:clr>
            <a:srgbClr val="F26B43"/>
          </p15:clr>
        </p15:guide>
        <p15:guide id="38" pos="5069">
          <p15:clr>
            <a:srgbClr val="F26B43"/>
          </p15:clr>
        </p15:guide>
        <p15:guide id="39" pos="6106">
          <p15:clr>
            <a:srgbClr val="F26B43"/>
          </p15:clr>
        </p15:guide>
        <p15:guide id="40" pos="6243">
          <p15:clr>
            <a:srgbClr val="F26B43"/>
          </p15:clr>
        </p15:guide>
        <p15:guide id="42" orient="horz" pos="3535">
          <p15:clr>
            <a:srgbClr val="F26B43"/>
          </p15:clr>
        </p15:guide>
        <p15:guide id="43" pos="7577">
          <p15:clr>
            <a:srgbClr val="F26B43"/>
          </p15:clr>
        </p15:guide>
        <p15:guide id="44" orient="horz" pos="4220">
          <p15:clr>
            <a:srgbClr val="F26B43"/>
          </p15:clr>
        </p15:guide>
        <p15:guide id="45" pos="96">
          <p15:clr>
            <a:srgbClr val="F26B43"/>
          </p15:clr>
        </p15:guide>
        <p15:guide id="46" orient="horz" pos="97">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12.xml"/><Relationship Id="rId6" Type="http://schemas.openxmlformats.org/officeDocument/2006/relationships/image" Target="../media/image9.png"/><Relationship Id="rId5" Type="http://schemas.openxmlformats.org/officeDocument/2006/relationships/image" Target="../media/image5.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microsoft.com/office/2007/relationships/hdphoto" Target="../media/hdphoto3.wdp"/><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7.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microsoft.com/office/2007/relationships/hdphoto" Target="../media/hdphoto3.wdp"/><Relationship Id="rId2" Type="http://schemas.openxmlformats.org/officeDocument/2006/relationships/slideLayout" Target="../slideLayouts/slideLayout1.xml"/><Relationship Id="rId1" Type="http://schemas.openxmlformats.org/officeDocument/2006/relationships/tags" Target="../tags/tag18.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4CC72872-5020-AA84-A285-149E5760F294}"/>
              </a:ext>
            </a:extLst>
          </p:cNvPr>
          <p:cNvGraphicFramePr>
            <a:graphicFrameLocks/>
          </p:cNvGraphicFramePr>
          <p:nvPr>
            <p:custDataLst>
              <p:tags r:id="rId1"/>
            </p:custDataLst>
            <p:extLst>
              <p:ext uri="{D42A27DB-BD31-4B8C-83A1-F6EECF244321}">
                <p14:modId xmlns:p14="http://schemas.microsoft.com/office/powerpoint/2010/main" val="2423879846"/>
              </p:ext>
            </p:extLst>
          </p:nvPr>
        </p:nvGraphicFramePr>
        <p:xfrm>
          <a:off x="4034" y="1190"/>
          <a:ext cx="1191" cy="119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10" name="think-cell data - do not delete" hidden="1">
                        <a:extLst>
                          <a:ext uri="{FF2B5EF4-FFF2-40B4-BE49-F238E27FC236}">
                            <a16:creationId xmlns:a16="http://schemas.microsoft.com/office/drawing/2014/main" id="{4CC72872-5020-AA84-A285-149E5760F294}"/>
                          </a:ext>
                        </a:extLst>
                      </p:cNvPr>
                      <p:cNvPicPr/>
                      <p:nvPr/>
                    </p:nvPicPr>
                    <p:blipFill>
                      <a:blip r:embed="rId5"/>
                      <a:stretch>
                        <a:fillRect/>
                      </a:stretch>
                    </p:blipFill>
                    <p:spPr>
                      <a:xfrm>
                        <a:off x="4034" y="1190"/>
                        <a:ext cx="1191" cy="1191"/>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CF3981A9-ED1B-FDFD-B8A1-21DCC30DA326}"/>
              </a:ext>
            </a:extLst>
          </p:cNvPr>
          <p:cNvSpPr txBox="1"/>
          <p:nvPr/>
        </p:nvSpPr>
        <p:spPr>
          <a:xfrm>
            <a:off x="488506" y="2413157"/>
            <a:ext cx="0" cy="0"/>
          </a:xfrm>
          <a:prstGeom prst="rect">
            <a:avLst/>
          </a:prstGeom>
          <a:noFill/>
        </p:spPr>
        <p:txBody>
          <a:bodyPr wrap="none" lIns="0" tIns="0" rIns="0" bIns="0" rtlCol="0">
            <a:noAutofit/>
          </a:bodyPr>
          <a:lstStyle/>
          <a:p>
            <a:pPr defTabSz="171416" fontAlgn="base">
              <a:spcBef>
                <a:spcPct val="0"/>
              </a:spcBef>
              <a:spcAft>
                <a:spcPts val="900"/>
              </a:spcAft>
              <a:defRPr/>
            </a:pPr>
            <a:endParaRPr lang="es-MX" sz="1350" dirty="0">
              <a:solidFill>
                <a:srgbClr val="2F2E41"/>
              </a:solidFill>
              <a:latin typeface="Graphik" panose="020B0503030202060203" pitchFamily="34" charset="0"/>
              <a:cs typeface="Arial" charset="0"/>
            </a:endParaRPr>
          </a:p>
        </p:txBody>
      </p:sp>
      <p:sp>
        <p:nvSpPr>
          <p:cNvPr id="4" name="Title 11">
            <a:extLst>
              <a:ext uri="{FF2B5EF4-FFF2-40B4-BE49-F238E27FC236}">
                <a16:creationId xmlns:a16="http://schemas.microsoft.com/office/drawing/2014/main" id="{BD1E10E5-D7DE-E0E8-24DC-72E0D73BC7CE}"/>
              </a:ext>
            </a:extLst>
          </p:cNvPr>
          <p:cNvSpPr txBox="1">
            <a:spLocks/>
          </p:cNvSpPr>
          <p:nvPr/>
        </p:nvSpPr>
        <p:spPr>
          <a:xfrm>
            <a:off x="494986" y="954004"/>
            <a:ext cx="7446863" cy="1123166"/>
          </a:xfrm>
          <a:prstGeom prst="rect">
            <a:avLst/>
          </a:prstGeom>
        </p:spPr>
        <p:txBody>
          <a:bodyPr vert="horz" lIns="0" tIns="0" rIns="0" bIns="0" rtlCol="0" anchor="t">
            <a:noAutofit/>
          </a:bodyPr>
          <a:lstStyle>
            <a:lvl1pPr algn="l" defTabSz="914034" rtl="0" eaLnBrk="1" latinLnBrk="0" hangingPunct="1">
              <a:lnSpc>
                <a:spcPct val="100000"/>
              </a:lnSpc>
              <a:spcBef>
                <a:spcPct val="0"/>
              </a:spcBef>
              <a:buNone/>
              <a:defRPr lang="en-US" sz="3600" b="0" i="0" kern="0" spc="-180" dirty="0" smtClean="0">
                <a:solidFill>
                  <a:schemeClr val="bg1"/>
                </a:solidFill>
                <a:latin typeface="Graphik Medium" panose="020B0503030202060203" pitchFamily="34" charset="77"/>
                <a:ea typeface="+mn-ea"/>
                <a:cs typeface="+mn-cs"/>
              </a:defRPr>
            </a:lvl1pPr>
          </a:lstStyle>
          <a:p>
            <a:pPr defTabSz="685388" fontAlgn="base">
              <a:spcAft>
                <a:spcPct val="0"/>
              </a:spcAft>
              <a:defRPr/>
            </a:pPr>
            <a:r>
              <a:rPr lang="es-MX" sz="3599" spc="0" noProof="0" dirty="0">
                <a:solidFill>
                  <a:srgbClr val="FFFFFF"/>
                </a:solidFill>
                <a:latin typeface="Graphik Black" panose="020B0A03030202060203" pitchFamily="34" charset="0"/>
              </a:rPr>
              <a:t>Portal para empresas</a:t>
            </a:r>
          </a:p>
        </p:txBody>
      </p:sp>
      <p:pic>
        <p:nvPicPr>
          <p:cNvPr id="6" name="Picture 5">
            <a:extLst>
              <a:ext uri="{FF2B5EF4-FFF2-40B4-BE49-F238E27FC236}">
                <a16:creationId xmlns:a16="http://schemas.microsoft.com/office/drawing/2014/main" id="{3F3AF9A5-AE74-9CC7-9F48-5746A2400CB8}"/>
              </a:ext>
            </a:extLst>
          </p:cNvPr>
          <p:cNvPicPr>
            <a:picLocks noChangeAspect="1"/>
          </p:cNvPicPr>
          <p:nvPr/>
        </p:nvPicPr>
        <p:blipFill>
          <a:blip r:embed="rId6"/>
          <a:stretch>
            <a:fillRect/>
          </a:stretch>
        </p:blipFill>
        <p:spPr>
          <a:xfrm>
            <a:off x="494985" y="453495"/>
            <a:ext cx="386338" cy="431697"/>
          </a:xfrm>
          <a:prstGeom prst="rect">
            <a:avLst/>
          </a:prstGeom>
        </p:spPr>
      </p:pic>
      <p:sp>
        <p:nvSpPr>
          <p:cNvPr id="9" name="Title 11">
            <a:extLst>
              <a:ext uri="{FF2B5EF4-FFF2-40B4-BE49-F238E27FC236}">
                <a16:creationId xmlns:a16="http://schemas.microsoft.com/office/drawing/2014/main" id="{54F3386B-02F9-D38E-8B83-EF40B02A1626}"/>
              </a:ext>
            </a:extLst>
          </p:cNvPr>
          <p:cNvSpPr txBox="1">
            <a:spLocks/>
          </p:cNvSpPr>
          <p:nvPr/>
        </p:nvSpPr>
        <p:spPr>
          <a:xfrm>
            <a:off x="600212" y="2128199"/>
            <a:ext cx="4624714" cy="160965"/>
          </a:xfrm>
          <a:prstGeom prst="rect">
            <a:avLst/>
          </a:prstGeom>
        </p:spPr>
        <p:txBody>
          <a:bodyPr vert="horz" lIns="0" tIns="0" rIns="0" bIns="0" rtlCol="0" anchor="t">
            <a:noAutofit/>
          </a:bodyPr>
          <a:lstStyle>
            <a:lvl1pPr algn="l" defTabSz="914034" rtl="0" eaLnBrk="1" latinLnBrk="0" hangingPunct="1">
              <a:lnSpc>
                <a:spcPct val="100000"/>
              </a:lnSpc>
              <a:spcBef>
                <a:spcPct val="0"/>
              </a:spcBef>
              <a:buNone/>
              <a:defRPr lang="en-US" sz="3600" b="0" i="0" kern="0" spc="-180" dirty="0" smtClean="0">
                <a:solidFill>
                  <a:schemeClr val="bg1"/>
                </a:solidFill>
                <a:latin typeface="Graphik Medium" panose="020B0503030202060203" pitchFamily="34" charset="77"/>
                <a:ea typeface="+mn-ea"/>
                <a:cs typeface="+mn-cs"/>
              </a:defRPr>
            </a:lvl1pPr>
          </a:lstStyle>
          <a:p>
            <a:pPr defTabSz="685526"/>
            <a:r>
              <a:rPr lang="en-US" sz="1200" b="1" spc="0" dirty="0">
                <a:solidFill>
                  <a:srgbClr val="FFFFFF"/>
                </a:solidFill>
                <a:latin typeface="Graphik Regular" panose="020B0503030202060203" pitchFamily="34" charset="77"/>
                <a:sym typeface="Graphik Regular"/>
              </a:rPr>
              <a:t>1</a:t>
            </a:r>
            <a:r>
              <a:rPr lang="es-MX" sz="1200" b="1" spc="0" dirty="0">
                <a:solidFill>
                  <a:srgbClr val="FFFFFF"/>
                </a:solidFill>
                <a:latin typeface="Graphik Regular" panose="020B0503030202060203" pitchFamily="34" charset="77"/>
                <a:sym typeface="Graphik Regular"/>
              </a:rPr>
              <a:t>0 de Julio de 2026</a:t>
            </a:r>
            <a:endParaRPr lang="es-MX" sz="1200" b="1" spc="0" dirty="0">
              <a:solidFill>
                <a:srgbClr val="FFFFFF"/>
              </a:solidFill>
            </a:endParaRPr>
          </a:p>
        </p:txBody>
      </p:sp>
      <p:cxnSp>
        <p:nvCxnSpPr>
          <p:cNvPr id="11" name="Straight Connector 10">
            <a:extLst>
              <a:ext uri="{FF2B5EF4-FFF2-40B4-BE49-F238E27FC236}">
                <a16:creationId xmlns:a16="http://schemas.microsoft.com/office/drawing/2014/main" id="{757563D1-185E-DBA3-821C-B6F73A7B4E28}"/>
              </a:ext>
            </a:extLst>
          </p:cNvPr>
          <p:cNvCxnSpPr/>
          <p:nvPr/>
        </p:nvCxnSpPr>
        <p:spPr>
          <a:xfrm>
            <a:off x="8665369" y="4907756"/>
            <a:ext cx="0" cy="214313"/>
          </a:xfrm>
          <a:prstGeom prst="line">
            <a:avLst/>
          </a:prstGeom>
          <a:ln/>
        </p:spPr>
        <p:style>
          <a:lnRef idx="1">
            <a:schemeClr val="accent1"/>
          </a:lnRef>
          <a:fillRef idx="0">
            <a:schemeClr val="accent1"/>
          </a:fillRef>
          <a:effectRef idx="0">
            <a:schemeClr val="accent1"/>
          </a:effectRef>
          <a:fontRef idx="minor">
            <a:schemeClr val="tx1"/>
          </a:fontRef>
        </p:style>
      </p:cxnSp>
      <p:sp>
        <p:nvSpPr>
          <p:cNvPr id="8" name="Text 1">
            <a:extLst>
              <a:ext uri="{FF2B5EF4-FFF2-40B4-BE49-F238E27FC236}">
                <a16:creationId xmlns:a16="http://schemas.microsoft.com/office/drawing/2014/main" id="{4B20A249-C635-B6FD-6729-B927E95EB73F}"/>
              </a:ext>
            </a:extLst>
          </p:cNvPr>
          <p:cNvSpPr/>
          <p:nvPr/>
        </p:nvSpPr>
        <p:spPr>
          <a:xfrm>
            <a:off x="6987822" y="502920"/>
            <a:ext cx="1869237" cy="228600"/>
          </a:xfrm>
          <a:prstGeom prst="rect">
            <a:avLst/>
          </a:prstGeom>
          <a:noFill/>
          <a:ln/>
        </p:spPr>
        <p:txBody>
          <a:bodyPr wrap="square" lIns="0" tIns="0" rIns="0" bIns="0" rtlCol="0" anchor="ctr"/>
          <a:lstStyle/>
          <a:p>
            <a:pPr marL="0" indent="0" algn="r">
              <a:buNone/>
            </a:pPr>
            <a:r>
              <a:rPr lang="es-MX" sz="1200" b="1" kern="0" spc="400" dirty="0">
                <a:solidFill>
                  <a:schemeClr val="accent4">
                    <a:lumMod val="75000"/>
                  </a:schemeClr>
                </a:solidFill>
              </a:rPr>
              <a:t>CONFIDENCIAL</a:t>
            </a:r>
            <a:endParaRPr lang="es-MX" sz="1200" dirty="0">
              <a:solidFill>
                <a:schemeClr val="accent4">
                  <a:lumMod val="75000"/>
                </a:schemeClr>
              </a:solidFill>
            </a:endParaRPr>
          </a:p>
        </p:txBody>
      </p:sp>
      <p:sp>
        <p:nvSpPr>
          <p:cNvPr id="20" name="Footer Placeholder 19">
            <a:extLst>
              <a:ext uri="{FF2B5EF4-FFF2-40B4-BE49-F238E27FC236}">
                <a16:creationId xmlns:a16="http://schemas.microsoft.com/office/drawing/2014/main" id="{98408AF9-DC8E-1EC2-E0C1-7B3ACEB5C417}"/>
              </a:ext>
            </a:extLst>
          </p:cNvPr>
          <p:cNvSpPr>
            <a:spLocks noGrp="1"/>
          </p:cNvSpPr>
          <p:nvPr>
            <p:ph type="ftr" sz="quarter" idx="3"/>
          </p:nvPr>
        </p:nvSpPr>
        <p:spPr/>
        <p:txBody>
          <a:bodyPr/>
          <a:lstStyle/>
          <a:p>
            <a:r>
              <a:rPr lang="en-US" dirty="0"/>
              <a:t>Copyright © 2026 Accenture. All rights reserved. </a:t>
            </a:r>
            <a:endParaRPr lang="es-MX" dirty="0"/>
          </a:p>
        </p:txBody>
      </p:sp>
      <p:sp>
        <p:nvSpPr>
          <p:cNvPr id="21" name="Slide Number Placeholder 20">
            <a:extLst>
              <a:ext uri="{FF2B5EF4-FFF2-40B4-BE49-F238E27FC236}">
                <a16:creationId xmlns:a16="http://schemas.microsoft.com/office/drawing/2014/main" id="{EA7DBA4C-A761-883E-977D-F133C1C3E49A}"/>
              </a:ext>
            </a:extLst>
          </p:cNvPr>
          <p:cNvSpPr>
            <a:spLocks noGrp="1"/>
          </p:cNvSpPr>
          <p:nvPr>
            <p:ph type="sldNum" sz="quarter" idx="4"/>
          </p:nvPr>
        </p:nvSpPr>
        <p:spPr/>
        <p:txBody>
          <a:bodyPr/>
          <a:lstStyle/>
          <a:p>
            <a:fld id="{86CB4B4D-7CA3-9044-876B-883B54F8677D}" type="slidenum">
              <a:rPr lang="es-MX" smtClean="0"/>
              <a:pPr/>
              <a:t>1</a:t>
            </a:fld>
            <a:endParaRPr lang="es-MX" dirty="0"/>
          </a:p>
        </p:txBody>
      </p:sp>
      <p:sp>
        <p:nvSpPr>
          <p:cNvPr id="7" name="Text 1">
            <a:extLst>
              <a:ext uri="{FF2B5EF4-FFF2-40B4-BE49-F238E27FC236}">
                <a16:creationId xmlns:a16="http://schemas.microsoft.com/office/drawing/2014/main" id="{D96C5F22-B450-EECF-EE52-7B0BAB9C50DB}"/>
              </a:ext>
            </a:extLst>
          </p:cNvPr>
          <p:cNvSpPr/>
          <p:nvPr/>
        </p:nvSpPr>
        <p:spPr>
          <a:xfrm>
            <a:off x="5790381" y="4050080"/>
            <a:ext cx="3252126" cy="792907"/>
          </a:xfrm>
          <a:prstGeom prst="rect">
            <a:avLst/>
          </a:prstGeom>
          <a:noFill/>
          <a:ln/>
        </p:spPr>
        <p:txBody>
          <a:bodyPr wrap="square" lIns="0" tIns="0" rIns="0" bIns="0" rtlCol="0" anchor="ctr"/>
          <a:lstStyle/>
          <a:p>
            <a:pPr marL="0" indent="0" algn="r">
              <a:buNone/>
            </a:pPr>
            <a:r>
              <a:rPr lang="en-US" sz="2400" b="1" kern="0" spc="400" dirty="0">
                <a:solidFill>
                  <a:schemeClr val="accent4">
                    <a:lumMod val="75000"/>
                  </a:schemeClr>
                </a:solidFill>
              </a:rPr>
              <a:t>VERSIÓN </a:t>
            </a:r>
            <a:r>
              <a:rPr lang="es-MX" sz="2400" b="1" kern="0" spc="400" dirty="0">
                <a:solidFill>
                  <a:schemeClr val="accent4">
                    <a:lumMod val="75000"/>
                  </a:schemeClr>
                </a:solidFill>
              </a:rPr>
              <a:t>PARA DISCUSIÓN</a:t>
            </a:r>
            <a:endParaRPr lang="es-MX" sz="2400" dirty="0">
              <a:solidFill>
                <a:schemeClr val="accent4">
                  <a:lumMod val="75000"/>
                </a:schemeClr>
              </a:solidFill>
            </a:endParaRPr>
          </a:p>
        </p:txBody>
      </p:sp>
    </p:spTree>
    <p:extLst>
      <p:ext uri="{BB962C8B-B14F-4D97-AF65-F5344CB8AC3E}">
        <p14:creationId xmlns:p14="http://schemas.microsoft.com/office/powerpoint/2010/main" val="3289465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566EA-4683-4A65-BE71-D7842DCC2414}"/>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8200145-9D71-53DE-F625-32974FAA7730}"/>
              </a:ext>
            </a:extLst>
          </p:cNvPr>
          <p:cNvSpPr/>
          <p:nvPr/>
        </p:nvSpPr>
        <p:spPr>
          <a:xfrm>
            <a:off x="0" y="3176"/>
            <a:ext cx="9144000" cy="5140324"/>
          </a:xfrm>
          <a:prstGeom prst="rect">
            <a:avLst/>
          </a:prstGeom>
          <a:solidFill>
            <a:srgbClr val="C00000">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graphicFrame>
        <p:nvGraphicFramePr>
          <p:cNvPr id="26" name="think-cell data - do not delete" hidden="1">
            <a:extLst>
              <a:ext uri="{FF2B5EF4-FFF2-40B4-BE49-F238E27FC236}">
                <a16:creationId xmlns:a16="http://schemas.microsoft.com/office/drawing/2014/main" id="{32088E39-DE00-F619-1BDB-0A670268F43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32088E39-DE00-F619-1BDB-0A670268F43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Footer Placeholder 26">
            <a:extLst>
              <a:ext uri="{FF2B5EF4-FFF2-40B4-BE49-F238E27FC236}">
                <a16:creationId xmlns:a16="http://schemas.microsoft.com/office/drawing/2014/main" id="{3654F0DD-B7D5-CFC4-7577-9DDDA36DAAC7}"/>
              </a:ext>
            </a:extLst>
          </p:cNvPr>
          <p:cNvSpPr>
            <a:spLocks noGrp="1"/>
          </p:cNvSpPr>
          <p:nvPr>
            <p:ph type="ftr" sz="quarter" idx="10"/>
          </p:nvPr>
        </p:nvSpPr>
        <p:spPr/>
        <p:txBody>
          <a:bodyPr/>
          <a:lstStyle/>
          <a:p>
            <a:pPr algn="r"/>
            <a:r>
              <a:rPr lang="en-US" dirty="0">
                <a:solidFill>
                  <a:schemeClr val="bg1"/>
                </a:solidFill>
              </a:rPr>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10598EE4-0554-CFF6-2869-7590A9027017}"/>
              </a:ext>
            </a:extLst>
          </p:cNvPr>
          <p:cNvSpPr>
            <a:spLocks noGrp="1"/>
          </p:cNvSpPr>
          <p:nvPr>
            <p:ph type="sldNum" sz="quarter" idx="11"/>
          </p:nvPr>
        </p:nvSpPr>
        <p:spPr/>
        <p:txBody>
          <a:bodyPr/>
          <a:lstStyle/>
          <a:p>
            <a:fld id="{88D3ECB3-9BC1-4314-90EA-F850F5727BF0}" type="slidenum">
              <a:rPr lang="es-MX" smtClean="0"/>
              <a:pPr/>
              <a:t>2</a:t>
            </a:fld>
            <a:endParaRPr lang="es-MX" dirty="0"/>
          </a:p>
        </p:txBody>
      </p:sp>
      <p:sp>
        <p:nvSpPr>
          <p:cNvPr id="15" name="TextBox 14">
            <a:extLst>
              <a:ext uri="{FF2B5EF4-FFF2-40B4-BE49-F238E27FC236}">
                <a16:creationId xmlns:a16="http://schemas.microsoft.com/office/drawing/2014/main" id="{F6DA8418-91AD-B7E7-ADAD-CDD8BCEAAA04}"/>
              </a:ext>
            </a:extLst>
          </p:cNvPr>
          <p:cNvSpPr txBox="1"/>
          <p:nvPr/>
        </p:nvSpPr>
        <p:spPr>
          <a:xfrm>
            <a:off x="488506" y="2413157"/>
            <a:ext cx="0" cy="0"/>
          </a:xfrm>
          <a:prstGeom prst="rect">
            <a:avLst/>
          </a:prstGeom>
          <a:noFill/>
        </p:spPr>
        <p:txBody>
          <a:bodyPr wrap="none" lIns="0" tIns="0" rIns="0" bIns="0" rtlCol="0">
            <a:noAutofit/>
          </a:bodyPr>
          <a:lstStyle/>
          <a:p>
            <a:pPr defTabSz="171416" fontAlgn="base">
              <a:spcBef>
                <a:spcPct val="0"/>
              </a:spcBef>
              <a:spcAft>
                <a:spcPts val="900"/>
              </a:spcAft>
              <a:defRPr/>
            </a:pPr>
            <a:endParaRPr lang="es-MX" sz="1350" dirty="0">
              <a:solidFill>
                <a:srgbClr val="2F2E41"/>
              </a:solidFill>
              <a:latin typeface="Graphik" panose="020B0503030202060203" pitchFamily="34" charset="0"/>
              <a:cs typeface="Arial" charset="0"/>
            </a:endParaRPr>
          </a:p>
        </p:txBody>
      </p:sp>
      <p:sp>
        <p:nvSpPr>
          <p:cNvPr id="16" name="Shape 137">
            <a:extLst>
              <a:ext uri="{FF2B5EF4-FFF2-40B4-BE49-F238E27FC236}">
                <a16:creationId xmlns:a16="http://schemas.microsoft.com/office/drawing/2014/main" id="{4888CF88-6411-B3BF-3FE4-379C7990EDAC}"/>
              </a:ext>
            </a:extLst>
          </p:cNvPr>
          <p:cNvSpPr/>
          <p:nvPr/>
        </p:nvSpPr>
        <p:spPr>
          <a:xfrm>
            <a:off x="1649082" y="390614"/>
            <a:ext cx="5757513" cy="664797"/>
          </a:xfrm>
          <a:prstGeom prst="rect">
            <a:avLst/>
          </a:prstGeom>
          <a:ln w="12700">
            <a:miter lim="400000"/>
          </a:ln>
          <a:extLst>
            <a:ext uri="{C572A759-6A51-4108-AA02-DFA0A04FC94B}">
              <ma14:wrappingTextBoxFlag xmlns:ma14="http://schemas.microsoft.com/office/mac/drawingml/2011/main" xmlns="" val="1"/>
            </a:ext>
          </a:extLst>
        </p:spPr>
        <p:txBody>
          <a:bodyPr wrap="square" lIns="27432" tIns="27432" rIns="27432" bIns="27432" anchor="ctr">
            <a:spAutoFit/>
          </a:bodyPr>
          <a:lstStyle>
            <a:lvl1pPr algn="l" defTabSz="825500">
              <a:lnSpc>
                <a:spcPct val="90000"/>
              </a:lnSpc>
              <a:defRPr sz="6000" b="1" spc="-479">
                <a:solidFill>
                  <a:srgbClr val="FFFFFF"/>
                </a:solidFill>
                <a:latin typeface="Gotham Bold"/>
                <a:ea typeface="Gotham Bold"/>
                <a:cs typeface="Gotham Bold"/>
                <a:sym typeface="Gotham Bold"/>
              </a:defRPr>
            </a:lvl1pPr>
          </a:lstStyle>
          <a:p>
            <a:pPr marL="0" marR="0" lvl="0" indent="0" algn="l" defTabSz="825500" rtl="0" eaLnBrk="1" fontAlgn="base" latinLnBrk="0" hangingPunct="1">
              <a:lnSpc>
                <a:spcPct val="90000"/>
              </a:lnSpc>
              <a:spcBef>
                <a:spcPct val="0"/>
              </a:spcBef>
              <a:spcAft>
                <a:spcPct val="0"/>
              </a:spcAft>
              <a:buClrTx/>
              <a:buSzTx/>
              <a:buFontTx/>
              <a:buNone/>
              <a:tabLst/>
              <a:defRPr sz="1800" b="0" spc="0">
                <a:solidFill>
                  <a:srgbClr val="000000"/>
                </a:solidFill>
              </a:defRPr>
            </a:pPr>
            <a:r>
              <a:rPr kumimoji="0" lang="es-ES" sz="4400" b="0" i="0" u="none" strike="noStrike" kern="1200" cap="none" spc="0" normalizeH="0" baseline="0" noProof="0" dirty="0">
                <a:ln>
                  <a:noFill/>
                </a:ln>
                <a:solidFill>
                  <a:srgbClr val="FFFFFF"/>
                </a:solidFill>
                <a:effectLst/>
                <a:uLnTx/>
                <a:uFillTx/>
                <a:latin typeface="Arial Black" panose="020B0A04020102020204" pitchFamily="34" charset="0"/>
                <a:cs typeface="Calibri Bold" panose="020F0702030404030204" pitchFamily="34" charset="0"/>
                <a:sym typeface="Gotham Bold"/>
              </a:rPr>
              <a:t>Contenido</a:t>
            </a:r>
          </a:p>
        </p:txBody>
      </p:sp>
      <p:sp>
        <p:nvSpPr>
          <p:cNvPr id="17" name="TextBox 16">
            <a:extLst>
              <a:ext uri="{FF2B5EF4-FFF2-40B4-BE49-F238E27FC236}">
                <a16:creationId xmlns:a16="http://schemas.microsoft.com/office/drawing/2014/main" id="{10DFDE05-B406-BE52-856B-81067577F3B3}"/>
              </a:ext>
            </a:extLst>
          </p:cNvPr>
          <p:cNvSpPr txBox="1"/>
          <p:nvPr/>
        </p:nvSpPr>
        <p:spPr>
          <a:xfrm>
            <a:off x="64870" y="3768761"/>
            <a:ext cx="1729759" cy="300068"/>
          </a:xfrm>
          <a:prstGeom prst="rect">
            <a:avLst/>
          </a:prstGeom>
          <a:noFill/>
        </p:spPr>
        <p:txBody>
          <a:bodyPr wrap="square" lIns="57143" tIns="57143" rIns="57143" bIns="57143" rtlCol="0">
            <a:spAutoFit/>
          </a:bodyPr>
          <a:lstStyle>
            <a:defPPr>
              <a:defRPr lang="es-ES"/>
            </a:defPPr>
            <a:lvl1pPr>
              <a:spcAft>
                <a:spcPts val="0"/>
              </a:spcAft>
              <a:defRPr sz="1400" b="1">
                <a:solidFill>
                  <a:srgbClr val="FF6161"/>
                </a:solidFill>
              </a:defRPr>
            </a:lvl1pPr>
          </a:lstStyle>
          <a:p>
            <a:pPr marL="0" marR="0" lvl="0" indent="0" algn="l" defTabSz="914400" rtl="0" eaLnBrk="1" fontAlgn="base" latinLnBrk="0" hangingPunct="1">
              <a:lnSpc>
                <a:spcPct val="100000"/>
              </a:lnSpc>
              <a:spcBef>
                <a:spcPct val="0"/>
              </a:spcBef>
              <a:spcAft>
                <a:spcPts val="0"/>
              </a:spcAft>
              <a:buClrTx/>
              <a:buSzTx/>
              <a:buFontTx/>
              <a:buNone/>
              <a:tabLst/>
              <a:defRPr/>
            </a:pPr>
            <a:r>
              <a:rPr lang="es-ES" sz="1200" b="0" dirty="0">
                <a:solidFill>
                  <a:prstClr val="white"/>
                </a:solidFill>
                <a:latin typeface="Arial Black" panose="020B0A04020102020204" pitchFamily="34" charset="0"/>
              </a:rPr>
              <a:t>01 INTRODUCCIÓN</a:t>
            </a:r>
          </a:p>
        </p:txBody>
      </p:sp>
      <p:cxnSp>
        <p:nvCxnSpPr>
          <p:cNvPr id="18" name="Straight Connector 17">
            <a:extLst>
              <a:ext uri="{FF2B5EF4-FFF2-40B4-BE49-F238E27FC236}">
                <a16:creationId xmlns:a16="http://schemas.microsoft.com/office/drawing/2014/main" id="{13419D3C-3CE7-F668-0B0A-6F18EB5628DA}"/>
              </a:ext>
            </a:extLst>
          </p:cNvPr>
          <p:cNvCxnSpPr/>
          <p:nvPr/>
        </p:nvCxnSpPr>
        <p:spPr>
          <a:xfrm>
            <a:off x="924767" y="3242065"/>
            <a:ext cx="2566" cy="318692"/>
          </a:xfrm>
          <a:prstGeom prst="line">
            <a:avLst/>
          </a:prstGeom>
          <a:ln w="28575" cmpd="sng">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161635E-3EE4-0FE2-4A1A-A2F05EE1C16B}"/>
              </a:ext>
            </a:extLst>
          </p:cNvPr>
          <p:cNvCxnSpPr/>
          <p:nvPr/>
        </p:nvCxnSpPr>
        <p:spPr>
          <a:xfrm flipV="1">
            <a:off x="2628051" y="2854173"/>
            <a:ext cx="0" cy="318692"/>
          </a:xfrm>
          <a:prstGeom prst="line">
            <a:avLst/>
          </a:prstGeom>
          <a:ln w="28575" cmpd="sng">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DE7EF48-11EA-0987-2EF0-5B4F76F3C145}"/>
              </a:ext>
            </a:extLst>
          </p:cNvPr>
          <p:cNvCxnSpPr>
            <a:cxnSpLocks/>
          </p:cNvCxnSpPr>
          <p:nvPr/>
        </p:nvCxnSpPr>
        <p:spPr>
          <a:xfrm flipV="1">
            <a:off x="0" y="3172865"/>
            <a:ext cx="9144000" cy="33295"/>
          </a:xfrm>
          <a:prstGeom prst="line">
            <a:avLst/>
          </a:prstGeom>
          <a:ln w="76200" cmpd="sng">
            <a:solidFill>
              <a:schemeClr val="bg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979A968-7639-A9E0-8A80-BAF5B0755EBE}"/>
              </a:ext>
            </a:extLst>
          </p:cNvPr>
          <p:cNvSpPr txBox="1"/>
          <p:nvPr/>
        </p:nvSpPr>
        <p:spPr>
          <a:xfrm>
            <a:off x="2070133" y="2197298"/>
            <a:ext cx="1332398" cy="484734"/>
          </a:xfrm>
          <a:prstGeom prst="rect">
            <a:avLst/>
          </a:prstGeom>
          <a:noFill/>
        </p:spPr>
        <p:txBody>
          <a:bodyPr wrap="square" lIns="57143" tIns="57143" rIns="57143" bIns="57143" rtlCol="0">
            <a:spAutoFit/>
          </a:bodyPr>
          <a:lstStyle>
            <a:defPPr>
              <a:defRPr lang="es-ES"/>
            </a:defPPr>
            <a:lvl1pPr>
              <a:spcAft>
                <a:spcPts val="0"/>
              </a:spcAft>
              <a:defRPr sz="1400" b="1">
                <a:solidFill>
                  <a:srgbClr val="FF6161"/>
                </a:solidFill>
              </a:defRPr>
            </a:lvl1pPr>
          </a:lstStyle>
          <a:p>
            <a:pPr marL="0" marR="0" lvl="0" indent="0" algn="l" defTabSz="914400" rtl="0" eaLnBrk="1" fontAlgn="base" latinLnBrk="0" hangingPunct="1">
              <a:lnSpc>
                <a:spcPct val="100000"/>
              </a:lnSpc>
              <a:spcBef>
                <a:spcPct val="0"/>
              </a:spcBef>
              <a:spcAft>
                <a:spcPts val="0"/>
              </a:spcAft>
              <a:buClrTx/>
              <a:buSzTx/>
              <a:buFontTx/>
              <a:buNone/>
              <a:tabLst/>
              <a:defRPr/>
            </a:pPr>
            <a:r>
              <a:rPr lang="es-ES" sz="1200" b="0" dirty="0">
                <a:solidFill>
                  <a:prstClr val="white"/>
                </a:solidFill>
                <a:latin typeface="Arial Black" panose="020B0A04020102020204" pitchFamily="34" charset="0"/>
              </a:rPr>
              <a:t>02 PORTAL EMPRESA</a:t>
            </a:r>
          </a:p>
        </p:txBody>
      </p:sp>
      <p:sp>
        <p:nvSpPr>
          <p:cNvPr id="23" name="TextBox 22">
            <a:extLst>
              <a:ext uri="{FF2B5EF4-FFF2-40B4-BE49-F238E27FC236}">
                <a16:creationId xmlns:a16="http://schemas.microsoft.com/office/drawing/2014/main" id="{3B83B66A-A969-7F5C-A2CB-5BCA188E1F96}"/>
              </a:ext>
            </a:extLst>
          </p:cNvPr>
          <p:cNvSpPr txBox="1"/>
          <p:nvPr/>
        </p:nvSpPr>
        <p:spPr>
          <a:xfrm>
            <a:off x="3704855" y="3676428"/>
            <a:ext cx="1729759" cy="484734"/>
          </a:xfrm>
          <a:prstGeom prst="rect">
            <a:avLst/>
          </a:prstGeom>
          <a:noFill/>
        </p:spPr>
        <p:txBody>
          <a:bodyPr wrap="square" lIns="57143" tIns="57143" rIns="57143" bIns="57143" rtlCol="0">
            <a:spAutoFit/>
          </a:bodyPr>
          <a:lstStyle>
            <a:defPPr>
              <a:defRPr lang="es-ES"/>
            </a:defPPr>
            <a:lvl1pPr>
              <a:spcAft>
                <a:spcPts val="0"/>
              </a:spcAft>
              <a:defRPr sz="1400" b="1">
                <a:solidFill>
                  <a:srgbClr val="FF6161"/>
                </a:solidFill>
              </a:defRPr>
            </a:lvl1pPr>
          </a:lstStyle>
          <a:p>
            <a:pPr marL="0" marR="0" lvl="0" indent="0" algn="l" defTabSz="914400" rtl="0" eaLnBrk="1" fontAlgn="base" latinLnBrk="0" hangingPunct="1">
              <a:lnSpc>
                <a:spcPct val="100000"/>
              </a:lnSpc>
              <a:spcBef>
                <a:spcPct val="0"/>
              </a:spcBef>
              <a:spcAft>
                <a:spcPts val="0"/>
              </a:spcAft>
              <a:buClrTx/>
              <a:buSzTx/>
              <a:buFontTx/>
              <a:buNone/>
              <a:tabLst/>
              <a:defRPr/>
            </a:pPr>
            <a:r>
              <a:rPr lang="es-ES" sz="1200" b="0" dirty="0">
                <a:solidFill>
                  <a:prstClr val="white"/>
                </a:solidFill>
                <a:latin typeface="Arial Black" panose="020B0A04020102020204" pitchFamily="34" charset="0"/>
              </a:rPr>
              <a:t>03 PROPUESTA TÉCNICA</a:t>
            </a:r>
          </a:p>
        </p:txBody>
      </p:sp>
      <p:cxnSp>
        <p:nvCxnSpPr>
          <p:cNvPr id="24" name="Straight Connector 23">
            <a:extLst>
              <a:ext uri="{FF2B5EF4-FFF2-40B4-BE49-F238E27FC236}">
                <a16:creationId xmlns:a16="http://schemas.microsoft.com/office/drawing/2014/main" id="{834A5F8A-AFDA-3117-0F35-6A8DB071D0D5}"/>
              </a:ext>
            </a:extLst>
          </p:cNvPr>
          <p:cNvCxnSpPr/>
          <p:nvPr/>
        </p:nvCxnSpPr>
        <p:spPr>
          <a:xfrm>
            <a:off x="4328769" y="3228094"/>
            <a:ext cx="2566" cy="318692"/>
          </a:xfrm>
          <a:prstGeom prst="line">
            <a:avLst/>
          </a:prstGeom>
          <a:ln w="28575" cmpd="sng">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A96D36-19B7-F7FB-6004-67C461666007}"/>
              </a:ext>
            </a:extLst>
          </p:cNvPr>
          <p:cNvCxnSpPr/>
          <p:nvPr/>
        </p:nvCxnSpPr>
        <p:spPr>
          <a:xfrm flipV="1">
            <a:off x="6032053" y="2832239"/>
            <a:ext cx="0" cy="318692"/>
          </a:xfrm>
          <a:prstGeom prst="line">
            <a:avLst/>
          </a:prstGeom>
          <a:ln w="28575" cmpd="sng">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848856C-B713-48D4-4228-2CB04201B8C8}"/>
              </a:ext>
            </a:extLst>
          </p:cNvPr>
          <p:cNvSpPr txBox="1"/>
          <p:nvPr/>
        </p:nvSpPr>
        <p:spPr>
          <a:xfrm>
            <a:off x="5328957" y="2197298"/>
            <a:ext cx="1406191" cy="484734"/>
          </a:xfrm>
          <a:prstGeom prst="rect">
            <a:avLst/>
          </a:prstGeom>
          <a:noFill/>
        </p:spPr>
        <p:txBody>
          <a:bodyPr wrap="square" lIns="57143" tIns="57143" rIns="57143" bIns="57143" rtlCol="0">
            <a:spAutoFit/>
          </a:bodyPr>
          <a:lstStyle>
            <a:defPPr>
              <a:defRPr lang="es-ES"/>
            </a:defPPr>
            <a:lvl1pPr>
              <a:spcAft>
                <a:spcPts val="0"/>
              </a:spcAft>
              <a:defRPr sz="1400" b="1">
                <a:solidFill>
                  <a:srgbClr val="FF6161"/>
                </a:solidFill>
              </a:defRPr>
            </a:lvl1pPr>
          </a:lstStyle>
          <a:p>
            <a:pPr marL="0" marR="0" lvl="0" indent="0" algn="l" defTabSz="914400" rtl="0" eaLnBrk="1" fontAlgn="base" latinLnBrk="0" hangingPunct="1">
              <a:lnSpc>
                <a:spcPct val="100000"/>
              </a:lnSpc>
              <a:spcBef>
                <a:spcPct val="0"/>
              </a:spcBef>
              <a:spcAft>
                <a:spcPts val="0"/>
              </a:spcAft>
              <a:buClrTx/>
              <a:buSzTx/>
              <a:buFontTx/>
              <a:buNone/>
              <a:tabLst/>
              <a:defRPr/>
            </a:pPr>
            <a:r>
              <a:rPr lang="es-ES" sz="1200" b="0" dirty="0">
                <a:solidFill>
                  <a:prstClr val="white"/>
                </a:solidFill>
                <a:latin typeface="Arial Black" panose="020B0A04020102020204" pitchFamily="34" charset="0"/>
              </a:rPr>
              <a:t>04 PROPUESTA ECONÓMICA</a:t>
            </a:r>
          </a:p>
        </p:txBody>
      </p:sp>
      <p:sp>
        <p:nvSpPr>
          <p:cNvPr id="30" name="TextBox 29">
            <a:extLst>
              <a:ext uri="{FF2B5EF4-FFF2-40B4-BE49-F238E27FC236}">
                <a16:creationId xmlns:a16="http://schemas.microsoft.com/office/drawing/2014/main" id="{2C34BCDE-F2E0-BAF5-111C-EDE1A48B3B8E}"/>
              </a:ext>
            </a:extLst>
          </p:cNvPr>
          <p:cNvSpPr txBox="1"/>
          <p:nvPr/>
        </p:nvSpPr>
        <p:spPr>
          <a:xfrm>
            <a:off x="6946257" y="3676428"/>
            <a:ext cx="2193212" cy="484734"/>
          </a:xfrm>
          <a:prstGeom prst="rect">
            <a:avLst/>
          </a:prstGeom>
          <a:noFill/>
        </p:spPr>
        <p:txBody>
          <a:bodyPr wrap="square" lIns="57143" tIns="57143" rIns="57143" bIns="57143" rtlCol="0">
            <a:spAutoFit/>
          </a:bodyPr>
          <a:lstStyle>
            <a:defPPr>
              <a:defRPr lang="es-ES"/>
            </a:defPPr>
            <a:lvl1pPr>
              <a:spcAft>
                <a:spcPts val="0"/>
              </a:spcAft>
              <a:defRPr sz="1400" b="1">
                <a:solidFill>
                  <a:srgbClr val="FF6161"/>
                </a:solidFill>
              </a:defRPr>
            </a:lvl1pPr>
          </a:lstStyle>
          <a:p>
            <a:pPr marL="0" marR="0" lvl="0" indent="0" algn="l" defTabSz="914400" rtl="0" eaLnBrk="1" fontAlgn="base" latinLnBrk="0" hangingPunct="1">
              <a:lnSpc>
                <a:spcPct val="100000"/>
              </a:lnSpc>
              <a:spcBef>
                <a:spcPct val="0"/>
              </a:spcBef>
              <a:spcAft>
                <a:spcPts val="0"/>
              </a:spcAft>
              <a:buClrTx/>
              <a:buSzTx/>
              <a:buFontTx/>
              <a:buNone/>
              <a:tabLst/>
              <a:defRPr/>
            </a:pPr>
            <a:r>
              <a:rPr lang="es-ES" sz="1200" b="0" dirty="0">
                <a:solidFill>
                  <a:prstClr val="white"/>
                </a:solidFill>
                <a:latin typeface="Arial Black" panose="020B0A04020102020204" pitchFamily="34" charset="0"/>
              </a:rPr>
              <a:t>05 NUESTRA PROPUESTA DE VALOR</a:t>
            </a:r>
          </a:p>
        </p:txBody>
      </p:sp>
      <p:cxnSp>
        <p:nvCxnSpPr>
          <p:cNvPr id="31" name="Straight Connector 30">
            <a:extLst>
              <a:ext uri="{FF2B5EF4-FFF2-40B4-BE49-F238E27FC236}">
                <a16:creationId xmlns:a16="http://schemas.microsoft.com/office/drawing/2014/main" id="{5953652F-318B-4F64-7039-BD6BC93D5C7F}"/>
              </a:ext>
            </a:extLst>
          </p:cNvPr>
          <p:cNvCxnSpPr>
            <a:cxnSpLocks/>
          </p:cNvCxnSpPr>
          <p:nvPr/>
        </p:nvCxnSpPr>
        <p:spPr>
          <a:xfrm>
            <a:off x="7732772" y="3150931"/>
            <a:ext cx="2566" cy="318692"/>
          </a:xfrm>
          <a:prstGeom prst="line">
            <a:avLst/>
          </a:prstGeom>
          <a:ln w="28575" cmpd="sng">
            <a:solidFill>
              <a:schemeClr val="bg1"/>
            </a:solidFill>
            <a:tailEnd type="oval"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7183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939E2855-43B8-6873-A549-54951B36459A}"/>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74A9632E-122A-BC85-17C0-E93D39E1CE6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74A9632E-122A-BC85-17C0-E93D39E1CE6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198937A1-C268-68B0-C6B1-2C2FF66D91B1}"/>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I</a:t>
            </a:r>
            <a:r>
              <a:rPr lang="es-MX" sz="800" b="1" kern="0" spc="300" dirty="0">
                <a:solidFill>
                  <a:srgbClr val="C8102E"/>
                </a:solidFill>
                <a:latin typeface="Graphik" panose="020B0503030202060203" pitchFamily="34" charset="0"/>
              </a:rPr>
              <a:t>NTRODUCCION</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EF597237-8C5E-37BE-29DE-2E890C6EF764}"/>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dirty="0">
                <a:solidFill>
                  <a:srgbClr val="1E293B"/>
                </a:solidFill>
                <a:latin typeface="Graphik" panose="020B0503030202060203" pitchFamily="34" charset="0"/>
              </a:rPr>
              <a:t>El portal empresa en el contexto del plan 2030</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0A366E6C-17A6-19DA-461E-27109C3640E3}"/>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E0B9E0C4-8DC4-DBD7-6952-0894A1CBD8C1}"/>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E1D72268-7FEF-8492-5C6B-FFFA4FF08891}"/>
              </a:ext>
            </a:extLst>
          </p:cNvPr>
          <p:cNvSpPr>
            <a:spLocks noGrp="1"/>
          </p:cNvSpPr>
          <p:nvPr>
            <p:ph type="sldNum" sz="quarter" idx="11"/>
          </p:nvPr>
        </p:nvSpPr>
        <p:spPr/>
        <p:txBody>
          <a:bodyPr/>
          <a:lstStyle/>
          <a:p>
            <a:fld id="{88D3ECB3-9BC1-4314-90EA-F850F5727BF0}" type="slidenum">
              <a:rPr lang="es-MX" smtClean="0"/>
              <a:pPr/>
              <a:t>3</a:t>
            </a:fld>
            <a:endParaRPr lang="es-MX" dirty="0"/>
          </a:p>
        </p:txBody>
      </p:sp>
      <p:sp>
        <p:nvSpPr>
          <p:cNvPr id="6" name="Text 2">
            <a:extLst>
              <a:ext uri="{FF2B5EF4-FFF2-40B4-BE49-F238E27FC236}">
                <a16:creationId xmlns:a16="http://schemas.microsoft.com/office/drawing/2014/main" id="{93017CFD-9554-14CE-10A6-C0662E054C11}"/>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La batalla por el cliente primario se gana </a:t>
            </a:r>
            <a:r>
              <a:rPr lang="es-MX" sz="1400" b="1" dirty="0">
                <a:solidFill>
                  <a:srgbClr val="CC0000"/>
                </a:solidFill>
                <a:latin typeface="Graphik" panose="020B0503030202060203" pitchFamily="34" charset="0"/>
              </a:rPr>
              <a:t>empresa por empresa</a:t>
            </a:r>
          </a:p>
        </p:txBody>
      </p:sp>
      <p:sp>
        <p:nvSpPr>
          <p:cNvPr id="8" name="Rectangle 7">
            <a:extLst>
              <a:ext uri="{FF2B5EF4-FFF2-40B4-BE49-F238E27FC236}">
                <a16:creationId xmlns:a16="http://schemas.microsoft.com/office/drawing/2014/main" id="{A40FB2D6-B6DF-7CB6-C5FE-B8727D34D8A7}"/>
              </a:ext>
            </a:extLst>
          </p:cNvPr>
          <p:cNvSpPr/>
          <p:nvPr/>
        </p:nvSpPr>
        <p:spPr>
          <a:xfrm>
            <a:off x="457200" y="1273123"/>
            <a:ext cx="45719" cy="2266065"/>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2">
            <a:extLst>
              <a:ext uri="{FF2B5EF4-FFF2-40B4-BE49-F238E27FC236}">
                <a16:creationId xmlns:a16="http://schemas.microsoft.com/office/drawing/2014/main" id="{C63BC655-7132-1BE9-FF96-86144F413F19}"/>
              </a:ext>
            </a:extLst>
          </p:cNvPr>
          <p:cNvSpPr/>
          <p:nvPr/>
        </p:nvSpPr>
        <p:spPr>
          <a:xfrm>
            <a:off x="627460" y="1273122"/>
            <a:ext cx="2380132" cy="2266065"/>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EL RETO</a:t>
            </a:r>
          </a:p>
          <a:p>
            <a:endParaRPr lang="es-MX" sz="1000" b="1" dirty="0">
              <a:solidFill>
                <a:srgbClr val="CC0000"/>
              </a:solidFill>
              <a:latin typeface="Graphik" panose="020B0503030202060203" pitchFamily="34" charset="0"/>
            </a:endParaRPr>
          </a:p>
          <a:p>
            <a:pPr algn="just"/>
            <a:r>
              <a:rPr lang="es-MX" sz="1000" dirty="0">
                <a:latin typeface="Graphik" panose="020B0503030202060203" pitchFamily="34" charset="0"/>
              </a:rPr>
              <a:t>Duplicar la cartera de clientes primarios hacia 2030 exige más que productos competitivos, </a:t>
            </a:r>
            <a:r>
              <a:rPr lang="es-MX" sz="1000" b="1" dirty="0">
                <a:latin typeface="Graphik" panose="020B0503030202060203" pitchFamily="34" charset="0"/>
              </a:rPr>
              <a:t>exige una nueva forma de captar. </a:t>
            </a:r>
            <a:r>
              <a:rPr lang="es-MX" sz="1000" dirty="0">
                <a:latin typeface="Graphik" panose="020B0503030202060203" pitchFamily="34" charset="0"/>
              </a:rPr>
              <a:t>La nómina es el punto de entrada natural, </a:t>
            </a:r>
            <a:r>
              <a:rPr lang="es-MX" sz="1000" b="1" dirty="0">
                <a:latin typeface="Graphik" panose="020B0503030202060203" pitchFamily="34" charset="0"/>
              </a:rPr>
              <a:t>pero la ventaja real está en ganar la relación con la empresa antes de llegar al empleado</a:t>
            </a:r>
            <a:r>
              <a:rPr lang="es-MX" sz="1000" dirty="0">
                <a:latin typeface="Graphik" panose="020B0503030202060203" pitchFamily="34" charset="0"/>
              </a:rPr>
              <a:t>. Hoy, ese proceso no está diseñado para escalar.</a:t>
            </a:r>
            <a:endParaRPr lang="es-MX" sz="1000" b="1" dirty="0">
              <a:solidFill>
                <a:srgbClr val="CC0000"/>
              </a:solidFill>
              <a:latin typeface="Graphik" panose="020B0503030202060203" pitchFamily="34" charset="0"/>
            </a:endParaRPr>
          </a:p>
          <a:p>
            <a:endParaRPr lang="es-MX" sz="1000" b="1" dirty="0">
              <a:solidFill>
                <a:srgbClr val="CC0000"/>
              </a:solidFill>
              <a:latin typeface="Graphik" panose="020B0503030202060203" pitchFamily="34" charset="0"/>
            </a:endParaRPr>
          </a:p>
        </p:txBody>
      </p:sp>
      <p:sp>
        <p:nvSpPr>
          <p:cNvPr id="10" name="Rectangle 9">
            <a:extLst>
              <a:ext uri="{FF2B5EF4-FFF2-40B4-BE49-F238E27FC236}">
                <a16:creationId xmlns:a16="http://schemas.microsoft.com/office/drawing/2014/main" id="{D9914E48-BC86-CA11-CF15-5086EE299170}"/>
              </a:ext>
            </a:extLst>
          </p:cNvPr>
          <p:cNvSpPr/>
          <p:nvPr/>
        </p:nvSpPr>
        <p:spPr>
          <a:xfrm>
            <a:off x="3350448" y="1273124"/>
            <a:ext cx="45719" cy="2266065"/>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2">
            <a:extLst>
              <a:ext uri="{FF2B5EF4-FFF2-40B4-BE49-F238E27FC236}">
                <a16:creationId xmlns:a16="http://schemas.microsoft.com/office/drawing/2014/main" id="{70541DF6-AF94-C972-E122-63FE03ED3B57}"/>
              </a:ext>
            </a:extLst>
          </p:cNvPr>
          <p:cNvSpPr/>
          <p:nvPr/>
        </p:nvSpPr>
        <p:spPr>
          <a:xfrm>
            <a:off x="3520708" y="1273123"/>
            <a:ext cx="2380132" cy="2266065"/>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EL PROBLEMA</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Cada empresa que incorpora su nómina a Scotiabank </a:t>
            </a:r>
            <a:r>
              <a:rPr lang="es-MX" sz="1000" b="1" dirty="0">
                <a:solidFill>
                  <a:srgbClr val="1A1A1A"/>
                </a:solidFill>
                <a:latin typeface="Graphik" panose="020B0503030202060203" pitchFamily="34" charset="0"/>
              </a:rPr>
              <a:t>abre una ventana de captación masiva.</a:t>
            </a:r>
            <a:r>
              <a:rPr lang="es-MX" sz="1000" dirty="0">
                <a:solidFill>
                  <a:srgbClr val="1A1A1A"/>
                </a:solidFill>
                <a:latin typeface="Graphik" panose="020B0503030202060203" pitchFamily="34" charset="0"/>
              </a:rPr>
              <a:t> Pero esa ventana tiene un tiempo límite: </a:t>
            </a:r>
            <a:r>
              <a:rPr lang="es-MX" sz="1000" b="1" dirty="0">
                <a:solidFill>
                  <a:srgbClr val="1A1A1A"/>
                </a:solidFill>
                <a:latin typeface="Graphik" panose="020B0503030202060203" pitchFamily="34" charset="0"/>
              </a:rPr>
              <a:t>si el proceso de alta es lento, la oportunidad de convertir al empleado en cliente primario se pierde antes de comenzar.</a:t>
            </a:r>
            <a:r>
              <a:rPr lang="es-MX" sz="1000" dirty="0">
                <a:solidFill>
                  <a:srgbClr val="1A1A1A"/>
                </a:solidFill>
                <a:latin typeface="Graphik" panose="020B0503030202060203" pitchFamily="34" charset="0"/>
              </a:rPr>
              <a:t> Hoy, ese proceso depende de esfuerzo manual, visitas a sucursal y seguimiento fragmentado, tanto para el banco como para la empresa.</a:t>
            </a:r>
          </a:p>
        </p:txBody>
      </p:sp>
      <p:sp>
        <p:nvSpPr>
          <p:cNvPr id="12" name="Rectangle 11">
            <a:extLst>
              <a:ext uri="{FF2B5EF4-FFF2-40B4-BE49-F238E27FC236}">
                <a16:creationId xmlns:a16="http://schemas.microsoft.com/office/drawing/2014/main" id="{469F1C65-7AC7-54FA-CEB0-889A6F45B1E1}"/>
              </a:ext>
            </a:extLst>
          </p:cNvPr>
          <p:cNvSpPr/>
          <p:nvPr/>
        </p:nvSpPr>
        <p:spPr>
          <a:xfrm>
            <a:off x="6243697" y="1273125"/>
            <a:ext cx="45719" cy="2266065"/>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 2">
            <a:extLst>
              <a:ext uri="{FF2B5EF4-FFF2-40B4-BE49-F238E27FC236}">
                <a16:creationId xmlns:a16="http://schemas.microsoft.com/office/drawing/2014/main" id="{71FE9245-7AC0-D4DB-5E2F-3DE1A8428594}"/>
              </a:ext>
            </a:extLst>
          </p:cNvPr>
          <p:cNvSpPr/>
          <p:nvPr/>
        </p:nvSpPr>
        <p:spPr>
          <a:xfrm>
            <a:off x="6413957" y="1273124"/>
            <a:ext cx="2380132" cy="2266065"/>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LA OPORTUNIDAD</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México cuenta con </a:t>
            </a:r>
            <a:r>
              <a:rPr lang="es-MX" sz="1000" b="1" dirty="0">
                <a:solidFill>
                  <a:srgbClr val="1A1A1A"/>
                </a:solidFill>
                <a:latin typeface="Graphik" panose="020B0503030202060203" pitchFamily="34" charset="0"/>
              </a:rPr>
              <a:t>~30M de cuentas de nómina activas,</a:t>
            </a:r>
            <a:r>
              <a:rPr lang="es-MX" sz="1000" dirty="0">
                <a:solidFill>
                  <a:srgbClr val="1A1A1A"/>
                </a:solidFill>
                <a:latin typeface="Graphik" panose="020B0503030202060203" pitchFamily="34" charset="0"/>
              </a:rPr>
              <a:t> el producto bancario más extendido del país. Cada año, </a:t>
            </a:r>
            <a:r>
              <a:rPr lang="es-MX" sz="1000" b="1" dirty="0">
                <a:solidFill>
                  <a:srgbClr val="1A1A1A"/>
                </a:solidFill>
                <a:latin typeface="Graphik" panose="020B0503030202060203" pitchFamily="34" charset="0"/>
              </a:rPr>
              <a:t>1.7 millones de personas ejercen su derecho a portabilidad.</a:t>
            </a:r>
            <a:r>
              <a:rPr lang="es-MX" sz="1000" dirty="0">
                <a:solidFill>
                  <a:srgbClr val="1A1A1A"/>
                </a:solidFill>
                <a:latin typeface="Graphik" panose="020B0503030202060203" pitchFamily="34" charset="0"/>
              </a:rPr>
              <a:t> En ese contexto, la velocidad con la que Scotiabank incorpora a un nuevo nómina habiente no es una métrica operativa — es una ventaja competitiva que se gana o se pierde empresa por empresa.</a:t>
            </a:r>
          </a:p>
        </p:txBody>
      </p:sp>
      <p:sp>
        <p:nvSpPr>
          <p:cNvPr id="4" name="Rectangle 3">
            <a:extLst>
              <a:ext uri="{FF2B5EF4-FFF2-40B4-BE49-F238E27FC236}">
                <a16:creationId xmlns:a16="http://schemas.microsoft.com/office/drawing/2014/main" id="{855DF663-8EB9-A5C6-479B-8CA63B2AAC27}"/>
              </a:ext>
            </a:extLst>
          </p:cNvPr>
          <p:cNvSpPr/>
          <p:nvPr/>
        </p:nvSpPr>
        <p:spPr>
          <a:xfrm>
            <a:off x="457200" y="3715028"/>
            <a:ext cx="8336889" cy="1041167"/>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 2">
            <a:extLst>
              <a:ext uri="{FF2B5EF4-FFF2-40B4-BE49-F238E27FC236}">
                <a16:creationId xmlns:a16="http://schemas.microsoft.com/office/drawing/2014/main" id="{9584AA46-1B20-22C7-B709-596346A33162}"/>
              </a:ext>
            </a:extLst>
          </p:cNvPr>
          <p:cNvSpPr/>
          <p:nvPr/>
        </p:nvSpPr>
        <p:spPr>
          <a:xfrm>
            <a:off x="547974" y="3849495"/>
            <a:ext cx="8138826" cy="84091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LA SOLUCION: PORTAL EMPRESA A LA MEDIDA DE SCOTIABANK</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Accenture propone una solución construida desde la estrategia de Scotiabank. Un Portal de Empresas a la medida que redefine la forma en que el banco incorpora, activa y escala su base de nómina habientes, convirtiendo cada empresa cliente en un canal de crecimiento de clientes primarios.</a:t>
            </a:r>
          </a:p>
        </p:txBody>
      </p:sp>
    </p:spTree>
    <p:extLst>
      <p:ext uri="{BB962C8B-B14F-4D97-AF65-F5344CB8AC3E}">
        <p14:creationId xmlns:p14="http://schemas.microsoft.com/office/powerpoint/2010/main" val="1138007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69F61971-62CA-449B-6C7A-777E7AA11738}"/>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DED5E816-B346-13FE-8575-EC3FB8AB3A9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DED5E816-B346-13FE-8575-EC3FB8AB3A9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C86CFE72-07E4-5480-97FD-E57576FAA47A}"/>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EL PORTAL EMPRESA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5C8DE15B-CB8F-9D99-4957-36C01AA27032}"/>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dirty="0">
                <a:solidFill>
                  <a:srgbClr val="1E293B"/>
                </a:solidFill>
                <a:latin typeface="Graphik" panose="020B0503030202060203" pitchFamily="34" charset="0"/>
              </a:rPr>
              <a:t>Características funcionales</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54DFB339-C8DD-F703-CA65-29028CE76F15}"/>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5183E415-7386-1D1E-4EAD-625FE93D9FAF}"/>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BD935C22-4815-8F11-949B-4F161EAF28D5}"/>
              </a:ext>
            </a:extLst>
          </p:cNvPr>
          <p:cNvSpPr>
            <a:spLocks noGrp="1"/>
          </p:cNvSpPr>
          <p:nvPr>
            <p:ph type="sldNum" sz="quarter" idx="11"/>
          </p:nvPr>
        </p:nvSpPr>
        <p:spPr/>
        <p:txBody>
          <a:bodyPr/>
          <a:lstStyle/>
          <a:p>
            <a:fld id="{88D3ECB3-9BC1-4314-90EA-F850F5727BF0}" type="slidenum">
              <a:rPr lang="es-MX" smtClean="0"/>
              <a:pPr/>
              <a:t>4</a:t>
            </a:fld>
            <a:endParaRPr lang="es-MX" dirty="0"/>
          </a:p>
        </p:txBody>
      </p:sp>
      <p:sp>
        <p:nvSpPr>
          <p:cNvPr id="6" name="Text 2">
            <a:extLst>
              <a:ext uri="{FF2B5EF4-FFF2-40B4-BE49-F238E27FC236}">
                <a16:creationId xmlns:a16="http://schemas.microsoft.com/office/drawing/2014/main" id="{1C5BBD6B-504E-D6C0-17B7-827BCA6784B6}"/>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Cada funcionalidad será desarrollada a la medida de </a:t>
            </a:r>
            <a:r>
              <a:rPr lang="es-MX" sz="1400" b="1" dirty="0">
                <a:solidFill>
                  <a:srgbClr val="CC0000"/>
                </a:solidFill>
                <a:latin typeface="Graphik" panose="020B0503030202060203" pitchFamily="34" charset="0"/>
              </a:rPr>
              <a:t>Scotiabank</a:t>
            </a:r>
          </a:p>
        </p:txBody>
      </p:sp>
      <p:grpSp>
        <p:nvGrpSpPr>
          <p:cNvPr id="37" name="Group 36">
            <a:extLst>
              <a:ext uri="{FF2B5EF4-FFF2-40B4-BE49-F238E27FC236}">
                <a16:creationId xmlns:a16="http://schemas.microsoft.com/office/drawing/2014/main" id="{30F35D88-2F50-3FDB-62A8-16296EB78FBE}"/>
              </a:ext>
            </a:extLst>
          </p:cNvPr>
          <p:cNvGrpSpPr/>
          <p:nvPr/>
        </p:nvGrpSpPr>
        <p:grpSpPr>
          <a:xfrm>
            <a:off x="403555" y="1161928"/>
            <a:ext cx="4114800" cy="822960"/>
            <a:chOff x="403555" y="1161928"/>
            <a:chExt cx="4114800" cy="822960"/>
          </a:xfrm>
        </p:grpSpPr>
        <p:sp>
          <p:nvSpPr>
            <p:cNvPr id="4" name="Rectangle 3">
              <a:extLst>
                <a:ext uri="{FF2B5EF4-FFF2-40B4-BE49-F238E27FC236}">
                  <a16:creationId xmlns:a16="http://schemas.microsoft.com/office/drawing/2014/main" id="{7FA556C6-F155-C986-7451-6A53C900C779}"/>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7" name="Text 2">
              <a:extLst>
                <a:ext uri="{FF2B5EF4-FFF2-40B4-BE49-F238E27FC236}">
                  <a16:creationId xmlns:a16="http://schemas.microsoft.com/office/drawing/2014/main" id="{E00F2801-06E3-9C5C-E680-3A1550159F18}"/>
                </a:ext>
              </a:extLst>
            </p:cNvPr>
            <p:cNvSpPr/>
            <p:nvPr/>
          </p:nvSpPr>
          <p:spPr>
            <a:xfrm>
              <a:off x="510847" y="1244865"/>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ALTA INDIVIDUAL O MASIVA</a:t>
              </a:r>
            </a:p>
            <a:p>
              <a:r>
                <a:rPr lang="es-MX" sz="1000" dirty="0">
                  <a:solidFill>
                    <a:srgbClr val="1A1A1A"/>
                  </a:solidFill>
                  <a:latin typeface="Graphik" panose="020B0503030202060203" pitchFamily="34" charset="0"/>
                </a:rPr>
                <a:t>Incorporación de empleados de forma unitaria o por carga masiva de archivo, reduciendo el tiempo de creación de cuentas.</a:t>
              </a:r>
            </a:p>
          </p:txBody>
        </p:sp>
      </p:grpSp>
      <p:grpSp>
        <p:nvGrpSpPr>
          <p:cNvPr id="38" name="Group 37">
            <a:extLst>
              <a:ext uri="{FF2B5EF4-FFF2-40B4-BE49-F238E27FC236}">
                <a16:creationId xmlns:a16="http://schemas.microsoft.com/office/drawing/2014/main" id="{DA7624AC-2A17-67CA-AAAE-DCACEBEBA656}"/>
              </a:ext>
            </a:extLst>
          </p:cNvPr>
          <p:cNvGrpSpPr/>
          <p:nvPr/>
        </p:nvGrpSpPr>
        <p:grpSpPr>
          <a:xfrm>
            <a:off x="4670755" y="1161928"/>
            <a:ext cx="4114800" cy="822960"/>
            <a:chOff x="4670755" y="1161928"/>
            <a:chExt cx="4114800" cy="822960"/>
          </a:xfrm>
        </p:grpSpPr>
        <p:sp>
          <p:nvSpPr>
            <p:cNvPr id="14" name="Rectangle 13">
              <a:extLst>
                <a:ext uri="{FF2B5EF4-FFF2-40B4-BE49-F238E27FC236}">
                  <a16:creationId xmlns:a16="http://schemas.microsoft.com/office/drawing/2014/main" id="{EEC2D896-7B1A-4166-59E0-4C235865C45A}"/>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5" name="Text 2">
              <a:extLst>
                <a:ext uri="{FF2B5EF4-FFF2-40B4-BE49-F238E27FC236}">
                  <a16:creationId xmlns:a16="http://schemas.microsoft.com/office/drawing/2014/main" id="{DDF4D5CA-17B4-0131-5734-2C0A0C300AC7}"/>
                </a:ext>
              </a:extLst>
            </p:cNvPr>
            <p:cNvSpPr/>
            <p:nvPr/>
          </p:nvSpPr>
          <p:spPr>
            <a:xfrm>
              <a:off x="4778047" y="1244865"/>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APERTURA DE CUENTA DIGITAL</a:t>
              </a:r>
            </a:p>
            <a:p>
              <a:r>
                <a:rPr lang="es-MX" sz="1000" dirty="0">
                  <a:solidFill>
                    <a:srgbClr val="1A1A1A"/>
                  </a:solidFill>
                  <a:latin typeface="Graphik" panose="020B0503030202060203" pitchFamily="34" charset="0"/>
                </a:rPr>
                <a:t>Flujo de alta de cuentas bancarias 100% en línea, con verificación de identidad integrada, sin visita a sucursal.</a:t>
              </a:r>
            </a:p>
          </p:txBody>
        </p:sp>
      </p:grpSp>
      <p:grpSp>
        <p:nvGrpSpPr>
          <p:cNvPr id="35" name="Group 34">
            <a:extLst>
              <a:ext uri="{FF2B5EF4-FFF2-40B4-BE49-F238E27FC236}">
                <a16:creationId xmlns:a16="http://schemas.microsoft.com/office/drawing/2014/main" id="{5CD56D9E-47FB-7C54-44AC-7B41014BF307}"/>
              </a:ext>
            </a:extLst>
          </p:cNvPr>
          <p:cNvGrpSpPr/>
          <p:nvPr/>
        </p:nvGrpSpPr>
        <p:grpSpPr>
          <a:xfrm>
            <a:off x="403555" y="2061847"/>
            <a:ext cx="4114800" cy="822960"/>
            <a:chOff x="403555" y="2039922"/>
            <a:chExt cx="4114800" cy="822960"/>
          </a:xfrm>
        </p:grpSpPr>
        <p:sp>
          <p:nvSpPr>
            <p:cNvPr id="16" name="Rectangle 15">
              <a:extLst>
                <a:ext uri="{FF2B5EF4-FFF2-40B4-BE49-F238E27FC236}">
                  <a16:creationId xmlns:a16="http://schemas.microsoft.com/office/drawing/2014/main" id="{9A1A1F20-57BF-D285-87F6-8ED8CE5769D9}"/>
                </a:ext>
              </a:extLst>
            </p:cNvPr>
            <p:cNvSpPr/>
            <p:nvPr/>
          </p:nvSpPr>
          <p:spPr>
            <a:xfrm>
              <a:off x="4035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7" name="Text 2">
              <a:extLst>
                <a:ext uri="{FF2B5EF4-FFF2-40B4-BE49-F238E27FC236}">
                  <a16:creationId xmlns:a16="http://schemas.microsoft.com/office/drawing/2014/main" id="{746411F9-3EB2-4039-B650-7F214392C096}"/>
                </a:ext>
              </a:extLst>
            </p:cNvPr>
            <p:cNvSpPr/>
            <p:nvPr/>
          </p:nvSpPr>
          <p:spPr>
            <a:xfrm>
              <a:off x="5108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GESTION DE CENTRO DE TRABAJO</a:t>
              </a:r>
            </a:p>
            <a:p>
              <a:r>
                <a:rPr lang="es-MX" sz="1000" dirty="0">
                  <a:solidFill>
                    <a:srgbClr val="1A1A1A"/>
                  </a:solidFill>
                  <a:latin typeface="Graphik" panose="020B0503030202060203" pitchFamily="34" charset="0"/>
                </a:rPr>
                <a:t>Administración centralizada de múltiples ubicaciones desde un único panel, con soporte para carga individual o masiva.</a:t>
              </a:r>
            </a:p>
          </p:txBody>
        </p:sp>
      </p:grpSp>
      <p:grpSp>
        <p:nvGrpSpPr>
          <p:cNvPr id="36" name="Group 35">
            <a:extLst>
              <a:ext uri="{FF2B5EF4-FFF2-40B4-BE49-F238E27FC236}">
                <a16:creationId xmlns:a16="http://schemas.microsoft.com/office/drawing/2014/main" id="{BCD7AC46-F15B-8974-367D-BC92C2AFF2B3}"/>
              </a:ext>
            </a:extLst>
          </p:cNvPr>
          <p:cNvGrpSpPr/>
          <p:nvPr/>
        </p:nvGrpSpPr>
        <p:grpSpPr>
          <a:xfrm>
            <a:off x="4670755" y="2061847"/>
            <a:ext cx="4114800" cy="822960"/>
            <a:chOff x="4670755" y="2039922"/>
            <a:chExt cx="4114800" cy="822960"/>
          </a:xfrm>
        </p:grpSpPr>
        <p:sp>
          <p:nvSpPr>
            <p:cNvPr id="18" name="Rectangle 17">
              <a:extLst>
                <a:ext uri="{FF2B5EF4-FFF2-40B4-BE49-F238E27FC236}">
                  <a16:creationId xmlns:a16="http://schemas.microsoft.com/office/drawing/2014/main" id="{CD02FA9E-8266-B42A-E8D6-823F61D556E7}"/>
                </a:ext>
              </a:extLst>
            </p:cNvPr>
            <p:cNvSpPr/>
            <p:nvPr/>
          </p:nvSpPr>
          <p:spPr>
            <a:xfrm>
              <a:off x="46707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9" name="Text 2">
              <a:extLst>
                <a:ext uri="{FF2B5EF4-FFF2-40B4-BE49-F238E27FC236}">
                  <a16:creationId xmlns:a16="http://schemas.microsoft.com/office/drawing/2014/main" id="{9A2765AE-C57A-FF64-D273-9954E82DE37C}"/>
                </a:ext>
              </a:extLst>
            </p:cNvPr>
            <p:cNvSpPr/>
            <p:nvPr/>
          </p:nvSpPr>
          <p:spPr>
            <a:xfrm>
              <a:off x="47780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GESTION DE STOCK DE TARJETAS DE CREDITO</a:t>
              </a:r>
            </a:p>
            <a:p>
              <a:r>
                <a:rPr lang="es-MX" sz="1000" dirty="0">
                  <a:solidFill>
                    <a:srgbClr val="1A1A1A"/>
                  </a:solidFill>
                  <a:latin typeface="Graphik" panose="020B0503030202060203" pitchFamily="34" charset="0"/>
                </a:rPr>
                <a:t>Control del inventario por centro de trabajo, visibilidad en tiempo real y solicitudes de resurtido antes de niveles críticos.</a:t>
              </a:r>
            </a:p>
          </p:txBody>
        </p:sp>
      </p:grpSp>
      <p:grpSp>
        <p:nvGrpSpPr>
          <p:cNvPr id="33" name="Group 32">
            <a:extLst>
              <a:ext uri="{FF2B5EF4-FFF2-40B4-BE49-F238E27FC236}">
                <a16:creationId xmlns:a16="http://schemas.microsoft.com/office/drawing/2014/main" id="{2A0D3529-B924-BFEF-0900-D65EAF3E3E03}"/>
              </a:ext>
            </a:extLst>
          </p:cNvPr>
          <p:cNvGrpSpPr/>
          <p:nvPr/>
        </p:nvGrpSpPr>
        <p:grpSpPr>
          <a:xfrm>
            <a:off x="403555" y="2961766"/>
            <a:ext cx="4114800" cy="822960"/>
            <a:chOff x="403555" y="2895671"/>
            <a:chExt cx="4114800" cy="822960"/>
          </a:xfrm>
        </p:grpSpPr>
        <p:sp>
          <p:nvSpPr>
            <p:cNvPr id="20" name="Rectangle 19">
              <a:extLst>
                <a:ext uri="{FF2B5EF4-FFF2-40B4-BE49-F238E27FC236}">
                  <a16:creationId xmlns:a16="http://schemas.microsoft.com/office/drawing/2014/main" id="{E650B57E-3240-B747-4EAB-60A8DDD1152D}"/>
                </a:ext>
              </a:extLst>
            </p:cNvPr>
            <p:cNvSpPr/>
            <p:nvPr/>
          </p:nvSpPr>
          <p:spPr>
            <a:xfrm>
              <a:off x="4035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1" name="Text 2">
              <a:extLst>
                <a:ext uri="{FF2B5EF4-FFF2-40B4-BE49-F238E27FC236}">
                  <a16:creationId xmlns:a16="http://schemas.microsoft.com/office/drawing/2014/main" id="{9252533D-5713-06F8-D9EF-4A8C5CF0C804}"/>
                </a:ext>
              </a:extLst>
            </p:cNvPr>
            <p:cNvSpPr/>
            <p:nvPr/>
          </p:nvSpPr>
          <p:spPr>
            <a:xfrm>
              <a:off x="5108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DASHBOARD ESTADISTICO</a:t>
              </a:r>
            </a:p>
            <a:p>
              <a:r>
                <a:rPr lang="es-MX" sz="1000" dirty="0">
                  <a:solidFill>
                    <a:srgbClr val="1A1A1A"/>
                  </a:solidFill>
                  <a:latin typeface="Graphik" panose="020B0503030202060203" pitchFamily="34" charset="0"/>
                </a:rPr>
                <a:t>Visibilidad del estatus de cada registro: exitosos, pendientes, en revisión o rechazados. Decisiones basadas en datos.</a:t>
              </a:r>
            </a:p>
          </p:txBody>
        </p:sp>
      </p:grpSp>
      <p:grpSp>
        <p:nvGrpSpPr>
          <p:cNvPr id="34" name="Group 33">
            <a:extLst>
              <a:ext uri="{FF2B5EF4-FFF2-40B4-BE49-F238E27FC236}">
                <a16:creationId xmlns:a16="http://schemas.microsoft.com/office/drawing/2014/main" id="{45F38436-8F85-1C2D-D5A1-F1AEB226C7BB}"/>
              </a:ext>
            </a:extLst>
          </p:cNvPr>
          <p:cNvGrpSpPr/>
          <p:nvPr/>
        </p:nvGrpSpPr>
        <p:grpSpPr>
          <a:xfrm>
            <a:off x="4670755" y="2961766"/>
            <a:ext cx="4114800" cy="822960"/>
            <a:chOff x="4670755" y="2895671"/>
            <a:chExt cx="4114800" cy="822960"/>
          </a:xfrm>
        </p:grpSpPr>
        <p:sp>
          <p:nvSpPr>
            <p:cNvPr id="22" name="Rectangle 21">
              <a:extLst>
                <a:ext uri="{FF2B5EF4-FFF2-40B4-BE49-F238E27FC236}">
                  <a16:creationId xmlns:a16="http://schemas.microsoft.com/office/drawing/2014/main" id="{E742D7A4-C244-F18D-6BAF-03C51C4EEAB5}"/>
                </a:ext>
              </a:extLst>
            </p:cNvPr>
            <p:cNvSpPr/>
            <p:nvPr/>
          </p:nvSpPr>
          <p:spPr>
            <a:xfrm>
              <a:off x="46707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3" name="Text 2">
              <a:extLst>
                <a:ext uri="{FF2B5EF4-FFF2-40B4-BE49-F238E27FC236}">
                  <a16:creationId xmlns:a16="http://schemas.microsoft.com/office/drawing/2014/main" id="{DD309863-8B65-E3FD-EB15-C7B404F7BA50}"/>
                </a:ext>
              </a:extLst>
            </p:cNvPr>
            <p:cNvSpPr/>
            <p:nvPr/>
          </p:nvSpPr>
          <p:spPr>
            <a:xfrm>
              <a:off x="47780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DIRECTORIO DE CUENTAS ACTIVAS</a:t>
              </a:r>
            </a:p>
            <a:p>
              <a:r>
                <a:rPr lang="es-MX" sz="1000" dirty="0">
                  <a:solidFill>
                    <a:srgbClr val="1A1A1A"/>
                  </a:solidFill>
                  <a:latin typeface="Graphik" panose="020B0503030202060203" pitchFamily="34" charset="0"/>
                </a:rPr>
                <a:t>Consulta en tiempo real del inventario: documentadas, bloqueadas y finalizadas, con acciones de gestión directas.</a:t>
              </a:r>
            </a:p>
          </p:txBody>
        </p:sp>
      </p:grpSp>
      <p:grpSp>
        <p:nvGrpSpPr>
          <p:cNvPr id="31" name="Group 30">
            <a:extLst>
              <a:ext uri="{FF2B5EF4-FFF2-40B4-BE49-F238E27FC236}">
                <a16:creationId xmlns:a16="http://schemas.microsoft.com/office/drawing/2014/main" id="{AA935D66-55D3-4837-7305-C79E75DE1B01}"/>
              </a:ext>
            </a:extLst>
          </p:cNvPr>
          <p:cNvGrpSpPr/>
          <p:nvPr/>
        </p:nvGrpSpPr>
        <p:grpSpPr>
          <a:xfrm>
            <a:off x="403555" y="3861686"/>
            <a:ext cx="4114800" cy="822960"/>
            <a:chOff x="403555" y="3780252"/>
            <a:chExt cx="4114800" cy="822960"/>
          </a:xfrm>
        </p:grpSpPr>
        <p:sp>
          <p:nvSpPr>
            <p:cNvPr id="24" name="Rectangle 23">
              <a:extLst>
                <a:ext uri="{FF2B5EF4-FFF2-40B4-BE49-F238E27FC236}">
                  <a16:creationId xmlns:a16="http://schemas.microsoft.com/office/drawing/2014/main" id="{03BEABE0-098B-BFB3-E153-CEACBAF6A0B3}"/>
                </a:ext>
              </a:extLst>
            </p:cNvPr>
            <p:cNvSpPr/>
            <p:nvPr/>
          </p:nvSpPr>
          <p:spPr>
            <a:xfrm>
              <a:off x="403555" y="378025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5" name="Text 2">
              <a:extLst>
                <a:ext uri="{FF2B5EF4-FFF2-40B4-BE49-F238E27FC236}">
                  <a16:creationId xmlns:a16="http://schemas.microsoft.com/office/drawing/2014/main" id="{04331D06-9491-4FBA-75FC-63BF77B019BA}"/>
                </a:ext>
              </a:extLst>
            </p:cNvPr>
            <p:cNvSpPr/>
            <p:nvPr/>
          </p:nvSpPr>
          <p:spPr>
            <a:xfrm>
              <a:off x="510847" y="386318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REPORTES Y AUDITORIAS</a:t>
              </a:r>
            </a:p>
            <a:p>
              <a:r>
                <a:rPr lang="es-MX" sz="1000" dirty="0">
                  <a:solidFill>
                    <a:srgbClr val="1A1A1A"/>
                  </a:solidFill>
                  <a:latin typeface="Graphik" panose="020B0503030202060203" pitchFamily="34" charset="0"/>
                </a:rPr>
                <a:t>Exportación de reportes con filtros por fecha, tipo de registro y estatus de cuenta, para control interno y cumplimiento.</a:t>
              </a:r>
            </a:p>
          </p:txBody>
        </p:sp>
      </p:grpSp>
      <p:grpSp>
        <p:nvGrpSpPr>
          <p:cNvPr id="32" name="Group 31">
            <a:extLst>
              <a:ext uri="{FF2B5EF4-FFF2-40B4-BE49-F238E27FC236}">
                <a16:creationId xmlns:a16="http://schemas.microsoft.com/office/drawing/2014/main" id="{E56547BA-2ABB-D5D2-D75C-DFD4CBE7121E}"/>
              </a:ext>
            </a:extLst>
          </p:cNvPr>
          <p:cNvGrpSpPr/>
          <p:nvPr/>
        </p:nvGrpSpPr>
        <p:grpSpPr>
          <a:xfrm>
            <a:off x="4670755" y="3861686"/>
            <a:ext cx="4114800" cy="822960"/>
            <a:chOff x="4670755" y="3780252"/>
            <a:chExt cx="4114800" cy="822960"/>
          </a:xfrm>
        </p:grpSpPr>
        <p:sp>
          <p:nvSpPr>
            <p:cNvPr id="29" name="Rectangle 28">
              <a:extLst>
                <a:ext uri="{FF2B5EF4-FFF2-40B4-BE49-F238E27FC236}">
                  <a16:creationId xmlns:a16="http://schemas.microsoft.com/office/drawing/2014/main" id="{3B256071-C6E3-A37C-95BD-2FD8D6C43751}"/>
                </a:ext>
              </a:extLst>
            </p:cNvPr>
            <p:cNvSpPr/>
            <p:nvPr/>
          </p:nvSpPr>
          <p:spPr>
            <a:xfrm>
              <a:off x="4670755" y="378025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30" name="Text 2">
              <a:extLst>
                <a:ext uri="{FF2B5EF4-FFF2-40B4-BE49-F238E27FC236}">
                  <a16:creationId xmlns:a16="http://schemas.microsoft.com/office/drawing/2014/main" id="{0CA0232F-3028-6A5D-19AA-00F5EAD3C248}"/>
                </a:ext>
              </a:extLst>
            </p:cNvPr>
            <p:cNvSpPr/>
            <p:nvPr/>
          </p:nvSpPr>
          <p:spPr>
            <a:xfrm>
              <a:off x="4778047" y="386318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INTEGRACION CON LOS GESTORES EMPRESARIALES</a:t>
              </a:r>
            </a:p>
            <a:p>
              <a:r>
                <a:rPr lang="es-MX" sz="1000" dirty="0">
                  <a:solidFill>
                    <a:srgbClr val="1A1A1A"/>
                  </a:solidFill>
                  <a:latin typeface="Graphik" panose="020B0503030202060203" pitchFamily="34" charset="0"/>
                </a:rPr>
                <a:t>100% integrado con usuarios empresariales de la institución, con autenticación </a:t>
              </a:r>
              <a:r>
                <a:rPr lang="es-MX" sz="1000" dirty="0" err="1">
                  <a:solidFill>
                    <a:srgbClr val="1A1A1A"/>
                  </a:solidFill>
                  <a:latin typeface="Graphik" panose="020B0503030202060203" pitchFamily="34" charset="0"/>
                </a:rPr>
                <a:t>tokenizada</a:t>
              </a:r>
              <a:r>
                <a:rPr lang="es-MX" sz="1000" dirty="0">
                  <a:solidFill>
                    <a:srgbClr val="1A1A1A"/>
                  </a:solidFill>
                  <a:latin typeface="Graphik" panose="020B0503030202060203" pitchFamily="34" charset="0"/>
                </a:rPr>
                <a:t>. Sin doble gestión de identidad ni altas paralelas.</a:t>
              </a:r>
            </a:p>
          </p:txBody>
        </p:sp>
      </p:grpSp>
      <p:pic>
        <p:nvPicPr>
          <p:cNvPr id="39" name="Picture 38">
            <a:extLst>
              <a:ext uri="{FF2B5EF4-FFF2-40B4-BE49-F238E27FC236}">
                <a16:creationId xmlns:a16="http://schemas.microsoft.com/office/drawing/2014/main" id="{6745C70E-6F48-4BB9-EFFD-48BC8295393C}"/>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6427522" y="45449"/>
            <a:ext cx="2716478" cy="1736586"/>
          </a:xfrm>
          <a:prstGeom prst="rect">
            <a:avLst/>
          </a:prstGeom>
        </p:spPr>
      </p:pic>
    </p:spTree>
    <p:extLst>
      <p:ext uri="{BB962C8B-B14F-4D97-AF65-F5344CB8AC3E}">
        <p14:creationId xmlns:p14="http://schemas.microsoft.com/office/powerpoint/2010/main" val="4126507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02A135C-97E3-EE1D-7C92-8C6066D38D98}"/>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3397F099-E693-DE43-AD92-5B6794BBB53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3397F099-E693-DE43-AD92-5B6794BBB53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135FD9B8-AAC0-0AF8-8218-3D663D685485}"/>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EL PORTAL EMPRESA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89FBA6AD-85F9-FF05-7186-BA50A0BDF068}"/>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dirty="0">
                <a:solidFill>
                  <a:srgbClr val="1E293B"/>
                </a:solidFill>
                <a:latin typeface="Graphik" panose="020B0503030202060203" pitchFamily="34" charset="0"/>
              </a:rPr>
              <a:t>Características funcionales</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C6FF2E03-A272-8566-2EB1-03F4354FF7BB}"/>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042B9AF6-E285-EFBE-7C2D-B2C1FC50A4D0}"/>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C5F1FD89-D76F-E631-AB5F-45AC1A3E8D9D}"/>
              </a:ext>
            </a:extLst>
          </p:cNvPr>
          <p:cNvSpPr>
            <a:spLocks noGrp="1"/>
          </p:cNvSpPr>
          <p:nvPr>
            <p:ph type="sldNum" sz="quarter" idx="11"/>
          </p:nvPr>
        </p:nvSpPr>
        <p:spPr/>
        <p:txBody>
          <a:bodyPr/>
          <a:lstStyle/>
          <a:p>
            <a:fld id="{88D3ECB3-9BC1-4314-90EA-F850F5727BF0}" type="slidenum">
              <a:rPr lang="es-MX" smtClean="0"/>
              <a:pPr/>
              <a:t>5</a:t>
            </a:fld>
            <a:endParaRPr lang="es-MX" dirty="0"/>
          </a:p>
        </p:txBody>
      </p:sp>
      <p:sp>
        <p:nvSpPr>
          <p:cNvPr id="6" name="Text 2">
            <a:extLst>
              <a:ext uri="{FF2B5EF4-FFF2-40B4-BE49-F238E27FC236}">
                <a16:creationId xmlns:a16="http://schemas.microsoft.com/office/drawing/2014/main" id="{4729C878-3580-817F-0078-287F64FCD332}"/>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Mismo idioma visual y operativo que el ecosistema digital de </a:t>
            </a:r>
            <a:r>
              <a:rPr lang="es-MX" sz="1400" b="1" dirty="0">
                <a:solidFill>
                  <a:srgbClr val="CC0000"/>
                </a:solidFill>
                <a:latin typeface="Graphik" panose="020B0503030202060203" pitchFamily="34" charset="0"/>
              </a:rPr>
              <a:t>Scotiabank</a:t>
            </a:r>
          </a:p>
        </p:txBody>
      </p:sp>
      <p:grpSp>
        <p:nvGrpSpPr>
          <p:cNvPr id="38" name="Group 37">
            <a:extLst>
              <a:ext uri="{FF2B5EF4-FFF2-40B4-BE49-F238E27FC236}">
                <a16:creationId xmlns:a16="http://schemas.microsoft.com/office/drawing/2014/main" id="{EBAC8B18-8776-6B60-3CAA-1F16783ED14C}"/>
              </a:ext>
            </a:extLst>
          </p:cNvPr>
          <p:cNvGrpSpPr/>
          <p:nvPr/>
        </p:nvGrpSpPr>
        <p:grpSpPr>
          <a:xfrm>
            <a:off x="4032649" y="1161928"/>
            <a:ext cx="4114800" cy="1097280"/>
            <a:chOff x="4670755" y="1161928"/>
            <a:chExt cx="4114800" cy="822960"/>
          </a:xfrm>
        </p:grpSpPr>
        <p:sp>
          <p:nvSpPr>
            <p:cNvPr id="14" name="Rectangle 13">
              <a:extLst>
                <a:ext uri="{FF2B5EF4-FFF2-40B4-BE49-F238E27FC236}">
                  <a16:creationId xmlns:a16="http://schemas.microsoft.com/office/drawing/2014/main" id="{22A07DA3-BA4A-EA2F-9824-F707A5A8243B}"/>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5" name="Text 2">
              <a:extLst>
                <a:ext uri="{FF2B5EF4-FFF2-40B4-BE49-F238E27FC236}">
                  <a16:creationId xmlns:a16="http://schemas.microsoft.com/office/drawing/2014/main" id="{65DAB5D7-344C-E55B-E8C7-6AEE56C095DC}"/>
                </a:ext>
              </a:extLst>
            </p:cNvPr>
            <p:cNvSpPr/>
            <p:nvPr/>
          </p:nvSpPr>
          <p:spPr>
            <a:xfrm>
              <a:off x="4778047" y="1244865"/>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INTEGRADA A LA IDENTIDAD DE SCOTAIBANK</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La plataforma adopta por completo el sistema de diseño del banco: paleta de color, tipografía, iconografía y componentes visuales, de modo que el usuario percibe una experiencia nativa.</a:t>
              </a:r>
            </a:p>
          </p:txBody>
        </p:sp>
      </p:grpSp>
      <p:grpSp>
        <p:nvGrpSpPr>
          <p:cNvPr id="36" name="Group 35">
            <a:extLst>
              <a:ext uri="{FF2B5EF4-FFF2-40B4-BE49-F238E27FC236}">
                <a16:creationId xmlns:a16="http://schemas.microsoft.com/office/drawing/2014/main" id="{2EE3CD66-7D71-AE68-1DDC-69DCC70E7DCF}"/>
              </a:ext>
            </a:extLst>
          </p:cNvPr>
          <p:cNvGrpSpPr/>
          <p:nvPr/>
        </p:nvGrpSpPr>
        <p:grpSpPr>
          <a:xfrm>
            <a:off x="4032649" y="2393396"/>
            <a:ext cx="4114800" cy="1097280"/>
            <a:chOff x="4670755" y="2039922"/>
            <a:chExt cx="4114800" cy="822960"/>
          </a:xfrm>
        </p:grpSpPr>
        <p:sp>
          <p:nvSpPr>
            <p:cNvPr id="18" name="Rectangle 17">
              <a:extLst>
                <a:ext uri="{FF2B5EF4-FFF2-40B4-BE49-F238E27FC236}">
                  <a16:creationId xmlns:a16="http://schemas.microsoft.com/office/drawing/2014/main" id="{D838D31B-9AB8-7685-AD53-E0CBAE58D8E1}"/>
                </a:ext>
              </a:extLst>
            </p:cNvPr>
            <p:cNvSpPr/>
            <p:nvPr/>
          </p:nvSpPr>
          <p:spPr>
            <a:xfrm>
              <a:off x="46707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9" name="Text 2">
              <a:extLst>
                <a:ext uri="{FF2B5EF4-FFF2-40B4-BE49-F238E27FC236}">
                  <a16:creationId xmlns:a16="http://schemas.microsoft.com/office/drawing/2014/main" id="{3F812719-2AD1-7563-CD38-6CE81918F822}"/>
                </a:ext>
              </a:extLst>
            </p:cNvPr>
            <p:cNvSpPr/>
            <p:nvPr/>
          </p:nvSpPr>
          <p:spPr>
            <a:xfrm>
              <a:off x="47780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CONSISTENTE CON LA EXPERIENCIA DIGITAL EXISTENTE</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La navegación, los patrones de interacción y la arquitectura de información siguen los mismos estándares de </a:t>
              </a:r>
              <a:r>
                <a:rPr lang="es-MX" sz="1000" dirty="0" err="1">
                  <a:solidFill>
                    <a:srgbClr val="1A1A1A"/>
                  </a:solidFill>
                  <a:latin typeface="Graphik" panose="020B0503030202060203" pitchFamily="34" charset="0"/>
                </a:rPr>
                <a:t>ScotiaMóvil</a:t>
              </a:r>
              <a:r>
                <a:rPr lang="es-MX" sz="1000" dirty="0">
                  <a:solidFill>
                    <a:srgbClr val="1A1A1A"/>
                  </a:solidFill>
                  <a:latin typeface="Graphik" panose="020B0503030202060203" pitchFamily="34" charset="0"/>
                </a:rPr>
                <a:t> y la banca en línea, reduciendo la curva de aprendizaje para usuarios empresariales que ya operan con el banco.</a:t>
              </a:r>
            </a:p>
          </p:txBody>
        </p:sp>
      </p:grpSp>
      <p:grpSp>
        <p:nvGrpSpPr>
          <p:cNvPr id="32" name="Group 31">
            <a:extLst>
              <a:ext uri="{FF2B5EF4-FFF2-40B4-BE49-F238E27FC236}">
                <a16:creationId xmlns:a16="http://schemas.microsoft.com/office/drawing/2014/main" id="{0F95541D-5589-3877-F1A5-CA9CC67AADCF}"/>
              </a:ext>
            </a:extLst>
          </p:cNvPr>
          <p:cNvGrpSpPr/>
          <p:nvPr/>
        </p:nvGrpSpPr>
        <p:grpSpPr>
          <a:xfrm>
            <a:off x="4011430" y="3624863"/>
            <a:ext cx="4114800" cy="1097280"/>
            <a:chOff x="4670755" y="3780252"/>
            <a:chExt cx="4114800" cy="822960"/>
          </a:xfrm>
        </p:grpSpPr>
        <p:sp>
          <p:nvSpPr>
            <p:cNvPr id="29" name="Rectangle 28">
              <a:extLst>
                <a:ext uri="{FF2B5EF4-FFF2-40B4-BE49-F238E27FC236}">
                  <a16:creationId xmlns:a16="http://schemas.microsoft.com/office/drawing/2014/main" id="{9525594D-849D-3BED-B028-9321DC11A8EA}"/>
                </a:ext>
              </a:extLst>
            </p:cNvPr>
            <p:cNvSpPr/>
            <p:nvPr/>
          </p:nvSpPr>
          <p:spPr>
            <a:xfrm>
              <a:off x="4670755" y="378025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30" name="Text 2">
              <a:extLst>
                <a:ext uri="{FF2B5EF4-FFF2-40B4-BE49-F238E27FC236}">
                  <a16:creationId xmlns:a16="http://schemas.microsoft.com/office/drawing/2014/main" id="{AAE87191-FDB2-ACD8-9C52-E8BE078A370D}"/>
                </a:ext>
              </a:extLst>
            </p:cNvPr>
            <p:cNvSpPr/>
            <p:nvPr/>
          </p:nvSpPr>
          <p:spPr>
            <a:xfrm>
              <a:off x="4778047" y="386318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ORIENTADO AL USUARIO EMPRESARIAL</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La interfaz está pensada para el responsable de RRHH o nómina de la empresa, no para el área de sistemas. Flujos simples, acciones claras y visibilidad inmediata del estado de cada empleado y cada cuenta.</a:t>
              </a:r>
            </a:p>
            <a:p>
              <a:endParaRPr lang="es-MX" sz="1000" dirty="0">
                <a:solidFill>
                  <a:srgbClr val="1A1A1A"/>
                </a:solidFill>
                <a:latin typeface="Graphik" panose="020B0503030202060203" pitchFamily="34" charset="0"/>
              </a:endParaRPr>
            </a:p>
          </p:txBody>
        </p:sp>
      </p:grpSp>
      <p:pic>
        <p:nvPicPr>
          <p:cNvPr id="9" name="Picture 8">
            <a:extLst>
              <a:ext uri="{FF2B5EF4-FFF2-40B4-BE49-F238E27FC236}">
                <a16:creationId xmlns:a16="http://schemas.microsoft.com/office/drawing/2014/main" id="{98BED146-B8AD-685C-B7CC-E84F8CC229FA}"/>
              </a:ext>
            </a:extLst>
          </p:cNvPr>
          <p:cNvPicPr>
            <a:picLocks noChangeAspect="1"/>
          </p:cNvPicPr>
          <p:nvPr/>
        </p:nvPicPr>
        <p:blipFill>
          <a:blip r:embed="rId6"/>
          <a:stretch>
            <a:fillRect/>
          </a:stretch>
        </p:blipFill>
        <p:spPr>
          <a:xfrm>
            <a:off x="943132" y="1135990"/>
            <a:ext cx="2661841" cy="3612091"/>
          </a:xfrm>
          <a:prstGeom prst="rect">
            <a:avLst/>
          </a:prstGeom>
        </p:spPr>
      </p:pic>
    </p:spTree>
    <p:extLst>
      <p:ext uri="{BB962C8B-B14F-4D97-AF65-F5344CB8AC3E}">
        <p14:creationId xmlns:p14="http://schemas.microsoft.com/office/powerpoint/2010/main" val="2684054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1F86FEF-6D24-6435-6CD9-4DCDEE060D44}"/>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E87E8767-377A-6892-10D1-17E1202553B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E87E8767-377A-6892-10D1-17E1202553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D2CCD5D5-72E4-A925-1F7A-725BF1B5E36E}"/>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EL PORTAL EMPRESA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9CA63A99-11EE-AE5F-AB2D-92C699A52DB3}"/>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noProof="0" dirty="0">
                <a:solidFill>
                  <a:srgbClr val="1E293B"/>
                </a:solidFill>
                <a:latin typeface="Graphik" panose="020B0503030202060203" pitchFamily="34" charset="0"/>
              </a:rPr>
              <a:t>Los beneficios otorgados</a:t>
            </a:r>
            <a:endParaRPr lang="es-MX" sz="2400" noProof="0" dirty="0">
              <a:latin typeface="Graphik" panose="020B0503030202060203" pitchFamily="34" charset="0"/>
            </a:endParaRPr>
          </a:p>
        </p:txBody>
      </p:sp>
      <p:sp>
        <p:nvSpPr>
          <p:cNvPr id="5" name="Shape 3">
            <a:extLst>
              <a:ext uri="{FF2B5EF4-FFF2-40B4-BE49-F238E27FC236}">
                <a16:creationId xmlns:a16="http://schemas.microsoft.com/office/drawing/2014/main" id="{77F5AFCC-BDD1-C5E5-5FBC-CE14C286B0A1}"/>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1A1DD9B5-8AE4-097F-819E-929FA2B7C3ED}"/>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EED2C204-ED0F-F804-1069-8A53B3319D36}"/>
              </a:ext>
            </a:extLst>
          </p:cNvPr>
          <p:cNvSpPr>
            <a:spLocks noGrp="1"/>
          </p:cNvSpPr>
          <p:nvPr>
            <p:ph type="sldNum" sz="quarter" idx="11"/>
          </p:nvPr>
        </p:nvSpPr>
        <p:spPr/>
        <p:txBody>
          <a:bodyPr/>
          <a:lstStyle/>
          <a:p>
            <a:fld id="{88D3ECB3-9BC1-4314-90EA-F850F5727BF0}" type="slidenum">
              <a:rPr lang="es-MX" smtClean="0"/>
              <a:pPr/>
              <a:t>6</a:t>
            </a:fld>
            <a:endParaRPr lang="es-MX" dirty="0"/>
          </a:p>
        </p:txBody>
      </p:sp>
      <p:sp>
        <p:nvSpPr>
          <p:cNvPr id="6" name="Text 2">
            <a:extLst>
              <a:ext uri="{FF2B5EF4-FFF2-40B4-BE49-F238E27FC236}">
                <a16:creationId xmlns:a16="http://schemas.microsoft.com/office/drawing/2014/main" id="{D8D6D397-88C7-DF03-053A-F14C71AB0544}"/>
              </a:ext>
            </a:extLst>
          </p:cNvPr>
          <p:cNvSpPr/>
          <p:nvPr/>
        </p:nvSpPr>
        <p:spPr>
          <a:xfrm>
            <a:off x="457200" y="804672"/>
            <a:ext cx="8229600" cy="292608"/>
          </a:xfrm>
          <a:prstGeom prst="rect">
            <a:avLst/>
          </a:prstGeom>
          <a:noFill/>
          <a:ln/>
        </p:spPr>
        <p:txBody>
          <a:bodyPr wrap="square" lIns="0" tIns="0" rIns="0" bIns="0" rtlCol="0" anchor="ctr"/>
          <a:lstStyle/>
          <a:p>
            <a:r>
              <a:rPr lang="es-MX" sz="1400" b="1" dirty="0">
                <a:latin typeface="Graphik" panose="020B0503030202060203" pitchFamily="34" charset="0"/>
              </a:rPr>
              <a:t>Más velocidad para el </a:t>
            </a:r>
            <a:r>
              <a:rPr lang="es-MX" sz="1400" b="1" dirty="0">
                <a:solidFill>
                  <a:srgbClr val="CC0000"/>
                </a:solidFill>
                <a:latin typeface="Graphik" panose="020B0503030202060203" pitchFamily="34" charset="0"/>
              </a:rPr>
              <a:t>banco</a:t>
            </a:r>
            <a:r>
              <a:rPr lang="es-MX" sz="1400" b="1" dirty="0">
                <a:latin typeface="Graphik" panose="020B0503030202060203" pitchFamily="34" charset="0"/>
              </a:rPr>
              <a:t>. Menos fricción para la </a:t>
            </a:r>
            <a:r>
              <a:rPr lang="es-MX" sz="1400" b="1" dirty="0">
                <a:solidFill>
                  <a:srgbClr val="CC0000"/>
                </a:solidFill>
                <a:latin typeface="Graphik" panose="020B0503030202060203" pitchFamily="34" charset="0"/>
              </a:rPr>
              <a:t>empresa</a:t>
            </a:r>
            <a:r>
              <a:rPr lang="es-MX" sz="1400" b="1" dirty="0">
                <a:latin typeface="Graphik" panose="020B0503030202060203" pitchFamily="34" charset="0"/>
              </a:rPr>
              <a:t>. </a:t>
            </a:r>
          </a:p>
        </p:txBody>
      </p:sp>
      <p:grpSp>
        <p:nvGrpSpPr>
          <p:cNvPr id="12" name="Group 11">
            <a:extLst>
              <a:ext uri="{FF2B5EF4-FFF2-40B4-BE49-F238E27FC236}">
                <a16:creationId xmlns:a16="http://schemas.microsoft.com/office/drawing/2014/main" id="{E36055A4-6031-69E2-01BE-386255981215}"/>
              </a:ext>
            </a:extLst>
          </p:cNvPr>
          <p:cNvGrpSpPr/>
          <p:nvPr/>
        </p:nvGrpSpPr>
        <p:grpSpPr>
          <a:xfrm>
            <a:off x="413344" y="1455940"/>
            <a:ext cx="4114800" cy="1005840"/>
            <a:chOff x="413344" y="1402070"/>
            <a:chExt cx="4114800" cy="1005840"/>
          </a:xfrm>
        </p:grpSpPr>
        <p:sp>
          <p:nvSpPr>
            <p:cNvPr id="4" name="Rectangle 3">
              <a:extLst>
                <a:ext uri="{FF2B5EF4-FFF2-40B4-BE49-F238E27FC236}">
                  <a16:creationId xmlns:a16="http://schemas.microsoft.com/office/drawing/2014/main" id="{EA66FF94-B615-3F35-0C37-B66C636C257F}"/>
                </a:ext>
              </a:extLst>
            </p:cNvPr>
            <p:cNvSpPr/>
            <p:nvPr/>
          </p:nvSpPr>
          <p:spPr>
            <a:xfrm>
              <a:off x="413344" y="1402070"/>
              <a:ext cx="4114800" cy="100584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7" name="Text 2">
              <a:extLst>
                <a:ext uri="{FF2B5EF4-FFF2-40B4-BE49-F238E27FC236}">
                  <a16:creationId xmlns:a16="http://schemas.microsoft.com/office/drawing/2014/main" id="{839E4F96-5E87-A1A9-0DFC-E5AE4C5620D3}"/>
                </a:ext>
              </a:extLst>
            </p:cNvPr>
            <p:cNvSpPr/>
            <p:nvPr/>
          </p:nvSpPr>
          <p:spPr>
            <a:xfrm>
              <a:off x="520636" y="1503437"/>
              <a:ext cx="3936163" cy="601134"/>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MAYOR VELEOCIDAD DE CAPTACION</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Reducir el tiempo de incorporación de un nómina habiente acorta el tiempo en que ese empleado puede convertirse en cliente primario. Cada día ganado es una ventaja frente a la competencia digital.</a:t>
              </a:r>
            </a:p>
          </p:txBody>
        </p:sp>
      </p:grpSp>
      <p:grpSp>
        <p:nvGrpSpPr>
          <p:cNvPr id="38" name="Group 37">
            <a:extLst>
              <a:ext uri="{FF2B5EF4-FFF2-40B4-BE49-F238E27FC236}">
                <a16:creationId xmlns:a16="http://schemas.microsoft.com/office/drawing/2014/main" id="{DED75674-7C5B-85AC-C8ED-81C1D5AA1840}"/>
              </a:ext>
            </a:extLst>
          </p:cNvPr>
          <p:cNvGrpSpPr/>
          <p:nvPr/>
        </p:nvGrpSpPr>
        <p:grpSpPr>
          <a:xfrm>
            <a:off x="4670755" y="1461231"/>
            <a:ext cx="4114800" cy="1005840"/>
            <a:chOff x="4670755" y="1161928"/>
            <a:chExt cx="4114800" cy="822960"/>
          </a:xfrm>
        </p:grpSpPr>
        <p:sp>
          <p:nvSpPr>
            <p:cNvPr id="14" name="Rectangle 13">
              <a:extLst>
                <a:ext uri="{FF2B5EF4-FFF2-40B4-BE49-F238E27FC236}">
                  <a16:creationId xmlns:a16="http://schemas.microsoft.com/office/drawing/2014/main" id="{A1AAA1EA-F9AD-67BB-3F41-89022B0526CB}"/>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5" name="Text 2">
              <a:extLst>
                <a:ext uri="{FF2B5EF4-FFF2-40B4-BE49-F238E27FC236}">
                  <a16:creationId xmlns:a16="http://schemas.microsoft.com/office/drawing/2014/main" id="{E676BA76-3527-BA99-317A-0A145D1A0533}"/>
                </a:ext>
              </a:extLst>
            </p:cNvPr>
            <p:cNvSpPr/>
            <p:nvPr/>
          </p:nvSpPr>
          <p:spPr>
            <a:xfrm>
              <a:off x="4778047" y="1244865"/>
              <a:ext cx="3936163" cy="491837"/>
            </a:xfrm>
            <a:prstGeom prst="rect">
              <a:avLst/>
            </a:prstGeom>
            <a:noFill/>
            <a:ln/>
          </p:spPr>
          <p:txBody>
            <a:bodyPr wrap="square" lIns="0" tIns="0" rIns="0" bIns="0" rtlCol="0" anchor="t" anchorCtr="0"/>
            <a:lstStyle/>
            <a:p>
              <a:r>
                <a:rPr lang="es-MX" sz="1000" b="1" dirty="0">
                  <a:latin typeface="Graphik" panose="020B0503030202060203" pitchFamily="34" charset="0"/>
                </a:rPr>
                <a:t>MENOS TIEMPO DEDICADO A TRAMITES</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El responsable de RRHH puede dar de alta empleados de forma individual o masiva, sin visitas a sucursal o envío de archivos. Lo que hoy toma días puede resolverse en minutos.</a:t>
              </a:r>
            </a:p>
          </p:txBody>
        </p:sp>
      </p:grpSp>
      <p:grpSp>
        <p:nvGrpSpPr>
          <p:cNvPr id="35" name="Group 34">
            <a:extLst>
              <a:ext uri="{FF2B5EF4-FFF2-40B4-BE49-F238E27FC236}">
                <a16:creationId xmlns:a16="http://schemas.microsoft.com/office/drawing/2014/main" id="{E9B86182-CA37-7C64-5D11-4B122A60C2E7}"/>
              </a:ext>
            </a:extLst>
          </p:cNvPr>
          <p:cNvGrpSpPr/>
          <p:nvPr/>
        </p:nvGrpSpPr>
        <p:grpSpPr>
          <a:xfrm>
            <a:off x="403555" y="2554556"/>
            <a:ext cx="4114800" cy="1005840"/>
            <a:chOff x="403555" y="2039922"/>
            <a:chExt cx="4114800" cy="822960"/>
          </a:xfrm>
        </p:grpSpPr>
        <p:sp>
          <p:nvSpPr>
            <p:cNvPr id="16" name="Rectangle 15">
              <a:extLst>
                <a:ext uri="{FF2B5EF4-FFF2-40B4-BE49-F238E27FC236}">
                  <a16:creationId xmlns:a16="http://schemas.microsoft.com/office/drawing/2014/main" id="{AB063481-5DAD-85FF-F81F-08C7B3D00868}"/>
                </a:ext>
              </a:extLst>
            </p:cNvPr>
            <p:cNvSpPr/>
            <p:nvPr/>
          </p:nvSpPr>
          <p:spPr>
            <a:xfrm>
              <a:off x="4035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7" name="Text 2">
              <a:extLst>
                <a:ext uri="{FF2B5EF4-FFF2-40B4-BE49-F238E27FC236}">
                  <a16:creationId xmlns:a16="http://schemas.microsoft.com/office/drawing/2014/main" id="{39B25015-F919-3A10-9E55-765744B2F46F}"/>
                </a:ext>
              </a:extLst>
            </p:cNvPr>
            <p:cNvSpPr/>
            <p:nvPr/>
          </p:nvSpPr>
          <p:spPr>
            <a:xfrm>
              <a:off x="5108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ESCALABILIDAD SIN COSTO OPERATIVO PROPORCIONAL</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Un proceso digitalizado escala con volumen, no con personas. El portal permite incorporar diez o diez mil empleados con el mismo esfuerzo operativo.</a:t>
              </a:r>
            </a:p>
          </p:txBody>
        </p:sp>
      </p:grpSp>
      <p:grpSp>
        <p:nvGrpSpPr>
          <p:cNvPr id="36" name="Group 35">
            <a:extLst>
              <a:ext uri="{FF2B5EF4-FFF2-40B4-BE49-F238E27FC236}">
                <a16:creationId xmlns:a16="http://schemas.microsoft.com/office/drawing/2014/main" id="{82E6F35E-9F7A-B79F-A516-0EDF6F1F4FCD}"/>
              </a:ext>
            </a:extLst>
          </p:cNvPr>
          <p:cNvGrpSpPr/>
          <p:nvPr/>
        </p:nvGrpSpPr>
        <p:grpSpPr>
          <a:xfrm>
            <a:off x="4670755" y="2557201"/>
            <a:ext cx="4114800" cy="1005840"/>
            <a:chOff x="4670755" y="2039922"/>
            <a:chExt cx="4114800" cy="822960"/>
          </a:xfrm>
        </p:grpSpPr>
        <p:sp>
          <p:nvSpPr>
            <p:cNvPr id="18" name="Rectangle 17">
              <a:extLst>
                <a:ext uri="{FF2B5EF4-FFF2-40B4-BE49-F238E27FC236}">
                  <a16:creationId xmlns:a16="http://schemas.microsoft.com/office/drawing/2014/main" id="{BD1D43B4-C796-8AA2-9955-FB2B5AA1E724}"/>
                </a:ext>
              </a:extLst>
            </p:cNvPr>
            <p:cNvSpPr/>
            <p:nvPr/>
          </p:nvSpPr>
          <p:spPr>
            <a:xfrm>
              <a:off x="46707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9" name="Text 2">
              <a:extLst>
                <a:ext uri="{FF2B5EF4-FFF2-40B4-BE49-F238E27FC236}">
                  <a16:creationId xmlns:a16="http://schemas.microsoft.com/office/drawing/2014/main" id="{888AB3A9-5C78-A609-53A1-E81CC6222D14}"/>
                </a:ext>
              </a:extLst>
            </p:cNvPr>
            <p:cNvSpPr/>
            <p:nvPr/>
          </p:nvSpPr>
          <p:spPr>
            <a:xfrm>
              <a:off x="4778047" y="2122859"/>
              <a:ext cx="3936163" cy="491837"/>
            </a:xfrm>
            <a:prstGeom prst="rect">
              <a:avLst/>
            </a:prstGeom>
            <a:noFill/>
            <a:ln/>
          </p:spPr>
          <p:txBody>
            <a:bodyPr wrap="square" lIns="0" tIns="0" rIns="0" bIns="0" rtlCol="0" anchor="t" anchorCtr="0"/>
            <a:lstStyle/>
            <a:p>
              <a:r>
                <a:rPr lang="es-MX" sz="1000" b="1" dirty="0">
                  <a:latin typeface="Graphik" panose="020B0503030202060203" pitchFamily="34" charset="0"/>
                </a:rPr>
                <a:t>VISIBILIDAD TOTAL DEL PROCESO</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La empresa sabe en todo momento el estatus de cada empleado: documentado, en validación, activado o bloqueado; sin necesidad de contactar al banco para hacer seguimiento.</a:t>
              </a:r>
            </a:p>
          </p:txBody>
        </p:sp>
      </p:grpSp>
      <p:grpSp>
        <p:nvGrpSpPr>
          <p:cNvPr id="33" name="Group 32">
            <a:extLst>
              <a:ext uri="{FF2B5EF4-FFF2-40B4-BE49-F238E27FC236}">
                <a16:creationId xmlns:a16="http://schemas.microsoft.com/office/drawing/2014/main" id="{0E25D8BA-25FF-817C-1CD8-E16D7789729A}"/>
              </a:ext>
            </a:extLst>
          </p:cNvPr>
          <p:cNvGrpSpPr/>
          <p:nvPr/>
        </p:nvGrpSpPr>
        <p:grpSpPr>
          <a:xfrm>
            <a:off x="403555" y="3653171"/>
            <a:ext cx="4114800" cy="1005840"/>
            <a:chOff x="403555" y="2895671"/>
            <a:chExt cx="4114800" cy="822960"/>
          </a:xfrm>
        </p:grpSpPr>
        <p:sp>
          <p:nvSpPr>
            <p:cNvPr id="20" name="Rectangle 19">
              <a:extLst>
                <a:ext uri="{FF2B5EF4-FFF2-40B4-BE49-F238E27FC236}">
                  <a16:creationId xmlns:a16="http://schemas.microsoft.com/office/drawing/2014/main" id="{E6C7C292-FFE3-1183-E8AD-382FA2D38DC3}"/>
                </a:ext>
              </a:extLst>
            </p:cNvPr>
            <p:cNvSpPr/>
            <p:nvPr/>
          </p:nvSpPr>
          <p:spPr>
            <a:xfrm>
              <a:off x="4035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1" name="Text 2">
              <a:extLst>
                <a:ext uri="{FF2B5EF4-FFF2-40B4-BE49-F238E27FC236}">
                  <a16:creationId xmlns:a16="http://schemas.microsoft.com/office/drawing/2014/main" id="{334DA802-F3C3-FA9B-4CC6-A71AECBD0CAA}"/>
                </a:ext>
              </a:extLst>
            </p:cNvPr>
            <p:cNvSpPr/>
            <p:nvPr/>
          </p:nvSpPr>
          <p:spPr>
            <a:xfrm>
              <a:off x="5108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FORTALECIMIENTO DE LA RELACION EMPRESARIAL</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Un portal robusto y fácil de usar es también un argumento de retención: la empresa que opera cómodamente con Scotiabank tiene menos razones para cambiar de banco de nómina.</a:t>
              </a:r>
            </a:p>
          </p:txBody>
        </p:sp>
      </p:grpSp>
      <p:grpSp>
        <p:nvGrpSpPr>
          <p:cNvPr id="34" name="Group 33">
            <a:extLst>
              <a:ext uri="{FF2B5EF4-FFF2-40B4-BE49-F238E27FC236}">
                <a16:creationId xmlns:a16="http://schemas.microsoft.com/office/drawing/2014/main" id="{461CACB7-05C6-A35B-3AE5-9FC8BABB38BB}"/>
              </a:ext>
            </a:extLst>
          </p:cNvPr>
          <p:cNvGrpSpPr/>
          <p:nvPr/>
        </p:nvGrpSpPr>
        <p:grpSpPr>
          <a:xfrm>
            <a:off x="4670755" y="3653171"/>
            <a:ext cx="4114800" cy="1005840"/>
            <a:chOff x="4670755" y="2895671"/>
            <a:chExt cx="4114800" cy="822960"/>
          </a:xfrm>
        </p:grpSpPr>
        <p:sp>
          <p:nvSpPr>
            <p:cNvPr id="22" name="Rectangle 21">
              <a:extLst>
                <a:ext uri="{FF2B5EF4-FFF2-40B4-BE49-F238E27FC236}">
                  <a16:creationId xmlns:a16="http://schemas.microsoft.com/office/drawing/2014/main" id="{C6337324-B7C5-6741-5FE4-709BBF5E39E3}"/>
                </a:ext>
              </a:extLst>
            </p:cNvPr>
            <p:cNvSpPr/>
            <p:nvPr/>
          </p:nvSpPr>
          <p:spPr>
            <a:xfrm>
              <a:off x="46707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3" name="Text 2">
              <a:extLst>
                <a:ext uri="{FF2B5EF4-FFF2-40B4-BE49-F238E27FC236}">
                  <a16:creationId xmlns:a16="http://schemas.microsoft.com/office/drawing/2014/main" id="{4C4EB408-1649-7D48-EC0A-C60B5A4F6738}"/>
                </a:ext>
              </a:extLst>
            </p:cNvPr>
            <p:cNvSpPr/>
            <p:nvPr/>
          </p:nvSpPr>
          <p:spPr>
            <a:xfrm>
              <a:off x="47780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UNA EXPERIENCIA A LA ALTURA DE SU OPERACIÓN</a:t>
              </a:r>
            </a:p>
            <a:p>
              <a:endParaRPr lang="es-MX" sz="1000" b="1" dirty="0">
                <a:solidFill>
                  <a:srgbClr val="CC0000"/>
                </a:solidFill>
                <a:latin typeface="Graphik" panose="020B0503030202060203" pitchFamily="34" charset="0"/>
              </a:endParaRPr>
            </a:p>
            <a:p>
              <a:r>
                <a:rPr lang="es-MX" sz="1000" dirty="0">
                  <a:solidFill>
                    <a:srgbClr val="1A1A1A"/>
                  </a:solidFill>
                  <a:latin typeface="Graphik" panose="020B0503030202060203" pitchFamily="34" charset="0"/>
                </a:rPr>
                <a:t>Las empresas reciben una herramienta profesional, integrada y confiable; no un proceso engorroso que genera fricción con sus propios colaboradores.</a:t>
              </a:r>
            </a:p>
          </p:txBody>
        </p:sp>
      </p:grpSp>
      <p:sp>
        <p:nvSpPr>
          <p:cNvPr id="10" name="Rectangle 9">
            <a:extLst>
              <a:ext uri="{FF2B5EF4-FFF2-40B4-BE49-F238E27FC236}">
                <a16:creationId xmlns:a16="http://schemas.microsoft.com/office/drawing/2014/main" id="{94AD41E7-A783-5A11-A2FB-D29713AECFFD}"/>
              </a:ext>
            </a:extLst>
          </p:cNvPr>
          <p:cNvSpPr/>
          <p:nvPr/>
        </p:nvSpPr>
        <p:spPr>
          <a:xfrm>
            <a:off x="413344" y="1162085"/>
            <a:ext cx="4114800" cy="201079"/>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rgbClr val="CC0000"/>
                </a:solidFill>
                <a:latin typeface="Graphik" panose="020B0503030202060203" pitchFamily="34" charset="0"/>
              </a:rPr>
              <a:t>SCOTIABANK</a:t>
            </a:r>
            <a:endParaRPr sz="1000" b="1" dirty="0">
              <a:solidFill>
                <a:srgbClr val="CC0000"/>
              </a:solidFill>
              <a:latin typeface="Graphik" panose="020B0503030202060203" pitchFamily="34" charset="0"/>
            </a:endParaRPr>
          </a:p>
        </p:txBody>
      </p:sp>
      <p:sp>
        <p:nvSpPr>
          <p:cNvPr id="11" name="Rectangle 10">
            <a:extLst>
              <a:ext uri="{FF2B5EF4-FFF2-40B4-BE49-F238E27FC236}">
                <a16:creationId xmlns:a16="http://schemas.microsoft.com/office/drawing/2014/main" id="{02C5C5D3-FEC3-1FE3-3595-3C07F7692CF4}"/>
              </a:ext>
            </a:extLst>
          </p:cNvPr>
          <p:cNvSpPr/>
          <p:nvPr/>
        </p:nvSpPr>
        <p:spPr>
          <a:xfrm>
            <a:off x="4670755" y="1170022"/>
            <a:ext cx="4114800" cy="201079"/>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Graphik" panose="020B0503030202060203" pitchFamily="34" charset="0"/>
              </a:rPr>
              <a:t>EMPRESAS</a:t>
            </a:r>
            <a:endParaRPr sz="1000" b="1" dirty="0">
              <a:solidFill>
                <a:schemeClr val="tx1"/>
              </a:solidFill>
              <a:latin typeface="Graphik" panose="020B0503030202060203" pitchFamily="34" charset="0"/>
            </a:endParaRPr>
          </a:p>
        </p:txBody>
      </p:sp>
    </p:spTree>
    <p:extLst>
      <p:ext uri="{BB962C8B-B14F-4D97-AF65-F5344CB8AC3E}">
        <p14:creationId xmlns:p14="http://schemas.microsoft.com/office/powerpoint/2010/main" val="1087631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7DB356E3-4F68-F57D-EDD4-89E50946C6EC}"/>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3007E0F4-D99A-4633-F997-ACBF5893BDF4}"/>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3007E0F4-D99A-4633-F997-ACBF5893BDF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C36A4B6F-8FBB-A4FA-7125-EC06C1964C27}"/>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PROPUESTA TECNICA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AE007688-106F-A35A-93F2-4612257972EF}"/>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n-US" sz="2400" b="1" dirty="0">
                <a:solidFill>
                  <a:srgbClr val="1E293B"/>
                </a:solidFill>
                <a:latin typeface="Graphik" panose="020B0503030202060203" pitchFamily="34" charset="0"/>
              </a:rPr>
              <a:t>Plan de </a:t>
            </a:r>
            <a:r>
              <a:rPr lang="en-US" sz="2400" b="1" dirty="0" err="1">
                <a:solidFill>
                  <a:srgbClr val="1E293B"/>
                </a:solidFill>
                <a:latin typeface="Graphik" panose="020B0503030202060203" pitchFamily="34" charset="0"/>
              </a:rPr>
              <a:t>trabajo</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6286174D-49C2-E1F2-3495-2C70ED5DD844}"/>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EC91B5D6-6BE1-4720-4C22-DAFFBD768704}"/>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8790F40C-4E16-B27C-4CD4-225262B9E795}"/>
              </a:ext>
            </a:extLst>
          </p:cNvPr>
          <p:cNvSpPr>
            <a:spLocks noGrp="1"/>
          </p:cNvSpPr>
          <p:nvPr>
            <p:ph type="sldNum" sz="quarter" idx="11"/>
          </p:nvPr>
        </p:nvSpPr>
        <p:spPr/>
        <p:txBody>
          <a:bodyPr/>
          <a:lstStyle/>
          <a:p>
            <a:fld id="{88D3ECB3-9BC1-4314-90EA-F850F5727BF0}" type="slidenum">
              <a:rPr lang="es-MX" smtClean="0"/>
              <a:pPr/>
              <a:t>7</a:t>
            </a:fld>
            <a:endParaRPr lang="es-MX" dirty="0"/>
          </a:p>
        </p:txBody>
      </p:sp>
      <p:sp>
        <p:nvSpPr>
          <p:cNvPr id="6" name="Text 2">
            <a:extLst>
              <a:ext uri="{FF2B5EF4-FFF2-40B4-BE49-F238E27FC236}">
                <a16:creationId xmlns:a16="http://schemas.microsoft.com/office/drawing/2014/main" id="{4B7E341F-6398-59CA-FF7D-CB3561E240DA}"/>
              </a:ext>
            </a:extLst>
          </p:cNvPr>
          <p:cNvSpPr/>
          <p:nvPr/>
        </p:nvSpPr>
        <p:spPr>
          <a:xfrm>
            <a:off x="457200" y="804672"/>
            <a:ext cx="8229600" cy="292608"/>
          </a:xfrm>
          <a:prstGeom prst="rect">
            <a:avLst/>
          </a:prstGeom>
          <a:noFill/>
          <a:ln/>
        </p:spPr>
        <p:txBody>
          <a:bodyPr wrap="square" lIns="0" tIns="0" rIns="0" bIns="0" rtlCol="0" anchor="ctr"/>
          <a:lstStyle/>
          <a:p>
            <a:r>
              <a:rPr lang="en-US" sz="1400" b="1" dirty="0">
                <a:latin typeface="Graphik" panose="020B0503030202060203" pitchFamily="34" charset="0"/>
              </a:rPr>
              <a:t>3</a:t>
            </a:r>
            <a:r>
              <a:rPr lang="es-MX" sz="1400" b="1" dirty="0">
                <a:latin typeface="Graphik" panose="020B0503030202060203" pitchFamily="34" charset="0"/>
              </a:rPr>
              <a:t> </a:t>
            </a:r>
            <a:r>
              <a:rPr lang="es-MX" sz="1400" b="1" dirty="0" err="1">
                <a:latin typeface="Graphik" panose="020B0503030202060203" pitchFamily="34" charset="0"/>
              </a:rPr>
              <a:t>MVPs</a:t>
            </a:r>
            <a:r>
              <a:rPr lang="es-MX" sz="1400" b="1" dirty="0">
                <a:latin typeface="Graphik" panose="020B0503030202060203" pitchFamily="34" charset="0"/>
              </a:rPr>
              <a:t> incrementales con puesta en producción al cierre de cada fase.</a:t>
            </a:r>
          </a:p>
        </p:txBody>
      </p:sp>
      <p:sp>
        <p:nvSpPr>
          <p:cNvPr id="25" name="Rectangle 24">
            <a:extLst>
              <a:ext uri="{FF2B5EF4-FFF2-40B4-BE49-F238E27FC236}">
                <a16:creationId xmlns:a16="http://schemas.microsoft.com/office/drawing/2014/main" id="{8469CB6D-5412-6B61-7134-D2EB2AB44B83}"/>
              </a:ext>
            </a:extLst>
          </p:cNvPr>
          <p:cNvSpPr/>
          <p:nvPr/>
        </p:nvSpPr>
        <p:spPr>
          <a:xfrm>
            <a:off x="413344" y="1162085"/>
            <a:ext cx="1645920"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000" noProof="0" dirty="0">
                <a:solidFill>
                  <a:schemeClr val="tx1"/>
                </a:solidFill>
                <a:latin typeface="Graphik" panose="020B0503030202060203" pitchFamily="34" charset="0"/>
              </a:rPr>
              <a:t>Semanas 1-4</a:t>
            </a:r>
          </a:p>
          <a:p>
            <a:pPr algn="ctr"/>
            <a:r>
              <a:rPr lang="es-MX" sz="1000" b="1" noProof="0" dirty="0">
                <a:solidFill>
                  <a:schemeClr val="tx1"/>
                </a:solidFill>
                <a:latin typeface="Graphik" panose="020B0503030202060203" pitchFamily="34" charset="0"/>
              </a:rPr>
              <a:t>Análisis y Diseño</a:t>
            </a:r>
          </a:p>
        </p:txBody>
      </p:sp>
      <p:sp>
        <p:nvSpPr>
          <p:cNvPr id="29" name="Rectangle 28">
            <a:extLst>
              <a:ext uri="{FF2B5EF4-FFF2-40B4-BE49-F238E27FC236}">
                <a16:creationId xmlns:a16="http://schemas.microsoft.com/office/drawing/2014/main" id="{3C8803BB-A486-1F0D-7AD5-994AB2A72F84}"/>
              </a:ext>
            </a:extLst>
          </p:cNvPr>
          <p:cNvSpPr/>
          <p:nvPr/>
        </p:nvSpPr>
        <p:spPr>
          <a:xfrm>
            <a:off x="2112793" y="1161928"/>
            <a:ext cx="1645920"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000" noProof="0" dirty="0">
                <a:solidFill>
                  <a:schemeClr val="tx1"/>
                </a:solidFill>
                <a:latin typeface="Graphik" panose="020B0503030202060203" pitchFamily="34" charset="0"/>
              </a:rPr>
              <a:t>Semanas 5-10</a:t>
            </a:r>
          </a:p>
          <a:p>
            <a:pPr algn="ctr"/>
            <a:r>
              <a:rPr lang="es-MX" sz="1000" b="1" noProof="0" dirty="0">
                <a:solidFill>
                  <a:schemeClr val="tx1"/>
                </a:solidFill>
                <a:latin typeface="Graphik" panose="020B0503030202060203" pitchFamily="34" charset="0"/>
              </a:rPr>
              <a:t>MVP1</a:t>
            </a:r>
          </a:p>
        </p:txBody>
      </p:sp>
      <p:sp>
        <p:nvSpPr>
          <p:cNvPr id="30" name="Rectangle 29">
            <a:extLst>
              <a:ext uri="{FF2B5EF4-FFF2-40B4-BE49-F238E27FC236}">
                <a16:creationId xmlns:a16="http://schemas.microsoft.com/office/drawing/2014/main" id="{92E37A58-FA57-B5CF-A14F-60F22289DA4E}"/>
              </a:ext>
            </a:extLst>
          </p:cNvPr>
          <p:cNvSpPr/>
          <p:nvPr/>
        </p:nvSpPr>
        <p:spPr>
          <a:xfrm>
            <a:off x="3812242" y="1162085"/>
            <a:ext cx="1645920"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000" noProof="0" dirty="0">
                <a:solidFill>
                  <a:schemeClr val="tx1"/>
                </a:solidFill>
                <a:latin typeface="Graphik" panose="020B0503030202060203" pitchFamily="34" charset="0"/>
              </a:rPr>
              <a:t>Semanas 11-16</a:t>
            </a:r>
          </a:p>
          <a:p>
            <a:pPr algn="ctr"/>
            <a:r>
              <a:rPr lang="es-MX" sz="1000" b="1" noProof="0" dirty="0">
                <a:solidFill>
                  <a:schemeClr val="tx1"/>
                </a:solidFill>
                <a:latin typeface="Graphik" panose="020B0503030202060203" pitchFamily="34" charset="0"/>
              </a:rPr>
              <a:t>MVP2</a:t>
            </a:r>
          </a:p>
        </p:txBody>
      </p:sp>
      <p:sp>
        <p:nvSpPr>
          <p:cNvPr id="31" name="Rectangle 30">
            <a:extLst>
              <a:ext uri="{FF2B5EF4-FFF2-40B4-BE49-F238E27FC236}">
                <a16:creationId xmlns:a16="http://schemas.microsoft.com/office/drawing/2014/main" id="{537651D3-CA1C-8E87-DE6E-7D782C43EDE9}"/>
              </a:ext>
            </a:extLst>
          </p:cNvPr>
          <p:cNvSpPr/>
          <p:nvPr/>
        </p:nvSpPr>
        <p:spPr>
          <a:xfrm>
            <a:off x="5511691" y="1162085"/>
            <a:ext cx="1645920"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000" noProof="0" dirty="0">
                <a:solidFill>
                  <a:schemeClr val="tx1"/>
                </a:solidFill>
                <a:latin typeface="Graphik" panose="020B0503030202060203" pitchFamily="34" charset="0"/>
              </a:rPr>
              <a:t>Semanas 17-22</a:t>
            </a:r>
          </a:p>
          <a:p>
            <a:pPr algn="ctr"/>
            <a:r>
              <a:rPr lang="es-MX" sz="1000" b="1" noProof="0" dirty="0">
                <a:solidFill>
                  <a:schemeClr val="tx1"/>
                </a:solidFill>
                <a:latin typeface="Graphik" panose="020B0503030202060203" pitchFamily="34" charset="0"/>
              </a:rPr>
              <a:t>MVP3</a:t>
            </a:r>
          </a:p>
        </p:txBody>
      </p:sp>
      <p:sp>
        <p:nvSpPr>
          <p:cNvPr id="32" name="Rectangle 31">
            <a:extLst>
              <a:ext uri="{FF2B5EF4-FFF2-40B4-BE49-F238E27FC236}">
                <a16:creationId xmlns:a16="http://schemas.microsoft.com/office/drawing/2014/main" id="{C04C5293-6CD7-4A2C-D3E6-73370981DCE0}"/>
              </a:ext>
            </a:extLst>
          </p:cNvPr>
          <p:cNvSpPr/>
          <p:nvPr/>
        </p:nvSpPr>
        <p:spPr>
          <a:xfrm>
            <a:off x="7211140" y="1162085"/>
            <a:ext cx="1645920"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s-MX" sz="1000" noProof="0" dirty="0">
                <a:solidFill>
                  <a:schemeClr val="tx1"/>
                </a:solidFill>
                <a:latin typeface="Graphik" panose="020B0503030202060203" pitchFamily="34" charset="0"/>
              </a:rPr>
              <a:t>Semanas 23-24 </a:t>
            </a:r>
          </a:p>
          <a:p>
            <a:pPr algn="ctr"/>
            <a:r>
              <a:rPr lang="es-MX" sz="1000" b="1" noProof="0" dirty="0" err="1">
                <a:solidFill>
                  <a:schemeClr val="tx1"/>
                </a:solidFill>
                <a:latin typeface="Graphik" panose="020B0503030202060203" pitchFamily="34" charset="0"/>
              </a:rPr>
              <a:t>Go</a:t>
            </a:r>
            <a:r>
              <a:rPr lang="es-MX" sz="1000" b="1" noProof="0" dirty="0">
                <a:solidFill>
                  <a:schemeClr val="tx1"/>
                </a:solidFill>
                <a:latin typeface="Graphik" panose="020B0503030202060203" pitchFamily="34" charset="0"/>
              </a:rPr>
              <a:t> Live Final</a:t>
            </a:r>
          </a:p>
        </p:txBody>
      </p:sp>
      <p:grpSp>
        <p:nvGrpSpPr>
          <p:cNvPr id="4" name="Group 3">
            <a:extLst>
              <a:ext uri="{FF2B5EF4-FFF2-40B4-BE49-F238E27FC236}">
                <a16:creationId xmlns:a16="http://schemas.microsoft.com/office/drawing/2014/main" id="{AB40796B-BE0A-C311-86F1-78863187B923}"/>
              </a:ext>
            </a:extLst>
          </p:cNvPr>
          <p:cNvGrpSpPr/>
          <p:nvPr/>
        </p:nvGrpSpPr>
        <p:grpSpPr>
          <a:xfrm>
            <a:off x="413344" y="1638457"/>
            <a:ext cx="1645920" cy="1558790"/>
            <a:chOff x="403555" y="1161928"/>
            <a:chExt cx="4114800" cy="822960"/>
          </a:xfrm>
        </p:grpSpPr>
        <p:sp>
          <p:nvSpPr>
            <p:cNvPr id="7" name="Rectangle 6">
              <a:extLst>
                <a:ext uri="{FF2B5EF4-FFF2-40B4-BE49-F238E27FC236}">
                  <a16:creationId xmlns:a16="http://schemas.microsoft.com/office/drawing/2014/main" id="{3F7BAC91-E667-E623-DC48-56BE9AE9D1BA}"/>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8" name="Text 2">
              <a:extLst>
                <a:ext uri="{FF2B5EF4-FFF2-40B4-BE49-F238E27FC236}">
                  <a16:creationId xmlns:a16="http://schemas.microsoft.com/office/drawing/2014/main" id="{4206C218-4B56-E9E9-03E7-F58C9723F618}"/>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ACTIVIDADES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Kick-off ejecutivo y definición de equipo.</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Validación de flujos con áreas de Scotiabank</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Inventario de </a:t>
              </a:r>
              <a:r>
                <a:rPr lang="es-MX" sz="900" dirty="0" err="1">
                  <a:solidFill>
                    <a:srgbClr val="1A1A1A"/>
                  </a:solidFill>
                  <a:latin typeface="Graphik" panose="020B0503030202060203" pitchFamily="34" charset="0"/>
                </a:rPr>
                <a:t>APIs</a:t>
              </a:r>
              <a:r>
                <a:rPr lang="es-MX" sz="900" dirty="0">
                  <a:solidFill>
                    <a:srgbClr val="1A1A1A"/>
                  </a:solidFill>
                  <a:latin typeface="Graphik" panose="020B0503030202060203" pitchFamily="34" charset="0"/>
                </a:rPr>
                <a:t> e integraciones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Diseño UX/UI alineado a identidad Scotiabank</a:t>
              </a:r>
            </a:p>
            <a:p>
              <a:endParaRPr lang="es-MX" sz="1000" dirty="0">
                <a:solidFill>
                  <a:srgbClr val="1A1A1A"/>
                </a:solidFill>
              </a:endParaRPr>
            </a:p>
            <a:p>
              <a:endParaRPr lang="es-MX" sz="1000" dirty="0">
                <a:solidFill>
                  <a:srgbClr val="1A1A1A"/>
                </a:solidFill>
              </a:endParaRPr>
            </a:p>
          </p:txBody>
        </p:sp>
      </p:grpSp>
      <p:grpSp>
        <p:nvGrpSpPr>
          <p:cNvPr id="9" name="Group 8">
            <a:extLst>
              <a:ext uri="{FF2B5EF4-FFF2-40B4-BE49-F238E27FC236}">
                <a16:creationId xmlns:a16="http://schemas.microsoft.com/office/drawing/2014/main" id="{5B95DE38-6E8E-1D6C-88F5-A09832169AAD}"/>
              </a:ext>
            </a:extLst>
          </p:cNvPr>
          <p:cNvGrpSpPr/>
          <p:nvPr/>
        </p:nvGrpSpPr>
        <p:grpSpPr>
          <a:xfrm>
            <a:off x="413344" y="3266477"/>
            <a:ext cx="1645920" cy="1478017"/>
            <a:chOff x="403555" y="1161928"/>
            <a:chExt cx="4114801" cy="822960"/>
          </a:xfrm>
        </p:grpSpPr>
        <p:sp>
          <p:nvSpPr>
            <p:cNvPr id="10" name="Rectangle 9">
              <a:extLst>
                <a:ext uri="{FF2B5EF4-FFF2-40B4-BE49-F238E27FC236}">
                  <a16:creationId xmlns:a16="http://schemas.microsoft.com/office/drawing/2014/main" id="{F94FD3B7-6C12-93A0-4925-8B7353A15B91}"/>
                </a:ext>
              </a:extLst>
            </p:cNvPr>
            <p:cNvSpPr/>
            <p:nvPr/>
          </p:nvSpPr>
          <p:spPr>
            <a:xfrm>
              <a:off x="403555" y="1161928"/>
              <a:ext cx="4114801"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1" name="Text 2">
              <a:extLst>
                <a:ext uri="{FF2B5EF4-FFF2-40B4-BE49-F238E27FC236}">
                  <a16:creationId xmlns:a16="http://schemas.microsoft.com/office/drawing/2014/main" id="{D7807514-261B-70C9-6E9D-7A8C22B62578}"/>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ENTREGABLES</a:t>
              </a:r>
            </a:p>
            <a:p>
              <a:pPr marL="171450" indent="-171450">
                <a:buFont typeface="Wingdings" panose="05000000000000000000" pitchFamily="2" charset="2"/>
                <a:buChar char="§"/>
              </a:pPr>
              <a:r>
                <a:rPr lang="es-MX" sz="900" dirty="0">
                  <a:latin typeface="Graphik" panose="020B0503030202060203" pitchFamily="34" charset="0"/>
                </a:rPr>
                <a:t>Alcance funcional firmado</a:t>
              </a:r>
            </a:p>
            <a:p>
              <a:pPr marL="171450" indent="-171450">
                <a:buFont typeface="Wingdings" panose="05000000000000000000" pitchFamily="2" charset="2"/>
                <a:buChar char="§"/>
              </a:pPr>
              <a:r>
                <a:rPr lang="es-MX" sz="900" dirty="0">
                  <a:latin typeface="Graphik" panose="020B0503030202060203" pitchFamily="34" charset="0"/>
                </a:rPr>
                <a:t>Diseño de Arquitectura</a:t>
              </a:r>
            </a:p>
            <a:p>
              <a:pPr marL="171450" indent="-171450">
                <a:buFont typeface="Wingdings" panose="05000000000000000000" pitchFamily="2" charset="2"/>
                <a:buChar char="§"/>
              </a:pPr>
              <a:r>
                <a:rPr lang="es-MX" sz="900" dirty="0">
                  <a:latin typeface="Graphik" panose="020B0503030202060203" pitchFamily="34" charset="0"/>
                </a:rPr>
                <a:t>Diseño UX/UI aprobado</a:t>
              </a:r>
            </a:p>
            <a:p>
              <a:pPr marL="171450" indent="-171450">
                <a:buFont typeface="Wingdings" panose="05000000000000000000" pitchFamily="2" charset="2"/>
                <a:buChar char="§"/>
              </a:pPr>
              <a:r>
                <a:rPr lang="es-MX" sz="900" dirty="0">
                  <a:latin typeface="Graphik" panose="020B0503030202060203" pitchFamily="34" charset="0"/>
                </a:rPr>
                <a:t>Prototipo navegable</a:t>
              </a:r>
            </a:p>
            <a:p>
              <a:pPr marL="171450" indent="-171450">
                <a:buFont typeface="Wingdings" panose="05000000000000000000" pitchFamily="2" charset="2"/>
                <a:buChar char="§"/>
              </a:pPr>
              <a:r>
                <a:rPr lang="es-MX" sz="900" dirty="0">
                  <a:latin typeface="Graphik" panose="020B0503030202060203" pitchFamily="34" charset="0"/>
                </a:rPr>
                <a:t>Inventario de </a:t>
              </a:r>
              <a:r>
                <a:rPr lang="es-MX" sz="900" dirty="0" err="1">
                  <a:latin typeface="Graphik" panose="020B0503030202060203" pitchFamily="34" charset="0"/>
                </a:rPr>
                <a:t>APIs</a:t>
              </a:r>
              <a:endParaRPr lang="es-MX" sz="900" dirty="0">
                <a:latin typeface="Graphik" panose="020B0503030202060203" pitchFamily="34" charset="0"/>
              </a:endParaRPr>
            </a:p>
            <a:p>
              <a:endParaRPr lang="es-MX" sz="800" dirty="0">
                <a:solidFill>
                  <a:srgbClr val="1A7A4A"/>
                </a:solidFill>
              </a:endParaRPr>
            </a:p>
            <a:p>
              <a:endParaRPr lang="es-MX" sz="1000" dirty="0">
                <a:solidFill>
                  <a:srgbClr val="1A1A1A"/>
                </a:solidFill>
              </a:endParaRPr>
            </a:p>
            <a:p>
              <a:endParaRPr lang="es-MX" sz="1000" dirty="0">
                <a:solidFill>
                  <a:srgbClr val="1A1A1A"/>
                </a:solidFill>
              </a:endParaRPr>
            </a:p>
          </p:txBody>
        </p:sp>
      </p:grpSp>
      <p:grpSp>
        <p:nvGrpSpPr>
          <p:cNvPr id="12" name="Group 11">
            <a:extLst>
              <a:ext uri="{FF2B5EF4-FFF2-40B4-BE49-F238E27FC236}">
                <a16:creationId xmlns:a16="http://schemas.microsoft.com/office/drawing/2014/main" id="{F0B47402-89E8-4008-1A3C-4503C56DA18C}"/>
              </a:ext>
            </a:extLst>
          </p:cNvPr>
          <p:cNvGrpSpPr/>
          <p:nvPr/>
        </p:nvGrpSpPr>
        <p:grpSpPr>
          <a:xfrm>
            <a:off x="2112793" y="1635096"/>
            <a:ext cx="1645920" cy="1558790"/>
            <a:chOff x="403555" y="1161928"/>
            <a:chExt cx="4114800" cy="822960"/>
          </a:xfrm>
        </p:grpSpPr>
        <p:sp>
          <p:nvSpPr>
            <p:cNvPr id="13" name="Rectangle 12">
              <a:extLst>
                <a:ext uri="{FF2B5EF4-FFF2-40B4-BE49-F238E27FC236}">
                  <a16:creationId xmlns:a16="http://schemas.microsoft.com/office/drawing/2014/main" id="{C07043F6-EE1D-4252-559B-0CD343286AA2}"/>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4" name="Text 2">
              <a:extLst>
                <a:ext uri="{FF2B5EF4-FFF2-40B4-BE49-F238E27FC236}">
                  <a16:creationId xmlns:a16="http://schemas.microsoft.com/office/drawing/2014/main" id="{E0BB3F14-CE4A-A5AC-192E-AC7EB762022C}"/>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FUNCIONALIDADES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Portalización</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Carga individual de Empleados.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Carga de Centros de Trabajo.</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Directorio de Cuentas Activas</a:t>
              </a:r>
            </a:p>
            <a:p>
              <a:endParaRPr lang="es-MX" sz="1000" dirty="0">
                <a:solidFill>
                  <a:srgbClr val="1A1A1A"/>
                </a:solidFill>
              </a:endParaRPr>
            </a:p>
            <a:p>
              <a:endParaRPr lang="es-MX" sz="1000" dirty="0">
                <a:solidFill>
                  <a:srgbClr val="1A1A1A"/>
                </a:solidFill>
              </a:endParaRPr>
            </a:p>
          </p:txBody>
        </p:sp>
      </p:grpSp>
      <p:grpSp>
        <p:nvGrpSpPr>
          <p:cNvPr id="15" name="Group 14">
            <a:extLst>
              <a:ext uri="{FF2B5EF4-FFF2-40B4-BE49-F238E27FC236}">
                <a16:creationId xmlns:a16="http://schemas.microsoft.com/office/drawing/2014/main" id="{2ADC1D31-7946-12A8-31D4-C96607D54D1E}"/>
              </a:ext>
            </a:extLst>
          </p:cNvPr>
          <p:cNvGrpSpPr/>
          <p:nvPr/>
        </p:nvGrpSpPr>
        <p:grpSpPr>
          <a:xfrm>
            <a:off x="2112793" y="3263116"/>
            <a:ext cx="1645920" cy="1478017"/>
            <a:chOff x="403555" y="1161928"/>
            <a:chExt cx="4114801" cy="822960"/>
          </a:xfrm>
        </p:grpSpPr>
        <p:sp>
          <p:nvSpPr>
            <p:cNvPr id="16" name="Rectangle 15">
              <a:extLst>
                <a:ext uri="{FF2B5EF4-FFF2-40B4-BE49-F238E27FC236}">
                  <a16:creationId xmlns:a16="http://schemas.microsoft.com/office/drawing/2014/main" id="{0EE310AC-6AD0-EE09-01E0-C433DA3E3BD6}"/>
                </a:ext>
              </a:extLst>
            </p:cNvPr>
            <p:cNvSpPr/>
            <p:nvPr/>
          </p:nvSpPr>
          <p:spPr>
            <a:xfrm>
              <a:off x="403555" y="1161928"/>
              <a:ext cx="4114801"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7" name="Text 2">
              <a:extLst>
                <a:ext uri="{FF2B5EF4-FFF2-40B4-BE49-F238E27FC236}">
                  <a16:creationId xmlns:a16="http://schemas.microsoft.com/office/drawing/2014/main" id="{9C5FB670-A6F9-C350-E001-7199B430220E}"/>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ENTREGABLES</a:t>
              </a:r>
            </a:p>
            <a:p>
              <a:pPr marL="171450" indent="-171450">
                <a:buFont typeface="Wingdings" panose="05000000000000000000" pitchFamily="2" charset="2"/>
                <a:buChar char="§"/>
              </a:pPr>
              <a:r>
                <a:rPr lang="es-MX" sz="900" dirty="0">
                  <a:latin typeface="Graphik" panose="020B0503030202060203" pitchFamily="34" charset="0"/>
                </a:rPr>
                <a:t>Portal en Producción.</a:t>
              </a:r>
            </a:p>
            <a:p>
              <a:pPr marL="171450" indent="-171450">
                <a:buFont typeface="Wingdings" panose="05000000000000000000" pitchFamily="2" charset="2"/>
                <a:buChar char="§"/>
              </a:pPr>
              <a:r>
                <a:rPr lang="es-MX" sz="900" dirty="0">
                  <a:latin typeface="Graphik" panose="020B0503030202060203" pitchFamily="34" charset="0"/>
                </a:rPr>
                <a:t>Pruebas de UAT documentadas.</a:t>
              </a:r>
            </a:p>
            <a:p>
              <a:pPr marL="171450" indent="-171450">
                <a:buFont typeface="Wingdings" panose="05000000000000000000" pitchFamily="2" charset="2"/>
                <a:buChar char="§"/>
              </a:pPr>
              <a:r>
                <a:rPr lang="es-MX" sz="900" dirty="0">
                  <a:latin typeface="Graphik" panose="020B0503030202060203" pitchFamily="34" charset="0"/>
                </a:rPr>
                <a:t>Acta de Aceptación</a:t>
              </a:r>
            </a:p>
            <a:p>
              <a:endParaRPr lang="es-MX" sz="800" dirty="0">
                <a:solidFill>
                  <a:srgbClr val="1A7A4A"/>
                </a:solidFill>
              </a:endParaRPr>
            </a:p>
            <a:p>
              <a:endParaRPr lang="es-MX" sz="1000" dirty="0">
                <a:solidFill>
                  <a:srgbClr val="1A1A1A"/>
                </a:solidFill>
              </a:endParaRPr>
            </a:p>
            <a:p>
              <a:endParaRPr lang="es-MX" sz="1000" dirty="0">
                <a:solidFill>
                  <a:srgbClr val="1A1A1A"/>
                </a:solidFill>
              </a:endParaRPr>
            </a:p>
          </p:txBody>
        </p:sp>
      </p:grpSp>
      <p:sp>
        <p:nvSpPr>
          <p:cNvPr id="19" name="Rectangle 18">
            <a:extLst>
              <a:ext uri="{FF2B5EF4-FFF2-40B4-BE49-F238E27FC236}">
                <a16:creationId xmlns:a16="http://schemas.microsoft.com/office/drawing/2014/main" id="{5297B9AB-A4A1-0913-4F15-D5B499678057}"/>
              </a:ext>
            </a:extLst>
          </p:cNvPr>
          <p:cNvSpPr/>
          <p:nvPr/>
        </p:nvSpPr>
        <p:spPr>
          <a:xfrm>
            <a:off x="2155711" y="4201247"/>
            <a:ext cx="1520808" cy="447898"/>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900" dirty="0">
                <a:solidFill>
                  <a:schemeClr val="bg1"/>
                </a:solidFill>
                <a:latin typeface="Graphik" panose="020B0503030202060203" pitchFamily="34" charset="0"/>
              </a:rPr>
              <a:t>Piloto F&amp;F: Validación en ambiente controlado antes de producción</a:t>
            </a:r>
          </a:p>
        </p:txBody>
      </p:sp>
      <p:grpSp>
        <p:nvGrpSpPr>
          <p:cNvPr id="20" name="Group 19">
            <a:extLst>
              <a:ext uri="{FF2B5EF4-FFF2-40B4-BE49-F238E27FC236}">
                <a16:creationId xmlns:a16="http://schemas.microsoft.com/office/drawing/2014/main" id="{D1BD5211-D738-46A5-F12C-ACA0CD3F56B0}"/>
              </a:ext>
            </a:extLst>
          </p:cNvPr>
          <p:cNvGrpSpPr/>
          <p:nvPr/>
        </p:nvGrpSpPr>
        <p:grpSpPr>
          <a:xfrm>
            <a:off x="3828919" y="1635096"/>
            <a:ext cx="1645920" cy="1558790"/>
            <a:chOff x="403555" y="1161928"/>
            <a:chExt cx="4114800" cy="822960"/>
          </a:xfrm>
        </p:grpSpPr>
        <p:sp>
          <p:nvSpPr>
            <p:cNvPr id="21" name="Rectangle 20">
              <a:extLst>
                <a:ext uri="{FF2B5EF4-FFF2-40B4-BE49-F238E27FC236}">
                  <a16:creationId xmlns:a16="http://schemas.microsoft.com/office/drawing/2014/main" id="{8A02CBE3-72C8-3C35-D347-9D0FE5B1A5E1}"/>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2" name="Text 2">
              <a:extLst>
                <a:ext uri="{FF2B5EF4-FFF2-40B4-BE49-F238E27FC236}">
                  <a16:creationId xmlns:a16="http://schemas.microsoft.com/office/drawing/2014/main" id="{116D869F-31B1-04D7-07EB-92EDF3B68D72}"/>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FUNCIONALIDADES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Apertura de Cuenta Digital</a:t>
              </a:r>
            </a:p>
            <a:p>
              <a:pPr marL="171450" indent="-171450">
                <a:buFont typeface="Wingdings" panose="05000000000000000000" pitchFamily="2" charset="2"/>
                <a:buChar char="§"/>
              </a:pPr>
              <a:r>
                <a:rPr lang="es-MX" sz="900" dirty="0" err="1">
                  <a:solidFill>
                    <a:srgbClr val="1A1A1A"/>
                  </a:solidFill>
                  <a:latin typeface="Graphik" panose="020B0503030202060203" pitchFamily="34" charset="0"/>
                </a:rPr>
                <a:t>Dashboard</a:t>
              </a:r>
              <a:r>
                <a:rPr lang="es-MX" sz="900" dirty="0">
                  <a:solidFill>
                    <a:srgbClr val="1A1A1A"/>
                  </a:solidFill>
                  <a:latin typeface="Graphik" panose="020B0503030202060203" pitchFamily="34" charset="0"/>
                </a:rPr>
                <a:t> Estadísticos.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Reportes y auditorias.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Carga Individual Avanzada</a:t>
              </a:r>
            </a:p>
            <a:p>
              <a:pPr marL="171450" indent="-171450">
                <a:buFont typeface="Wingdings" panose="05000000000000000000" pitchFamily="2" charset="2"/>
                <a:buChar char="§"/>
              </a:pPr>
              <a:endParaRPr lang="es-MX" sz="900" dirty="0">
                <a:solidFill>
                  <a:srgbClr val="1A1A1A"/>
                </a:solidFill>
                <a:latin typeface="Graphik" panose="020B0503030202060203" pitchFamily="34" charset="0"/>
              </a:endParaRPr>
            </a:p>
            <a:p>
              <a:endParaRPr lang="es-MX" sz="1000" dirty="0">
                <a:solidFill>
                  <a:srgbClr val="1A1A1A"/>
                </a:solidFill>
              </a:endParaRPr>
            </a:p>
            <a:p>
              <a:endParaRPr lang="es-MX" sz="1000" dirty="0">
                <a:solidFill>
                  <a:srgbClr val="1A1A1A"/>
                </a:solidFill>
              </a:endParaRPr>
            </a:p>
          </p:txBody>
        </p:sp>
      </p:grpSp>
      <p:grpSp>
        <p:nvGrpSpPr>
          <p:cNvPr id="23" name="Group 22">
            <a:extLst>
              <a:ext uri="{FF2B5EF4-FFF2-40B4-BE49-F238E27FC236}">
                <a16:creationId xmlns:a16="http://schemas.microsoft.com/office/drawing/2014/main" id="{90EE2808-DDC5-6EA0-EACF-9C8D0DDAC81E}"/>
              </a:ext>
            </a:extLst>
          </p:cNvPr>
          <p:cNvGrpSpPr/>
          <p:nvPr/>
        </p:nvGrpSpPr>
        <p:grpSpPr>
          <a:xfrm>
            <a:off x="3828919" y="3263116"/>
            <a:ext cx="1645920" cy="1478017"/>
            <a:chOff x="403555" y="1161928"/>
            <a:chExt cx="4114801" cy="822960"/>
          </a:xfrm>
        </p:grpSpPr>
        <p:sp>
          <p:nvSpPr>
            <p:cNvPr id="24" name="Rectangle 23">
              <a:extLst>
                <a:ext uri="{FF2B5EF4-FFF2-40B4-BE49-F238E27FC236}">
                  <a16:creationId xmlns:a16="http://schemas.microsoft.com/office/drawing/2014/main" id="{7508905A-6E31-A24C-A173-8087F7A76E30}"/>
                </a:ext>
              </a:extLst>
            </p:cNvPr>
            <p:cNvSpPr/>
            <p:nvPr/>
          </p:nvSpPr>
          <p:spPr>
            <a:xfrm>
              <a:off x="403555" y="1161928"/>
              <a:ext cx="4114801"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33" name="Text 2">
              <a:extLst>
                <a:ext uri="{FF2B5EF4-FFF2-40B4-BE49-F238E27FC236}">
                  <a16:creationId xmlns:a16="http://schemas.microsoft.com/office/drawing/2014/main" id="{95A7660D-4F1D-1AA1-1F55-2606C941D07E}"/>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ENTREGABLES</a:t>
              </a:r>
            </a:p>
            <a:p>
              <a:pPr marL="171450" indent="-171450">
                <a:buFont typeface="Wingdings" panose="05000000000000000000" pitchFamily="2" charset="2"/>
                <a:buChar char="§"/>
              </a:pPr>
              <a:r>
                <a:rPr lang="es-MX" sz="900" dirty="0">
                  <a:latin typeface="Graphik" panose="020B0503030202060203" pitchFamily="34" charset="0"/>
                </a:rPr>
                <a:t>Portal en Producción.</a:t>
              </a:r>
            </a:p>
            <a:p>
              <a:pPr marL="171450" indent="-171450">
                <a:buFont typeface="Wingdings" panose="05000000000000000000" pitchFamily="2" charset="2"/>
                <a:buChar char="§"/>
              </a:pPr>
              <a:r>
                <a:rPr lang="es-MX" sz="900" dirty="0">
                  <a:latin typeface="Graphik" panose="020B0503030202060203" pitchFamily="34" charset="0"/>
                </a:rPr>
                <a:t>Pruebas de UAT documentadas.</a:t>
              </a:r>
            </a:p>
            <a:p>
              <a:pPr marL="171450" indent="-171450">
                <a:buFont typeface="Wingdings" panose="05000000000000000000" pitchFamily="2" charset="2"/>
                <a:buChar char="§"/>
              </a:pPr>
              <a:r>
                <a:rPr lang="es-MX" sz="900" dirty="0">
                  <a:latin typeface="Graphik" panose="020B0503030202060203" pitchFamily="34" charset="0"/>
                </a:rPr>
                <a:t>Acta de Aceptación</a:t>
              </a:r>
            </a:p>
            <a:p>
              <a:endParaRPr lang="es-MX" sz="800" dirty="0">
                <a:solidFill>
                  <a:srgbClr val="1A7A4A"/>
                </a:solidFill>
              </a:endParaRPr>
            </a:p>
            <a:p>
              <a:endParaRPr lang="es-MX" sz="1000" dirty="0">
                <a:solidFill>
                  <a:srgbClr val="1A1A1A"/>
                </a:solidFill>
              </a:endParaRPr>
            </a:p>
            <a:p>
              <a:endParaRPr lang="es-MX" sz="1000" dirty="0">
                <a:solidFill>
                  <a:srgbClr val="1A1A1A"/>
                </a:solidFill>
              </a:endParaRPr>
            </a:p>
          </p:txBody>
        </p:sp>
      </p:grpSp>
      <p:sp>
        <p:nvSpPr>
          <p:cNvPr id="34" name="Rectangle 33">
            <a:extLst>
              <a:ext uri="{FF2B5EF4-FFF2-40B4-BE49-F238E27FC236}">
                <a16:creationId xmlns:a16="http://schemas.microsoft.com/office/drawing/2014/main" id="{436D1620-35B6-EF3A-98AE-2F733974027B}"/>
              </a:ext>
            </a:extLst>
          </p:cNvPr>
          <p:cNvSpPr/>
          <p:nvPr/>
        </p:nvSpPr>
        <p:spPr>
          <a:xfrm>
            <a:off x="3871837" y="4201247"/>
            <a:ext cx="1520808" cy="447898"/>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900" dirty="0">
                <a:solidFill>
                  <a:schemeClr val="bg1"/>
                </a:solidFill>
                <a:latin typeface="Graphik" panose="020B0503030202060203" pitchFamily="34" charset="0"/>
              </a:rPr>
              <a:t>Piloto F&amp;F: Validación extendida antes de producción.</a:t>
            </a:r>
          </a:p>
        </p:txBody>
      </p:sp>
      <p:grpSp>
        <p:nvGrpSpPr>
          <p:cNvPr id="48" name="Group 47">
            <a:extLst>
              <a:ext uri="{FF2B5EF4-FFF2-40B4-BE49-F238E27FC236}">
                <a16:creationId xmlns:a16="http://schemas.microsoft.com/office/drawing/2014/main" id="{1E0B9F26-6D7C-E099-EB02-920DCC93F07A}"/>
              </a:ext>
            </a:extLst>
          </p:cNvPr>
          <p:cNvGrpSpPr/>
          <p:nvPr/>
        </p:nvGrpSpPr>
        <p:grpSpPr>
          <a:xfrm>
            <a:off x="5551397" y="1634032"/>
            <a:ext cx="1645920" cy="1558790"/>
            <a:chOff x="403555" y="1161928"/>
            <a:chExt cx="4114800" cy="822960"/>
          </a:xfrm>
        </p:grpSpPr>
        <p:sp>
          <p:nvSpPr>
            <p:cNvPr id="49" name="Rectangle 48">
              <a:extLst>
                <a:ext uri="{FF2B5EF4-FFF2-40B4-BE49-F238E27FC236}">
                  <a16:creationId xmlns:a16="http://schemas.microsoft.com/office/drawing/2014/main" id="{D394843B-51DC-5DDD-9CCC-DD0AA5D997B0}"/>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50" name="Text 2">
              <a:extLst>
                <a:ext uri="{FF2B5EF4-FFF2-40B4-BE49-F238E27FC236}">
                  <a16:creationId xmlns:a16="http://schemas.microsoft.com/office/drawing/2014/main" id="{B9D5DEBB-3792-6226-6242-1B9D5A2058D9}"/>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FUNCIONALIDADES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Carga masiva de empleados.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Gestión del Stock de tarjetas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Reposición de Tarjeta de Debito</a:t>
              </a:r>
            </a:p>
            <a:p>
              <a:pPr marL="171450" indent="-171450">
                <a:buFont typeface="Wingdings" panose="05000000000000000000" pitchFamily="2" charset="2"/>
                <a:buChar char="§"/>
              </a:pPr>
              <a:endParaRPr lang="es-MX" sz="900" dirty="0">
                <a:solidFill>
                  <a:srgbClr val="1A1A1A"/>
                </a:solidFill>
                <a:latin typeface="Graphik" panose="020B0503030202060203" pitchFamily="34" charset="0"/>
              </a:endParaRPr>
            </a:p>
            <a:p>
              <a:endParaRPr lang="es-MX" sz="1000" dirty="0">
                <a:solidFill>
                  <a:srgbClr val="1A1A1A"/>
                </a:solidFill>
              </a:endParaRPr>
            </a:p>
            <a:p>
              <a:endParaRPr lang="es-MX" sz="1000" dirty="0">
                <a:solidFill>
                  <a:srgbClr val="1A1A1A"/>
                </a:solidFill>
              </a:endParaRPr>
            </a:p>
          </p:txBody>
        </p:sp>
      </p:grpSp>
      <p:grpSp>
        <p:nvGrpSpPr>
          <p:cNvPr id="51" name="Group 50">
            <a:extLst>
              <a:ext uri="{FF2B5EF4-FFF2-40B4-BE49-F238E27FC236}">
                <a16:creationId xmlns:a16="http://schemas.microsoft.com/office/drawing/2014/main" id="{B7A4037F-F65D-FDC9-F7B9-E0202D55A052}"/>
              </a:ext>
            </a:extLst>
          </p:cNvPr>
          <p:cNvGrpSpPr/>
          <p:nvPr/>
        </p:nvGrpSpPr>
        <p:grpSpPr>
          <a:xfrm>
            <a:off x="5551397" y="3262052"/>
            <a:ext cx="1645920" cy="1478017"/>
            <a:chOff x="403555" y="1161928"/>
            <a:chExt cx="4114801" cy="822960"/>
          </a:xfrm>
        </p:grpSpPr>
        <p:sp>
          <p:nvSpPr>
            <p:cNvPr id="52" name="Rectangle 51">
              <a:extLst>
                <a:ext uri="{FF2B5EF4-FFF2-40B4-BE49-F238E27FC236}">
                  <a16:creationId xmlns:a16="http://schemas.microsoft.com/office/drawing/2014/main" id="{3C574928-BD3E-621B-1127-E94A7CCD3B9F}"/>
                </a:ext>
              </a:extLst>
            </p:cNvPr>
            <p:cNvSpPr/>
            <p:nvPr/>
          </p:nvSpPr>
          <p:spPr>
            <a:xfrm>
              <a:off x="403555" y="1161928"/>
              <a:ext cx="4114801"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53" name="Text 2">
              <a:extLst>
                <a:ext uri="{FF2B5EF4-FFF2-40B4-BE49-F238E27FC236}">
                  <a16:creationId xmlns:a16="http://schemas.microsoft.com/office/drawing/2014/main" id="{F29A24BF-8090-D7C8-E432-535AAFB4EB09}"/>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ENTREGABLES</a:t>
              </a:r>
            </a:p>
            <a:p>
              <a:pPr marL="171450" indent="-171450">
                <a:buFont typeface="Wingdings" panose="05000000000000000000" pitchFamily="2" charset="2"/>
                <a:buChar char="§"/>
              </a:pPr>
              <a:r>
                <a:rPr lang="es-MX" sz="900" dirty="0">
                  <a:latin typeface="Graphik" panose="020B0503030202060203" pitchFamily="34" charset="0"/>
                </a:rPr>
                <a:t>Portal en Producción.</a:t>
              </a:r>
            </a:p>
            <a:p>
              <a:pPr marL="171450" indent="-171450">
                <a:buFont typeface="Wingdings" panose="05000000000000000000" pitchFamily="2" charset="2"/>
                <a:buChar char="§"/>
              </a:pPr>
              <a:r>
                <a:rPr lang="es-MX" sz="900" dirty="0">
                  <a:latin typeface="Graphik" panose="020B0503030202060203" pitchFamily="34" charset="0"/>
                </a:rPr>
                <a:t>Pruebas de UAT documentadas.</a:t>
              </a:r>
            </a:p>
            <a:p>
              <a:pPr marL="171450" indent="-171450">
                <a:buFont typeface="Wingdings" panose="05000000000000000000" pitchFamily="2" charset="2"/>
                <a:buChar char="§"/>
              </a:pPr>
              <a:r>
                <a:rPr lang="es-MX" sz="900" dirty="0">
                  <a:latin typeface="Graphik" panose="020B0503030202060203" pitchFamily="34" charset="0"/>
                </a:rPr>
                <a:t>Acta de Aceptación</a:t>
              </a:r>
            </a:p>
            <a:p>
              <a:endParaRPr lang="es-MX" sz="800" dirty="0">
                <a:solidFill>
                  <a:srgbClr val="1A7A4A"/>
                </a:solidFill>
              </a:endParaRPr>
            </a:p>
            <a:p>
              <a:endParaRPr lang="es-MX" sz="1000" dirty="0">
                <a:solidFill>
                  <a:srgbClr val="1A1A1A"/>
                </a:solidFill>
              </a:endParaRPr>
            </a:p>
            <a:p>
              <a:endParaRPr lang="es-MX" sz="1000" dirty="0">
                <a:solidFill>
                  <a:srgbClr val="1A1A1A"/>
                </a:solidFill>
              </a:endParaRPr>
            </a:p>
          </p:txBody>
        </p:sp>
      </p:grpSp>
      <p:sp>
        <p:nvSpPr>
          <p:cNvPr id="54" name="Rectangle 53">
            <a:extLst>
              <a:ext uri="{FF2B5EF4-FFF2-40B4-BE49-F238E27FC236}">
                <a16:creationId xmlns:a16="http://schemas.microsoft.com/office/drawing/2014/main" id="{FD91C61F-B40B-0B59-EA1C-E5CDDD68E360}"/>
              </a:ext>
            </a:extLst>
          </p:cNvPr>
          <p:cNvSpPr/>
          <p:nvPr/>
        </p:nvSpPr>
        <p:spPr>
          <a:xfrm>
            <a:off x="5594315" y="4200183"/>
            <a:ext cx="1520808" cy="447898"/>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MX" sz="900" dirty="0">
                <a:solidFill>
                  <a:schemeClr val="bg1"/>
                </a:solidFill>
                <a:latin typeface="Graphik" panose="020B0503030202060203" pitchFamily="34" charset="0"/>
              </a:rPr>
              <a:t>Piloto F&amp;F: Validación final antes de producción.</a:t>
            </a:r>
          </a:p>
        </p:txBody>
      </p:sp>
      <p:grpSp>
        <p:nvGrpSpPr>
          <p:cNvPr id="55" name="Group 54">
            <a:extLst>
              <a:ext uri="{FF2B5EF4-FFF2-40B4-BE49-F238E27FC236}">
                <a16:creationId xmlns:a16="http://schemas.microsoft.com/office/drawing/2014/main" id="{6CFD2F90-C579-411C-D0D2-B7D2CB68CEB5}"/>
              </a:ext>
            </a:extLst>
          </p:cNvPr>
          <p:cNvGrpSpPr/>
          <p:nvPr/>
        </p:nvGrpSpPr>
        <p:grpSpPr>
          <a:xfrm>
            <a:off x="7248277" y="1635096"/>
            <a:ext cx="1645920" cy="1558790"/>
            <a:chOff x="403555" y="1161928"/>
            <a:chExt cx="4114800" cy="822960"/>
          </a:xfrm>
        </p:grpSpPr>
        <p:sp>
          <p:nvSpPr>
            <p:cNvPr id="56" name="Rectangle 55">
              <a:extLst>
                <a:ext uri="{FF2B5EF4-FFF2-40B4-BE49-F238E27FC236}">
                  <a16:creationId xmlns:a16="http://schemas.microsoft.com/office/drawing/2014/main" id="{789690EE-BA5B-AB88-667C-1FE9F0FB0D4E}"/>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57" name="Text 2">
              <a:extLst>
                <a:ext uri="{FF2B5EF4-FFF2-40B4-BE49-F238E27FC236}">
                  <a16:creationId xmlns:a16="http://schemas.microsoft.com/office/drawing/2014/main" id="{D8DE8C8D-5A46-02F4-FF93-ACD2AD56A734}"/>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ACTIVIDADES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Escalado completo a producción.</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Pruebas de carga y estrés.</a:t>
              </a:r>
            </a:p>
            <a:p>
              <a:pPr marL="171450" indent="-171450">
                <a:buFont typeface="Wingdings" panose="05000000000000000000" pitchFamily="2" charset="2"/>
                <a:buChar char="§"/>
              </a:pPr>
              <a:r>
                <a:rPr lang="es-MX" sz="900" dirty="0">
                  <a:solidFill>
                    <a:srgbClr val="1A1A1A"/>
                  </a:solidFill>
                  <a:latin typeface="Graphik" panose="020B0503030202060203" pitchFamily="34" charset="0"/>
                </a:rPr>
                <a:t>Transferencia de conocimiento</a:t>
              </a:r>
            </a:p>
            <a:p>
              <a:pPr marL="171450" indent="-171450">
                <a:buFont typeface="Wingdings" panose="05000000000000000000" pitchFamily="2" charset="2"/>
                <a:buChar char="§"/>
              </a:pPr>
              <a:endParaRPr lang="es-MX" sz="900" dirty="0">
                <a:solidFill>
                  <a:srgbClr val="1A1A1A"/>
                </a:solidFill>
                <a:latin typeface="Graphik" panose="020B0503030202060203" pitchFamily="34" charset="0"/>
              </a:endParaRPr>
            </a:p>
            <a:p>
              <a:endParaRPr lang="es-MX" sz="1000" dirty="0">
                <a:solidFill>
                  <a:srgbClr val="1A1A1A"/>
                </a:solidFill>
              </a:endParaRPr>
            </a:p>
            <a:p>
              <a:endParaRPr lang="es-MX" sz="1000" dirty="0">
                <a:solidFill>
                  <a:srgbClr val="1A1A1A"/>
                </a:solidFill>
              </a:endParaRPr>
            </a:p>
          </p:txBody>
        </p:sp>
      </p:grpSp>
      <p:grpSp>
        <p:nvGrpSpPr>
          <p:cNvPr id="58" name="Group 57">
            <a:extLst>
              <a:ext uri="{FF2B5EF4-FFF2-40B4-BE49-F238E27FC236}">
                <a16:creationId xmlns:a16="http://schemas.microsoft.com/office/drawing/2014/main" id="{00618A40-BC87-77CB-7317-1E05481F502E}"/>
              </a:ext>
            </a:extLst>
          </p:cNvPr>
          <p:cNvGrpSpPr/>
          <p:nvPr/>
        </p:nvGrpSpPr>
        <p:grpSpPr>
          <a:xfrm>
            <a:off x="7248277" y="3263116"/>
            <a:ext cx="1645920" cy="1478017"/>
            <a:chOff x="403555" y="1161928"/>
            <a:chExt cx="4114801" cy="822960"/>
          </a:xfrm>
        </p:grpSpPr>
        <p:sp>
          <p:nvSpPr>
            <p:cNvPr id="59" name="Rectangle 58">
              <a:extLst>
                <a:ext uri="{FF2B5EF4-FFF2-40B4-BE49-F238E27FC236}">
                  <a16:creationId xmlns:a16="http://schemas.microsoft.com/office/drawing/2014/main" id="{B20496D5-E823-5B8D-8514-7DF115770983}"/>
                </a:ext>
              </a:extLst>
            </p:cNvPr>
            <p:cNvSpPr/>
            <p:nvPr/>
          </p:nvSpPr>
          <p:spPr>
            <a:xfrm>
              <a:off x="403555" y="1161928"/>
              <a:ext cx="4114801"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60" name="Text 2">
              <a:extLst>
                <a:ext uri="{FF2B5EF4-FFF2-40B4-BE49-F238E27FC236}">
                  <a16:creationId xmlns:a16="http://schemas.microsoft.com/office/drawing/2014/main" id="{21F15286-B2E9-11C6-F427-C7A11B5575E8}"/>
                </a:ext>
              </a:extLst>
            </p:cNvPr>
            <p:cNvSpPr/>
            <p:nvPr/>
          </p:nvSpPr>
          <p:spPr>
            <a:xfrm>
              <a:off x="510848" y="1244865"/>
              <a:ext cx="3936163" cy="697379"/>
            </a:xfrm>
            <a:prstGeom prst="rect">
              <a:avLst/>
            </a:prstGeom>
            <a:noFill/>
            <a:ln/>
          </p:spPr>
          <p:txBody>
            <a:bodyPr wrap="square" lIns="0" tIns="0" rIns="0" bIns="0" rtlCol="0" anchor="t" anchorCtr="0"/>
            <a:lstStyle/>
            <a:p>
              <a:r>
                <a:rPr lang="es-MX" sz="900" b="1" dirty="0">
                  <a:solidFill>
                    <a:srgbClr val="CC0000"/>
                  </a:solidFill>
                  <a:latin typeface="Graphik" panose="020B0503030202060203" pitchFamily="34" charset="0"/>
                </a:rPr>
                <a:t>ENTREGABLES</a:t>
              </a:r>
            </a:p>
            <a:p>
              <a:pPr marL="171450" indent="-171450">
                <a:buFont typeface="Wingdings" panose="05000000000000000000" pitchFamily="2" charset="2"/>
                <a:buChar char="§"/>
              </a:pPr>
              <a:r>
                <a:rPr lang="es-MX" sz="900" dirty="0">
                  <a:latin typeface="Graphik" panose="020B0503030202060203" pitchFamily="34" charset="0"/>
                </a:rPr>
                <a:t>Portal en Producción.</a:t>
              </a:r>
            </a:p>
            <a:p>
              <a:pPr marL="171450" indent="-171450">
                <a:buFont typeface="Wingdings" panose="05000000000000000000" pitchFamily="2" charset="2"/>
                <a:buChar char="§"/>
              </a:pPr>
              <a:r>
                <a:rPr lang="es-MX" sz="900" dirty="0">
                  <a:latin typeface="Graphik" panose="020B0503030202060203" pitchFamily="34" charset="0"/>
                </a:rPr>
                <a:t>Pruebas de UAT documentadas.</a:t>
              </a:r>
            </a:p>
            <a:p>
              <a:pPr marL="171450" indent="-171450">
                <a:buFont typeface="Wingdings" panose="05000000000000000000" pitchFamily="2" charset="2"/>
                <a:buChar char="§"/>
              </a:pPr>
              <a:r>
                <a:rPr lang="es-MX" sz="900" dirty="0">
                  <a:latin typeface="Graphik" panose="020B0503030202060203" pitchFamily="34" charset="0"/>
                </a:rPr>
                <a:t>Acta de Aceptación</a:t>
              </a:r>
            </a:p>
            <a:p>
              <a:endParaRPr lang="es-MX" sz="800" dirty="0">
                <a:solidFill>
                  <a:srgbClr val="1A7A4A"/>
                </a:solidFill>
              </a:endParaRPr>
            </a:p>
            <a:p>
              <a:endParaRPr lang="es-MX" sz="1000" dirty="0">
                <a:solidFill>
                  <a:srgbClr val="1A1A1A"/>
                </a:solidFill>
              </a:endParaRPr>
            </a:p>
            <a:p>
              <a:endParaRPr lang="es-MX" sz="1000" dirty="0">
                <a:solidFill>
                  <a:srgbClr val="1A1A1A"/>
                </a:solidFill>
              </a:endParaRPr>
            </a:p>
          </p:txBody>
        </p:sp>
      </p:grpSp>
      <p:sp>
        <p:nvSpPr>
          <p:cNvPr id="61" name="Rectangle 60">
            <a:extLst>
              <a:ext uri="{FF2B5EF4-FFF2-40B4-BE49-F238E27FC236}">
                <a16:creationId xmlns:a16="http://schemas.microsoft.com/office/drawing/2014/main" id="{6D599EE7-4351-28B7-89F1-9181C80F1091}"/>
              </a:ext>
            </a:extLst>
          </p:cNvPr>
          <p:cNvSpPr/>
          <p:nvPr/>
        </p:nvSpPr>
        <p:spPr>
          <a:xfrm>
            <a:off x="7291195" y="4201247"/>
            <a:ext cx="1520808" cy="447898"/>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solidFill>
                  <a:schemeClr val="bg1"/>
                </a:solidFill>
                <a:latin typeface="Graphik" panose="020B0503030202060203" pitchFamily="34" charset="0"/>
              </a:rPr>
              <a:t>PRODUCCION</a:t>
            </a:r>
            <a:endParaRPr lang="es-MX" sz="900" dirty="0">
              <a:solidFill>
                <a:schemeClr val="bg1"/>
              </a:solidFill>
              <a:latin typeface="Graphik" panose="020B0503030202060203" pitchFamily="34" charset="0"/>
            </a:endParaRPr>
          </a:p>
        </p:txBody>
      </p:sp>
      <p:pic>
        <p:nvPicPr>
          <p:cNvPr id="62" name="Picture 61">
            <a:extLst>
              <a:ext uri="{FF2B5EF4-FFF2-40B4-BE49-F238E27FC236}">
                <a16:creationId xmlns:a16="http://schemas.microsoft.com/office/drawing/2014/main" id="{51FA3896-E005-22D9-2ED4-D11A193EEAF3}"/>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Layer>
                </a14:imgProps>
              </a:ext>
              <a:ext uri="{28A0092B-C50C-407E-A947-70E740481C1C}">
                <a14:useLocalDpi xmlns:a14="http://schemas.microsoft.com/office/drawing/2010/main" val="0"/>
              </a:ext>
            </a:extLst>
          </a:blip>
          <a:stretch>
            <a:fillRect/>
          </a:stretch>
        </p:blipFill>
        <p:spPr>
          <a:xfrm>
            <a:off x="6427522" y="45449"/>
            <a:ext cx="2716478" cy="1736586"/>
          </a:xfrm>
          <a:prstGeom prst="rect">
            <a:avLst/>
          </a:prstGeom>
        </p:spPr>
      </p:pic>
    </p:spTree>
    <p:extLst>
      <p:ext uri="{BB962C8B-B14F-4D97-AF65-F5344CB8AC3E}">
        <p14:creationId xmlns:p14="http://schemas.microsoft.com/office/powerpoint/2010/main" val="72389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F5FDE312-ADA8-6EC4-A802-70AE76B4850B}"/>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1C81AF3A-82BD-8AB0-CC87-ECEA03B8289C}"/>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1C81AF3A-82BD-8AB0-CC87-ECEA03B8289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61FACA8E-FBEC-8361-9E14-4C4B7E28E2F6}"/>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PROPUESTA TECNICA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92BD3614-D40D-ABE6-29CA-0457748B4F17}"/>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dirty="0">
                <a:solidFill>
                  <a:srgbClr val="1E293B"/>
                </a:solidFill>
                <a:latin typeface="Graphik" panose="020B0503030202060203" pitchFamily="34" charset="0"/>
              </a:rPr>
              <a:t>Premisas del proyecto</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BC502935-D01D-E157-8A5B-06DC07039E54}"/>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2F399B04-B173-AC21-FBA1-28BB46EC942D}"/>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88B7A133-E195-1F1C-8674-C135CB5E611F}"/>
              </a:ext>
            </a:extLst>
          </p:cNvPr>
          <p:cNvSpPr>
            <a:spLocks noGrp="1"/>
          </p:cNvSpPr>
          <p:nvPr>
            <p:ph type="sldNum" sz="quarter" idx="11"/>
          </p:nvPr>
        </p:nvSpPr>
        <p:spPr/>
        <p:txBody>
          <a:bodyPr/>
          <a:lstStyle/>
          <a:p>
            <a:fld id="{88D3ECB3-9BC1-4314-90EA-F850F5727BF0}" type="slidenum">
              <a:rPr lang="es-MX" smtClean="0"/>
              <a:pPr/>
              <a:t>8</a:t>
            </a:fld>
            <a:endParaRPr lang="es-MX" dirty="0"/>
          </a:p>
        </p:txBody>
      </p:sp>
      <p:sp>
        <p:nvSpPr>
          <p:cNvPr id="6" name="Text 2">
            <a:extLst>
              <a:ext uri="{FF2B5EF4-FFF2-40B4-BE49-F238E27FC236}">
                <a16:creationId xmlns:a16="http://schemas.microsoft.com/office/drawing/2014/main" id="{898B57F2-D35A-BE87-8745-801115BE3F67}"/>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El cumplimiento de estas premisas , es condición necesaria para </a:t>
            </a:r>
            <a:r>
              <a:rPr lang="es-MX" sz="1400" b="1" dirty="0">
                <a:solidFill>
                  <a:srgbClr val="CC0000"/>
                </a:solidFill>
                <a:latin typeface="Graphik" panose="020B0503030202060203" pitchFamily="34" charset="0"/>
              </a:rPr>
              <a:t>el éxito del proyecto</a:t>
            </a:r>
          </a:p>
        </p:txBody>
      </p:sp>
      <p:grpSp>
        <p:nvGrpSpPr>
          <p:cNvPr id="37" name="Group 36">
            <a:extLst>
              <a:ext uri="{FF2B5EF4-FFF2-40B4-BE49-F238E27FC236}">
                <a16:creationId xmlns:a16="http://schemas.microsoft.com/office/drawing/2014/main" id="{591BC225-7638-A7DD-5410-94B3D42847E0}"/>
              </a:ext>
            </a:extLst>
          </p:cNvPr>
          <p:cNvGrpSpPr/>
          <p:nvPr/>
        </p:nvGrpSpPr>
        <p:grpSpPr>
          <a:xfrm>
            <a:off x="403555" y="1161928"/>
            <a:ext cx="4114800" cy="822960"/>
            <a:chOff x="403555" y="1161928"/>
            <a:chExt cx="4114800" cy="822960"/>
          </a:xfrm>
        </p:grpSpPr>
        <p:sp>
          <p:nvSpPr>
            <p:cNvPr id="4" name="Rectangle 3">
              <a:extLst>
                <a:ext uri="{FF2B5EF4-FFF2-40B4-BE49-F238E27FC236}">
                  <a16:creationId xmlns:a16="http://schemas.microsoft.com/office/drawing/2014/main" id="{0C7251F5-F71A-EF0D-9242-2A758BCD12EC}"/>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7" name="Text 2">
              <a:extLst>
                <a:ext uri="{FF2B5EF4-FFF2-40B4-BE49-F238E27FC236}">
                  <a16:creationId xmlns:a16="http://schemas.microsoft.com/office/drawing/2014/main" id="{6D369E23-7FAA-55AC-4069-3AD1B4B59591}"/>
                </a:ext>
              </a:extLst>
            </p:cNvPr>
            <p:cNvSpPr/>
            <p:nvPr/>
          </p:nvSpPr>
          <p:spPr>
            <a:xfrm>
              <a:off x="510847" y="1244865"/>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ACCESOS Y CONFIGURACION DE AMBIENTES</a:t>
              </a:r>
            </a:p>
            <a:p>
              <a:r>
                <a:rPr lang="es-MX" sz="1000" dirty="0">
                  <a:solidFill>
                    <a:srgbClr val="555555"/>
                  </a:solidFill>
                  <a:latin typeface="Graphik" panose="020B0503030202060203" pitchFamily="34" charset="0"/>
                </a:rPr>
                <a:t>Scotiabank proveerá accesos de usuarios, configuraciones de conexión a servidores y herramientas para los ambientes de Desarrollo, UAT y Producción, habilitados antes del inicio de cada fase.</a:t>
              </a:r>
            </a:p>
          </p:txBody>
        </p:sp>
      </p:grpSp>
      <p:grpSp>
        <p:nvGrpSpPr>
          <p:cNvPr id="38" name="Group 37">
            <a:extLst>
              <a:ext uri="{FF2B5EF4-FFF2-40B4-BE49-F238E27FC236}">
                <a16:creationId xmlns:a16="http://schemas.microsoft.com/office/drawing/2014/main" id="{219D2E66-9A80-AF27-BDC7-5EFF2BD00AD3}"/>
              </a:ext>
            </a:extLst>
          </p:cNvPr>
          <p:cNvGrpSpPr/>
          <p:nvPr/>
        </p:nvGrpSpPr>
        <p:grpSpPr>
          <a:xfrm>
            <a:off x="4670755" y="1161928"/>
            <a:ext cx="4114800" cy="822960"/>
            <a:chOff x="4670755" y="1161928"/>
            <a:chExt cx="4114800" cy="822960"/>
          </a:xfrm>
        </p:grpSpPr>
        <p:sp>
          <p:nvSpPr>
            <p:cNvPr id="14" name="Rectangle 13">
              <a:extLst>
                <a:ext uri="{FF2B5EF4-FFF2-40B4-BE49-F238E27FC236}">
                  <a16:creationId xmlns:a16="http://schemas.microsoft.com/office/drawing/2014/main" id="{1A7F9CA4-122F-8182-32C8-047DDC3C6049}"/>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5" name="Text 2">
              <a:extLst>
                <a:ext uri="{FF2B5EF4-FFF2-40B4-BE49-F238E27FC236}">
                  <a16:creationId xmlns:a16="http://schemas.microsoft.com/office/drawing/2014/main" id="{35C66457-9767-D0C5-E9FF-92BDCA3B27BA}"/>
                </a:ext>
              </a:extLst>
            </p:cNvPr>
            <p:cNvSpPr/>
            <p:nvPr/>
          </p:nvSpPr>
          <p:spPr>
            <a:xfrm>
              <a:off x="4778047" y="1244865"/>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INFRAESTRUCTURA HABILITADA</a:t>
              </a:r>
            </a:p>
            <a:p>
              <a:r>
                <a:rPr lang="es-MX" sz="1000" dirty="0">
                  <a:solidFill>
                    <a:srgbClr val="555555"/>
                  </a:solidFill>
                  <a:latin typeface="Graphik" panose="020B0503030202060203" pitchFamily="34" charset="0"/>
                </a:rPr>
                <a:t>Se deberá contar con la infraestructura necesaria — </a:t>
              </a:r>
              <a:r>
                <a:rPr lang="es-MX" sz="1000" dirty="0" err="1">
                  <a:solidFill>
                    <a:srgbClr val="555555"/>
                  </a:solidFill>
                  <a:latin typeface="Graphik" panose="020B0503030202060203" pitchFamily="34" charset="0"/>
                </a:rPr>
                <a:t>VMs</a:t>
              </a:r>
              <a:r>
                <a:rPr lang="es-MX" sz="1000" dirty="0">
                  <a:solidFill>
                    <a:srgbClr val="555555"/>
                  </a:solidFill>
                  <a:latin typeface="Graphik" panose="020B0503030202060203" pitchFamily="34" charset="0"/>
                </a:rPr>
                <a:t>, bases de datos y herramientas DevOps — provista y funcionando por Scotiabank previo al inicio del ciclo correspondiente.</a:t>
              </a:r>
            </a:p>
          </p:txBody>
        </p:sp>
      </p:grpSp>
      <p:grpSp>
        <p:nvGrpSpPr>
          <p:cNvPr id="35" name="Group 34">
            <a:extLst>
              <a:ext uri="{FF2B5EF4-FFF2-40B4-BE49-F238E27FC236}">
                <a16:creationId xmlns:a16="http://schemas.microsoft.com/office/drawing/2014/main" id="{760A9F36-345B-DD24-9BF1-168D58519BB5}"/>
              </a:ext>
            </a:extLst>
          </p:cNvPr>
          <p:cNvGrpSpPr/>
          <p:nvPr/>
        </p:nvGrpSpPr>
        <p:grpSpPr>
          <a:xfrm>
            <a:off x="403555" y="2061847"/>
            <a:ext cx="4114800" cy="822960"/>
            <a:chOff x="403555" y="2039922"/>
            <a:chExt cx="4114800" cy="822960"/>
          </a:xfrm>
        </p:grpSpPr>
        <p:sp>
          <p:nvSpPr>
            <p:cNvPr id="16" name="Rectangle 15">
              <a:extLst>
                <a:ext uri="{FF2B5EF4-FFF2-40B4-BE49-F238E27FC236}">
                  <a16:creationId xmlns:a16="http://schemas.microsoft.com/office/drawing/2014/main" id="{50EF8996-052A-3594-6AA4-50B76C55B1D4}"/>
                </a:ext>
              </a:extLst>
            </p:cNvPr>
            <p:cNvSpPr/>
            <p:nvPr/>
          </p:nvSpPr>
          <p:spPr>
            <a:xfrm>
              <a:off x="4035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7" name="Text 2">
              <a:extLst>
                <a:ext uri="{FF2B5EF4-FFF2-40B4-BE49-F238E27FC236}">
                  <a16:creationId xmlns:a16="http://schemas.microsoft.com/office/drawing/2014/main" id="{478D65B6-2A6B-6CF9-895C-7CDC1D8BEBA1}"/>
                </a:ext>
              </a:extLst>
            </p:cNvPr>
            <p:cNvSpPr/>
            <p:nvPr/>
          </p:nvSpPr>
          <p:spPr>
            <a:xfrm>
              <a:off x="5108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INSUMO PARA PRUEBAS</a:t>
              </a:r>
            </a:p>
            <a:p>
              <a:r>
                <a:rPr lang="es-MX" sz="1000" dirty="0">
                  <a:solidFill>
                    <a:srgbClr val="555555"/>
                  </a:solidFill>
                  <a:latin typeface="Graphik" panose="020B0503030202060203" pitchFamily="34" charset="0"/>
                </a:rPr>
                <a:t>Scotiabank proveerá los insumos necesarios para pruebas en </a:t>
              </a:r>
              <a:r>
                <a:rPr lang="es-MX" sz="1000" dirty="0" err="1">
                  <a:solidFill>
                    <a:srgbClr val="555555"/>
                  </a:solidFill>
                  <a:latin typeface="Graphik" panose="020B0503030202060203" pitchFamily="34" charset="0"/>
                </a:rPr>
                <a:t>pre-producción</a:t>
              </a:r>
              <a:r>
                <a:rPr lang="es-MX" sz="1000" dirty="0">
                  <a:solidFill>
                    <a:srgbClr val="555555"/>
                  </a:solidFill>
                  <a:latin typeface="Graphik" panose="020B0503030202060203" pitchFamily="34" charset="0"/>
                </a:rPr>
                <a:t>. Los desarrollos y pruebas unitarias se entregarán en ambiente UAT. Accenture acompañará los despliegues en UAT y Producción.</a:t>
              </a:r>
            </a:p>
          </p:txBody>
        </p:sp>
      </p:grpSp>
      <p:grpSp>
        <p:nvGrpSpPr>
          <p:cNvPr id="36" name="Group 35">
            <a:extLst>
              <a:ext uri="{FF2B5EF4-FFF2-40B4-BE49-F238E27FC236}">
                <a16:creationId xmlns:a16="http://schemas.microsoft.com/office/drawing/2014/main" id="{5F7A9989-2F14-BA3D-CE54-0DA724BF4BA5}"/>
              </a:ext>
            </a:extLst>
          </p:cNvPr>
          <p:cNvGrpSpPr/>
          <p:nvPr/>
        </p:nvGrpSpPr>
        <p:grpSpPr>
          <a:xfrm>
            <a:off x="4670755" y="2061847"/>
            <a:ext cx="4114800" cy="822960"/>
            <a:chOff x="4670755" y="2039922"/>
            <a:chExt cx="4114800" cy="822960"/>
          </a:xfrm>
        </p:grpSpPr>
        <p:sp>
          <p:nvSpPr>
            <p:cNvPr id="18" name="Rectangle 17">
              <a:extLst>
                <a:ext uri="{FF2B5EF4-FFF2-40B4-BE49-F238E27FC236}">
                  <a16:creationId xmlns:a16="http://schemas.microsoft.com/office/drawing/2014/main" id="{572FB5A4-9072-AAE0-CE55-1366A62D2E58}"/>
                </a:ext>
              </a:extLst>
            </p:cNvPr>
            <p:cNvSpPr/>
            <p:nvPr/>
          </p:nvSpPr>
          <p:spPr>
            <a:xfrm>
              <a:off x="4670755" y="203992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9" name="Text 2">
              <a:extLst>
                <a:ext uri="{FF2B5EF4-FFF2-40B4-BE49-F238E27FC236}">
                  <a16:creationId xmlns:a16="http://schemas.microsoft.com/office/drawing/2014/main" id="{F24195E3-CA15-093E-85BA-1E3B85B3E1B4}"/>
                </a:ext>
              </a:extLst>
            </p:cNvPr>
            <p:cNvSpPr/>
            <p:nvPr/>
          </p:nvSpPr>
          <p:spPr>
            <a:xfrm>
              <a:off x="4778047" y="212285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DISPONIBILIDAD DE CONTRAPARTE</a:t>
              </a:r>
            </a:p>
            <a:p>
              <a:r>
                <a:rPr lang="es-MX" sz="1000" dirty="0">
                  <a:solidFill>
                    <a:srgbClr val="555555"/>
                  </a:solidFill>
                  <a:latin typeface="Graphik" panose="020B0503030202060203" pitchFamily="34" charset="0"/>
                </a:rPr>
                <a:t>Scotiabank designará responsables con autoridad para tomar acciones inmediatas ante riesgos. Las escalaciones del equipo de desarrollo deberán ser atendidas con sentido de urgencia.</a:t>
              </a:r>
            </a:p>
          </p:txBody>
        </p:sp>
      </p:grpSp>
      <p:grpSp>
        <p:nvGrpSpPr>
          <p:cNvPr id="33" name="Group 32">
            <a:extLst>
              <a:ext uri="{FF2B5EF4-FFF2-40B4-BE49-F238E27FC236}">
                <a16:creationId xmlns:a16="http://schemas.microsoft.com/office/drawing/2014/main" id="{6818E574-5E11-F00F-BDC8-6C8C0EAA3E0E}"/>
              </a:ext>
            </a:extLst>
          </p:cNvPr>
          <p:cNvGrpSpPr/>
          <p:nvPr/>
        </p:nvGrpSpPr>
        <p:grpSpPr>
          <a:xfrm>
            <a:off x="403555" y="2961766"/>
            <a:ext cx="4114800" cy="822960"/>
            <a:chOff x="403555" y="2895671"/>
            <a:chExt cx="4114800" cy="822960"/>
          </a:xfrm>
        </p:grpSpPr>
        <p:sp>
          <p:nvSpPr>
            <p:cNvPr id="20" name="Rectangle 19">
              <a:extLst>
                <a:ext uri="{FF2B5EF4-FFF2-40B4-BE49-F238E27FC236}">
                  <a16:creationId xmlns:a16="http://schemas.microsoft.com/office/drawing/2014/main" id="{F2EBB6A1-C050-9E4A-0400-B067C588F118}"/>
                </a:ext>
              </a:extLst>
            </p:cNvPr>
            <p:cNvSpPr/>
            <p:nvPr/>
          </p:nvSpPr>
          <p:spPr>
            <a:xfrm>
              <a:off x="4035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1" name="Text 2">
              <a:extLst>
                <a:ext uri="{FF2B5EF4-FFF2-40B4-BE49-F238E27FC236}">
                  <a16:creationId xmlns:a16="http://schemas.microsoft.com/office/drawing/2014/main" id="{75E89682-9703-EA10-9C0E-1B559571B005}"/>
                </a:ext>
              </a:extLst>
            </p:cNvPr>
            <p:cNvSpPr/>
            <p:nvPr/>
          </p:nvSpPr>
          <p:spPr>
            <a:xfrm>
              <a:off x="5108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DISPONIBILIDAD DE INFORMACION</a:t>
              </a:r>
            </a:p>
            <a:p>
              <a:r>
                <a:rPr lang="es-MX" sz="1000" dirty="0">
                  <a:solidFill>
                    <a:srgbClr val="555555"/>
                  </a:solidFill>
                  <a:latin typeface="Graphik" panose="020B0503030202060203" pitchFamily="34" charset="0"/>
                </a:rPr>
                <a:t>Toda documentación, información y acceso a herramientas referentes al proyecto deberá estar disponible al inicio del proyecto y durante cada fase, con sentido de urgencia cuando se requiera.</a:t>
              </a:r>
            </a:p>
          </p:txBody>
        </p:sp>
      </p:grpSp>
      <p:grpSp>
        <p:nvGrpSpPr>
          <p:cNvPr id="34" name="Group 33">
            <a:extLst>
              <a:ext uri="{FF2B5EF4-FFF2-40B4-BE49-F238E27FC236}">
                <a16:creationId xmlns:a16="http://schemas.microsoft.com/office/drawing/2014/main" id="{8F3DDDC7-D23C-1CA7-FDB4-5ED953492A63}"/>
              </a:ext>
            </a:extLst>
          </p:cNvPr>
          <p:cNvGrpSpPr/>
          <p:nvPr/>
        </p:nvGrpSpPr>
        <p:grpSpPr>
          <a:xfrm>
            <a:off x="4670755" y="2961766"/>
            <a:ext cx="4114800" cy="822960"/>
            <a:chOff x="4670755" y="2895671"/>
            <a:chExt cx="4114800" cy="822960"/>
          </a:xfrm>
        </p:grpSpPr>
        <p:sp>
          <p:nvSpPr>
            <p:cNvPr id="22" name="Rectangle 21">
              <a:extLst>
                <a:ext uri="{FF2B5EF4-FFF2-40B4-BE49-F238E27FC236}">
                  <a16:creationId xmlns:a16="http://schemas.microsoft.com/office/drawing/2014/main" id="{BBB88BF3-7599-E504-F756-26A9416195AE}"/>
                </a:ext>
              </a:extLst>
            </p:cNvPr>
            <p:cNvSpPr/>
            <p:nvPr/>
          </p:nvSpPr>
          <p:spPr>
            <a:xfrm>
              <a:off x="4670755" y="2895671"/>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3" name="Text 2">
              <a:extLst>
                <a:ext uri="{FF2B5EF4-FFF2-40B4-BE49-F238E27FC236}">
                  <a16:creationId xmlns:a16="http://schemas.microsoft.com/office/drawing/2014/main" id="{B0634B24-FF0C-ADC5-12A8-B6C470CB4015}"/>
                </a:ext>
              </a:extLst>
            </p:cNvPr>
            <p:cNvSpPr/>
            <p:nvPr/>
          </p:nvSpPr>
          <p:spPr>
            <a:xfrm>
              <a:off x="4778047" y="2978608"/>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SEGURIDAD Y COMUNICACIONES</a:t>
              </a:r>
            </a:p>
            <a:p>
              <a:r>
                <a:rPr lang="es-MX" sz="1000" dirty="0">
                  <a:solidFill>
                    <a:srgbClr val="555555"/>
                  </a:solidFill>
                  <a:latin typeface="Graphik" panose="020B0503030202060203" pitchFamily="34" charset="0"/>
                </a:rPr>
                <a:t>La comunicación entre sistemas se realizará vía HTTPS. Claves API, tokens y datos sensibles no serán expuestos y deberán almacenarse de forma segura bajo los estándares de Scotiabank.</a:t>
              </a:r>
            </a:p>
          </p:txBody>
        </p:sp>
      </p:grpSp>
      <p:grpSp>
        <p:nvGrpSpPr>
          <p:cNvPr id="31" name="Group 30">
            <a:extLst>
              <a:ext uri="{FF2B5EF4-FFF2-40B4-BE49-F238E27FC236}">
                <a16:creationId xmlns:a16="http://schemas.microsoft.com/office/drawing/2014/main" id="{FD9005C7-F5C9-B748-11FB-FDF62EC6605F}"/>
              </a:ext>
            </a:extLst>
          </p:cNvPr>
          <p:cNvGrpSpPr/>
          <p:nvPr/>
        </p:nvGrpSpPr>
        <p:grpSpPr>
          <a:xfrm>
            <a:off x="403555" y="3861686"/>
            <a:ext cx="4114800" cy="822960"/>
            <a:chOff x="403555" y="3780252"/>
            <a:chExt cx="4114800" cy="822960"/>
          </a:xfrm>
        </p:grpSpPr>
        <p:sp>
          <p:nvSpPr>
            <p:cNvPr id="24" name="Rectangle 23">
              <a:extLst>
                <a:ext uri="{FF2B5EF4-FFF2-40B4-BE49-F238E27FC236}">
                  <a16:creationId xmlns:a16="http://schemas.microsoft.com/office/drawing/2014/main" id="{5439F76F-2C5C-ECA2-C2CC-526A6E4D00AD}"/>
                </a:ext>
              </a:extLst>
            </p:cNvPr>
            <p:cNvSpPr/>
            <p:nvPr/>
          </p:nvSpPr>
          <p:spPr>
            <a:xfrm>
              <a:off x="403555" y="378025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25" name="Text 2">
              <a:extLst>
                <a:ext uri="{FF2B5EF4-FFF2-40B4-BE49-F238E27FC236}">
                  <a16:creationId xmlns:a16="http://schemas.microsoft.com/office/drawing/2014/main" id="{FD5A5E27-F7F9-88FA-4E9D-7ED821C37CEA}"/>
                </a:ext>
              </a:extLst>
            </p:cNvPr>
            <p:cNvSpPr/>
            <p:nvPr/>
          </p:nvSpPr>
          <p:spPr>
            <a:xfrm>
              <a:off x="510847" y="386318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GESTION DEL CAMBIO Y RETRASOS</a:t>
              </a:r>
            </a:p>
            <a:p>
              <a:r>
                <a:rPr lang="es-MX" sz="1000" dirty="0">
                  <a:solidFill>
                    <a:srgbClr val="555555"/>
                  </a:solidFill>
                  <a:latin typeface="Graphik" panose="020B0503030202060203" pitchFamily="34" charset="0"/>
                </a:rPr>
                <a:t>En caso de retrasos o modificaciones por motivos ajenos a Accenture, el cambio de alcance, tiempos y costos será negociado y acordado de manera inmediata entre ambas partes.</a:t>
              </a:r>
            </a:p>
          </p:txBody>
        </p:sp>
      </p:grpSp>
      <p:grpSp>
        <p:nvGrpSpPr>
          <p:cNvPr id="32" name="Group 31">
            <a:extLst>
              <a:ext uri="{FF2B5EF4-FFF2-40B4-BE49-F238E27FC236}">
                <a16:creationId xmlns:a16="http://schemas.microsoft.com/office/drawing/2014/main" id="{16724905-0163-B4DD-3D25-933B547A40EA}"/>
              </a:ext>
            </a:extLst>
          </p:cNvPr>
          <p:cNvGrpSpPr/>
          <p:nvPr/>
        </p:nvGrpSpPr>
        <p:grpSpPr>
          <a:xfrm>
            <a:off x="4670755" y="3861686"/>
            <a:ext cx="4114800" cy="822960"/>
            <a:chOff x="4670755" y="3780252"/>
            <a:chExt cx="4114800" cy="822960"/>
          </a:xfrm>
        </p:grpSpPr>
        <p:sp>
          <p:nvSpPr>
            <p:cNvPr id="29" name="Rectangle 28">
              <a:extLst>
                <a:ext uri="{FF2B5EF4-FFF2-40B4-BE49-F238E27FC236}">
                  <a16:creationId xmlns:a16="http://schemas.microsoft.com/office/drawing/2014/main" id="{5B7FBD12-06B8-E8B9-2ACC-5C9624CEEA59}"/>
                </a:ext>
              </a:extLst>
            </p:cNvPr>
            <p:cNvSpPr/>
            <p:nvPr/>
          </p:nvSpPr>
          <p:spPr>
            <a:xfrm>
              <a:off x="4670755" y="3780252"/>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30" name="Text 2">
              <a:extLst>
                <a:ext uri="{FF2B5EF4-FFF2-40B4-BE49-F238E27FC236}">
                  <a16:creationId xmlns:a16="http://schemas.microsoft.com/office/drawing/2014/main" id="{EA6C1B0C-0E5E-562B-2512-BE9603DD2967}"/>
                </a:ext>
              </a:extLst>
            </p:cNvPr>
            <p:cNvSpPr/>
            <p:nvPr/>
          </p:nvSpPr>
          <p:spPr>
            <a:xfrm>
              <a:off x="4778047" y="3863189"/>
              <a:ext cx="3936163" cy="491837"/>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DISPONIBILIDAD DE APIS Y WEB SERVICES</a:t>
              </a:r>
            </a:p>
            <a:p>
              <a:r>
                <a:rPr lang="es-MX" sz="1000" dirty="0">
                  <a:latin typeface="Graphik" panose="020B0503030202060203" pitchFamily="34" charset="0"/>
                </a:rPr>
                <a:t>Los servicios web y </a:t>
              </a:r>
              <a:r>
                <a:rPr lang="es-MX" sz="1000" dirty="0" err="1">
                  <a:latin typeface="Graphik" panose="020B0503030202060203" pitchFamily="34" charset="0"/>
                </a:rPr>
                <a:t>APIs</a:t>
              </a:r>
              <a:r>
                <a:rPr lang="es-MX" sz="1000" dirty="0">
                  <a:latin typeface="Graphik" panose="020B0503030202060203" pitchFamily="34" charset="0"/>
                </a:rPr>
                <a:t> necesarios para cada funcionalidad deberán estar disponibles, documentados y funcionando en cada ambiente antes del inicio del MVP correspondiente.</a:t>
              </a:r>
              <a:endParaRPr lang="es-MX" sz="1000" dirty="0">
                <a:solidFill>
                  <a:srgbClr val="1A1A1A"/>
                </a:solidFill>
                <a:latin typeface="Graphik" panose="020B0503030202060203" pitchFamily="34" charset="0"/>
              </a:endParaRPr>
            </a:p>
          </p:txBody>
        </p:sp>
      </p:grpSp>
    </p:spTree>
    <p:extLst>
      <p:ext uri="{BB962C8B-B14F-4D97-AF65-F5344CB8AC3E}">
        <p14:creationId xmlns:p14="http://schemas.microsoft.com/office/powerpoint/2010/main" val="1591525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C1F525C-66F5-8046-B77B-41161C36383C}"/>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B21C7AC6-E532-BB7B-CD9C-105A4EC3EDF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B21C7AC6-E532-BB7B-CD9C-105A4EC3EDF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F9251E9E-B70B-83A7-BA4D-419A5B525393}"/>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PROPUESTA ECONOMICA</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1BD8D7C2-966D-1AC9-E944-ABE2B94793EA}"/>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s-MX" sz="2400" b="1" dirty="0">
                <a:solidFill>
                  <a:srgbClr val="1E293B"/>
                </a:solidFill>
                <a:latin typeface="Graphik" panose="020B0503030202060203" pitchFamily="34" charset="0"/>
              </a:rPr>
              <a:t>Inversión del proyecto</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E18D01A4-C605-E776-3270-35F65176038A}"/>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4FD3DECA-D551-BCAA-B05D-D974F58C0B51}"/>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8F5CCAE7-A9CC-4ABA-30BD-3C6F6F16EE01}"/>
              </a:ext>
            </a:extLst>
          </p:cNvPr>
          <p:cNvSpPr>
            <a:spLocks noGrp="1"/>
          </p:cNvSpPr>
          <p:nvPr>
            <p:ph type="sldNum" sz="quarter" idx="11"/>
          </p:nvPr>
        </p:nvSpPr>
        <p:spPr/>
        <p:txBody>
          <a:bodyPr/>
          <a:lstStyle/>
          <a:p>
            <a:fld id="{88D3ECB3-9BC1-4314-90EA-F850F5727BF0}" type="slidenum">
              <a:rPr lang="es-MX" smtClean="0"/>
              <a:pPr/>
              <a:t>9</a:t>
            </a:fld>
            <a:endParaRPr lang="es-MX" dirty="0"/>
          </a:p>
        </p:txBody>
      </p:sp>
      <p:sp>
        <p:nvSpPr>
          <p:cNvPr id="6" name="Text 2">
            <a:extLst>
              <a:ext uri="{FF2B5EF4-FFF2-40B4-BE49-F238E27FC236}">
                <a16:creationId xmlns:a16="http://schemas.microsoft.com/office/drawing/2014/main" id="{FF8F9924-14A3-7833-52C3-60E38DDDD002}"/>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Proyecto con un precio fijo y facturación contra entregables , </a:t>
            </a:r>
            <a:r>
              <a:rPr lang="es-MX" sz="1400" b="1" dirty="0">
                <a:solidFill>
                  <a:srgbClr val="CC0000"/>
                </a:solidFill>
                <a:latin typeface="Graphik" panose="020B0503030202060203" pitchFamily="34" charset="0"/>
              </a:rPr>
              <a:t>en 24 semanas.</a:t>
            </a:r>
          </a:p>
        </p:txBody>
      </p:sp>
      <p:sp>
        <p:nvSpPr>
          <p:cNvPr id="9" name="Text 2">
            <a:extLst>
              <a:ext uri="{FF2B5EF4-FFF2-40B4-BE49-F238E27FC236}">
                <a16:creationId xmlns:a16="http://schemas.microsoft.com/office/drawing/2014/main" id="{E01ECCC5-8937-16F8-82CB-E2FE96762741}"/>
              </a:ext>
            </a:extLst>
          </p:cNvPr>
          <p:cNvSpPr/>
          <p:nvPr/>
        </p:nvSpPr>
        <p:spPr>
          <a:xfrm>
            <a:off x="627460" y="1273122"/>
            <a:ext cx="2380132" cy="2266065"/>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INVERSIÓN</a:t>
            </a:r>
          </a:p>
          <a:p>
            <a:endParaRPr lang="es-MX" sz="1000" b="1" dirty="0">
              <a:solidFill>
                <a:srgbClr val="CC0000"/>
              </a:solidFill>
              <a:latin typeface="Graphik" panose="020B0503030202060203" pitchFamily="34" charset="0"/>
            </a:endParaRPr>
          </a:p>
          <a:p>
            <a:endParaRPr lang="es-MX" sz="1000" b="1" dirty="0">
              <a:solidFill>
                <a:srgbClr val="CC0000"/>
              </a:solidFill>
              <a:latin typeface="Graphik" panose="020B0503030202060203" pitchFamily="34" charset="0"/>
            </a:endParaRPr>
          </a:p>
        </p:txBody>
      </p:sp>
      <p:sp>
        <p:nvSpPr>
          <p:cNvPr id="11" name="Rectangle 10">
            <a:extLst>
              <a:ext uri="{FF2B5EF4-FFF2-40B4-BE49-F238E27FC236}">
                <a16:creationId xmlns:a16="http://schemas.microsoft.com/office/drawing/2014/main" id="{B53DD041-EE93-2785-E8C8-3CCE2736176A}"/>
              </a:ext>
            </a:extLst>
          </p:cNvPr>
          <p:cNvSpPr/>
          <p:nvPr/>
        </p:nvSpPr>
        <p:spPr>
          <a:xfrm>
            <a:off x="581786" y="1569227"/>
            <a:ext cx="1497271"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r>
              <a:rPr lang="en-US" sz="1000" b="1" dirty="0">
                <a:solidFill>
                  <a:schemeClr val="tx1"/>
                </a:solidFill>
                <a:latin typeface="Graphik" panose="020B0503030202060203" pitchFamily="34" charset="0"/>
              </a:rPr>
              <a:t>M</a:t>
            </a:r>
            <a:r>
              <a:rPr lang="es-MX" sz="1000" b="1" dirty="0">
                <a:solidFill>
                  <a:schemeClr val="tx1"/>
                </a:solidFill>
                <a:latin typeface="Graphik" panose="020B0503030202060203" pitchFamily="34" charset="0"/>
              </a:rPr>
              <a:t>VP 1 + Diseño </a:t>
            </a:r>
            <a:endParaRPr lang="es-MX" sz="1000" b="1" noProof="0" dirty="0">
              <a:solidFill>
                <a:schemeClr val="tx1"/>
              </a:solidFill>
              <a:latin typeface="Graphik" panose="020B0503030202060203" pitchFamily="34" charset="0"/>
            </a:endParaRPr>
          </a:p>
        </p:txBody>
      </p:sp>
      <p:sp>
        <p:nvSpPr>
          <p:cNvPr id="12" name="Rectangle 11">
            <a:extLst>
              <a:ext uri="{FF2B5EF4-FFF2-40B4-BE49-F238E27FC236}">
                <a16:creationId xmlns:a16="http://schemas.microsoft.com/office/drawing/2014/main" id="{78BEE22D-89B5-D91F-6764-EB623F2D52C2}"/>
              </a:ext>
            </a:extLst>
          </p:cNvPr>
          <p:cNvSpPr/>
          <p:nvPr/>
        </p:nvSpPr>
        <p:spPr>
          <a:xfrm>
            <a:off x="581786" y="2116541"/>
            <a:ext cx="1497271"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r>
              <a:rPr lang="en-US" sz="1000" b="1" dirty="0">
                <a:solidFill>
                  <a:schemeClr val="tx1"/>
                </a:solidFill>
                <a:latin typeface="Graphik" panose="020B0503030202060203" pitchFamily="34" charset="0"/>
              </a:rPr>
              <a:t>M</a:t>
            </a:r>
            <a:r>
              <a:rPr lang="es-MX" sz="1000" b="1" dirty="0">
                <a:solidFill>
                  <a:schemeClr val="tx1"/>
                </a:solidFill>
                <a:latin typeface="Graphik" panose="020B0503030202060203" pitchFamily="34" charset="0"/>
              </a:rPr>
              <a:t>VP 2</a:t>
            </a:r>
            <a:endParaRPr lang="es-MX" sz="1000" b="1" noProof="0" dirty="0">
              <a:solidFill>
                <a:schemeClr val="tx1"/>
              </a:solidFill>
              <a:latin typeface="Graphik" panose="020B0503030202060203" pitchFamily="34" charset="0"/>
            </a:endParaRPr>
          </a:p>
        </p:txBody>
      </p:sp>
      <p:sp>
        <p:nvSpPr>
          <p:cNvPr id="13" name="Rectangle 12">
            <a:extLst>
              <a:ext uri="{FF2B5EF4-FFF2-40B4-BE49-F238E27FC236}">
                <a16:creationId xmlns:a16="http://schemas.microsoft.com/office/drawing/2014/main" id="{AC298B97-0C0A-8D13-0CCF-EE16E76211BA}"/>
              </a:ext>
            </a:extLst>
          </p:cNvPr>
          <p:cNvSpPr/>
          <p:nvPr/>
        </p:nvSpPr>
        <p:spPr>
          <a:xfrm>
            <a:off x="581786" y="2663855"/>
            <a:ext cx="1497271"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r>
              <a:rPr lang="en-US" sz="1000" b="1" dirty="0">
                <a:solidFill>
                  <a:schemeClr val="tx1"/>
                </a:solidFill>
                <a:latin typeface="Graphik" panose="020B0503030202060203" pitchFamily="34" charset="0"/>
              </a:rPr>
              <a:t>M</a:t>
            </a:r>
            <a:r>
              <a:rPr lang="es-MX" sz="1000" b="1" dirty="0">
                <a:solidFill>
                  <a:schemeClr val="tx1"/>
                </a:solidFill>
                <a:latin typeface="Graphik" panose="020B0503030202060203" pitchFamily="34" charset="0"/>
              </a:rPr>
              <a:t>VP 3 + </a:t>
            </a:r>
            <a:r>
              <a:rPr lang="es-MX" sz="1000" b="1" dirty="0" err="1">
                <a:solidFill>
                  <a:schemeClr val="tx1"/>
                </a:solidFill>
                <a:latin typeface="Graphik" panose="020B0503030202060203" pitchFamily="34" charset="0"/>
              </a:rPr>
              <a:t>Go</a:t>
            </a:r>
            <a:r>
              <a:rPr lang="es-MX" sz="1000" b="1" dirty="0">
                <a:solidFill>
                  <a:schemeClr val="tx1"/>
                </a:solidFill>
                <a:latin typeface="Graphik" panose="020B0503030202060203" pitchFamily="34" charset="0"/>
              </a:rPr>
              <a:t> Live </a:t>
            </a:r>
            <a:endParaRPr lang="es-MX" sz="1000" b="1" noProof="0" dirty="0">
              <a:solidFill>
                <a:schemeClr val="tx1"/>
              </a:solidFill>
              <a:latin typeface="Graphik" panose="020B0503030202060203" pitchFamily="34" charset="0"/>
            </a:endParaRPr>
          </a:p>
        </p:txBody>
      </p:sp>
      <p:sp>
        <p:nvSpPr>
          <p:cNvPr id="40" name="Rectangle 39">
            <a:extLst>
              <a:ext uri="{FF2B5EF4-FFF2-40B4-BE49-F238E27FC236}">
                <a16:creationId xmlns:a16="http://schemas.microsoft.com/office/drawing/2014/main" id="{3260E190-58FF-F6FA-D1D2-8965BD0624B0}"/>
              </a:ext>
            </a:extLst>
          </p:cNvPr>
          <p:cNvSpPr/>
          <p:nvPr/>
        </p:nvSpPr>
        <p:spPr>
          <a:xfrm>
            <a:off x="548593" y="3211169"/>
            <a:ext cx="1497271" cy="407142"/>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r>
              <a:rPr lang="en-US" sz="1000" b="1" noProof="0" dirty="0">
                <a:solidFill>
                  <a:schemeClr val="tx1"/>
                </a:solidFill>
                <a:latin typeface="Graphik" panose="020B0503030202060203" pitchFamily="34" charset="0"/>
              </a:rPr>
              <a:t>Total Proyecto</a:t>
            </a:r>
            <a:endParaRPr lang="es-MX" sz="1000" b="1" noProof="0" dirty="0">
              <a:solidFill>
                <a:schemeClr val="tx1"/>
              </a:solidFill>
              <a:latin typeface="Graphik" panose="020B0503030202060203" pitchFamily="34" charset="0"/>
            </a:endParaRPr>
          </a:p>
        </p:txBody>
      </p:sp>
      <p:sp>
        <p:nvSpPr>
          <p:cNvPr id="46" name="Rectangle 45">
            <a:extLst>
              <a:ext uri="{FF2B5EF4-FFF2-40B4-BE49-F238E27FC236}">
                <a16:creationId xmlns:a16="http://schemas.microsoft.com/office/drawing/2014/main" id="{8189E5C6-8FDE-DDAA-C8FE-89B9A7A2D25B}"/>
              </a:ext>
            </a:extLst>
          </p:cNvPr>
          <p:cNvSpPr/>
          <p:nvPr/>
        </p:nvSpPr>
        <p:spPr>
          <a:xfrm>
            <a:off x="2203598" y="1569227"/>
            <a:ext cx="1497271" cy="407142"/>
          </a:xfrm>
          <a:prstGeom prst="rect">
            <a:avLst/>
          </a:prstGeom>
          <a:solidFill>
            <a:schemeClr val="bg2">
              <a:lumMod val="90000"/>
            </a:schemeClr>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Graphik" panose="020B0503030202060203" pitchFamily="34" charset="0"/>
              </a:rPr>
              <a:t>XXX,XXX</a:t>
            </a:r>
            <a:endParaRPr lang="es-MX" sz="1000" b="1" noProof="0" dirty="0">
              <a:solidFill>
                <a:schemeClr val="tx1"/>
              </a:solidFill>
              <a:latin typeface="Graphik" panose="020B0503030202060203" pitchFamily="34" charset="0"/>
            </a:endParaRPr>
          </a:p>
        </p:txBody>
      </p:sp>
      <p:sp>
        <p:nvSpPr>
          <p:cNvPr id="47" name="Rectangle 46">
            <a:extLst>
              <a:ext uri="{FF2B5EF4-FFF2-40B4-BE49-F238E27FC236}">
                <a16:creationId xmlns:a16="http://schemas.microsoft.com/office/drawing/2014/main" id="{7F7A902E-0B19-8D94-DE65-22BFA295D5B4}"/>
              </a:ext>
            </a:extLst>
          </p:cNvPr>
          <p:cNvSpPr/>
          <p:nvPr/>
        </p:nvSpPr>
        <p:spPr>
          <a:xfrm>
            <a:off x="2203597" y="2116541"/>
            <a:ext cx="1497271" cy="407142"/>
          </a:xfrm>
          <a:prstGeom prst="rect">
            <a:avLst/>
          </a:prstGeom>
          <a:solidFill>
            <a:schemeClr val="bg2">
              <a:lumMod val="90000"/>
            </a:schemeClr>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Graphik" panose="020B0503030202060203" pitchFamily="34" charset="0"/>
              </a:rPr>
              <a:t>XXX,XXX</a:t>
            </a:r>
            <a:endParaRPr lang="es-MX" sz="1000" b="1" dirty="0">
              <a:solidFill>
                <a:schemeClr val="tx1"/>
              </a:solidFill>
              <a:latin typeface="Graphik" panose="020B0503030202060203" pitchFamily="34" charset="0"/>
            </a:endParaRPr>
          </a:p>
        </p:txBody>
      </p:sp>
      <p:sp>
        <p:nvSpPr>
          <p:cNvPr id="48" name="Rectangle 47">
            <a:extLst>
              <a:ext uri="{FF2B5EF4-FFF2-40B4-BE49-F238E27FC236}">
                <a16:creationId xmlns:a16="http://schemas.microsoft.com/office/drawing/2014/main" id="{108BF937-C51B-C696-4656-244A017CB5F5}"/>
              </a:ext>
            </a:extLst>
          </p:cNvPr>
          <p:cNvSpPr/>
          <p:nvPr/>
        </p:nvSpPr>
        <p:spPr>
          <a:xfrm>
            <a:off x="2193972" y="2663855"/>
            <a:ext cx="1497271" cy="407142"/>
          </a:xfrm>
          <a:prstGeom prst="rect">
            <a:avLst/>
          </a:prstGeom>
          <a:solidFill>
            <a:schemeClr val="bg2">
              <a:lumMod val="90000"/>
            </a:schemeClr>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Graphik" panose="020B0503030202060203" pitchFamily="34" charset="0"/>
              </a:rPr>
              <a:t>XXX,XXX</a:t>
            </a:r>
            <a:endParaRPr lang="es-MX" sz="1000" b="1" dirty="0">
              <a:solidFill>
                <a:schemeClr val="tx1"/>
              </a:solidFill>
              <a:latin typeface="Graphik" panose="020B0503030202060203" pitchFamily="34" charset="0"/>
            </a:endParaRPr>
          </a:p>
        </p:txBody>
      </p:sp>
      <p:sp>
        <p:nvSpPr>
          <p:cNvPr id="49" name="Rectangle 48">
            <a:extLst>
              <a:ext uri="{FF2B5EF4-FFF2-40B4-BE49-F238E27FC236}">
                <a16:creationId xmlns:a16="http://schemas.microsoft.com/office/drawing/2014/main" id="{B9452F5D-EB06-88D9-79B5-ABB6F244A89B}"/>
              </a:ext>
            </a:extLst>
          </p:cNvPr>
          <p:cNvSpPr/>
          <p:nvPr/>
        </p:nvSpPr>
        <p:spPr>
          <a:xfrm>
            <a:off x="2193971" y="3211169"/>
            <a:ext cx="1497271" cy="407142"/>
          </a:xfrm>
          <a:prstGeom prst="rect">
            <a:avLst/>
          </a:prstGeom>
          <a:solidFill>
            <a:schemeClr val="bg2">
              <a:lumMod val="90000"/>
            </a:schemeClr>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tx1"/>
                </a:solidFill>
                <a:latin typeface="Graphik" panose="020B0503030202060203" pitchFamily="34" charset="0"/>
              </a:rPr>
              <a:t>XXX,XXX</a:t>
            </a:r>
            <a:endParaRPr lang="es-MX" sz="1000" b="1" dirty="0">
              <a:solidFill>
                <a:schemeClr val="tx1"/>
              </a:solidFill>
              <a:latin typeface="Graphik" panose="020B0503030202060203" pitchFamily="34" charset="0"/>
            </a:endParaRPr>
          </a:p>
        </p:txBody>
      </p:sp>
      <p:sp>
        <p:nvSpPr>
          <p:cNvPr id="51" name="Text 2">
            <a:extLst>
              <a:ext uri="{FF2B5EF4-FFF2-40B4-BE49-F238E27FC236}">
                <a16:creationId xmlns:a16="http://schemas.microsoft.com/office/drawing/2014/main" id="{6B2740B6-E3BD-1293-4AE6-8831D3750B29}"/>
              </a:ext>
            </a:extLst>
          </p:cNvPr>
          <p:cNvSpPr/>
          <p:nvPr/>
        </p:nvSpPr>
        <p:spPr>
          <a:xfrm>
            <a:off x="3955984" y="1273124"/>
            <a:ext cx="4901076" cy="3395129"/>
          </a:xfrm>
          <a:prstGeom prst="rect">
            <a:avLst/>
          </a:prstGeom>
          <a:noFill/>
          <a:ln/>
        </p:spPr>
        <p:txBody>
          <a:bodyPr wrap="square" lIns="0" tIns="0" rIns="0" bIns="0" rtlCol="0" anchor="t" anchorCtr="0"/>
          <a:lstStyle/>
          <a:p>
            <a:r>
              <a:rPr lang="es-MX" sz="1000" b="1" dirty="0">
                <a:solidFill>
                  <a:srgbClr val="CC0000"/>
                </a:solidFill>
                <a:latin typeface="Graphik" panose="020B0503030202060203" pitchFamily="34" charset="0"/>
              </a:rPr>
              <a:t>CONDICIONES COMERCIALES</a:t>
            </a:r>
          </a:p>
          <a:p>
            <a:endParaRPr lang="es-MX" sz="1000" b="1" dirty="0">
              <a:solidFill>
                <a:srgbClr val="CC0000"/>
              </a:solidFill>
              <a:latin typeface="Graphik" panose="020B0503030202060203" pitchFamily="34" charset="0"/>
            </a:endParaRPr>
          </a:p>
          <a:p>
            <a:pPr marL="171450" indent="-171450" algn="just">
              <a:buFont typeface="Arial" panose="020B0604020202020204" pitchFamily="34" charset="0"/>
              <a:buChar char="•"/>
            </a:pPr>
            <a:r>
              <a:rPr lang="es-MX" sz="1000" dirty="0"/>
              <a:t>Las estimaciones e </a:t>
            </a:r>
            <a:r>
              <a:rPr lang="es-MX" sz="1000" dirty="0" err="1"/>
              <a:t>inVERSIÓNes</a:t>
            </a:r>
            <a:r>
              <a:rPr lang="es-MX" sz="1000" dirty="0"/>
              <a:t> presentadas en este documento se basan en los supuestos aquí descritos y a los que se hace referencia en esta Propuesta. Si no se confirman los supuestos, se realizará una revisión y los impactos (costo, tiempo y esfuerzo), los cuales serán discutidos en conjunto con Scotiabank</a:t>
            </a:r>
          </a:p>
          <a:p>
            <a:pPr marL="171450" indent="-171450" algn="just">
              <a:buFont typeface="Arial" panose="020B0604020202020204" pitchFamily="34" charset="0"/>
              <a:buChar char="•"/>
            </a:pPr>
            <a:r>
              <a:rPr lang="es-MX" sz="1000" dirty="0"/>
              <a:t>Las estimaciones han sido desarrolladas de acuerdo con el entendimiento de los requerimientos presentados. En caso de identificar desarrollos o necesidades adicionales durante la ejecución, se definirán conjuntamente entre equipo Accenture y Scotiabank, se estimarán esfuerzos y decidirá si estos requieren de un control de cambio.</a:t>
            </a:r>
          </a:p>
          <a:p>
            <a:pPr marL="171450" indent="-171450" algn="just">
              <a:buFont typeface="Arial" panose="020B0604020202020204" pitchFamily="34" charset="0"/>
              <a:buChar char="•"/>
            </a:pPr>
            <a:r>
              <a:rPr lang="es-MX" sz="1000" dirty="0"/>
              <a:t>Todos los plazos, valores y condiciones de esta propuesta están sujetos a la materialización de las premisas utilizadas en su elaboración.</a:t>
            </a:r>
          </a:p>
          <a:p>
            <a:pPr marL="171450" indent="-171450" algn="just">
              <a:buFont typeface="Arial" panose="020B0604020202020204" pitchFamily="34" charset="0"/>
              <a:buChar char="•"/>
            </a:pPr>
            <a:r>
              <a:rPr lang="es-MX" sz="1000" dirty="0"/>
              <a:t>Es responsabilidad del Banco la disponibilidad de los servicios requeridos de acuerdo con el plan de trabajo que se establezca. El retraso de los mismo puede generar costos adicionales.</a:t>
            </a:r>
          </a:p>
          <a:p>
            <a:pPr marL="171450" indent="-171450" algn="just">
              <a:buFont typeface="Arial" panose="020B0604020202020204" pitchFamily="34" charset="0"/>
              <a:buChar char="•"/>
            </a:pPr>
            <a:r>
              <a:rPr lang="es-MX" sz="1000" dirty="0"/>
              <a:t>Las fechas estimadas son de alto nivel y están sujetas a modificarse de acuerdo con lo que se establezca en las mesas de diseño.</a:t>
            </a:r>
          </a:p>
          <a:p>
            <a:pPr marL="171450" indent="-171450" algn="just">
              <a:buFont typeface="Arial" panose="020B0604020202020204" pitchFamily="34" charset="0"/>
              <a:buChar char="•"/>
            </a:pPr>
            <a:r>
              <a:rPr lang="es-MX" sz="1000" dirty="0"/>
              <a:t>Los montos descritos en esta propuesta están expresados en Moneda Nacional (</a:t>
            </a:r>
            <a:r>
              <a:rPr lang="es-MX" sz="1000" b="1" dirty="0"/>
              <a:t>Pesos Mexicanos</a:t>
            </a:r>
            <a:r>
              <a:rPr lang="es-MX" sz="1000" dirty="0"/>
              <a:t>) y no incluyen impuestos.</a:t>
            </a:r>
          </a:p>
          <a:p>
            <a:pPr marL="171450" indent="-171450" algn="just">
              <a:buFont typeface="Arial" panose="020B0604020202020204" pitchFamily="34" charset="0"/>
              <a:buChar char="•"/>
            </a:pPr>
            <a:r>
              <a:rPr lang="es-MX" sz="1000" dirty="0"/>
              <a:t>Esta propuesta no incluye gastos de viaje.</a:t>
            </a:r>
          </a:p>
          <a:p>
            <a:pPr marL="171450" indent="-171450" algn="just">
              <a:buFont typeface="Arial" panose="020B0604020202020204" pitchFamily="34" charset="0"/>
              <a:buChar char="•"/>
            </a:pPr>
            <a:r>
              <a:rPr lang="es-MX" sz="1000" dirty="0"/>
              <a:t>La presente propuesta tiene una vigencia de 30 días a partir de la fecha de entrega</a:t>
            </a:r>
          </a:p>
          <a:p>
            <a:pPr marL="171450" indent="-171450" algn="just">
              <a:buFont typeface="Arial" panose="020B0604020202020204" pitchFamily="34" charset="0"/>
              <a:buChar char="•"/>
            </a:pPr>
            <a:endParaRPr lang="es-MX" sz="1000" dirty="0"/>
          </a:p>
          <a:p>
            <a:pPr marL="171450" indent="-171450" algn="just">
              <a:buFont typeface="Arial" panose="020B0604020202020204" pitchFamily="34" charset="0"/>
              <a:buChar char="•"/>
            </a:pPr>
            <a:endParaRPr lang="es-MX" sz="1000" dirty="0"/>
          </a:p>
          <a:p>
            <a:pPr marL="171450" indent="-171450" algn="just">
              <a:buFont typeface="Arial" panose="020B0604020202020204" pitchFamily="34" charset="0"/>
              <a:buChar char="•"/>
            </a:pPr>
            <a:endParaRPr lang="es-MX" sz="1000" dirty="0"/>
          </a:p>
        </p:txBody>
      </p:sp>
    </p:spTree>
    <p:extLst>
      <p:ext uri="{BB962C8B-B14F-4D97-AF65-F5344CB8AC3E}">
        <p14:creationId xmlns:p14="http://schemas.microsoft.com/office/powerpoint/2010/main" val="2137180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B42B9A7-9D61-A4A0-F3E7-5F67C484E5AB}"/>
            </a:ext>
          </a:extLst>
        </p:cNvPr>
        <p:cNvGrpSpPr/>
        <p:nvPr/>
      </p:nvGrpSpPr>
      <p:grpSpPr>
        <a:xfrm>
          <a:off x="0" y="0"/>
          <a:ext cx="0" cy="0"/>
          <a:chOff x="0" y="0"/>
          <a:chExt cx="0" cy="0"/>
        </a:xfrm>
      </p:grpSpPr>
      <p:graphicFrame>
        <p:nvGraphicFramePr>
          <p:cNvPr id="26" name="think-cell data - do not delete" hidden="1">
            <a:extLst>
              <a:ext uri="{FF2B5EF4-FFF2-40B4-BE49-F238E27FC236}">
                <a16:creationId xmlns:a16="http://schemas.microsoft.com/office/drawing/2014/main" id="{68D6BA5A-4BBC-328A-ED71-FCB4B196A6C2}"/>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26" name="think-cell data - do not delete" hidden="1">
                        <a:extLst>
                          <a:ext uri="{FF2B5EF4-FFF2-40B4-BE49-F238E27FC236}">
                            <a16:creationId xmlns:a16="http://schemas.microsoft.com/office/drawing/2014/main" id="{68D6BA5A-4BBC-328A-ED71-FCB4B196A6C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ext 0">
            <a:extLst>
              <a:ext uri="{FF2B5EF4-FFF2-40B4-BE49-F238E27FC236}">
                <a16:creationId xmlns:a16="http://schemas.microsoft.com/office/drawing/2014/main" id="{0F634E6E-0DB5-9D50-EEAA-D1E22A0EBC9F}"/>
              </a:ext>
            </a:extLst>
          </p:cNvPr>
          <p:cNvSpPr/>
          <p:nvPr/>
        </p:nvSpPr>
        <p:spPr>
          <a:xfrm>
            <a:off x="457200" y="201168"/>
            <a:ext cx="2743200" cy="201168"/>
          </a:xfrm>
          <a:prstGeom prst="rect">
            <a:avLst/>
          </a:prstGeom>
          <a:noFill/>
          <a:ln/>
        </p:spPr>
        <p:txBody>
          <a:bodyPr wrap="square" lIns="0" tIns="0" rIns="0" bIns="0" rtlCol="0" anchor="ctr"/>
          <a:lstStyle/>
          <a:p>
            <a:pPr marL="0" indent="0">
              <a:buNone/>
            </a:pPr>
            <a:r>
              <a:rPr lang="en-US" sz="800" b="1" kern="0" spc="300" dirty="0">
                <a:solidFill>
                  <a:srgbClr val="C8102E"/>
                </a:solidFill>
                <a:latin typeface="Graphik" panose="020B0503030202060203" pitchFamily="34" charset="0"/>
              </a:rPr>
              <a:t>NUESTRA PROPUESTA DE VALOR</a:t>
            </a:r>
            <a:endParaRPr lang="es-MX" sz="800" dirty="0">
              <a:latin typeface="Graphik" panose="020B0503030202060203" pitchFamily="34" charset="0"/>
            </a:endParaRPr>
          </a:p>
        </p:txBody>
      </p:sp>
      <p:sp>
        <p:nvSpPr>
          <p:cNvPr id="3" name="Text 1">
            <a:extLst>
              <a:ext uri="{FF2B5EF4-FFF2-40B4-BE49-F238E27FC236}">
                <a16:creationId xmlns:a16="http://schemas.microsoft.com/office/drawing/2014/main" id="{62C87DE6-F517-0B26-6A64-C17922FF959C}"/>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n-US" sz="2400" b="1" dirty="0">
                <a:solidFill>
                  <a:srgbClr val="1E293B"/>
                </a:solidFill>
                <a:latin typeface="Graphik" panose="020B0503030202060203" pitchFamily="34" charset="0"/>
              </a:rPr>
              <a:t>¿</a:t>
            </a:r>
            <a:r>
              <a:rPr lang="es-MX" sz="2400" b="1" dirty="0">
                <a:solidFill>
                  <a:srgbClr val="1E293B"/>
                </a:solidFill>
                <a:latin typeface="Graphik" panose="020B0503030202060203" pitchFamily="34" charset="0"/>
              </a:rPr>
              <a:t>Por qué Accenture?</a:t>
            </a:r>
            <a:endParaRPr lang="es-MX" sz="2400" dirty="0">
              <a:latin typeface="Graphik" panose="020B0503030202060203" pitchFamily="34" charset="0"/>
            </a:endParaRPr>
          </a:p>
        </p:txBody>
      </p:sp>
      <p:sp>
        <p:nvSpPr>
          <p:cNvPr id="5" name="Shape 3">
            <a:extLst>
              <a:ext uri="{FF2B5EF4-FFF2-40B4-BE49-F238E27FC236}">
                <a16:creationId xmlns:a16="http://schemas.microsoft.com/office/drawing/2014/main" id="{CDA03A0D-481C-1484-BBBC-7660CF708CF7}"/>
              </a:ext>
            </a:extLst>
          </p:cNvPr>
          <p:cNvSpPr/>
          <p:nvPr/>
        </p:nvSpPr>
        <p:spPr>
          <a:xfrm>
            <a:off x="457200" y="768736"/>
            <a:ext cx="8229600" cy="0"/>
          </a:xfrm>
          <a:prstGeom prst="line">
            <a:avLst/>
          </a:prstGeom>
          <a:noFill/>
          <a:ln w="6350">
            <a:solidFill>
              <a:srgbClr val="E2E8F0"/>
            </a:solidFill>
            <a:prstDash val="solid"/>
          </a:ln>
        </p:spPr>
        <p:txBody>
          <a:bodyPr/>
          <a:lstStyle/>
          <a:p>
            <a:endParaRPr lang="es-MX" dirty="0">
              <a:latin typeface="Graphik" panose="020B0503030202060203" pitchFamily="34" charset="0"/>
            </a:endParaRPr>
          </a:p>
        </p:txBody>
      </p:sp>
      <p:sp>
        <p:nvSpPr>
          <p:cNvPr id="27" name="Footer Placeholder 26">
            <a:extLst>
              <a:ext uri="{FF2B5EF4-FFF2-40B4-BE49-F238E27FC236}">
                <a16:creationId xmlns:a16="http://schemas.microsoft.com/office/drawing/2014/main" id="{BAD5D785-8C78-1971-BFF5-27EF94AAE7B4}"/>
              </a:ext>
            </a:extLst>
          </p:cNvPr>
          <p:cNvSpPr>
            <a:spLocks noGrp="1"/>
          </p:cNvSpPr>
          <p:nvPr>
            <p:ph type="ftr" sz="quarter" idx="10"/>
          </p:nvPr>
        </p:nvSpPr>
        <p:spPr/>
        <p:txBody>
          <a:bodyPr/>
          <a:lstStyle/>
          <a:p>
            <a:pPr algn="r"/>
            <a:r>
              <a:rPr lang="en-US" dirty="0"/>
              <a:t>Copyright © 2026 Accenture. All rights reserved.</a:t>
            </a:r>
          </a:p>
          <a:p>
            <a:pPr algn="r"/>
            <a:endParaRPr lang="en-US" dirty="0"/>
          </a:p>
        </p:txBody>
      </p:sp>
      <p:sp>
        <p:nvSpPr>
          <p:cNvPr id="28" name="Slide Number Placeholder 27">
            <a:extLst>
              <a:ext uri="{FF2B5EF4-FFF2-40B4-BE49-F238E27FC236}">
                <a16:creationId xmlns:a16="http://schemas.microsoft.com/office/drawing/2014/main" id="{A58002C0-F128-8ACF-8662-D1F660959CC6}"/>
              </a:ext>
            </a:extLst>
          </p:cNvPr>
          <p:cNvSpPr>
            <a:spLocks noGrp="1"/>
          </p:cNvSpPr>
          <p:nvPr>
            <p:ph type="sldNum" sz="quarter" idx="11"/>
          </p:nvPr>
        </p:nvSpPr>
        <p:spPr/>
        <p:txBody>
          <a:bodyPr/>
          <a:lstStyle/>
          <a:p>
            <a:fld id="{88D3ECB3-9BC1-4314-90EA-F850F5727BF0}" type="slidenum">
              <a:rPr lang="es-MX" smtClean="0"/>
              <a:pPr/>
              <a:t>10</a:t>
            </a:fld>
            <a:endParaRPr lang="es-MX" dirty="0"/>
          </a:p>
        </p:txBody>
      </p:sp>
      <p:sp>
        <p:nvSpPr>
          <p:cNvPr id="6" name="Text 2">
            <a:extLst>
              <a:ext uri="{FF2B5EF4-FFF2-40B4-BE49-F238E27FC236}">
                <a16:creationId xmlns:a16="http://schemas.microsoft.com/office/drawing/2014/main" id="{7B397B9E-D238-09B6-F50A-2E51375AAF1B}"/>
              </a:ext>
            </a:extLst>
          </p:cNvPr>
          <p:cNvSpPr/>
          <p:nvPr/>
        </p:nvSpPr>
        <p:spPr>
          <a:xfrm>
            <a:off x="457200" y="804672"/>
            <a:ext cx="8229600" cy="292608"/>
          </a:xfrm>
          <a:prstGeom prst="rect">
            <a:avLst/>
          </a:prstGeom>
          <a:noFill/>
          <a:ln/>
        </p:spPr>
        <p:txBody>
          <a:bodyPr wrap="square" lIns="0" tIns="0" rIns="0" bIns="0" rtlCol="0" anchor="ctr"/>
          <a:lstStyle/>
          <a:p>
            <a:r>
              <a:rPr lang="es-MX" sz="1400" b="1" dirty="0">
                <a:solidFill>
                  <a:srgbClr val="1A1A1A"/>
                </a:solidFill>
                <a:latin typeface="Graphik" panose="020B0503030202060203" pitchFamily="34" charset="0"/>
              </a:rPr>
              <a:t>No llegamos a aprender el negocio de </a:t>
            </a:r>
            <a:r>
              <a:rPr lang="es-MX" sz="1400" b="1" dirty="0">
                <a:solidFill>
                  <a:srgbClr val="CC0000"/>
                </a:solidFill>
                <a:latin typeface="Graphik" panose="020B0503030202060203" pitchFamily="34" charset="0"/>
              </a:rPr>
              <a:t>Scotiabank</a:t>
            </a:r>
            <a:r>
              <a:rPr lang="es-MX" sz="1400" b="1" dirty="0">
                <a:solidFill>
                  <a:srgbClr val="1A1A1A"/>
                </a:solidFill>
                <a:latin typeface="Graphik" panose="020B0503030202060203" pitchFamily="34" charset="0"/>
              </a:rPr>
              <a:t>. Llegamos a ejecutar.</a:t>
            </a:r>
          </a:p>
        </p:txBody>
      </p:sp>
      <p:grpSp>
        <p:nvGrpSpPr>
          <p:cNvPr id="37" name="Group 36">
            <a:extLst>
              <a:ext uri="{FF2B5EF4-FFF2-40B4-BE49-F238E27FC236}">
                <a16:creationId xmlns:a16="http://schemas.microsoft.com/office/drawing/2014/main" id="{1DEFEB75-74E6-453A-0BFD-E984A87C491F}"/>
              </a:ext>
            </a:extLst>
          </p:cNvPr>
          <p:cNvGrpSpPr/>
          <p:nvPr/>
        </p:nvGrpSpPr>
        <p:grpSpPr>
          <a:xfrm>
            <a:off x="403555" y="1161928"/>
            <a:ext cx="2541444" cy="640080"/>
            <a:chOff x="403555" y="1161928"/>
            <a:chExt cx="4114800" cy="822960"/>
          </a:xfrm>
        </p:grpSpPr>
        <p:sp>
          <p:nvSpPr>
            <p:cNvPr id="4" name="Rectangle 3">
              <a:extLst>
                <a:ext uri="{FF2B5EF4-FFF2-40B4-BE49-F238E27FC236}">
                  <a16:creationId xmlns:a16="http://schemas.microsoft.com/office/drawing/2014/main" id="{67279989-FE7B-D0D6-F95A-33BC35209F16}"/>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chorCtr="0"/>
            <a:lstStyle/>
            <a:p>
              <a:pPr algn="ctr"/>
              <a:endParaRPr sz="1000" dirty="0">
                <a:latin typeface="Graphik" panose="020B0503030202060203" pitchFamily="34" charset="0"/>
              </a:endParaRPr>
            </a:p>
          </p:txBody>
        </p:sp>
        <p:sp>
          <p:nvSpPr>
            <p:cNvPr id="7" name="Text 2">
              <a:extLst>
                <a:ext uri="{FF2B5EF4-FFF2-40B4-BE49-F238E27FC236}">
                  <a16:creationId xmlns:a16="http://schemas.microsoft.com/office/drawing/2014/main" id="{4C81A96A-DB5A-C004-A659-BFBA82A138B7}"/>
                </a:ext>
              </a:extLst>
            </p:cNvPr>
            <p:cNvSpPr/>
            <p:nvPr/>
          </p:nvSpPr>
          <p:spPr>
            <a:xfrm>
              <a:off x="510847" y="1244866"/>
              <a:ext cx="3936164" cy="644529"/>
            </a:xfrm>
            <a:prstGeom prst="rect">
              <a:avLst/>
            </a:prstGeom>
            <a:noFill/>
            <a:ln/>
          </p:spPr>
          <p:txBody>
            <a:bodyPr wrap="square" lIns="0" tIns="0" rIns="0" bIns="0" rtlCol="0" anchor="ctr" anchorCtr="0"/>
            <a:lstStyle/>
            <a:p>
              <a:r>
                <a:rPr lang="es-MX" sz="1000" b="1" dirty="0">
                  <a:solidFill>
                    <a:srgbClr val="CC0000"/>
                  </a:solidFill>
                  <a:latin typeface="Graphik" panose="020B0503030202060203" pitchFamily="34" charset="0"/>
                </a:rPr>
                <a:t>YA LO HEMOS HECHO</a:t>
              </a:r>
            </a:p>
          </p:txBody>
        </p:sp>
      </p:grpSp>
      <p:grpSp>
        <p:nvGrpSpPr>
          <p:cNvPr id="38" name="Group 37">
            <a:extLst>
              <a:ext uri="{FF2B5EF4-FFF2-40B4-BE49-F238E27FC236}">
                <a16:creationId xmlns:a16="http://schemas.microsoft.com/office/drawing/2014/main" id="{ADE4FB18-04D0-2C10-E079-98622AA89350}"/>
              </a:ext>
            </a:extLst>
          </p:cNvPr>
          <p:cNvGrpSpPr/>
          <p:nvPr/>
        </p:nvGrpSpPr>
        <p:grpSpPr>
          <a:xfrm>
            <a:off x="3090041" y="1161928"/>
            <a:ext cx="5695514" cy="640080"/>
            <a:chOff x="4670755" y="1161928"/>
            <a:chExt cx="4114800" cy="822960"/>
          </a:xfrm>
        </p:grpSpPr>
        <p:sp>
          <p:nvSpPr>
            <p:cNvPr id="14" name="Rectangle 13">
              <a:extLst>
                <a:ext uri="{FF2B5EF4-FFF2-40B4-BE49-F238E27FC236}">
                  <a16:creationId xmlns:a16="http://schemas.microsoft.com/office/drawing/2014/main" id="{6871B2E6-EF89-6236-D65D-199522BBA7AC}"/>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5" name="Text 2">
              <a:extLst>
                <a:ext uri="{FF2B5EF4-FFF2-40B4-BE49-F238E27FC236}">
                  <a16:creationId xmlns:a16="http://schemas.microsoft.com/office/drawing/2014/main" id="{5B91E8F9-36A8-7EC6-E6D3-5A5A5AB378DE}"/>
                </a:ext>
              </a:extLst>
            </p:cNvPr>
            <p:cNvSpPr/>
            <p:nvPr/>
          </p:nvSpPr>
          <p:spPr>
            <a:xfrm>
              <a:off x="4778047" y="1244865"/>
              <a:ext cx="3936163" cy="491837"/>
            </a:xfrm>
            <a:prstGeom prst="rect">
              <a:avLst/>
            </a:prstGeom>
            <a:noFill/>
            <a:ln/>
          </p:spPr>
          <p:txBody>
            <a:bodyPr wrap="square" lIns="0" tIns="0" rIns="0" bIns="0" rtlCol="0" anchor="t" anchorCtr="0"/>
            <a:lstStyle/>
            <a:p>
              <a:r>
                <a:rPr lang="es-MX" sz="900" dirty="0">
                  <a:solidFill>
                    <a:srgbClr val="333333"/>
                  </a:solidFill>
                  <a:latin typeface="Graphik" panose="020B0503030202060203" pitchFamily="34" charset="0"/>
                </a:rPr>
                <a:t>No es una propuesta conceptual. Accenture ha diseñado e implementado soluciones de </a:t>
              </a:r>
              <a:r>
                <a:rPr lang="es-MX" sz="900" dirty="0" err="1">
                  <a:solidFill>
                    <a:srgbClr val="333333"/>
                  </a:solidFill>
                  <a:latin typeface="Graphik" panose="020B0503030202060203" pitchFamily="34" charset="0"/>
                </a:rPr>
                <a:t>onboarding</a:t>
              </a:r>
              <a:r>
                <a:rPr lang="es-MX" sz="900" dirty="0">
                  <a:solidFill>
                    <a:srgbClr val="333333"/>
                  </a:solidFill>
                  <a:latin typeface="Graphik" panose="020B0503030202060203" pitchFamily="34" charset="0"/>
                </a:rPr>
                <a:t> y captación de nómina empresarial en bancos líderes de la región. Conocemos el </a:t>
              </a:r>
              <a:r>
                <a:rPr lang="es-MX" sz="900" dirty="0" err="1">
                  <a:solidFill>
                    <a:srgbClr val="333333"/>
                  </a:solidFill>
                  <a:latin typeface="Graphik" panose="020B0503030202060203" pitchFamily="34" charset="0"/>
                </a:rPr>
                <a:t>core</a:t>
              </a:r>
              <a:r>
                <a:rPr lang="es-MX" sz="900" dirty="0">
                  <a:solidFill>
                    <a:srgbClr val="333333"/>
                  </a:solidFill>
                  <a:latin typeface="Graphik" panose="020B0503030202060203" pitchFamily="34" charset="0"/>
                </a:rPr>
                <a:t>, conocemos la regulación y conocemos las fricciones que frenan este proceso; porque ya las hemos resuelto.</a:t>
              </a:r>
            </a:p>
          </p:txBody>
        </p:sp>
      </p:grpSp>
      <p:grpSp>
        <p:nvGrpSpPr>
          <p:cNvPr id="8" name="Group 7">
            <a:extLst>
              <a:ext uri="{FF2B5EF4-FFF2-40B4-BE49-F238E27FC236}">
                <a16:creationId xmlns:a16="http://schemas.microsoft.com/office/drawing/2014/main" id="{BED7A373-3A04-A506-9C01-F6C89B330132}"/>
              </a:ext>
            </a:extLst>
          </p:cNvPr>
          <p:cNvGrpSpPr/>
          <p:nvPr/>
        </p:nvGrpSpPr>
        <p:grpSpPr>
          <a:xfrm>
            <a:off x="410913" y="1866515"/>
            <a:ext cx="2541444" cy="640080"/>
            <a:chOff x="403555" y="1161928"/>
            <a:chExt cx="4114800" cy="822960"/>
          </a:xfrm>
        </p:grpSpPr>
        <p:sp>
          <p:nvSpPr>
            <p:cNvPr id="9" name="Rectangle 8">
              <a:extLst>
                <a:ext uri="{FF2B5EF4-FFF2-40B4-BE49-F238E27FC236}">
                  <a16:creationId xmlns:a16="http://schemas.microsoft.com/office/drawing/2014/main" id="{7C1B40E8-DCE8-A078-5946-FC5442945EDD}"/>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chorCtr="0"/>
            <a:lstStyle/>
            <a:p>
              <a:pPr algn="ctr"/>
              <a:endParaRPr sz="1000" dirty="0">
                <a:latin typeface="Graphik" panose="020B0503030202060203" pitchFamily="34" charset="0"/>
              </a:endParaRPr>
            </a:p>
          </p:txBody>
        </p:sp>
        <p:sp>
          <p:nvSpPr>
            <p:cNvPr id="10" name="Text 2">
              <a:extLst>
                <a:ext uri="{FF2B5EF4-FFF2-40B4-BE49-F238E27FC236}">
                  <a16:creationId xmlns:a16="http://schemas.microsoft.com/office/drawing/2014/main" id="{F7F9F0C8-167A-632B-AA97-A811E1E5A19F}"/>
                </a:ext>
              </a:extLst>
            </p:cNvPr>
            <p:cNvSpPr/>
            <p:nvPr/>
          </p:nvSpPr>
          <p:spPr>
            <a:xfrm>
              <a:off x="510847" y="1244866"/>
              <a:ext cx="3936164" cy="654405"/>
            </a:xfrm>
            <a:prstGeom prst="rect">
              <a:avLst/>
            </a:prstGeom>
            <a:noFill/>
            <a:ln/>
          </p:spPr>
          <p:txBody>
            <a:bodyPr wrap="square" lIns="0" tIns="0" rIns="0" bIns="0" rtlCol="0" anchor="ctr" anchorCtr="0"/>
            <a:lstStyle/>
            <a:p>
              <a:r>
                <a:rPr lang="es-MX" sz="1000" b="1" dirty="0">
                  <a:solidFill>
                    <a:srgbClr val="CC0000"/>
                  </a:solidFill>
                  <a:latin typeface="Graphik" panose="020B0503030202060203" pitchFamily="34" charset="0"/>
                </a:rPr>
                <a:t>ENTENDEMOS EL NEGOCIO BANCARIO, NO SOLO LA TECNOLOGIA </a:t>
              </a:r>
            </a:p>
          </p:txBody>
        </p:sp>
      </p:grpSp>
      <p:grpSp>
        <p:nvGrpSpPr>
          <p:cNvPr id="11" name="Group 10">
            <a:extLst>
              <a:ext uri="{FF2B5EF4-FFF2-40B4-BE49-F238E27FC236}">
                <a16:creationId xmlns:a16="http://schemas.microsoft.com/office/drawing/2014/main" id="{015E5A03-CD55-3D78-5814-7E8944089D69}"/>
              </a:ext>
            </a:extLst>
          </p:cNvPr>
          <p:cNvGrpSpPr/>
          <p:nvPr/>
        </p:nvGrpSpPr>
        <p:grpSpPr>
          <a:xfrm>
            <a:off x="3097399" y="1866515"/>
            <a:ext cx="5695514" cy="640080"/>
            <a:chOff x="4670755" y="1161928"/>
            <a:chExt cx="4114800" cy="822960"/>
          </a:xfrm>
        </p:grpSpPr>
        <p:sp>
          <p:nvSpPr>
            <p:cNvPr id="12" name="Rectangle 11">
              <a:extLst>
                <a:ext uri="{FF2B5EF4-FFF2-40B4-BE49-F238E27FC236}">
                  <a16:creationId xmlns:a16="http://schemas.microsoft.com/office/drawing/2014/main" id="{5B98156A-2F09-559F-FFF8-1FD2C80184B7}"/>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13" name="Text 2">
              <a:extLst>
                <a:ext uri="{FF2B5EF4-FFF2-40B4-BE49-F238E27FC236}">
                  <a16:creationId xmlns:a16="http://schemas.microsoft.com/office/drawing/2014/main" id="{9BCAFBD5-378C-180E-6D09-87AEAEE967C4}"/>
                </a:ext>
              </a:extLst>
            </p:cNvPr>
            <p:cNvSpPr/>
            <p:nvPr/>
          </p:nvSpPr>
          <p:spPr>
            <a:xfrm>
              <a:off x="4778047" y="1244865"/>
              <a:ext cx="3936163" cy="491837"/>
            </a:xfrm>
            <a:prstGeom prst="rect">
              <a:avLst/>
            </a:prstGeom>
            <a:noFill/>
            <a:ln/>
          </p:spPr>
          <p:txBody>
            <a:bodyPr wrap="square" lIns="0" tIns="0" rIns="0" bIns="0" rtlCol="0" anchor="t" anchorCtr="0"/>
            <a:lstStyle/>
            <a:p>
              <a:r>
                <a:rPr lang="es-MX" sz="900" dirty="0">
                  <a:latin typeface="Graphik" panose="020B0503030202060203" pitchFamily="34" charset="0"/>
                </a:rPr>
                <a:t>La tecnología es el medio, no el fin. Accenture traduce cada decisión técnica en impacto de negocio, porque entendemos que el éxito del portal no se mide en pantallas entregadas, sino en nómina habientes convertidos en clientes primarios.</a:t>
              </a:r>
              <a:endParaRPr lang="es-MX" sz="900" dirty="0">
                <a:solidFill>
                  <a:srgbClr val="333333"/>
                </a:solidFill>
                <a:latin typeface="Graphik" panose="020B0503030202060203" pitchFamily="34" charset="0"/>
              </a:endParaRPr>
            </a:p>
          </p:txBody>
        </p:sp>
      </p:grpSp>
      <p:grpSp>
        <p:nvGrpSpPr>
          <p:cNvPr id="39" name="Group 38">
            <a:extLst>
              <a:ext uri="{FF2B5EF4-FFF2-40B4-BE49-F238E27FC236}">
                <a16:creationId xmlns:a16="http://schemas.microsoft.com/office/drawing/2014/main" id="{A5AEC418-8202-7DFD-2C89-B55057392765}"/>
              </a:ext>
            </a:extLst>
          </p:cNvPr>
          <p:cNvGrpSpPr/>
          <p:nvPr/>
        </p:nvGrpSpPr>
        <p:grpSpPr>
          <a:xfrm>
            <a:off x="403555" y="2592404"/>
            <a:ext cx="2541444" cy="640080"/>
            <a:chOff x="403555" y="1161928"/>
            <a:chExt cx="4114800" cy="822960"/>
          </a:xfrm>
        </p:grpSpPr>
        <p:sp>
          <p:nvSpPr>
            <p:cNvPr id="40" name="Rectangle 39">
              <a:extLst>
                <a:ext uri="{FF2B5EF4-FFF2-40B4-BE49-F238E27FC236}">
                  <a16:creationId xmlns:a16="http://schemas.microsoft.com/office/drawing/2014/main" id="{D8A68C12-AFDA-0544-0605-0D55F2092C09}"/>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chorCtr="0"/>
            <a:lstStyle/>
            <a:p>
              <a:pPr algn="ctr"/>
              <a:endParaRPr sz="1000" dirty="0">
                <a:latin typeface="Graphik" panose="020B0503030202060203" pitchFamily="34" charset="0"/>
              </a:endParaRPr>
            </a:p>
          </p:txBody>
        </p:sp>
        <p:sp>
          <p:nvSpPr>
            <p:cNvPr id="41" name="Text 2">
              <a:extLst>
                <a:ext uri="{FF2B5EF4-FFF2-40B4-BE49-F238E27FC236}">
                  <a16:creationId xmlns:a16="http://schemas.microsoft.com/office/drawing/2014/main" id="{DF1352DE-0693-15AD-A4D2-4D26278499AD}"/>
                </a:ext>
              </a:extLst>
            </p:cNvPr>
            <p:cNvSpPr/>
            <p:nvPr/>
          </p:nvSpPr>
          <p:spPr>
            <a:xfrm>
              <a:off x="510847" y="1244866"/>
              <a:ext cx="3936164" cy="654405"/>
            </a:xfrm>
            <a:prstGeom prst="rect">
              <a:avLst/>
            </a:prstGeom>
            <a:noFill/>
            <a:ln/>
          </p:spPr>
          <p:txBody>
            <a:bodyPr wrap="square" lIns="0" tIns="0" rIns="0" bIns="0" rtlCol="0" anchor="ctr" anchorCtr="0"/>
            <a:lstStyle/>
            <a:p>
              <a:r>
                <a:rPr lang="en-US" sz="1000" b="1" dirty="0">
                  <a:solidFill>
                    <a:srgbClr val="CC0000"/>
                  </a:solidFill>
                  <a:latin typeface="Graphik" panose="020B0503030202060203" pitchFamily="34" charset="0"/>
                </a:rPr>
                <a:t>C</a:t>
              </a:r>
              <a:r>
                <a:rPr lang="es-MX" sz="1000" b="1" dirty="0">
                  <a:solidFill>
                    <a:srgbClr val="CC0000"/>
                  </a:solidFill>
                  <a:latin typeface="Graphik" panose="020B0503030202060203" pitchFamily="34" charset="0"/>
                </a:rPr>
                <a:t>UMPLIMOS LO QUE PROMETEMOS</a:t>
              </a:r>
            </a:p>
          </p:txBody>
        </p:sp>
      </p:grpSp>
      <p:grpSp>
        <p:nvGrpSpPr>
          <p:cNvPr id="42" name="Group 41">
            <a:extLst>
              <a:ext uri="{FF2B5EF4-FFF2-40B4-BE49-F238E27FC236}">
                <a16:creationId xmlns:a16="http://schemas.microsoft.com/office/drawing/2014/main" id="{AE9A7C4C-39ED-4DFC-9082-4DE5BDE6AF99}"/>
              </a:ext>
            </a:extLst>
          </p:cNvPr>
          <p:cNvGrpSpPr/>
          <p:nvPr/>
        </p:nvGrpSpPr>
        <p:grpSpPr>
          <a:xfrm>
            <a:off x="3090041" y="2592404"/>
            <a:ext cx="5695514" cy="640080"/>
            <a:chOff x="4670755" y="1161928"/>
            <a:chExt cx="4114800" cy="822960"/>
          </a:xfrm>
        </p:grpSpPr>
        <p:sp>
          <p:nvSpPr>
            <p:cNvPr id="43" name="Rectangle 42">
              <a:extLst>
                <a:ext uri="{FF2B5EF4-FFF2-40B4-BE49-F238E27FC236}">
                  <a16:creationId xmlns:a16="http://schemas.microsoft.com/office/drawing/2014/main" id="{00FFAB07-81CE-A179-D2DE-3BEF67D04F5F}"/>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44" name="Text 2">
              <a:extLst>
                <a:ext uri="{FF2B5EF4-FFF2-40B4-BE49-F238E27FC236}">
                  <a16:creationId xmlns:a16="http://schemas.microsoft.com/office/drawing/2014/main" id="{80A6619D-3586-DBAC-0674-FBDC9C80EEAB}"/>
                </a:ext>
              </a:extLst>
            </p:cNvPr>
            <p:cNvSpPr/>
            <p:nvPr/>
          </p:nvSpPr>
          <p:spPr>
            <a:xfrm>
              <a:off x="4778047" y="1244865"/>
              <a:ext cx="3936163" cy="491837"/>
            </a:xfrm>
            <a:prstGeom prst="rect">
              <a:avLst/>
            </a:prstGeom>
            <a:noFill/>
            <a:ln/>
          </p:spPr>
          <p:txBody>
            <a:bodyPr wrap="square" lIns="0" tIns="0" rIns="0" bIns="0" rtlCol="0" anchor="t" anchorCtr="0"/>
            <a:lstStyle/>
            <a:p>
              <a:r>
                <a:rPr lang="es-MX" sz="900" dirty="0">
                  <a:latin typeface="Graphik" panose="020B0503030202060203" pitchFamily="34" charset="0"/>
                </a:rPr>
                <a:t>Ponemos en este proyecto el talento que el proyecto merece. Perfiles especializados en banca digital, con experiencia probada en implementaciones de esta naturaleza — dedicados, disponibles y alineados al ritmo y las prioridades de Scotiabank.</a:t>
              </a:r>
            </a:p>
          </p:txBody>
        </p:sp>
      </p:grpSp>
      <p:grpSp>
        <p:nvGrpSpPr>
          <p:cNvPr id="45" name="Group 44">
            <a:extLst>
              <a:ext uri="{FF2B5EF4-FFF2-40B4-BE49-F238E27FC236}">
                <a16:creationId xmlns:a16="http://schemas.microsoft.com/office/drawing/2014/main" id="{C157B3DE-04AC-E6F9-04B1-6B87C2F08E06}"/>
              </a:ext>
            </a:extLst>
          </p:cNvPr>
          <p:cNvGrpSpPr/>
          <p:nvPr/>
        </p:nvGrpSpPr>
        <p:grpSpPr>
          <a:xfrm>
            <a:off x="403555" y="3296489"/>
            <a:ext cx="2541444" cy="640080"/>
            <a:chOff x="403555" y="1161928"/>
            <a:chExt cx="4114800" cy="822960"/>
          </a:xfrm>
        </p:grpSpPr>
        <p:sp>
          <p:nvSpPr>
            <p:cNvPr id="46" name="Rectangle 45">
              <a:extLst>
                <a:ext uri="{FF2B5EF4-FFF2-40B4-BE49-F238E27FC236}">
                  <a16:creationId xmlns:a16="http://schemas.microsoft.com/office/drawing/2014/main" id="{4C4E85B0-F3DD-EE10-D14A-56D4BD5B3C57}"/>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chorCtr="0"/>
            <a:lstStyle/>
            <a:p>
              <a:pPr algn="ctr"/>
              <a:endParaRPr sz="1000" dirty="0">
                <a:latin typeface="Graphik" panose="020B0503030202060203" pitchFamily="34" charset="0"/>
              </a:endParaRPr>
            </a:p>
          </p:txBody>
        </p:sp>
        <p:sp>
          <p:nvSpPr>
            <p:cNvPr id="47" name="Text 2">
              <a:extLst>
                <a:ext uri="{FF2B5EF4-FFF2-40B4-BE49-F238E27FC236}">
                  <a16:creationId xmlns:a16="http://schemas.microsoft.com/office/drawing/2014/main" id="{1BE30D6F-6584-998F-2E9D-4B12EE6E55AB}"/>
                </a:ext>
              </a:extLst>
            </p:cNvPr>
            <p:cNvSpPr/>
            <p:nvPr/>
          </p:nvSpPr>
          <p:spPr>
            <a:xfrm>
              <a:off x="510847" y="1244866"/>
              <a:ext cx="3936164" cy="654405"/>
            </a:xfrm>
            <a:prstGeom prst="rect">
              <a:avLst/>
            </a:prstGeom>
            <a:noFill/>
            <a:ln/>
          </p:spPr>
          <p:txBody>
            <a:bodyPr wrap="square" lIns="0" tIns="0" rIns="0" bIns="0" rtlCol="0" anchor="ctr" anchorCtr="0"/>
            <a:lstStyle/>
            <a:p>
              <a:r>
                <a:rPr lang="en-US" sz="1000" b="1" dirty="0">
                  <a:solidFill>
                    <a:srgbClr val="CC0000"/>
                  </a:solidFill>
                  <a:latin typeface="Graphik" panose="020B0503030202060203" pitchFamily="34" charset="0"/>
                </a:rPr>
                <a:t>UNA RELACION DE LARGO PLAZO</a:t>
              </a:r>
              <a:endParaRPr lang="es-MX" sz="1000" b="1" dirty="0">
                <a:solidFill>
                  <a:srgbClr val="CC0000"/>
                </a:solidFill>
                <a:latin typeface="Graphik" panose="020B0503030202060203" pitchFamily="34" charset="0"/>
              </a:endParaRPr>
            </a:p>
          </p:txBody>
        </p:sp>
      </p:grpSp>
      <p:grpSp>
        <p:nvGrpSpPr>
          <p:cNvPr id="48" name="Group 47">
            <a:extLst>
              <a:ext uri="{FF2B5EF4-FFF2-40B4-BE49-F238E27FC236}">
                <a16:creationId xmlns:a16="http://schemas.microsoft.com/office/drawing/2014/main" id="{92E344DC-7C11-4FB8-38AD-E35E6D4DE0B0}"/>
              </a:ext>
            </a:extLst>
          </p:cNvPr>
          <p:cNvGrpSpPr/>
          <p:nvPr/>
        </p:nvGrpSpPr>
        <p:grpSpPr>
          <a:xfrm>
            <a:off x="3090041" y="3296489"/>
            <a:ext cx="5695514" cy="640080"/>
            <a:chOff x="4670755" y="1161928"/>
            <a:chExt cx="4114800" cy="822960"/>
          </a:xfrm>
        </p:grpSpPr>
        <p:sp>
          <p:nvSpPr>
            <p:cNvPr id="49" name="Rectangle 48">
              <a:extLst>
                <a:ext uri="{FF2B5EF4-FFF2-40B4-BE49-F238E27FC236}">
                  <a16:creationId xmlns:a16="http://schemas.microsoft.com/office/drawing/2014/main" id="{BA1A44B1-4159-F79A-9C92-D4FAE03BABB5}"/>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50" name="Text 2">
              <a:extLst>
                <a:ext uri="{FF2B5EF4-FFF2-40B4-BE49-F238E27FC236}">
                  <a16:creationId xmlns:a16="http://schemas.microsoft.com/office/drawing/2014/main" id="{18ABC053-C33D-A6F9-E66A-B3994C2A7050}"/>
                </a:ext>
              </a:extLst>
            </p:cNvPr>
            <p:cNvSpPr/>
            <p:nvPr/>
          </p:nvSpPr>
          <p:spPr>
            <a:xfrm>
              <a:off x="4778047" y="1244865"/>
              <a:ext cx="3936163" cy="491837"/>
            </a:xfrm>
            <a:prstGeom prst="rect">
              <a:avLst/>
            </a:prstGeom>
            <a:noFill/>
            <a:ln/>
          </p:spPr>
          <p:txBody>
            <a:bodyPr wrap="square" lIns="0" tIns="0" rIns="0" bIns="0" rtlCol="0" anchor="t" anchorCtr="0"/>
            <a:lstStyle/>
            <a:p>
              <a:r>
                <a:rPr lang="es-MX" sz="900" dirty="0">
                  <a:latin typeface="Graphik" panose="020B0503030202060203" pitchFamily="34" charset="0"/>
                </a:rPr>
                <a:t>Scotiabank tiene un plan al 2030 y nosotros también. Accenture no viene a cerrar un proyecto., viene a abrir una relación. Una en la que el portal es el primer paso, pero el objetivo es crecer juntos: acompañando al banco en cada etapa del camino, con el compromiso y la capacidad de quien apuesta por el mismo resultado.</a:t>
              </a:r>
            </a:p>
          </p:txBody>
        </p:sp>
      </p:grpSp>
      <p:grpSp>
        <p:nvGrpSpPr>
          <p:cNvPr id="51" name="Group 50">
            <a:extLst>
              <a:ext uri="{FF2B5EF4-FFF2-40B4-BE49-F238E27FC236}">
                <a16:creationId xmlns:a16="http://schemas.microsoft.com/office/drawing/2014/main" id="{FE262452-E07F-6F93-5A33-C5794B679CA2}"/>
              </a:ext>
            </a:extLst>
          </p:cNvPr>
          <p:cNvGrpSpPr/>
          <p:nvPr/>
        </p:nvGrpSpPr>
        <p:grpSpPr>
          <a:xfrm>
            <a:off x="410913" y="4018788"/>
            <a:ext cx="2541444" cy="640080"/>
            <a:chOff x="403555" y="1161928"/>
            <a:chExt cx="4114800" cy="822960"/>
          </a:xfrm>
        </p:grpSpPr>
        <p:sp>
          <p:nvSpPr>
            <p:cNvPr id="52" name="Rectangle 51">
              <a:extLst>
                <a:ext uri="{FF2B5EF4-FFF2-40B4-BE49-F238E27FC236}">
                  <a16:creationId xmlns:a16="http://schemas.microsoft.com/office/drawing/2014/main" id="{6A744281-960D-94C3-5984-E91D8F9451AF}"/>
                </a:ext>
              </a:extLst>
            </p:cNvPr>
            <p:cNvSpPr/>
            <p:nvPr/>
          </p:nvSpPr>
          <p:spPr>
            <a:xfrm>
              <a:off x="4035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nchorCtr="0"/>
            <a:lstStyle/>
            <a:p>
              <a:pPr algn="ctr"/>
              <a:endParaRPr sz="1000" dirty="0">
                <a:latin typeface="Graphik" panose="020B0503030202060203" pitchFamily="34" charset="0"/>
              </a:endParaRPr>
            </a:p>
          </p:txBody>
        </p:sp>
        <p:sp>
          <p:nvSpPr>
            <p:cNvPr id="53" name="Text 2">
              <a:extLst>
                <a:ext uri="{FF2B5EF4-FFF2-40B4-BE49-F238E27FC236}">
                  <a16:creationId xmlns:a16="http://schemas.microsoft.com/office/drawing/2014/main" id="{C60BB9F6-F24D-F6C1-EE0E-38C326BC9FB2}"/>
                </a:ext>
              </a:extLst>
            </p:cNvPr>
            <p:cNvSpPr/>
            <p:nvPr/>
          </p:nvSpPr>
          <p:spPr>
            <a:xfrm>
              <a:off x="510847" y="1244866"/>
              <a:ext cx="3936164" cy="654405"/>
            </a:xfrm>
            <a:prstGeom prst="rect">
              <a:avLst/>
            </a:prstGeom>
            <a:noFill/>
            <a:ln/>
          </p:spPr>
          <p:txBody>
            <a:bodyPr wrap="square" lIns="0" tIns="0" rIns="0" bIns="0" rtlCol="0" anchor="ctr" anchorCtr="0"/>
            <a:lstStyle/>
            <a:p>
              <a:r>
                <a:rPr lang="en-US" sz="1000" b="1" dirty="0">
                  <a:solidFill>
                    <a:srgbClr val="CC0000"/>
                  </a:solidFill>
                  <a:latin typeface="Graphik" panose="020B0503030202060203" pitchFamily="34" charset="0"/>
                </a:rPr>
                <a:t>ESCALA GLOBAL, EJECUCION LOCAL</a:t>
              </a:r>
              <a:endParaRPr lang="es-MX" sz="1000" b="1" dirty="0">
                <a:solidFill>
                  <a:srgbClr val="CC0000"/>
                </a:solidFill>
                <a:latin typeface="Graphik" panose="020B0503030202060203" pitchFamily="34" charset="0"/>
              </a:endParaRPr>
            </a:p>
          </p:txBody>
        </p:sp>
      </p:grpSp>
      <p:grpSp>
        <p:nvGrpSpPr>
          <p:cNvPr id="54" name="Group 53">
            <a:extLst>
              <a:ext uri="{FF2B5EF4-FFF2-40B4-BE49-F238E27FC236}">
                <a16:creationId xmlns:a16="http://schemas.microsoft.com/office/drawing/2014/main" id="{6B1F873D-8E52-22BB-ACCE-995BF9A4878D}"/>
              </a:ext>
            </a:extLst>
          </p:cNvPr>
          <p:cNvGrpSpPr/>
          <p:nvPr/>
        </p:nvGrpSpPr>
        <p:grpSpPr>
          <a:xfrm>
            <a:off x="3097399" y="4018788"/>
            <a:ext cx="5695514" cy="640080"/>
            <a:chOff x="4670755" y="1161928"/>
            <a:chExt cx="4114800" cy="822960"/>
          </a:xfrm>
        </p:grpSpPr>
        <p:sp>
          <p:nvSpPr>
            <p:cNvPr id="55" name="Rectangle 54">
              <a:extLst>
                <a:ext uri="{FF2B5EF4-FFF2-40B4-BE49-F238E27FC236}">
                  <a16:creationId xmlns:a16="http://schemas.microsoft.com/office/drawing/2014/main" id="{91DBA148-3FCC-D38C-F700-A87D2BCB7F3B}"/>
                </a:ext>
              </a:extLst>
            </p:cNvPr>
            <p:cNvSpPr/>
            <p:nvPr/>
          </p:nvSpPr>
          <p:spPr>
            <a:xfrm>
              <a:off x="4670755" y="1161928"/>
              <a:ext cx="4114800" cy="822960"/>
            </a:xfrm>
            <a:prstGeom prst="rect">
              <a:avLst/>
            </a:prstGeom>
            <a:solidFill>
              <a:schemeClr val="bg1"/>
            </a:solidFill>
            <a:ln w="6350">
              <a:solidFill>
                <a:srgbClr val="E5E5E5"/>
              </a:solidFill>
            </a:ln>
            <a:effectLst>
              <a:outerShdw blurRad="50800" dist="38100" dir="8100000" algn="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00" dirty="0">
                <a:latin typeface="Graphik" panose="020B0503030202060203" pitchFamily="34" charset="0"/>
              </a:endParaRPr>
            </a:p>
          </p:txBody>
        </p:sp>
        <p:sp>
          <p:nvSpPr>
            <p:cNvPr id="56" name="Text 2">
              <a:extLst>
                <a:ext uri="{FF2B5EF4-FFF2-40B4-BE49-F238E27FC236}">
                  <a16:creationId xmlns:a16="http://schemas.microsoft.com/office/drawing/2014/main" id="{3A74EA75-9899-DB89-C186-E1634EA64EB0}"/>
                </a:ext>
              </a:extLst>
            </p:cNvPr>
            <p:cNvSpPr/>
            <p:nvPr/>
          </p:nvSpPr>
          <p:spPr>
            <a:xfrm>
              <a:off x="4778047" y="1244865"/>
              <a:ext cx="3936163" cy="491837"/>
            </a:xfrm>
            <a:prstGeom prst="rect">
              <a:avLst/>
            </a:prstGeom>
            <a:noFill/>
            <a:ln/>
          </p:spPr>
          <p:txBody>
            <a:bodyPr wrap="square" lIns="0" tIns="0" rIns="0" bIns="0" rtlCol="0" anchor="t" anchorCtr="0"/>
            <a:lstStyle/>
            <a:p>
              <a:r>
                <a:rPr lang="es-MX" sz="900" dirty="0">
                  <a:latin typeface="Graphik" panose="020B0503030202060203" pitchFamily="34" charset="0"/>
                </a:rPr>
                <a:t>Somos el único socio que puede combinar visión global con ejecución local. Más de 700,000 profesionales en 120 países que han resuelto los mismos retos en los mercados más exigentes del mundo, con equipos en México que conocen el mercado, la regulación y la cultura del sector financiero mexicano.</a:t>
              </a:r>
            </a:p>
          </p:txBody>
        </p:sp>
      </p:grpSp>
    </p:spTree>
    <p:extLst>
      <p:ext uri="{BB962C8B-B14F-4D97-AF65-F5344CB8AC3E}">
        <p14:creationId xmlns:p14="http://schemas.microsoft.com/office/powerpoint/2010/main" val="3526741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87BCC6-41E8-80E9-5565-F3EE15C9EBAB}"/>
              </a:ext>
            </a:extLst>
          </p:cNvPr>
          <p:cNvPicPr>
            <a:picLocks noChangeAspect="1"/>
          </p:cNvPicPr>
          <p:nvPr/>
        </p:nvPicPr>
        <p:blipFill>
          <a:blip r:embed="rId2"/>
          <a:stretch>
            <a:fillRect/>
          </a:stretch>
        </p:blipFill>
        <p:spPr>
          <a:xfrm>
            <a:off x="179614" y="1370710"/>
            <a:ext cx="8784772" cy="1912224"/>
          </a:xfrm>
          <a:prstGeom prst="rect">
            <a:avLst/>
          </a:prstGeom>
        </p:spPr>
      </p:pic>
      <p:sp>
        <p:nvSpPr>
          <p:cNvPr id="4" name="Text 1">
            <a:extLst>
              <a:ext uri="{FF2B5EF4-FFF2-40B4-BE49-F238E27FC236}">
                <a16:creationId xmlns:a16="http://schemas.microsoft.com/office/drawing/2014/main" id="{5BD374E1-D6B0-C1F9-BF1A-4AB1AAD92897}"/>
              </a:ext>
            </a:extLst>
          </p:cNvPr>
          <p:cNvSpPr/>
          <p:nvPr/>
        </p:nvSpPr>
        <p:spPr>
          <a:xfrm>
            <a:off x="457200" y="292608"/>
            <a:ext cx="8229600" cy="502920"/>
          </a:xfrm>
          <a:prstGeom prst="rect">
            <a:avLst/>
          </a:prstGeom>
          <a:noFill/>
          <a:ln/>
        </p:spPr>
        <p:txBody>
          <a:bodyPr wrap="square" lIns="0" tIns="0" rIns="0" bIns="0" rtlCol="0" anchor="ctr"/>
          <a:lstStyle/>
          <a:p>
            <a:pPr marL="0" indent="0">
              <a:buNone/>
            </a:pPr>
            <a:r>
              <a:rPr lang="en-US" sz="2400" b="1" dirty="0" err="1">
                <a:solidFill>
                  <a:srgbClr val="1E293B"/>
                </a:solidFill>
                <a:latin typeface="Graphik" panose="020B0503030202060203" pitchFamily="34" charset="0"/>
              </a:rPr>
              <a:t>Flujo</a:t>
            </a:r>
            <a:r>
              <a:rPr lang="en-US" sz="2400" b="1" dirty="0">
                <a:solidFill>
                  <a:srgbClr val="1E293B"/>
                </a:solidFill>
                <a:latin typeface="Graphik" panose="020B0503030202060203" pitchFamily="34" charset="0"/>
              </a:rPr>
              <a:t> de Servicios </a:t>
            </a:r>
            <a:r>
              <a:rPr lang="en-US" sz="2400" b="1" dirty="0" err="1">
                <a:solidFill>
                  <a:srgbClr val="1E293B"/>
                </a:solidFill>
                <a:latin typeface="Graphik" panose="020B0503030202060203" pitchFamily="34" charset="0"/>
              </a:rPr>
              <a:t>propuesto</a:t>
            </a:r>
            <a:r>
              <a:rPr lang="en-US" sz="2400" b="1" dirty="0">
                <a:solidFill>
                  <a:srgbClr val="1E293B"/>
                </a:solidFill>
                <a:latin typeface="Graphik" panose="020B0503030202060203" pitchFamily="34" charset="0"/>
              </a:rPr>
              <a:t>.</a:t>
            </a:r>
            <a:endParaRPr lang="es-MX" sz="2400" dirty="0">
              <a:latin typeface="Graphik" panose="020B0503030202060203" pitchFamily="34" charset="0"/>
            </a:endParaRPr>
          </a:p>
        </p:txBody>
      </p:sp>
    </p:spTree>
    <p:extLst>
      <p:ext uri="{BB962C8B-B14F-4D97-AF65-F5344CB8AC3E}">
        <p14:creationId xmlns:p14="http://schemas.microsoft.com/office/powerpoint/2010/main" val="14866597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TYLE" val="QptDraftNote"/>
  <p:tag name="DATE" val="17-Jun-25 14:13:36"/>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022">
  <a:themeElements>
    <a:clrScheme name="Scotiabank">
      <a:dk1>
        <a:srgbClr val="2F2E41"/>
      </a:dk1>
      <a:lt1>
        <a:srgbClr val="FFFFFF"/>
      </a:lt1>
      <a:dk2>
        <a:srgbClr val="7F8E90"/>
      </a:dk2>
      <a:lt2>
        <a:srgbClr val="FBDCDF"/>
      </a:lt2>
      <a:accent1>
        <a:srgbClr val="B50E19"/>
      </a:accent1>
      <a:accent2>
        <a:srgbClr val="333333"/>
      </a:accent2>
      <a:accent3>
        <a:srgbClr val="ED0E19"/>
      </a:accent3>
      <a:accent4>
        <a:srgbClr val="FFD340"/>
      </a:accent4>
      <a:accent5>
        <a:srgbClr val="7848B7"/>
      </a:accent5>
      <a:accent6>
        <a:srgbClr val="E5E5E5"/>
      </a:accent6>
      <a:hlink>
        <a:srgbClr val="A100FF"/>
      </a:hlink>
      <a:folHlink>
        <a:srgbClr val="7500C0"/>
      </a:folHlink>
    </a:clrScheme>
    <a:fontScheme name="Custom 1">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StratConsult_PPT_Tmplt_Graphik_210323.potx" id="{7063A270-6628-40AC-B1C6-7F51DE74A2E0}" vid="{C5BBD24A-903A-47B7-88CA-4CD85347C49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4118</TotalTime>
  <Words>2406</Words>
  <Application>Microsoft Office PowerPoint</Application>
  <PresentationFormat>On-screen Show (16:9)</PresentationFormat>
  <Paragraphs>243</Paragraphs>
  <Slides>11</Slides>
  <Notes>10</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11</vt:i4>
      </vt:variant>
    </vt:vector>
  </HeadingPairs>
  <TitlesOfParts>
    <vt:vector size="23" baseType="lpstr">
      <vt:lpstr>Arial</vt:lpstr>
      <vt:lpstr>Arial Black</vt:lpstr>
      <vt:lpstr>Graphik</vt:lpstr>
      <vt:lpstr>Graphik Black</vt:lpstr>
      <vt:lpstr>Graphik Light</vt:lpstr>
      <vt:lpstr>Graphik Medium</vt:lpstr>
      <vt:lpstr>Graphik Regular</vt:lpstr>
      <vt:lpstr>Graphik-Medium</vt:lpstr>
      <vt:lpstr>Wingdings</vt:lpstr>
      <vt:lpstr>Office Theme</vt:lpstr>
      <vt:lpstr>1_2022</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Scotia Payroll Vinculación Strategy</dc:title>
  <dc:subject>PptxGenJS Presentation</dc:subject>
  <dc:creator>Accenture</dc:creator>
  <cp:lastModifiedBy>Marquez Olivares, Gerson Eduardo</cp:lastModifiedBy>
  <cp:revision>9</cp:revision>
  <dcterms:created xsi:type="dcterms:W3CDTF">2026-07-03T08:11:02Z</dcterms:created>
  <dcterms:modified xsi:type="dcterms:W3CDTF">2026-07-23T23:48:52Z</dcterms:modified>
</cp:coreProperties>
</file>