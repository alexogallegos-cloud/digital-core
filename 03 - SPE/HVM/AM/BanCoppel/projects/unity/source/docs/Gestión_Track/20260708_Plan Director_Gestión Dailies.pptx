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4"/>
    <p:sldMasterId id="2147484638" r:id="rId5"/>
  </p:sldMasterIdLst>
  <p:notesMasterIdLst>
    <p:notesMasterId r:id="rId10"/>
  </p:notesMasterIdLst>
  <p:sldIdLst>
    <p:sldId id="2147483644" r:id="rId6"/>
    <p:sldId id="2147483647" r:id="rId7"/>
    <p:sldId id="257" r:id="rId8"/>
    <p:sldId id="256" r:id="rId9"/>
  </p:sldIdLst>
  <p:sldSz cx="12192000" cy="6858000"/>
  <p:notesSz cx="9388475" cy="7102475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 Integral" id="{7944BA68-C909-4C50-91AF-ACDF8A17C1E1}">
          <p14:sldIdLst>
            <p14:sldId id="2147483644"/>
            <p14:sldId id="2147483647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CCFEC43-BE54-30AF-1E48-68AFF5B3CA67}" name="Lorenzo Díaz, Pablo" initials="PL" userId="S::p.lorenzo.diaz@accenture.com::bac49e77-f39a-40a2-af48-1e84dc2b788f" providerId="AD"/>
  <p188:author id="{C2CB8F46-4628-E379-54D3-655EB118515E}" name="Bilovsky, Pavel" initials="PB" userId="S::pavel.bilovsky@accenture.com::95cf6684-c4cf-4362-8277-1e6ea4b66279" providerId="AD"/>
  <p188:author id="{6771E5C5-D74F-8E8A-4AAC-9AFA63E3500D}" name="Pietrzyk, Lukasz" initials="LP" userId="S::lukasz.pietrzyk@accenture.com::3c523eea-d990-46ae-90d9-b9bf542e40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9FA"/>
    <a:srgbClr val="D6D6D6"/>
    <a:srgbClr val="122FB1"/>
    <a:srgbClr val="FF9393"/>
    <a:srgbClr val="FFDC6D"/>
    <a:srgbClr val="75D1A3"/>
    <a:srgbClr val="778DF1"/>
    <a:srgbClr val="A0B1F6"/>
    <a:srgbClr val="D9E0F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25267-A779-43C1-A9D8-C2060C6F859D}" v="13" dt="2026-08-14T18:56:45.614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8" y="62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Pichardo, Joaquín Ernesto" userId="c87ddcfd-47b6-4d33-88ec-183604329254" providerId="ADAL" clId="{FEED0C0E-EE09-4E8C-9317-9489866A5FB2}"/>
    <pc:docChg chg="undo custSel addSld modSld sldOrd modSection">
      <pc:chgData name="Antonio Pichardo, Joaquín Ernesto" userId="c87ddcfd-47b6-4d33-88ec-183604329254" providerId="ADAL" clId="{FEED0C0E-EE09-4E8C-9317-9489866A5FB2}" dt="2026-08-14T18:56:45.614" v="3861"/>
      <pc:docMkLst>
        <pc:docMk/>
      </pc:docMkLst>
      <pc:sldChg chg="modSp add mod">
        <pc:chgData name="Antonio Pichardo, Joaquín Ernesto" userId="c87ddcfd-47b6-4d33-88ec-183604329254" providerId="ADAL" clId="{FEED0C0E-EE09-4E8C-9317-9489866A5FB2}" dt="2026-08-14T18:56:32.896" v="3859"/>
        <pc:sldMkLst>
          <pc:docMk/>
          <pc:sldMk cId="3579194331" sldId="256"/>
        </pc:sldMkLst>
        <pc:spChg chg="mod">
          <ac:chgData name="Antonio Pichardo, Joaquín Ernesto" userId="c87ddcfd-47b6-4d33-88ec-183604329254" providerId="ADAL" clId="{FEED0C0E-EE09-4E8C-9317-9489866A5FB2}" dt="2026-07-17T20:35:13.751" v="1144" actId="20577"/>
          <ac:spMkLst>
            <pc:docMk/>
            <pc:sldMk cId="3579194331" sldId="256"/>
            <ac:spMk id="2" creationId="{EA58E41C-4150-C401-BC4A-2AB12CF6B35F}"/>
          </ac:spMkLst>
        </pc:spChg>
        <pc:graphicFrameChg chg="mod modGraphic">
          <ac:chgData name="Antonio Pichardo, Joaquín Ernesto" userId="c87ddcfd-47b6-4d33-88ec-183604329254" providerId="ADAL" clId="{FEED0C0E-EE09-4E8C-9317-9489866A5FB2}" dt="2026-08-14T18:56:32.896" v="3859"/>
          <ac:graphicFrameMkLst>
            <pc:docMk/>
            <pc:sldMk cId="3579194331" sldId="256"/>
            <ac:graphicFrameMk id="4" creationId="{F8D99E66-C4F1-536C-7633-5CB69B4E3D79}"/>
          </ac:graphicFrameMkLst>
        </pc:graphicFrameChg>
      </pc:sldChg>
      <pc:sldChg chg="modSp add mod ord">
        <pc:chgData name="Antonio Pichardo, Joaquín Ernesto" userId="c87ddcfd-47b6-4d33-88ec-183604329254" providerId="ADAL" clId="{FEED0C0E-EE09-4E8C-9317-9489866A5FB2}" dt="2026-08-07T18:08:20.321" v="2681" actId="2165"/>
        <pc:sldMkLst>
          <pc:docMk/>
          <pc:sldMk cId="2722494171" sldId="257"/>
        </pc:sldMkLst>
        <pc:graphicFrameChg chg="modGraphic">
          <ac:chgData name="Antonio Pichardo, Joaquín Ernesto" userId="c87ddcfd-47b6-4d33-88ec-183604329254" providerId="ADAL" clId="{FEED0C0E-EE09-4E8C-9317-9489866A5FB2}" dt="2026-08-07T18:08:20.321" v="2681" actId="2165"/>
          <ac:graphicFrameMkLst>
            <pc:docMk/>
            <pc:sldMk cId="2722494171" sldId="257"/>
            <ac:graphicFrameMk id="4" creationId="{AA3C837F-D1B6-9C88-0A0D-C4CC6ADBD2F4}"/>
          </ac:graphicFrameMkLst>
        </pc:graphicFrameChg>
      </pc:sldChg>
      <pc:sldChg chg="modSp mod">
        <pc:chgData name="Antonio Pichardo, Joaquín Ernesto" userId="c87ddcfd-47b6-4d33-88ec-183604329254" providerId="ADAL" clId="{FEED0C0E-EE09-4E8C-9317-9489866A5FB2}" dt="2026-08-14T18:56:45.614" v="3861"/>
        <pc:sldMkLst>
          <pc:docMk/>
          <pc:sldMk cId="1445257452" sldId="2147483647"/>
        </pc:sldMkLst>
        <pc:graphicFrameChg chg="mod modGraphic">
          <ac:chgData name="Antonio Pichardo, Joaquín Ernesto" userId="c87ddcfd-47b6-4d33-88ec-183604329254" providerId="ADAL" clId="{FEED0C0E-EE09-4E8C-9317-9489866A5FB2}" dt="2026-08-14T18:56:45.614" v="3861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6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r">
              <a:defRPr sz="1200"/>
            </a:lvl1pPr>
          </a:lstStyle>
          <a:p>
            <a:fld id="{9FC16A05-8790-4117-92B3-5F66A2A22E6C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8" tIns="47108" rIns="94218" bIns="471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18" tIns="47108" rIns="94218" bIns="47108" rtlCol="0"/>
          <a:lstStyle/>
          <a:p>
            <a:pPr lvl="0"/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text</a:t>
            </a:r>
            <a:r>
              <a:rPr lang="es-MX"/>
              <a:t> </a:t>
            </a:r>
            <a:r>
              <a:rPr lang="es-MX" err="1"/>
              <a:t>styles</a:t>
            </a:r>
            <a:endParaRPr lang="es-MX"/>
          </a:p>
          <a:p>
            <a:pPr lvl="1"/>
            <a:r>
              <a:rPr lang="es-MX" err="1"/>
              <a:t>Second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2"/>
            <a:r>
              <a:rPr lang="es-MX" err="1"/>
              <a:t>Third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3"/>
            <a:r>
              <a:rPr lang="es-MX" err="1"/>
              <a:t>Fourth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4"/>
            <a:r>
              <a:rPr lang="es-MX" err="1"/>
              <a:t>Fifth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6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r">
              <a:defRPr sz="1200"/>
            </a:lvl1pPr>
          </a:lstStyle>
          <a:p>
            <a:fld id="{6072C5D8-91B8-40D4-9C9A-31EB0EF7358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</a:t>
            </a:r>
            <a:r>
              <a:rPr lang="es-MX" err="1"/>
              <a:t>title</a:t>
            </a:r>
            <a:br>
              <a:rPr lang="es-MX"/>
            </a:br>
            <a:r>
              <a:rPr lang="es-MX" err="1"/>
              <a:t>here</a:t>
            </a:r>
            <a:endParaRPr lang="es-MX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</a:t>
            </a:r>
            <a:r>
              <a:rPr lang="es-MX" err="1"/>
              <a:t>subtitle</a:t>
            </a:r>
            <a:r>
              <a:rPr lang="es-MX"/>
              <a:t> </a:t>
            </a:r>
            <a:r>
              <a:rPr lang="es-MX" err="1"/>
              <a:t>here</a:t>
            </a:r>
            <a:r>
              <a:rPr lang="es-MX"/>
              <a:t> in 20pt</a:t>
            </a:r>
          </a:p>
        </p:txBody>
      </p:sp>
    </p:spTree>
    <p:extLst>
      <p:ext uri="{BB962C8B-B14F-4D97-AF65-F5344CB8AC3E}">
        <p14:creationId xmlns:p14="http://schemas.microsoft.com/office/powerpoint/2010/main" val="2609986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9" y="426769"/>
            <a:ext cx="11143252" cy="535256"/>
          </a:xfrm>
        </p:spPr>
        <p:txBody>
          <a:bodyPr vert="horz" rIns="91440" anchor="ctr">
            <a:normAutofit/>
          </a:bodyPr>
          <a:lstStyle>
            <a:lvl1pPr>
              <a:defRPr sz="24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0BE594-FD18-9164-2100-24A0BE6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25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99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354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2783381"/>
            <a:ext cx="5715000" cy="1459477"/>
          </a:xfrm>
        </p:spPr>
        <p:txBody>
          <a:bodyPr vert="horz" rIns="91440"/>
          <a:lstStyle/>
          <a:p>
            <a:r>
              <a:rPr lang="es-MX" noProof="0">
                <a:latin typeface="Graphik" panose="020B0503030202060203" pitchFamily="34" charset="77"/>
              </a:rPr>
              <a:t>Arquitectura Plan Director</a:t>
            </a: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1" y="6114211"/>
            <a:ext cx="1756104" cy="266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/>
              <a:t>Julio 2026</a:t>
            </a:r>
            <a:endParaRPr lang="es-MX" sz="14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E43C49-27A5-4999-52E9-DDDB4057CA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659C07-AA27-95B0-EB8D-A61B7E1502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620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659C07-AA27-95B0-EB8D-A61B7E1502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D6AA99-3919-D064-AA26-ED401C9D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/>
              <a:t>Seguimiento de actividades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FBA4F-BD1C-0BA1-3E3D-63E21F589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2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2E6E4E-ECA2-5BA9-2D81-F34DD1102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883748"/>
              </p:ext>
            </p:extLst>
          </p:nvPr>
        </p:nvGraphicFramePr>
        <p:xfrm>
          <a:off x="109141" y="962025"/>
          <a:ext cx="11890202" cy="5268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30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143287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397480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319841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83412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760452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sesiones de explicación a profundidad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InterAct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y el Bus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Validar Inventario de aplicaciones con la Dirección (Octavio, Pablo)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56398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Proporcionar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feedback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del documento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Identificar la capacidad del equipo de arquitectura designada en los proyecto N4 y R4, para determinar si es suficiente para 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Quico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11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latin typeface="Graphik" panose="020B0503030202060203" pitchFamily="34" charset="0"/>
                        </a:rPr>
                        <a:t>Edgar compartió ocupación actual del equipo de arquitectura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Generar Repositorio de documentación para tener en un único lugar la información generada por 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track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14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Compartir información validada para complemento de Interoperabilidad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0973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FC0BF90E-874B-1433-7F70-631E0EEC8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5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D3A4-BA83-9571-B9B3-2D127FAD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427ADFB-EAD1-214E-C342-6342E92551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7ADFB-EAD1-214E-C342-6342E9255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8BEDE4-3D2E-A45C-C86F-45BF054B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dirty="0"/>
              <a:t>Actividades Cerradas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15FD0-71CB-1025-C98B-BE39B8BF1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3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3C837F-D1B6-9C88-0A0D-C4CC6ADBD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7558"/>
              </p:ext>
            </p:extLst>
          </p:nvPr>
        </p:nvGraphicFramePr>
        <p:xfrm>
          <a:off x="288163" y="962025"/>
          <a:ext cx="11615674" cy="510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33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659654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208763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057788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41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Compartir Drive con documentación de arquitectura existente de los componentes de Unity (Apolo,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SmarVista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Transact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Canales)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Edgar Mejía</a:t>
                      </a: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16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281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Compartir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Terms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Reference para formalización del alcance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workstream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arquitectura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15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Validar con Pablo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Medinaveitia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el identificar a los responsables de los canales.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+mj-lt"/>
                        </a:rPr>
                        <a:t>Edgar Mejía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lang="es-MX" sz="1100" b="1" dirty="0"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Agregar responsable de los canales en el mapa de capacidades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Presentar visión inicial para discusión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20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sesión de explicación de la iniciativa Optimus/Atlas (Datos / MDM)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Edgar Mejía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28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Edgar explico el estado actual de las iniciativas de migración de datos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Participar en sesiones de trabajo con el equipo de Operaciones/Sistemas liderado por Arturo Vázquez, para </a:t>
                      </a:r>
                      <a:r>
                        <a:rPr lang="es-MX" sz="1100" kern="12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formalizar el </a:t>
                      </a:r>
                      <a:r>
                        <a:rPr lang="es-MX" sz="1100" b="1" kern="12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inventario de características tecnológicas</a:t>
                      </a:r>
                      <a:endParaRPr lang="es-MX" sz="1100" b="1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Graphik" panose="020B0503030202060203" pitchFamily="34" charset="0"/>
                        </a:rPr>
                        <a:t>Edgar Mejía / 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Graphik" panose="020B0503030202060203" pitchFamily="34" charset="0"/>
                        </a:rPr>
                        <a:t>24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 Aplicaciones sin dueño identificado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sesiones con equipo de Infra (David Ángeles) Alejandro Ventura </a:t>
                      </a:r>
                    </a:p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Obtener información de SO, No de maquinas, son físicas o virtuales, micros, etc.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Mejia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Siguiente Semana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Desarrollar Mapa de capacidades empresarial (Modelo Original del Banco –EY, complementado)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30 Julio</a:t>
                      </a: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Ya lo tomamos como versión 1 y comenzar a trabajar con ella.</a:t>
                      </a:r>
                    </a:p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 martes 4 agosto se presento a Pablo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98488BC2-AA45-56B1-1AB0-6F5F5C3B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9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FB7F-C347-3FE0-6D20-83CF9FE3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1BC387-F279-2B38-2651-8B4A0EA7EB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1BC387-F279-2B38-2651-8B4A0EA7EB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58E41C-4150-C401-BC4A-2AB12CF6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dirty="0"/>
              <a:t>Actividades Cerradas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82290-F7E9-44D4-4821-ACB20CF26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4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99E66-C4F1-536C-7633-5CB69B4E3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41496"/>
              </p:ext>
            </p:extLst>
          </p:nvPr>
        </p:nvGraphicFramePr>
        <p:xfrm>
          <a:off x="288163" y="962025"/>
          <a:ext cx="11615674" cy="510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33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659654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208763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057788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41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Identificar aplicativos del legado en el mapa de capacidades empresarial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latin typeface="Graphik" panose="020B0503030202060203" pitchFamily="34" charset="0"/>
                        </a:rPr>
                        <a:t>Se compartió versión actualizada el 14 Agosto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281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Hacer cruce del APO con el inventario de aplicaciones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Generar inventario con el detalle de la interacción entre aplicaciones del sistema legado 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14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C41E8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b="1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0973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759E08A1-239F-50C4-3DD6-BC5E16D3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194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5AAF184F-D41D-4152-9453-168A413CA2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8ECA8D-0E65-4C45-9A9D-22700FA7CB63}">
  <ds:schemaRefs>
    <ds:schemaRef ds:uri="bcf21e1d-e7b2-4ba8-bb72-ca5e3ff425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A9715-4822-4D4B-B502-AAF583F78BD8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cf21e1d-e7b2-4ba8-bb72-ca5e3ff425f9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6044</TotalTime>
  <Words>463</Words>
  <Application>Microsoft Office PowerPoint</Application>
  <PresentationFormat>Widescreen</PresentationFormat>
  <Paragraphs>131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Graphik</vt:lpstr>
      <vt:lpstr>Graphik (Body)</vt:lpstr>
      <vt:lpstr>Accenture 2020</vt:lpstr>
      <vt:lpstr>1_Accenture 2020</vt:lpstr>
      <vt:lpstr>think-cell Slide</vt:lpstr>
      <vt:lpstr>Arquitectura Plan Director</vt:lpstr>
      <vt:lpstr>Seguimiento de actividades</vt:lpstr>
      <vt:lpstr>Actividades Cerradas</vt:lpstr>
      <vt:lpstr>Actividades Cerradas</vt:lpstr>
    </vt:vector>
  </TitlesOfParts>
  <Manager/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Banking Modernization</dc:subject>
  <dc:creator>m.a.de.tomas.mures@accenture.com</dc:creator>
  <cp:keywords/>
  <cp:lastModifiedBy>Antonio Pichardo, Joaquín Ernesto</cp:lastModifiedBy>
  <cp:revision>1</cp:revision>
  <cp:lastPrinted>2025-11-14T08:57:03Z</cp:lastPrinted>
  <dcterms:created xsi:type="dcterms:W3CDTF">2022-04-27T16:46:11Z</dcterms:created>
  <dcterms:modified xsi:type="dcterms:W3CDTF">2026-08-14T18:56:55Z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NXPowerLiteLastOptimized">
    <vt:lpwstr>3154886</vt:lpwstr>
  </property>
  <property fmtid="{D5CDD505-2E9C-101B-9397-08002B2CF9AE}" pid="4" name="NXPowerLiteSettings">
    <vt:lpwstr>F78007B004F000</vt:lpwstr>
  </property>
  <property fmtid="{D5CDD505-2E9C-101B-9397-08002B2CF9AE}" pid="5" name="NXPowerLiteVersion">
    <vt:lpwstr>D9.1.2</vt:lpwstr>
  </property>
</Properties>
</file>