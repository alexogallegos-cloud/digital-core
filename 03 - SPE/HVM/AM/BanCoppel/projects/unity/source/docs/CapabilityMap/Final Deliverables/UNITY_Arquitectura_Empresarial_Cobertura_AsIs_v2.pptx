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7" r:id="rId5"/>
    <p:sldId id="260" r:id="rId6"/>
    <p:sldId id="259" r:id="rId7"/>
    <p:sldId id="258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797"/>
    <a:srgbClr val="FFFFFF"/>
    <a:srgbClr val="D6A822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Pichardo, Joaquín Ernesto" userId="c87ddcfd-47b6-4d33-88ec-183604329254" providerId="ADAL" clId="{FEED0C0E-EE09-4E8C-9317-9489866A5FB2}"/>
    <pc:docChg chg="undo custSel modSld">
      <pc:chgData name="Antonio Pichardo, Joaquín Ernesto" userId="c87ddcfd-47b6-4d33-88ec-183604329254" providerId="ADAL" clId="{FEED0C0E-EE09-4E8C-9317-9489866A5FB2}" dt="2026-08-16T19:29:22.338" v="119" actId="1036"/>
      <pc:docMkLst>
        <pc:docMk/>
      </pc:docMkLst>
      <pc:sldChg chg="delSp mod">
        <pc:chgData name="Antonio Pichardo, Joaquín Ernesto" userId="c87ddcfd-47b6-4d33-88ec-183604329254" providerId="ADAL" clId="{FEED0C0E-EE09-4E8C-9317-9489866A5FB2}" dt="2026-08-16T19:27:12.456" v="1" actId="478"/>
        <pc:sldMkLst>
          <pc:docMk/>
          <pc:sldMk cId="0" sldId="257"/>
        </pc:sldMkLst>
        <pc:spChg chg="del">
          <ac:chgData name="Antonio Pichardo, Joaquín Ernesto" userId="c87ddcfd-47b6-4d33-88ec-183604329254" providerId="ADAL" clId="{FEED0C0E-EE09-4E8C-9317-9489866A5FB2}" dt="2026-08-16T19:27:12.456" v="1" actId="478"/>
          <ac:spMkLst>
            <pc:docMk/>
            <pc:sldMk cId="0" sldId="257"/>
            <ac:spMk id="510" creationId="{8D32C43A-3C8E-B7CF-9861-243722345033}"/>
          </ac:spMkLst>
        </pc:spChg>
        <pc:spChg chg="del">
          <ac:chgData name="Antonio Pichardo, Joaquín Ernesto" userId="c87ddcfd-47b6-4d33-88ec-183604329254" providerId="ADAL" clId="{FEED0C0E-EE09-4E8C-9317-9489866A5FB2}" dt="2026-08-16T19:27:12.456" v="1" actId="478"/>
          <ac:spMkLst>
            <pc:docMk/>
            <pc:sldMk cId="0" sldId="257"/>
            <ac:spMk id="512" creationId="{5E49BB17-9160-2FE4-99DA-90E74DA1A8D6}"/>
          </ac:spMkLst>
        </pc:spChg>
        <pc:spChg chg="del">
          <ac:chgData name="Antonio Pichardo, Joaquín Ernesto" userId="c87ddcfd-47b6-4d33-88ec-183604329254" providerId="ADAL" clId="{FEED0C0E-EE09-4E8C-9317-9489866A5FB2}" dt="2026-08-16T19:27:12.456" v="1" actId="478"/>
          <ac:spMkLst>
            <pc:docMk/>
            <pc:sldMk cId="0" sldId="257"/>
            <ac:spMk id="514" creationId="{B0BEEF5C-995A-CB02-5DDC-9F28812E73C9}"/>
          </ac:spMkLst>
        </pc:spChg>
        <pc:spChg chg="del">
          <ac:chgData name="Antonio Pichardo, Joaquín Ernesto" userId="c87ddcfd-47b6-4d33-88ec-183604329254" providerId="ADAL" clId="{FEED0C0E-EE09-4E8C-9317-9489866A5FB2}" dt="2026-08-16T19:27:12.456" v="1" actId="478"/>
          <ac:spMkLst>
            <pc:docMk/>
            <pc:sldMk cId="0" sldId="257"/>
            <ac:spMk id="516" creationId="{9BA53122-7D6C-146C-ECC2-692264044FB9}"/>
          </ac:spMkLst>
        </pc:spChg>
        <pc:spChg chg="del">
          <ac:chgData name="Antonio Pichardo, Joaquín Ernesto" userId="c87ddcfd-47b6-4d33-88ec-183604329254" providerId="ADAL" clId="{FEED0C0E-EE09-4E8C-9317-9489866A5FB2}" dt="2026-08-16T19:27:12.456" v="1" actId="478"/>
          <ac:spMkLst>
            <pc:docMk/>
            <pc:sldMk cId="0" sldId="257"/>
            <ac:spMk id="518" creationId="{6BC3631E-DF25-762B-1BC8-B32DB40AA2CF}"/>
          </ac:spMkLst>
        </pc:spChg>
        <pc:spChg chg="del">
          <ac:chgData name="Antonio Pichardo, Joaquín Ernesto" userId="c87ddcfd-47b6-4d33-88ec-183604329254" providerId="ADAL" clId="{FEED0C0E-EE09-4E8C-9317-9489866A5FB2}" dt="2026-08-16T19:27:12.456" v="1" actId="478"/>
          <ac:spMkLst>
            <pc:docMk/>
            <pc:sldMk cId="0" sldId="257"/>
            <ac:spMk id="520" creationId="{8F80D41F-E579-7D60-6E6D-C599B0DDC6D7}"/>
          </ac:spMkLst>
        </pc:spChg>
        <pc:spChg chg="del">
          <ac:chgData name="Antonio Pichardo, Joaquín Ernesto" userId="c87ddcfd-47b6-4d33-88ec-183604329254" providerId="ADAL" clId="{FEED0C0E-EE09-4E8C-9317-9489866A5FB2}" dt="2026-08-16T19:27:12.456" v="1" actId="478"/>
          <ac:spMkLst>
            <pc:docMk/>
            <pc:sldMk cId="0" sldId="257"/>
            <ac:spMk id="522" creationId="{7863A51D-E352-E425-F299-80F6BA2DB0FC}"/>
          </ac:spMkLst>
        </pc:spChg>
        <pc:spChg chg="del">
          <ac:chgData name="Antonio Pichardo, Joaquín Ernesto" userId="c87ddcfd-47b6-4d33-88ec-183604329254" providerId="ADAL" clId="{FEED0C0E-EE09-4E8C-9317-9489866A5FB2}" dt="2026-08-16T19:27:05.083" v="0" actId="478"/>
          <ac:spMkLst>
            <pc:docMk/>
            <pc:sldMk cId="0" sldId="257"/>
            <ac:spMk id="900" creationId="{00000000-0000-0000-0000-000000000000}"/>
          </ac:spMkLst>
        </pc:spChg>
      </pc:sldChg>
      <pc:sldChg chg="delSp modSp mod">
        <pc:chgData name="Antonio Pichardo, Joaquín Ernesto" userId="c87ddcfd-47b6-4d33-88ec-183604329254" providerId="ADAL" clId="{FEED0C0E-EE09-4E8C-9317-9489866A5FB2}" dt="2026-08-16T19:28:32.778" v="103" actId="478"/>
        <pc:sldMkLst>
          <pc:docMk/>
          <pc:sldMk cId="0" sldId="258"/>
        </pc:sldMkLst>
        <pc:spChg chg="mod">
          <ac:chgData name="Antonio Pichardo, Joaquín Ernesto" userId="c87ddcfd-47b6-4d33-88ec-183604329254" providerId="ADAL" clId="{FEED0C0E-EE09-4E8C-9317-9489866A5FB2}" dt="2026-08-16T19:28:28.892" v="102" actId="1037"/>
          <ac:spMkLst>
            <pc:docMk/>
            <pc:sldMk cId="0" sldId="258"/>
            <ac:spMk id="510" creationId="{8D32C43A-3C8E-B7CF-9861-243722345033}"/>
          </ac:spMkLst>
        </pc:spChg>
        <pc:spChg chg="del">
          <ac:chgData name="Antonio Pichardo, Joaquín Ernesto" userId="c87ddcfd-47b6-4d33-88ec-183604329254" providerId="ADAL" clId="{FEED0C0E-EE09-4E8C-9317-9489866A5FB2}" dt="2026-08-16T19:28:32.778" v="103" actId="478"/>
          <ac:spMkLst>
            <pc:docMk/>
            <pc:sldMk cId="0" sldId="258"/>
            <ac:spMk id="900" creationId="{00000000-0000-0000-0000-000000000000}"/>
          </ac:spMkLst>
        </pc:spChg>
      </pc:sldChg>
      <pc:sldChg chg="delSp modSp mod">
        <pc:chgData name="Antonio Pichardo, Joaquín Ernesto" userId="c87ddcfd-47b6-4d33-88ec-183604329254" providerId="ADAL" clId="{FEED0C0E-EE09-4E8C-9317-9489866A5FB2}" dt="2026-08-16T19:28:00.791" v="56" actId="478"/>
        <pc:sldMkLst>
          <pc:docMk/>
          <pc:sldMk cId="0" sldId="259"/>
        </pc:sldMkLst>
        <pc:spChg chg="mod">
          <ac:chgData name="Antonio Pichardo, Joaquín Ernesto" userId="c87ddcfd-47b6-4d33-88ec-183604329254" providerId="ADAL" clId="{FEED0C0E-EE09-4E8C-9317-9489866A5FB2}" dt="2026-08-16T19:27:56.189" v="55" actId="1037"/>
          <ac:spMkLst>
            <pc:docMk/>
            <pc:sldMk cId="0" sldId="259"/>
            <ac:spMk id="510" creationId="{8D32C43A-3C8E-B7CF-9861-243722345033}"/>
          </ac:spMkLst>
        </pc:spChg>
        <pc:spChg chg="del">
          <ac:chgData name="Antonio Pichardo, Joaquín Ernesto" userId="c87ddcfd-47b6-4d33-88ec-183604329254" providerId="ADAL" clId="{FEED0C0E-EE09-4E8C-9317-9489866A5FB2}" dt="2026-08-16T19:28:00.791" v="56" actId="478"/>
          <ac:spMkLst>
            <pc:docMk/>
            <pc:sldMk cId="0" sldId="259"/>
            <ac:spMk id="900" creationId="{00000000-0000-0000-0000-000000000000}"/>
          </ac:spMkLst>
        </pc:spChg>
      </pc:sldChg>
      <pc:sldChg chg="delSp modSp mod">
        <pc:chgData name="Antonio Pichardo, Joaquín Ernesto" userId="c87ddcfd-47b6-4d33-88ec-183604329254" providerId="ADAL" clId="{FEED0C0E-EE09-4E8C-9317-9489866A5FB2}" dt="2026-08-16T19:27:35.870" v="23" actId="478"/>
        <pc:sldMkLst>
          <pc:docMk/>
          <pc:sldMk cId="0" sldId="260"/>
        </pc:sldMkLst>
        <pc:spChg chg="mod">
          <ac:chgData name="Antonio Pichardo, Joaquín Ernesto" userId="c87ddcfd-47b6-4d33-88ec-183604329254" providerId="ADAL" clId="{FEED0C0E-EE09-4E8C-9317-9489866A5FB2}" dt="2026-08-16T19:27:31.079" v="22" actId="1037"/>
          <ac:spMkLst>
            <pc:docMk/>
            <pc:sldMk cId="0" sldId="260"/>
            <ac:spMk id="510" creationId="{8D32C43A-3C8E-B7CF-9861-243722345033}"/>
          </ac:spMkLst>
        </pc:spChg>
        <pc:spChg chg="del">
          <ac:chgData name="Antonio Pichardo, Joaquín Ernesto" userId="c87ddcfd-47b6-4d33-88ec-183604329254" providerId="ADAL" clId="{FEED0C0E-EE09-4E8C-9317-9489866A5FB2}" dt="2026-08-16T19:27:35.870" v="23" actId="478"/>
          <ac:spMkLst>
            <pc:docMk/>
            <pc:sldMk cId="0" sldId="260"/>
            <ac:spMk id="900" creationId="{00000000-0000-0000-0000-000000000000}"/>
          </ac:spMkLst>
        </pc:spChg>
      </pc:sldChg>
      <pc:sldChg chg="delSp modSp mod">
        <pc:chgData name="Antonio Pichardo, Joaquín Ernesto" userId="c87ddcfd-47b6-4d33-88ec-183604329254" providerId="ADAL" clId="{FEED0C0E-EE09-4E8C-9317-9489866A5FB2}" dt="2026-08-16T19:29:22.338" v="119" actId="1036"/>
        <pc:sldMkLst>
          <pc:docMk/>
          <pc:sldMk cId="0" sldId="261"/>
        </pc:sldMkLst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021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036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127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134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148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151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160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164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171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6T19:29:22.338" v="119" actId="1036"/>
          <ac:spMkLst>
            <pc:docMk/>
            <pc:sldMk cId="0" sldId="261"/>
            <ac:spMk id="1193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6T19:29:06.353" v="106" actId="478"/>
          <ac:spMkLst>
            <pc:docMk/>
            <pc:sldMk cId="0" sldId="261"/>
            <ac:spMk id="1243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6T19:29:06.353" v="106" actId="478"/>
          <ac:spMkLst>
            <pc:docMk/>
            <pc:sldMk cId="0" sldId="261"/>
            <ac:spMk id="1244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6T19:29:06.353" v="106" actId="478"/>
          <ac:spMkLst>
            <pc:docMk/>
            <pc:sldMk cId="0" sldId="261"/>
            <ac:spMk id="1245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6T19:29:06.353" v="106" actId="478"/>
          <ac:spMkLst>
            <pc:docMk/>
            <pc:sldMk cId="0" sldId="261"/>
            <ac:spMk id="1246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6T19:29:06.353" v="106" actId="478"/>
          <ac:spMkLst>
            <pc:docMk/>
            <pc:sldMk cId="0" sldId="261"/>
            <ac:spMk id="1247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6T19:29:06.353" v="106" actId="478"/>
          <ac:spMkLst>
            <pc:docMk/>
            <pc:sldMk cId="0" sldId="261"/>
            <ac:spMk id="1248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6T19:29:06.353" v="106" actId="478"/>
          <ac:spMkLst>
            <pc:docMk/>
            <pc:sldMk cId="0" sldId="261"/>
            <ac:spMk id="12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42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BanCoppel capability hierarchy source: BanCoppel_Mapa_Capacidades_Interactivo.html
- Visual layout reference: UNITY_Mapa_Empresarial_Referencia_Editable(1).pptx, slide 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8" name="Shape 311">
            <a:extLst>
              <a:ext uri="{FF2B5EF4-FFF2-40B4-BE49-F238E27FC236}">
                <a16:creationId xmlns:a16="http://schemas.microsoft.com/office/drawing/2014/main" id="{4B530D1D-9E39-8845-26AA-569001383F01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0" name="Text 312">
            <a:extLst>
              <a:ext uri="{FF2B5EF4-FFF2-40B4-BE49-F238E27FC236}">
                <a16:creationId xmlns:a16="http://schemas.microsoft.com/office/drawing/2014/main" id="{CF22FF4F-BEDA-CC22-D2D2-237E5BD9E634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52" name="Shape 313">
            <a:extLst>
              <a:ext uri="{FF2B5EF4-FFF2-40B4-BE49-F238E27FC236}">
                <a16:creationId xmlns:a16="http://schemas.microsoft.com/office/drawing/2014/main" id="{406B74BF-DFA7-A272-EC1C-69599FAC3594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4" name="Text 314">
            <a:extLst>
              <a:ext uri="{FF2B5EF4-FFF2-40B4-BE49-F238E27FC236}">
                <a16:creationId xmlns:a16="http://schemas.microsoft.com/office/drawing/2014/main" id="{24F8C5E4-EEE2-2D68-7A24-B309146EE9F5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56" name="Shape 315">
            <a:extLst>
              <a:ext uri="{FF2B5EF4-FFF2-40B4-BE49-F238E27FC236}">
                <a16:creationId xmlns:a16="http://schemas.microsoft.com/office/drawing/2014/main" id="{792A0849-467F-A13C-9CFE-C8C6EA6F6431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8" name="Text 316">
            <a:extLst>
              <a:ext uri="{FF2B5EF4-FFF2-40B4-BE49-F238E27FC236}">
                <a16:creationId xmlns:a16="http://schemas.microsoft.com/office/drawing/2014/main" id="{67378D3A-3FEF-1225-D8BF-39E2A24D64E4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60" name="Shape 317">
            <a:extLst>
              <a:ext uri="{FF2B5EF4-FFF2-40B4-BE49-F238E27FC236}">
                <a16:creationId xmlns:a16="http://schemas.microsoft.com/office/drawing/2014/main" id="{F97FDB2E-C636-35CE-C68F-F1D847F1F068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2" name="Text 318">
            <a:extLst>
              <a:ext uri="{FF2B5EF4-FFF2-40B4-BE49-F238E27FC236}">
                <a16:creationId xmlns:a16="http://schemas.microsoft.com/office/drawing/2014/main" id="{0F7E3A7C-13C2-5092-549C-1BF8F9D61525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64" name="Shape 319">
            <a:extLst>
              <a:ext uri="{FF2B5EF4-FFF2-40B4-BE49-F238E27FC236}">
                <a16:creationId xmlns:a16="http://schemas.microsoft.com/office/drawing/2014/main" id="{E594D0C4-624D-B146-A176-E469919D7194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6" name="Text 320">
            <a:extLst>
              <a:ext uri="{FF2B5EF4-FFF2-40B4-BE49-F238E27FC236}">
                <a16:creationId xmlns:a16="http://schemas.microsoft.com/office/drawing/2014/main" id="{C8B0A7E0-945D-6E42-A0DC-4C8C3FDE3940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68" name="Shape 321">
            <a:extLst>
              <a:ext uri="{FF2B5EF4-FFF2-40B4-BE49-F238E27FC236}">
                <a16:creationId xmlns:a16="http://schemas.microsoft.com/office/drawing/2014/main" id="{547F8462-F043-F8F7-5927-6B355E5179A7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0" name="Text 322">
            <a:extLst>
              <a:ext uri="{FF2B5EF4-FFF2-40B4-BE49-F238E27FC236}">
                <a16:creationId xmlns:a16="http://schemas.microsoft.com/office/drawing/2014/main" id="{F75640B2-13AC-86EA-8445-DDEC4C294C02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72" name="Shape 323">
            <a:extLst>
              <a:ext uri="{FF2B5EF4-FFF2-40B4-BE49-F238E27FC236}">
                <a16:creationId xmlns:a16="http://schemas.microsoft.com/office/drawing/2014/main" id="{EA3830AA-EE8F-88A4-ADF9-287377B0692C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4" name="Text 324">
            <a:extLst>
              <a:ext uri="{FF2B5EF4-FFF2-40B4-BE49-F238E27FC236}">
                <a16:creationId xmlns:a16="http://schemas.microsoft.com/office/drawing/2014/main" id="{1A145EC5-C2B3-286C-4A08-C4560D265FA1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423" name="Shape 325">
            <a:extLst>
              <a:ext uri="{FF2B5EF4-FFF2-40B4-BE49-F238E27FC236}">
                <a16:creationId xmlns:a16="http://schemas.microsoft.com/office/drawing/2014/main" id="{45D71346-E075-71E2-1AC7-6505A4DD6F87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6" name="Text 326">
            <a:extLst>
              <a:ext uri="{FF2B5EF4-FFF2-40B4-BE49-F238E27FC236}">
                <a16:creationId xmlns:a16="http://schemas.microsoft.com/office/drawing/2014/main" id="{A00C4918-43BE-F447-125A-19A3B328F4D0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78" name="Shape 327">
            <a:extLst>
              <a:ext uri="{FF2B5EF4-FFF2-40B4-BE49-F238E27FC236}">
                <a16:creationId xmlns:a16="http://schemas.microsoft.com/office/drawing/2014/main" id="{89D87839-467F-E20D-43F2-F9F8B8E5C014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80" name="Text 328">
            <a:extLst>
              <a:ext uri="{FF2B5EF4-FFF2-40B4-BE49-F238E27FC236}">
                <a16:creationId xmlns:a16="http://schemas.microsoft.com/office/drawing/2014/main" id="{9F04123D-C411-C886-2285-F50BD456F016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8" name="Shape 311">
            <a:extLst>
              <a:ext uri="{FF2B5EF4-FFF2-40B4-BE49-F238E27FC236}">
                <a16:creationId xmlns:a16="http://schemas.microsoft.com/office/drawing/2014/main" id="{4B530D1D-9E39-8845-26AA-569001383F01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0" name="Text 312">
            <a:extLst>
              <a:ext uri="{FF2B5EF4-FFF2-40B4-BE49-F238E27FC236}">
                <a16:creationId xmlns:a16="http://schemas.microsoft.com/office/drawing/2014/main" id="{CF22FF4F-BEDA-CC22-D2D2-237E5BD9E634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52" name="Shape 313">
            <a:extLst>
              <a:ext uri="{FF2B5EF4-FFF2-40B4-BE49-F238E27FC236}">
                <a16:creationId xmlns:a16="http://schemas.microsoft.com/office/drawing/2014/main" id="{406B74BF-DFA7-A272-EC1C-69599FAC3594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4" name="Text 314">
            <a:extLst>
              <a:ext uri="{FF2B5EF4-FFF2-40B4-BE49-F238E27FC236}">
                <a16:creationId xmlns:a16="http://schemas.microsoft.com/office/drawing/2014/main" id="{24F8C5E4-EEE2-2D68-7A24-B309146EE9F5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56" name="Shape 315">
            <a:extLst>
              <a:ext uri="{FF2B5EF4-FFF2-40B4-BE49-F238E27FC236}">
                <a16:creationId xmlns:a16="http://schemas.microsoft.com/office/drawing/2014/main" id="{792A0849-467F-A13C-9CFE-C8C6EA6F6431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8" name="Text 316">
            <a:extLst>
              <a:ext uri="{FF2B5EF4-FFF2-40B4-BE49-F238E27FC236}">
                <a16:creationId xmlns:a16="http://schemas.microsoft.com/office/drawing/2014/main" id="{67378D3A-3FEF-1225-D8BF-39E2A24D64E4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60" name="Shape 317">
            <a:extLst>
              <a:ext uri="{FF2B5EF4-FFF2-40B4-BE49-F238E27FC236}">
                <a16:creationId xmlns:a16="http://schemas.microsoft.com/office/drawing/2014/main" id="{F97FDB2E-C636-35CE-C68F-F1D847F1F068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2" name="Text 318">
            <a:extLst>
              <a:ext uri="{FF2B5EF4-FFF2-40B4-BE49-F238E27FC236}">
                <a16:creationId xmlns:a16="http://schemas.microsoft.com/office/drawing/2014/main" id="{0F7E3A7C-13C2-5092-549C-1BF8F9D61525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64" name="Shape 319">
            <a:extLst>
              <a:ext uri="{FF2B5EF4-FFF2-40B4-BE49-F238E27FC236}">
                <a16:creationId xmlns:a16="http://schemas.microsoft.com/office/drawing/2014/main" id="{E594D0C4-624D-B146-A176-E469919D7194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6" name="Text 320">
            <a:extLst>
              <a:ext uri="{FF2B5EF4-FFF2-40B4-BE49-F238E27FC236}">
                <a16:creationId xmlns:a16="http://schemas.microsoft.com/office/drawing/2014/main" id="{C8B0A7E0-945D-6E42-A0DC-4C8C3FDE3940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68" name="Shape 321">
            <a:extLst>
              <a:ext uri="{FF2B5EF4-FFF2-40B4-BE49-F238E27FC236}">
                <a16:creationId xmlns:a16="http://schemas.microsoft.com/office/drawing/2014/main" id="{547F8462-F043-F8F7-5927-6B355E5179A7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0" name="Text 322">
            <a:extLst>
              <a:ext uri="{FF2B5EF4-FFF2-40B4-BE49-F238E27FC236}">
                <a16:creationId xmlns:a16="http://schemas.microsoft.com/office/drawing/2014/main" id="{F75640B2-13AC-86EA-8445-DDEC4C294C02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72" name="Shape 323">
            <a:extLst>
              <a:ext uri="{FF2B5EF4-FFF2-40B4-BE49-F238E27FC236}">
                <a16:creationId xmlns:a16="http://schemas.microsoft.com/office/drawing/2014/main" id="{EA3830AA-EE8F-88A4-ADF9-287377B0692C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4" name="Text 324">
            <a:extLst>
              <a:ext uri="{FF2B5EF4-FFF2-40B4-BE49-F238E27FC236}">
                <a16:creationId xmlns:a16="http://schemas.microsoft.com/office/drawing/2014/main" id="{1A145EC5-C2B3-286C-4A08-C4560D265FA1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423" name="Shape 325">
            <a:extLst>
              <a:ext uri="{FF2B5EF4-FFF2-40B4-BE49-F238E27FC236}">
                <a16:creationId xmlns:a16="http://schemas.microsoft.com/office/drawing/2014/main" id="{45D71346-E075-71E2-1AC7-6505A4DD6F87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6" name="Text 326">
            <a:extLst>
              <a:ext uri="{FF2B5EF4-FFF2-40B4-BE49-F238E27FC236}">
                <a16:creationId xmlns:a16="http://schemas.microsoft.com/office/drawing/2014/main" id="{A00C4918-43BE-F447-125A-19A3B328F4D0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78" name="Shape 327">
            <a:extLst>
              <a:ext uri="{FF2B5EF4-FFF2-40B4-BE49-F238E27FC236}">
                <a16:creationId xmlns:a16="http://schemas.microsoft.com/office/drawing/2014/main" id="{89D87839-467F-E20D-43F2-F9F8B8E5C014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80" name="Text 328">
            <a:extLst>
              <a:ext uri="{FF2B5EF4-FFF2-40B4-BE49-F238E27FC236}">
                <a16:creationId xmlns:a16="http://schemas.microsoft.com/office/drawing/2014/main" id="{9F04123D-C411-C886-2285-F50BD456F016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8D32C43A-3C8E-B7CF-9861-243722345033}"/>
              </a:ext>
            </a:extLst>
          </p:cNvPr>
          <p:cNvSpPr txBox="1"/>
          <p:nvPr/>
        </p:nvSpPr>
        <p:spPr>
          <a:xfrm>
            <a:off x="4300686" y="6658201"/>
            <a:ext cx="1558440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59" b="1">
                <a:solidFill>
                  <a:srgbClr val="1D2B47"/>
                </a:solidFill>
              </a:defRPr>
            </a:pPr>
            <a:r>
              <a:rPr lang="es-MX" sz="700" noProof="0" dirty="0"/>
              <a:t>Cobertura por aplicaciones CORE</a:t>
            </a: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5E49BB17-9160-2FE4-99DA-90E74DA1A8D6}"/>
              </a:ext>
            </a:extLst>
          </p:cNvPr>
          <p:cNvSpPr/>
          <p:nvPr/>
        </p:nvSpPr>
        <p:spPr>
          <a:xfrm>
            <a:off x="5864292" y="6702659"/>
            <a:ext cx="146304" cy="914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B0BEEF5C-995A-CB02-5DDC-9F28812E73C9}"/>
              </a:ext>
            </a:extLst>
          </p:cNvPr>
          <p:cNvSpPr txBox="1"/>
          <p:nvPr/>
        </p:nvSpPr>
        <p:spPr>
          <a:xfrm>
            <a:off x="6047172" y="6656046"/>
            <a:ext cx="34977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Total</a:t>
            </a: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9BA53122-7D6C-146C-ECC2-692264044FB9}"/>
              </a:ext>
            </a:extLst>
          </p:cNvPr>
          <p:cNvSpPr/>
          <p:nvPr/>
        </p:nvSpPr>
        <p:spPr>
          <a:xfrm>
            <a:off x="6577524" y="6702659"/>
            <a:ext cx="146304" cy="914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6BC3631E-DF25-762B-1BC8-B32DB40AA2CF}"/>
              </a:ext>
            </a:extLst>
          </p:cNvPr>
          <p:cNvSpPr txBox="1"/>
          <p:nvPr/>
        </p:nvSpPr>
        <p:spPr>
          <a:xfrm>
            <a:off x="6760404" y="6656046"/>
            <a:ext cx="41549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Parcial</a:t>
            </a:r>
            <a:endParaRPr sz="600" dirty="0">
              <a:solidFill>
                <a:srgbClr val="536073"/>
              </a:solidFill>
              <a:latin typeface="Aptos" pitchFamily="34" charset="0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8F80D41F-E579-7D60-6E6D-C599B0DDC6D7}"/>
              </a:ext>
            </a:extLst>
          </p:cNvPr>
          <p:cNvSpPr/>
          <p:nvPr/>
        </p:nvSpPr>
        <p:spPr>
          <a:xfrm>
            <a:off x="7290756" y="6702659"/>
            <a:ext cx="146304" cy="91440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7863A51D-E352-E425-F299-80F6BA2DB0FC}"/>
              </a:ext>
            </a:extLst>
          </p:cNvPr>
          <p:cNvSpPr txBox="1"/>
          <p:nvPr/>
        </p:nvSpPr>
        <p:spPr>
          <a:xfrm>
            <a:off x="7473636" y="6656046"/>
            <a:ext cx="47000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Marginal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8" name="Shape 311">
            <a:extLst>
              <a:ext uri="{FF2B5EF4-FFF2-40B4-BE49-F238E27FC236}">
                <a16:creationId xmlns:a16="http://schemas.microsoft.com/office/drawing/2014/main" id="{4B530D1D-9E39-8845-26AA-569001383F01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0" name="Text 312">
            <a:extLst>
              <a:ext uri="{FF2B5EF4-FFF2-40B4-BE49-F238E27FC236}">
                <a16:creationId xmlns:a16="http://schemas.microsoft.com/office/drawing/2014/main" id="{CF22FF4F-BEDA-CC22-D2D2-237E5BD9E634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52" name="Shape 313">
            <a:extLst>
              <a:ext uri="{FF2B5EF4-FFF2-40B4-BE49-F238E27FC236}">
                <a16:creationId xmlns:a16="http://schemas.microsoft.com/office/drawing/2014/main" id="{406B74BF-DFA7-A272-EC1C-69599FAC3594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4" name="Text 314">
            <a:extLst>
              <a:ext uri="{FF2B5EF4-FFF2-40B4-BE49-F238E27FC236}">
                <a16:creationId xmlns:a16="http://schemas.microsoft.com/office/drawing/2014/main" id="{24F8C5E4-EEE2-2D68-7A24-B309146EE9F5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56" name="Shape 315">
            <a:extLst>
              <a:ext uri="{FF2B5EF4-FFF2-40B4-BE49-F238E27FC236}">
                <a16:creationId xmlns:a16="http://schemas.microsoft.com/office/drawing/2014/main" id="{792A0849-467F-A13C-9CFE-C8C6EA6F6431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8" name="Text 316">
            <a:extLst>
              <a:ext uri="{FF2B5EF4-FFF2-40B4-BE49-F238E27FC236}">
                <a16:creationId xmlns:a16="http://schemas.microsoft.com/office/drawing/2014/main" id="{67378D3A-3FEF-1225-D8BF-39E2A24D64E4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60" name="Shape 317">
            <a:extLst>
              <a:ext uri="{FF2B5EF4-FFF2-40B4-BE49-F238E27FC236}">
                <a16:creationId xmlns:a16="http://schemas.microsoft.com/office/drawing/2014/main" id="{F97FDB2E-C636-35CE-C68F-F1D847F1F068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2" name="Text 318">
            <a:extLst>
              <a:ext uri="{FF2B5EF4-FFF2-40B4-BE49-F238E27FC236}">
                <a16:creationId xmlns:a16="http://schemas.microsoft.com/office/drawing/2014/main" id="{0F7E3A7C-13C2-5092-549C-1BF8F9D61525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64" name="Shape 319">
            <a:extLst>
              <a:ext uri="{FF2B5EF4-FFF2-40B4-BE49-F238E27FC236}">
                <a16:creationId xmlns:a16="http://schemas.microsoft.com/office/drawing/2014/main" id="{E594D0C4-624D-B146-A176-E469919D7194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6" name="Text 320">
            <a:extLst>
              <a:ext uri="{FF2B5EF4-FFF2-40B4-BE49-F238E27FC236}">
                <a16:creationId xmlns:a16="http://schemas.microsoft.com/office/drawing/2014/main" id="{C8B0A7E0-945D-6E42-A0DC-4C8C3FDE3940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68" name="Shape 321">
            <a:extLst>
              <a:ext uri="{FF2B5EF4-FFF2-40B4-BE49-F238E27FC236}">
                <a16:creationId xmlns:a16="http://schemas.microsoft.com/office/drawing/2014/main" id="{547F8462-F043-F8F7-5927-6B355E5179A7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0" name="Text 322">
            <a:extLst>
              <a:ext uri="{FF2B5EF4-FFF2-40B4-BE49-F238E27FC236}">
                <a16:creationId xmlns:a16="http://schemas.microsoft.com/office/drawing/2014/main" id="{F75640B2-13AC-86EA-8445-DDEC4C294C02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72" name="Shape 323">
            <a:extLst>
              <a:ext uri="{FF2B5EF4-FFF2-40B4-BE49-F238E27FC236}">
                <a16:creationId xmlns:a16="http://schemas.microsoft.com/office/drawing/2014/main" id="{EA3830AA-EE8F-88A4-ADF9-287377B0692C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4" name="Text 324">
            <a:extLst>
              <a:ext uri="{FF2B5EF4-FFF2-40B4-BE49-F238E27FC236}">
                <a16:creationId xmlns:a16="http://schemas.microsoft.com/office/drawing/2014/main" id="{1A145EC5-C2B3-286C-4A08-C4560D265FA1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423" name="Shape 325">
            <a:extLst>
              <a:ext uri="{FF2B5EF4-FFF2-40B4-BE49-F238E27FC236}">
                <a16:creationId xmlns:a16="http://schemas.microsoft.com/office/drawing/2014/main" id="{45D71346-E075-71E2-1AC7-6505A4DD6F87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6" name="Text 326">
            <a:extLst>
              <a:ext uri="{FF2B5EF4-FFF2-40B4-BE49-F238E27FC236}">
                <a16:creationId xmlns:a16="http://schemas.microsoft.com/office/drawing/2014/main" id="{A00C4918-43BE-F447-125A-19A3B328F4D0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78" name="Shape 327">
            <a:extLst>
              <a:ext uri="{FF2B5EF4-FFF2-40B4-BE49-F238E27FC236}">
                <a16:creationId xmlns:a16="http://schemas.microsoft.com/office/drawing/2014/main" id="{89D87839-467F-E20D-43F2-F9F8B8E5C014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80" name="Text 328">
            <a:extLst>
              <a:ext uri="{FF2B5EF4-FFF2-40B4-BE49-F238E27FC236}">
                <a16:creationId xmlns:a16="http://schemas.microsoft.com/office/drawing/2014/main" id="{9F04123D-C411-C886-2285-F50BD456F016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8D32C43A-3C8E-B7CF-9861-243722345033}"/>
              </a:ext>
            </a:extLst>
          </p:cNvPr>
          <p:cNvSpPr txBox="1"/>
          <p:nvPr/>
        </p:nvSpPr>
        <p:spPr>
          <a:xfrm>
            <a:off x="4192618" y="6658201"/>
            <a:ext cx="1667444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59" b="1">
                <a:solidFill>
                  <a:srgbClr val="1D2B47"/>
                </a:solidFill>
              </a:defRPr>
            </a:pPr>
            <a:r>
              <a:rPr lang="es-MX" sz="700" noProof="0" dirty="0"/>
              <a:t>Cobertura por aplicaciones NO Core</a:t>
            </a: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5E49BB17-9160-2FE4-99DA-90E74DA1A8D6}"/>
              </a:ext>
            </a:extLst>
          </p:cNvPr>
          <p:cNvSpPr/>
          <p:nvPr/>
        </p:nvSpPr>
        <p:spPr>
          <a:xfrm>
            <a:off x="5864292" y="6702659"/>
            <a:ext cx="146304" cy="914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B0BEEF5C-995A-CB02-5DDC-9F28812E73C9}"/>
              </a:ext>
            </a:extLst>
          </p:cNvPr>
          <p:cNvSpPr txBox="1"/>
          <p:nvPr/>
        </p:nvSpPr>
        <p:spPr>
          <a:xfrm>
            <a:off x="6047172" y="6656046"/>
            <a:ext cx="34977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Total</a:t>
            </a: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9BA53122-7D6C-146C-ECC2-692264044FB9}"/>
              </a:ext>
            </a:extLst>
          </p:cNvPr>
          <p:cNvSpPr/>
          <p:nvPr/>
        </p:nvSpPr>
        <p:spPr>
          <a:xfrm>
            <a:off x="6577524" y="6702659"/>
            <a:ext cx="146304" cy="914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6BC3631E-DF25-762B-1BC8-B32DB40AA2CF}"/>
              </a:ext>
            </a:extLst>
          </p:cNvPr>
          <p:cNvSpPr txBox="1"/>
          <p:nvPr/>
        </p:nvSpPr>
        <p:spPr>
          <a:xfrm>
            <a:off x="6760404" y="6656046"/>
            <a:ext cx="41549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Parcial</a:t>
            </a:r>
            <a:endParaRPr sz="600" dirty="0">
              <a:solidFill>
                <a:srgbClr val="536073"/>
              </a:solidFill>
              <a:latin typeface="Aptos" pitchFamily="34" charset="0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8F80D41F-E579-7D60-6E6D-C599B0DDC6D7}"/>
              </a:ext>
            </a:extLst>
          </p:cNvPr>
          <p:cNvSpPr/>
          <p:nvPr/>
        </p:nvSpPr>
        <p:spPr>
          <a:xfrm>
            <a:off x="7290756" y="6702659"/>
            <a:ext cx="146304" cy="91440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7863A51D-E352-E425-F299-80F6BA2DB0FC}"/>
              </a:ext>
            </a:extLst>
          </p:cNvPr>
          <p:cNvSpPr txBox="1"/>
          <p:nvPr/>
        </p:nvSpPr>
        <p:spPr>
          <a:xfrm>
            <a:off x="7473636" y="6656046"/>
            <a:ext cx="47000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Marginal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8" name="Shape 311">
            <a:extLst>
              <a:ext uri="{FF2B5EF4-FFF2-40B4-BE49-F238E27FC236}">
                <a16:creationId xmlns:a16="http://schemas.microsoft.com/office/drawing/2014/main" id="{4B530D1D-9E39-8845-26AA-569001383F01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0" name="Text 312">
            <a:extLst>
              <a:ext uri="{FF2B5EF4-FFF2-40B4-BE49-F238E27FC236}">
                <a16:creationId xmlns:a16="http://schemas.microsoft.com/office/drawing/2014/main" id="{CF22FF4F-BEDA-CC22-D2D2-237E5BD9E634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52" name="Shape 313">
            <a:extLst>
              <a:ext uri="{FF2B5EF4-FFF2-40B4-BE49-F238E27FC236}">
                <a16:creationId xmlns:a16="http://schemas.microsoft.com/office/drawing/2014/main" id="{406B74BF-DFA7-A272-EC1C-69599FAC3594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4" name="Text 314">
            <a:extLst>
              <a:ext uri="{FF2B5EF4-FFF2-40B4-BE49-F238E27FC236}">
                <a16:creationId xmlns:a16="http://schemas.microsoft.com/office/drawing/2014/main" id="{24F8C5E4-EEE2-2D68-7A24-B309146EE9F5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56" name="Shape 315">
            <a:extLst>
              <a:ext uri="{FF2B5EF4-FFF2-40B4-BE49-F238E27FC236}">
                <a16:creationId xmlns:a16="http://schemas.microsoft.com/office/drawing/2014/main" id="{792A0849-467F-A13C-9CFE-C8C6EA6F6431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8" name="Text 316">
            <a:extLst>
              <a:ext uri="{FF2B5EF4-FFF2-40B4-BE49-F238E27FC236}">
                <a16:creationId xmlns:a16="http://schemas.microsoft.com/office/drawing/2014/main" id="{67378D3A-3FEF-1225-D8BF-39E2A24D64E4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60" name="Shape 317">
            <a:extLst>
              <a:ext uri="{FF2B5EF4-FFF2-40B4-BE49-F238E27FC236}">
                <a16:creationId xmlns:a16="http://schemas.microsoft.com/office/drawing/2014/main" id="{F97FDB2E-C636-35CE-C68F-F1D847F1F068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2" name="Text 318">
            <a:extLst>
              <a:ext uri="{FF2B5EF4-FFF2-40B4-BE49-F238E27FC236}">
                <a16:creationId xmlns:a16="http://schemas.microsoft.com/office/drawing/2014/main" id="{0F7E3A7C-13C2-5092-549C-1BF8F9D61525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64" name="Shape 319">
            <a:extLst>
              <a:ext uri="{FF2B5EF4-FFF2-40B4-BE49-F238E27FC236}">
                <a16:creationId xmlns:a16="http://schemas.microsoft.com/office/drawing/2014/main" id="{E594D0C4-624D-B146-A176-E469919D7194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6" name="Text 320">
            <a:extLst>
              <a:ext uri="{FF2B5EF4-FFF2-40B4-BE49-F238E27FC236}">
                <a16:creationId xmlns:a16="http://schemas.microsoft.com/office/drawing/2014/main" id="{C8B0A7E0-945D-6E42-A0DC-4C8C3FDE3940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68" name="Shape 321">
            <a:extLst>
              <a:ext uri="{FF2B5EF4-FFF2-40B4-BE49-F238E27FC236}">
                <a16:creationId xmlns:a16="http://schemas.microsoft.com/office/drawing/2014/main" id="{547F8462-F043-F8F7-5927-6B355E5179A7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0" name="Text 322">
            <a:extLst>
              <a:ext uri="{FF2B5EF4-FFF2-40B4-BE49-F238E27FC236}">
                <a16:creationId xmlns:a16="http://schemas.microsoft.com/office/drawing/2014/main" id="{F75640B2-13AC-86EA-8445-DDEC4C294C02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72" name="Shape 323">
            <a:extLst>
              <a:ext uri="{FF2B5EF4-FFF2-40B4-BE49-F238E27FC236}">
                <a16:creationId xmlns:a16="http://schemas.microsoft.com/office/drawing/2014/main" id="{EA3830AA-EE8F-88A4-ADF9-287377B0692C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4" name="Text 324">
            <a:extLst>
              <a:ext uri="{FF2B5EF4-FFF2-40B4-BE49-F238E27FC236}">
                <a16:creationId xmlns:a16="http://schemas.microsoft.com/office/drawing/2014/main" id="{1A145EC5-C2B3-286C-4A08-C4560D265FA1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423" name="Shape 325">
            <a:extLst>
              <a:ext uri="{FF2B5EF4-FFF2-40B4-BE49-F238E27FC236}">
                <a16:creationId xmlns:a16="http://schemas.microsoft.com/office/drawing/2014/main" id="{45D71346-E075-71E2-1AC7-6505A4DD6F87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6" name="Text 326">
            <a:extLst>
              <a:ext uri="{FF2B5EF4-FFF2-40B4-BE49-F238E27FC236}">
                <a16:creationId xmlns:a16="http://schemas.microsoft.com/office/drawing/2014/main" id="{A00C4918-43BE-F447-125A-19A3B328F4D0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78" name="Shape 327">
            <a:extLst>
              <a:ext uri="{FF2B5EF4-FFF2-40B4-BE49-F238E27FC236}">
                <a16:creationId xmlns:a16="http://schemas.microsoft.com/office/drawing/2014/main" id="{89D87839-467F-E20D-43F2-F9F8B8E5C014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80" name="Text 328">
            <a:extLst>
              <a:ext uri="{FF2B5EF4-FFF2-40B4-BE49-F238E27FC236}">
                <a16:creationId xmlns:a16="http://schemas.microsoft.com/office/drawing/2014/main" id="{9F04123D-C411-C886-2285-F50BD456F016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8D32C43A-3C8E-B7CF-9861-243722345033}"/>
              </a:ext>
            </a:extLst>
          </p:cNvPr>
          <p:cNvSpPr txBox="1"/>
          <p:nvPr/>
        </p:nvSpPr>
        <p:spPr>
          <a:xfrm>
            <a:off x="4134427" y="6658201"/>
            <a:ext cx="172835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59" b="1">
                <a:solidFill>
                  <a:srgbClr val="1D2B47"/>
                </a:solidFill>
              </a:defRPr>
            </a:pPr>
            <a:r>
              <a:rPr lang="es-MX" sz="700" noProof="0" dirty="0"/>
              <a:t>Cobertura  de TODAS las aplicaciones</a:t>
            </a: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5E49BB17-9160-2FE4-99DA-90E74DA1A8D6}"/>
              </a:ext>
            </a:extLst>
          </p:cNvPr>
          <p:cNvSpPr/>
          <p:nvPr/>
        </p:nvSpPr>
        <p:spPr>
          <a:xfrm>
            <a:off x="5864292" y="6702659"/>
            <a:ext cx="146304" cy="91440"/>
          </a:xfrm>
          <a:prstGeom prst="rect">
            <a:avLst/>
          </a:prstGeom>
          <a:solidFill>
            <a:srgbClr val="B7E1CD"/>
          </a:solidFill>
          <a:ln w="5080">
            <a:solidFill>
              <a:srgbClr val="4FA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B0BEEF5C-995A-CB02-5DDC-9F28812E73C9}"/>
              </a:ext>
            </a:extLst>
          </p:cNvPr>
          <p:cNvSpPr txBox="1"/>
          <p:nvPr/>
        </p:nvSpPr>
        <p:spPr>
          <a:xfrm>
            <a:off x="6047172" y="6656046"/>
            <a:ext cx="349776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Total</a:t>
            </a: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9BA53122-7D6C-146C-ECC2-692264044FB9}"/>
              </a:ext>
            </a:extLst>
          </p:cNvPr>
          <p:cNvSpPr/>
          <p:nvPr/>
        </p:nvSpPr>
        <p:spPr>
          <a:xfrm>
            <a:off x="6577524" y="6702659"/>
            <a:ext cx="146304" cy="91440"/>
          </a:xfrm>
          <a:prstGeom prst="rect">
            <a:avLst/>
          </a:prstGeom>
          <a:solidFill>
            <a:srgbClr val="FFE699"/>
          </a:solidFill>
          <a:ln w="5080">
            <a:solidFill>
              <a:srgbClr val="D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6BC3631E-DF25-762B-1BC8-B32DB40AA2CF}"/>
              </a:ext>
            </a:extLst>
          </p:cNvPr>
          <p:cNvSpPr txBox="1"/>
          <p:nvPr/>
        </p:nvSpPr>
        <p:spPr>
          <a:xfrm>
            <a:off x="6760404" y="6656046"/>
            <a:ext cx="415498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Parcial</a:t>
            </a:r>
            <a:endParaRPr sz="600" dirty="0">
              <a:solidFill>
                <a:srgbClr val="536073"/>
              </a:solidFill>
              <a:latin typeface="Aptos" pitchFamily="34" charset="0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8F80D41F-E579-7D60-6E6D-C599B0DDC6D7}"/>
              </a:ext>
            </a:extLst>
          </p:cNvPr>
          <p:cNvSpPr/>
          <p:nvPr/>
        </p:nvSpPr>
        <p:spPr>
          <a:xfrm>
            <a:off x="7290756" y="6702659"/>
            <a:ext cx="146304" cy="91440"/>
          </a:xfrm>
          <a:prstGeom prst="rect">
            <a:avLst/>
          </a:prstGeom>
          <a:solidFill>
            <a:srgbClr val="F8CBAD"/>
          </a:solidFill>
          <a:ln w="5080">
            <a:solidFill>
              <a:srgbClr val="C7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7863A51D-E352-E425-F299-80F6BA2DB0FC}"/>
              </a:ext>
            </a:extLst>
          </p:cNvPr>
          <p:cNvSpPr txBox="1"/>
          <p:nvPr/>
        </p:nvSpPr>
        <p:spPr>
          <a:xfrm>
            <a:off x="7473636" y="6656046"/>
            <a:ext cx="470000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">
                <a:solidFill>
                  <a:srgbClr val="1D2B47"/>
                </a:solidFill>
              </a:defRPr>
            </a:pPr>
            <a:r>
              <a:rPr sz="600" dirty="0">
                <a:solidFill>
                  <a:srgbClr val="536073"/>
                </a:solidFill>
                <a:latin typeface="Aptos" pitchFamily="34" charset="0"/>
              </a:rPr>
              <a:t>Marginal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1001"/>
          <p:cNvSpPr txBox="1"/>
          <p:nvPr/>
        </p:nvSpPr>
        <p:spPr>
          <a:xfrm>
            <a:off x="274320" y="182880"/>
            <a:ext cx="10607040" cy="45720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2000" b="1" dirty="0">
                <a:solidFill>
                  <a:srgbClr val="172949"/>
                </a:solidFill>
                <a:latin typeface="Aptos"/>
              </a:rPr>
              <a:t>Resumen de cobertura AS-IS por vista y dominio</a:t>
            </a:r>
          </a:p>
        </p:txBody>
      </p:sp>
      <p:sp>
        <p:nvSpPr>
          <p:cNvPr id="1002" name="t1002"/>
          <p:cNvSpPr txBox="1"/>
          <p:nvPr/>
        </p:nvSpPr>
        <p:spPr>
          <a:xfrm>
            <a:off x="274320" y="640080"/>
            <a:ext cx="10607040" cy="256032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1050" dirty="0">
                <a:solidFill>
                  <a:srgbClr val="7D8797"/>
                </a:solidFill>
                <a:latin typeface="Aptos"/>
              </a:rPr>
              <a:t>Capacidades de negocio N3 cubiertas por aplicaciones legadas (Modelo de 214 capacidades N3) — Programa Unity | BanCoppel</a:t>
            </a:r>
          </a:p>
        </p:txBody>
      </p:sp>
      <p:sp>
        <p:nvSpPr>
          <p:cNvPr id="1003" name="t1003"/>
          <p:cNvSpPr txBox="1"/>
          <p:nvPr/>
        </p:nvSpPr>
        <p:spPr>
          <a:xfrm>
            <a:off x="274320" y="1122218"/>
            <a:ext cx="5486400" cy="256032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1250" b="1" dirty="0">
                <a:solidFill>
                  <a:srgbClr val="2D7D9A"/>
                </a:solidFill>
                <a:latin typeface="Aptos"/>
              </a:rPr>
              <a:t>Conteo por vista (sobre 214 capacidades N3)</a:t>
            </a:r>
          </a:p>
        </p:txBody>
      </p:sp>
      <p:sp>
        <p:nvSpPr>
          <p:cNvPr id="1004" name="r1004"/>
          <p:cNvSpPr/>
          <p:nvPr/>
        </p:nvSpPr>
        <p:spPr>
          <a:xfrm>
            <a:off x="274320" y="1396538"/>
            <a:ext cx="1874520" cy="365760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05" name="t1005"/>
          <p:cNvSpPr txBox="1"/>
          <p:nvPr/>
        </p:nvSpPr>
        <p:spPr>
          <a:xfrm>
            <a:off x="274320" y="1396538"/>
            <a:ext cx="187452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Vista</a:t>
            </a:r>
          </a:p>
        </p:txBody>
      </p:sp>
      <p:sp>
        <p:nvSpPr>
          <p:cNvPr id="1006" name="r1006"/>
          <p:cNvSpPr/>
          <p:nvPr/>
        </p:nvSpPr>
        <p:spPr>
          <a:xfrm>
            <a:off x="2148840" y="1396538"/>
            <a:ext cx="749808" cy="365760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07" name="t1007"/>
          <p:cNvSpPr txBox="1"/>
          <p:nvPr/>
        </p:nvSpPr>
        <p:spPr>
          <a:xfrm>
            <a:off x="2148840" y="1396538"/>
            <a:ext cx="749808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Total</a:t>
            </a:r>
          </a:p>
        </p:txBody>
      </p:sp>
      <p:sp>
        <p:nvSpPr>
          <p:cNvPr id="1008" name="r1008"/>
          <p:cNvSpPr/>
          <p:nvPr/>
        </p:nvSpPr>
        <p:spPr>
          <a:xfrm>
            <a:off x="2898648" y="1396538"/>
            <a:ext cx="749808" cy="365760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09" name="t1009"/>
          <p:cNvSpPr txBox="1"/>
          <p:nvPr/>
        </p:nvSpPr>
        <p:spPr>
          <a:xfrm>
            <a:off x="2898648" y="1396538"/>
            <a:ext cx="749808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Parcial</a:t>
            </a:r>
          </a:p>
        </p:txBody>
      </p:sp>
      <p:sp>
        <p:nvSpPr>
          <p:cNvPr id="1010" name="r1010"/>
          <p:cNvSpPr/>
          <p:nvPr/>
        </p:nvSpPr>
        <p:spPr>
          <a:xfrm>
            <a:off x="3648456" y="1396538"/>
            <a:ext cx="822960" cy="365760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11" name="t1011"/>
          <p:cNvSpPr txBox="1"/>
          <p:nvPr/>
        </p:nvSpPr>
        <p:spPr>
          <a:xfrm>
            <a:off x="3648456" y="1396538"/>
            <a:ext cx="82296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Marginal</a:t>
            </a:r>
          </a:p>
        </p:txBody>
      </p:sp>
      <p:sp>
        <p:nvSpPr>
          <p:cNvPr id="1012" name="r1012"/>
          <p:cNvSpPr/>
          <p:nvPr/>
        </p:nvSpPr>
        <p:spPr>
          <a:xfrm>
            <a:off x="4471416" y="1396538"/>
            <a:ext cx="914400" cy="365760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13" name="t1013"/>
          <p:cNvSpPr txBox="1"/>
          <p:nvPr/>
        </p:nvSpPr>
        <p:spPr>
          <a:xfrm>
            <a:off x="4471416" y="1396538"/>
            <a:ext cx="91440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Cubiertas</a:t>
            </a:r>
          </a:p>
        </p:txBody>
      </p:sp>
      <p:sp>
        <p:nvSpPr>
          <p:cNvPr id="1014" name="r1014"/>
          <p:cNvSpPr/>
          <p:nvPr/>
        </p:nvSpPr>
        <p:spPr>
          <a:xfrm>
            <a:off x="5385816" y="1396538"/>
            <a:ext cx="1051560" cy="365760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15" name="t1015"/>
          <p:cNvSpPr txBox="1"/>
          <p:nvPr/>
        </p:nvSpPr>
        <p:spPr>
          <a:xfrm>
            <a:off x="5385816" y="1396538"/>
            <a:ext cx="105156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Sin cobertura</a:t>
            </a:r>
          </a:p>
        </p:txBody>
      </p:sp>
      <p:sp>
        <p:nvSpPr>
          <p:cNvPr id="1016" name="r1016"/>
          <p:cNvSpPr/>
          <p:nvPr/>
        </p:nvSpPr>
        <p:spPr>
          <a:xfrm>
            <a:off x="6437376" y="1396538"/>
            <a:ext cx="960120" cy="365760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17" name="t1017"/>
          <p:cNvSpPr txBox="1"/>
          <p:nvPr/>
        </p:nvSpPr>
        <p:spPr>
          <a:xfrm>
            <a:off x="6437376" y="1396538"/>
            <a:ext cx="96012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% cobertura</a:t>
            </a:r>
          </a:p>
        </p:txBody>
      </p:sp>
      <p:sp>
        <p:nvSpPr>
          <p:cNvPr id="1018" name="r1018"/>
          <p:cNvSpPr/>
          <p:nvPr/>
        </p:nvSpPr>
        <p:spPr>
          <a:xfrm>
            <a:off x="274320" y="1762298"/>
            <a:ext cx="187452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19" name="t1019"/>
          <p:cNvSpPr txBox="1"/>
          <p:nvPr/>
        </p:nvSpPr>
        <p:spPr>
          <a:xfrm>
            <a:off x="274320" y="1762298"/>
            <a:ext cx="187452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900" b="1" dirty="0">
                <a:solidFill>
                  <a:srgbClr val="172949"/>
                </a:solidFill>
                <a:latin typeface="Aptos"/>
              </a:rPr>
              <a:t>Aplicaciones CORE</a:t>
            </a:r>
          </a:p>
        </p:txBody>
      </p:sp>
      <p:sp>
        <p:nvSpPr>
          <p:cNvPr id="1020" name="r1020"/>
          <p:cNvSpPr/>
          <p:nvPr/>
        </p:nvSpPr>
        <p:spPr>
          <a:xfrm>
            <a:off x="2148840" y="1762298"/>
            <a:ext cx="749808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21" name="t1021"/>
          <p:cNvSpPr txBox="1"/>
          <p:nvPr/>
        </p:nvSpPr>
        <p:spPr>
          <a:xfrm>
            <a:off x="2148840" y="1762298"/>
            <a:ext cx="749808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33</a:t>
            </a:r>
          </a:p>
        </p:txBody>
      </p:sp>
      <p:sp>
        <p:nvSpPr>
          <p:cNvPr id="1022" name="r1022"/>
          <p:cNvSpPr/>
          <p:nvPr/>
        </p:nvSpPr>
        <p:spPr>
          <a:xfrm>
            <a:off x="2898648" y="1762298"/>
            <a:ext cx="749808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23" name="t1023"/>
          <p:cNvSpPr txBox="1"/>
          <p:nvPr/>
        </p:nvSpPr>
        <p:spPr>
          <a:xfrm>
            <a:off x="2898648" y="1762298"/>
            <a:ext cx="749808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33</a:t>
            </a:r>
          </a:p>
        </p:txBody>
      </p:sp>
      <p:sp>
        <p:nvSpPr>
          <p:cNvPr id="1024" name="r1024"/>
          <p:cNvSpPr/>
          <p:nvPr/>
        </p:nvSpPr>
        <p:spPr>
          <a:xfrm>
            <a:off x="3648456" y="1762298"/>
            <a:ext cx="82296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25" name="t1025"/>
          <p:cNvSpPr txBox="1"/>
          <p:nvPr/>
        </p:nvSpPr>
        <p:spPr>
          <a:xfrm>
            <a:off x="3648456" y="1762298"/>
            <a:ext cx="82296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9</a:t>
            </a:r>
          </a:p>
        </p:txBody>
      </p:sp>
      <p:sp>
        <p:nvSpPr>
          <p:cNvPr id="1026" name="r1026"/>
          <p:cNvSpPr/>
          <p:nvPr/>
        </p:nvSpPr>
        <p:spPr>
          <a:xfrm>
            <a:off x="4471416" y="1762298"/>
            <a:ext cx="9144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27" name="t1027"/>
          <p:cNvSpPr txBox="1"/>
          <p:nvPr/>
        </p:nvSpPr>
        <p:spPr>
          <a:xfrm>
            <a:off x="4471416" y="1762298"/>
            <a:ext cx="91440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536073"/>
                </a:solidFill>
                <a:latin typeface="Aptos"/>
              </a:rPr>
              <a:t>75</a:t>
            </a:r>
          </a:p>
        </p:txBody>
      </p:sp>
      <p:sp>
        <p:nvSpPr>
          <p:cNvPr id="1028" name="r1028"/>
          <p:cNvSpPr/>
          <p:nvPr/>
        </p:nvSpPr>
        <p:spPr>
          <a:xfrm>
            <a:off x="5385816" y="1762298"/>
            <a:ext cx="105156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29" name="t1029"/>
          <p:cNvSpPr txBox="1"/>
          <p:nvPr/>
        </p:nvSpPr>
        <p:spPr>
          <a:xfrm>
            <a:off x="5385816" y="1762298"/>
            <a:ext cx="105156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139</a:t>
            </a:r>
          </a:p>
        </p:txBody>
      </p:sp>
      <p:sp>
        <p:nvSpPr>
          <p:cNvPr id="1030" name="r1030"/>
          <p:cNvSpPr/>
          <p:nvPr/>
        </p:nvSpPr>
        <p:spPr>
          <a:xfrm>
            <a:off x="6437376" y="1762298"/>
            <a:ext cx="96012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31" name="t1031"/>
          <p:cNvSpPr txBox="1"/>
          <p:nvPr/>
        </p:nvSpPr>
        <p:spPr>
          <a:xfrm>
            <a:off x="6437376" y="1762298"/>
            <a:ext cx="96012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35.0%</a:t>
            </a:r>
          </a:p>
        </p:txBody>
      </p:sp>
      <p:sp>
        <p:nvSpPr>
          <p:cNvPr id="1032" name="r1032"/>
          <p:cNvSpPr/>
          <p:nvPr/>
        </p:nvSpPr>
        <p:spPr>
          <a:xfrm>
            <a:off x="274320" y="2128058"/>
            <a:ext cx="1874520" cy="365760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33" name="t1033"/>
          <p:cNvSpPr txBox="1"/>
          <p:nvPr/>
        </p:nvSpPr>
        <p:spPr>
          <a:xfrm>
            <a:off x="274320" y="2128058"/>
            <a:ext cx="187452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900" b="1" dirty="0">
                <a:solidFill>
                  <a:srgbClr val="172949"/>
                </a:solidFill>
                <a:latin typeface="Aptos"/>
              </a:rPr>
              <a:t>Aplicaciones NO CORE</a:t>
            </a:r>
          </a:p>
        </p:txBody>
      </p:sp>
      <p:sp>
        <p:nvSpPr>
          <p:cNvPr id="1034" name="r1034"/>
          <p:cNvSpPr/>
          <p:nvPr/>
        </p:nvSpPr>
        <p:spPr>
          <a:xfrm>
            <a:off x="2148840" y="2128058"/>
            <a:ext cx="749808" cy="365760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35" name="t1035"/>
          <p:cNvSpPr txBox="1"/>
          <p:nvPr/>
        </p:nvSpPr>
        <p:spPr>
          <a:xfrm>
            <a:off x="2148840" y="2128058"/>
            <a:ext cx="749808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44</a:t>
            </a:r>
          </a:p>
        </p:txBody>
      </p:sp>
      <p:sp>
        <p:nvSpPr>
          <p:cNvPr id="1036" name="r1036"/>
          <p:cNvSpPr/>
          <p:nvPr/>
        </p:nvSpPr>
        <p:spPr>
          <a:xfrm>
            <a:off x="2898648" y="2128058"/>
            <a:ext cx="749808" cy="365760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37" name="t1037"/>
          <p:cNvSpPr txBox="1"/>
          <p:nvPr/>
        </p:nvSpPr>
        <p:spPr>
          <a:xfrm>
            <a:off x="2898648" y="2128058"/>
            <a:ext cx="749808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77</a:t>
            </a:r>
          </a:p>
        </p:txBody>
      </p:sp>
      <p:sp>
        <p:nvSpPr>
          <p:cNvPr id="1038" name="r1038"/>
          <p:cNvSpPr/>
          <p:nvPr/>
        </p:nvSpPr>
        <p:spPr>
          <a:xfrm>
            <a:off x="3648456" y="2128058"/>
            <a:ext cx="822960" cy="365760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39" name="t1039"/>
          <p:cNvSpPr txBox="1"/>
          <p:nvPr/>
        </p:nvSpPr>
        <p:spPr>
          <a:xfrm>
            <a:off x="3648456" y="2128058"/>
            <a:ext cx="82296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15</a:t>
            </a:r>
          </a:p>
        </p:txBody>
      </p:sp>
      <p:sp>
        <p:nvSpPr>
          <p:cNvPr id="1040" name="r1040"/>
          <p:cNvSpPr/>
          <p:nvPr/>
        </p:nvSpPr>
        <p:spPr>
          <a:xfrm>
            <a:off x="4471416" y="2128058"/>
            <a:ext cx="914400" cy="365760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41" name="t1041"/>
          <p:cNvSpPr txBox="1"/>
          <p:nvPr/>
        </p:nvSpPr>
        <p:spPr>
          <a:xfrm>
            <a:off x="4471416" y="2128058"/>
            <a:ext cx="91440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536073"/>
                </a:solidFill>
                <a:latin typeface="Aptos"/>
              </a:rPr>
              <a:t>136</a:t>
            </a:r>
          </a:p>
        </p:txBody>
      </p:sp>
      <p:sp>
        <p:nvSpPr>
          <p:cNvPr id="1042" name="r1042"/>
          <p:cNvSpPr/>
          <p:nvPr/>
        </p:nvSpPr>
        <p:spPr>
          <a:xfrm>
            <a:off x="5385816" y="2128058"/>
            <a:ext cx="1051560" cy="365760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43" name="t1043"/>
          <p:cNvSpPr txBox="1"/>
          <p:nvPr/>
        </p:nvSpPr>
        <p:spPr>
          <a:xfrm>
            <a:off x="5385816" y="2128058"/>
            <a:ext cx="105156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78</a:t>
            </a:r>
          </a:p>
        </p:txBody>
      </p:sp>
      <p:sp>
        <p:nvSpPr>
          <p:cNvPr id="1044" name="r1044"/>
          <p:cNvSpPr/>
          <p:nvPr/>
        </p:nvSpPr>
        <p:spPr>
          <a:xfrm>
            <a:off x="6437376" y="2128058"/>
            <a:ext cx="960120" cy="365760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45" name="t1045"/>
          <p:cNvSpPr txBox="1"/>
          <p:nvPr/>
        </p:nvSpPr>
        <p:spPr>
          <a:xfrm>
            <a:off x="6437376" y="2128058"/>
            <a:ext cx="96012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63.6%</a:t>
            </a:r>
          </a:p>
        </p:txBody>
      </p:sp>
      <p:sp>
        <p:nvSpPr>
          <p:cNvPr id="1046" name="r1046"/>
          <p:cNvSpPr/>
          <p:nvPr/>
        </p:nvSpPr>
        <p:spPr>
          <a:xfrm>
            <a:off x="274320" y="2493818"/>
            <a:ext cx="187452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47" name="t1047"/>
          <p:cNvSpPr txBox="1"/>
          <p:nvPr/>
        </p:nvSpPr>
        <p:spPr>
          <a:xfrm>
            <a:off x="274320" y="2493818"/>
            <a:ext cx="187452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900" b="1" dirty="0">
                <a:solidFill>
                  <a:srgbClr val="172949"/>
                </a:solidFill>
                <a:latin typeface="Aptos"/>
              </a:rPr>
              <a:t>TODAS las aplicaciones</a:t>
            </a:r>
          </a:p>
        </p:txBody>
      </p:sp>
      <p:sp>
        <p:nvSpPr>
          <p:cNvPr id="1048" name="r1048"/>
          <p:cNvSpPr/>
          <p:nvPr/>
        </p:nvSpPr>
        <p:spPr>
          <a:xfrm>
            <a:off x="2148840" y="2493818"/>
            <a:ext cx="749808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49" name="t1049"/>
          <p:cNvSpPr txBox="1"/>
          <p:nvPr/>
        </p:nvSpPr>
        <p:spPr>
          <a:xfrm>
            <a:off x="2148840" y="2493818"/>
            <a:ext cx="749808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74</a:t>
            </a:r>
          </a:p>
        </p:txBody>
      </p:sp>
      <p:sp>
        <p:nvSpPr>
          <p:cNvPr id="1050" name="r1050"/>
          <p:cNvSpPr/>
          <p:nvPr/>
        </p:nvSpPr>
        <p:spPr>
          <a:xfrm>
            <a:off x="2898648" y="2493818"/>
            <a:ext cx="749808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51" name="t1051"/>
          <p:cNvSpPr txBox="1"/>
          <p:nvPr/>
        </p:nvSpPr>
        <p:spPr>
          <a:xfrm>
            <a:off x="2898648" y="2493818"/>
            <a:ext cx="749808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76</a:t>
            </a:r>
          </a:p>
        </p:txBody>
      </p:sp>
      <p:sp>
        <p:nvSpPr>
          <p:cNvPr id="1052" name="r1052"/>
          <p:cNvSpPr/>
          <p:nvPr/>
        </p:nvSpPr>
        <p:spPr>
          <a:xfrm>
            <a:off x="3648456" y="2493818"/>
            <a:ext cx="82296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53" name="t1053"/>
          <p:cNvSpPr txBox="1"/>
          <p:nvPr/>
        </p:nvSpPr>
        <p:spPr>
          <a:xfrm>
            <a:off x="3648456" y="2493818"/>
            <a:ext cx="82296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22</a:t>
            </a:r>
          </a:p>
        </p:txBody>
      </p:sp>
      <p:sp>
        <p:nvSpPr>
          <p:cNvPr id="1054" name="r1054"/>
          <p:cNvSpPr/>
          <p:nvPr/>
        </p:nvSpPr>
        <p:spPr>
          <a:xfrm>
            <a:off x="4471416" y="2493818"/>
            <a:ext cx="9144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55" name="t1055"/>
          <p:cNvSpPr txBox="1"/>
          <p:nvPr/>
        </p:nvSpPr>
        <p:spPr>
          <a:xfrm>
            <a:off x="4471416" y="2493818"/>
            <a:ext cx="91440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536073"/>
                </a:solidFill>
                <a:latin typeface="Aptos"/>
              </a:rPr>
              <a:t>172</a:t>
            </a:r>
          </a:p>
        </p:txBody>
      </p:sp>
      <p:sp>
        <p:nvSpPr>
          <p:cNvPr id="1056" name="r1056"/>
          <p:cNvSpPr/>
          <p:nvPr/>
        </p:nvSpPr>
        <p:spPr>
          <a:xfrm>
            <a:off x="5385816" y="2493818"/>
            <a:ext cx="105156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57" name="t1057"/>
          <p:cNvSpPr txBox="1"/>
          <p:nvPr/>
        </p:nvSpPr>
        <p:spPr>
          <a:xfrm>
            <a:off x="5385816" y="2493818"/>
            <a:ext cx="105156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42</a:t>
            </a:r>
          </a:p>
        </p:txBody>
      </p:sp>
      <p:sp>
        <p:nvSpPr>
          <p:cNvPr id="1058" name="r1058"/>
          <p:cNvSpPr/>
          <p:nvPr/>
        </p:nvSpPr>
        <p:spPr>
          <a:xfrm>
            <a:off x="6437376" y="2493818"/>
            <a:ext cx="96012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59" name="t1059"/>
          <p:cNvSpPr txBox="1"/>
          <p:nvPr/>
        </p:nvSpPr>
        <p:spPr>
          <a:xfrm>
            <a:off x="6437376" y="2493818"/>
            <a:ext cx="960120" cy="365760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dirty="0">
                <a:solidFill>
                  <a:srgbClr val="536073"/>
                </a:solidFill>
                <a:latin typeface="Aptos"/>
              </a:rPr>
              <a:t>80.4%</a:t>
            </a:r>
          </a:p>
        </p:txBody>
      </p:sp>
      <p:sp>
        <p:nvSpPr>
          <p:cNvPr id="1060" name="t1060"/>
          <p:cNvSpPr txBox="1"/>
          <p:nvPr/>
        </p:nvSpPr>
        <p:spPr>
          <a:xfrm>
            <a:off x="274320" y="3179618"/>
            <a:ext cx="8229600" cy="256032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1250" b="1" dirty="0">
                <a:solidFill>
                  <a:srgbClr val="2D7D9A"/>
                </a:solidFill>
                <a:latin typeface="Aptos"/>
              </a:rPr>
              <a:t>Capacidades cubiertas por dominio y vista (T = Total, P = Parcial, M = Marginal)</a:t>
            </a:r>
          </a:p>
        </p:txBody>
      </p:sp>
      <p:sp>
        <p:nvSpPr>
          <p:cNvPr id="1061" name="r1061"/>
          <p:cNvSpPr/>
          <p:nvPr/>
        </p:nvSpPr>
        <p:spPr>
          <a:xfrm>
            <a:off x="3337560" y="3453938"/>
            <a:ext cx="1426464" cy="256032"/>
          </a:xfrm>
          <a:prstGeom prst="rect">
            <a:avLst/>
          </a:prstGeom>
          <a:solidFill>
            <a:srgbClr val="2D7D9A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62" name="t1062"/>
          <p:cNvSpPr txBox="1"/>
          <p:nvPr/>
        </p:nvSpPr>
        <p:spPr>
          <a:xfrm>
            <a:off x="3337560" y="3453938"/>
            <a:ext cx="1426464" cy="256032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CORE</a:t>
            </a:r>
          </a:p>
        </p:txBody>
      </p:sp>
      <p:sp>
        <p:nvSpPr>
          <p:cNvPr id="1063" name="r1063"/>
          <p:cNvSpPr/>
          <p:nvPr/>
        </p:nvSpPr>
        <p:spPr>
          <a:xfrm>
            <a:off x="4764024" y="3453938"/>
            <a:ext cx="1426464" cy="256032"/>
          </a:xfrm>
          <a:prstGeom prst="rect">
            <a:avLst/>
          </a:prstGeom>
          <a:solidFill>
            <a:srgbClr val="7D8797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64" name="t1064"/>
          <p:cNvSpPr txBox="1"/>
          <p:nvPr/>
        </p:nvSpPr>
        <p:spPr>
          <a:xfrm>
            <a:off x="4764024" y="3453938"/>
            <a:ext cx="1426464" cy="256032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NO CORE</a:t>
            </a:r>
          </a:p>
        </p:txBody>
      </p:sp>
      <p:sp>
        <p:nvSpPr>
          <p:cNvPr id="1065" name="r1065"/>
          <p:cNvSpPr/>
          <p:nvPr/>
        </p:nvSpPr>
        <p:spPr>
          <a:xfrm>
            <a:off x="6190488" y="3453938"/>
            <a:ext cx="1426464" cy="256032"/>
          </a:xfrm>
          <a:prstGeom prst="rect">
            <a:avLst/>
          </a:prstGeom>
          <a:solidFill>
            <a:srgbClr val="17294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66" name="t1066"/>
          <p:cNvSpPr txBox="1"/>
          <p:nvPr/>
        </p:nvSpPr>
        <p:spPr>
          <a:xfrm>
            <a:off x="6190488" y="3453938"/>
            <a:ext cx="1426464" cy="256032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900" b="1" dirty="0">
                <a:solidFill>
                  <a:srgbClr val="FFFFFF"/>
                </a:solidFill>
                <a:latin typeface="Aptos"/>
              </a:rPr>
              <a:t>TODAS</a:t>
            </a:r>
          </a:p>
        </p:txBody>
      </p:sp>
      <p:sp>
        <p:nvSpPr>
          <p:cNvPr id="1067" name="r1067"/>
          <p:cNvSpPr/>
          <p:nvPr/>
        </p:nvSpPr>
        <p:spPr>
          <a:xfrm>
            <a:off x="274320" y="3709970"/>
            <a:ext cx="2514600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68" name="t1068"/>
          <p:cNvSpPr txBox="1"/>
          <p:nvPr/>
        </p:nvSpPr>
        <p:spPr>
          <a:xfrm>
            <a:off x="274320" y="3709970"/>
            <a:ext cx="251460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Dominio</a:t>
            </a:r>
          </a:p>
        </p:txBody>
      </p:sp>
      <p:sp>
        <p:nvSpPr>
          <p:cNvPr id="1069" name="r1069"/>
          <p:cNvSpPr/>
          <p:nvPr/>
        </p:nvSpPr>
        <p:spPr>
          <a:xfrm>
            <a:off x="2788920" y="3709970"/>
            <a:ext cx="548640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70" name="t1070"/>
          <p:cNvSpPr txBox="1"/>
          <p:nvPr/>
        </p:nvSpPr>
        <p:spPr>
          <a:xfrm>
            <a:off x="2788920" y="3709970"/>
            <a:ext cx="54864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N3</a:t>
            </a:r>
          </a:p>
        </p:txBody>
      </p:sp>
      <p:sp>
        <p:nvSpPr>
          <p:cNvPr id="1071" name="r1071"/>
          <p:cNvSpPr/>
          <p:nvPr/>
        </p:nvSpPr>
        <p:spPr>
          <a:xfrm>
            <a:off x="3337560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72" name="t1072"/>
          <p:cNvSpPr txBox="1"/>
          <p:nvPr/>
        </p:nvSpPr>
        <p:spPr>
          <a:xfrm>
            <a:off x="3337560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073" name="r1073"/>
          <p:cNvSpPr/>
          <p:nvPr/>
        </p:nvSpPr>
        <p:spPr>
          <a:xfrm>
            <a:off x="3813048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74" name="t1074"/>
          <p:cNvSpPr txBox="1"/>
          <p:nvPr/>
        </p:nvSpPr>
        <p:spPr>
          <a:xfrm>
            <a:off x="3813048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075" name="r1075"/>
          <p:cNvSpPr/>
          <p:nvPr/>
        </p:nvSpPr>
        <p:spPr>
          <a:xfrm>
            <a:off x="4288536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76" name="t1076"/>
          <p:cNvSpPr txBox="1"/>
          <p:nvPr/>
        </p:nvSpPr>
        <p:spPr>
          <a:xfrm>
            <a:off x="4288536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77" name="r1077"/>
          <p:cNvSpPr/>
          <p:nvPr/>
        </p:nvSpPr>
        <p:spPr>
          <a:xfrm>
            <a:off x="4764024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78" name="t1078"/>
          <p:cNvSpPr txBox="1"/>
          <p:nvPr/>
        </p:nvSpPr>
        <p:spPr>
          <a:xfrm>
            <a:off x="4764024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079" name="r1079"/>
          <p:cNvSpPr/>
          <p:nvPr/>
        </p:nvSpPr>
        <p:spPr>
          <a:xfrm>
            <a:off x="5239512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80" name="t1080"/>
          <p:cNvSpPr txBox="1"/>
          <p:nvPr/>
        </p:nvSpPr>
        <p:spPr>
          <a:xfrm>
            <a:off x="5239512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081" name="r1081"/>
          <p:cNvSpPr/>
          <p:nvPr/>
        </p:nvSpPr>
        <p:spPr>
          <a:xfrm>
            <a:off x="5715000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82" name="t1082"/>
          <p:cNvSpPr txBox="1"/>
          <p:nvPr/>
        </p:nvSpPr>
        <p:spPr>
          <a:xfrm>
            <a:off x="5715000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83" name="r1083"/>
          <p:cNvSpPr/>
          <p:nvPr/>
        </p:nvSpPr>
        <p:spPr>
          <a:xfrm>
            <a:off x="6190488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84" name="t1084"/>
          <p:cNvSpPr txBox="1"/>
          <p:nvPr/>
        </p:nvSpPr>
        <p:spPr>
          <a:xfrm>
            <a:off x="6190488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085" name="r1085"/>
          <p:cNvSpPr/>
          <p:nvPr/>
        </p:nvSpPr>
        <p:spPr>
          <a:xfrm>
            <a:off x="6665976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86" name="t1086"/>
          <p:cNvSpPr txBox="1"/>
          <p:nvPr/>
        </p:nvSpPr>
        <p:spPr>
          <a:xfrm>
            <a:off x="6665976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087" name="r1087"/>
          <p:cNvSpPr/>
          <p:nvPr/>
        </p:nvSpPr>
        <p:spPr>
          <a:xfrm>
            <a:off x="7141464" y="3709970"/>
            <a:ext cx="475488" cy="292608"/>
          </a:xfrm>
          <a:prstGeom prst="rect">
            <a:avLst/>
          </a:prstGeom>
          <a:solidFill>
            <a:srgbClr val="1F3350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88" name="t1088"/>
          <p:cNvSpPr txBox="1"/>
          <p:nvPr/>
        </p:nvSpPr>
        <p:spPr>
          <a:xfrm>
            <a:off x="7141464" y="370997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89" name="r1089"/>
          <p:cNvSpPr/>
          <p:nvPr/>
        </p:nvSpPr>
        <p:spPr>
          <a:xfrm>
            <a:off x="274320" y="4002578"/>
            <a:ext cx="2514600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90" name="t1090"/>
          <p:cNvSpPr txBox="1"/>
          <p:nvPr/>
        </p:nvSpPr>
        <p:spPr>
          <a:xfrm>
            <a:off x="274320" y="4002578"/>
            <a:ext cx="251460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Mercado y clientes</a:t>
            </a:r>
          </a:p>
        </p:txBody>
      </p:sp>
      <p:sp>
        <p:nvSpPr>
          <p:cNvPr id="1091" name="r1091"/>
          <p:cNvSpPr/>
          <p:nvPr/>
        </p:nvSpPr>
        <p:spPr>
          <a:xfrm>
            <a:off x="2788920" y="4002578"/>
            <a:ext cx="548640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92" name="t1092"/>
          <p:cNvSpPr txBox="1"/>
          <p:nvPr/>
        </p:nvSpPr>
        <p:spPr>
          <a:xfrm>
            <a:off x="2788920" y="4002578"/>
            <a:ext cx="54864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11</a:t>
            </a:r>
          </a:p>
        </p:txBody>
      </p:sp>
      <p:sp>
        <p:nvSpPr>
          <p:cNvPr id="1093" name="r1093"/>
          <p:cNvSpPr/>
          <p:nvPr/>
        </p:nvSpPr>
        <p:spPr>
          <a:xfrm>
            <a:off x="3337560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94" name="t1094"/>
          <p:cNvSpPr txBox="1"/>
          <p:nvPr/>
        </p:nvSpPr>
        <p:spPr>
          <a:xfrm>
            <a:off x="3337560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095" name="r1095"/>
          <p:cNvSpPr/>
          <p:nvPr/>
        </p:nvSpPr>
        <p:spPr>
          <a:xfrm>
            <a:off x="3813048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96" name="t1096"/>
          <p:cNvSpPr txBox="1"/>
          <p:nvPr/>
        </p:nvSpPr>
        <p:spPr>
          <a:xfrm>
            <a:off x="3813048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097" name="r1097"/>
          <p:cNvSpPr/>
          <p:nvPr/>
        </p:nvSpPr>
        <p:spPr>
          <a:xfrm>
            <a:off x="4288536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98" name="t1098"/>
          <p:cNvSpPr txBox="1"/>
          <p:nvPr/>
        </p:nvSpPr>
        <p:spPr>
          <a:xfrm>
            <a:off x="4288536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099" name="r1099"/>
          <p:cNvSpPr/>
          <p:nvPr/>
        </p:nvSpPr>
        <p:spPr>
          <a:xfrm>
            <a:off x="4764024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00" name="t1100"/>
          <p:cNvSpPr txBox="1"/>
          <p:nvPr/>
        </p:nvSpPr>
        <p:spPr>
          <a:xfrm>
            <a:off x="4764024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01" name="r1101"/>
          <p:cNvSpPr/>
          <p:nvPr/>
        </p:nvSpPr>
        <p:spPr>
          <a:xfrm>
            <a:off x="5239512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02" name="t1102"/>
          <p:cNvSpPr txBox="1"/>
          <p:nvPr/>
        </p:nvSpPr>
        <p:spPr>
          <a:xfrm>
            <a:off x="5239512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3</a:t>
            </a:r>
          </a:p>
        </p:txBody>
      </p:sp>
      <p:sp>
        <p:nvSpPr>
          <p:cNvPr id="1103" name="r1103"/>
          <p:cNvSpPr/>
          <p:nvPr/>
        </p:nvSpPr>
        <p:spPr>
          <a:xfrm>
            <a:off x="5715000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04" name="t1104"/>
          <p:cNvSpPr txBox="1"/>
          <p:nvPr/>
        </p:nvSpPr>
        <p:spPr>
          <a:xfrm>
            <a:off x="5715000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</a:t>
            </a:r>
          </a:p>
        </p:txBody>
      </p:sp>
      <p:sp>
        <p:nvSpPr>
          <p:cNvPr id="1105" name="r1105"/>
          <p:cNvSpPr/>
          <p:nvPr/>
        </p:nvSpPr>
        <p:spPr>
          <a:xfrm>
            <a:off x="6190488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06" name="t1106"/>
          <p:cNvSpPr txBox="1"/>
          <p:nvPr/>
        </p:nvSpPr>
        <p:spPr>
          <a:xfrm>
            <a:off x="6190488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07" name="r1107"/>
          <p:cNvSpPr/>
          <p:nvPr/>
        </p:nvSpPr>
        <p:spPr>
          <a:xfrm>
            <a:off x="6665976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08" name="t1108"/>
          <p:cNvSpPr txBox="1"/>
          <p:nvPr/>
        </p:nvSpPr>
        <p:spPr>
          <a:xfrm>
            <a:off x="6665976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3</a:t>
            </a:r>
          </a:p>
        </p:txBody>
      </p:sp>
      <p:sp>
        <p:nvSpPr>
          <p:cNvPr id="1109" name="r1109"/>
          <p:cNvSpPr/>
          <p:nvPr/>
        </p:nvSpPr>
        <p:spPr>
          <a:xfrm>
            <a:off x="7141464" y="4002578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10" name="t1110"/>
          <p:cNvSpPr txBox="1"/>
          <p:nvPr/>
        </p:nvSpPr>
        <p:spPr>
          <a:xfrm>
            <a:off x="7141464" y="400257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</a:t>
            </a:r>
          </a:p>
        </p:txBody>
      </p:sp>
      <p:sp>
        <p:nvSpPr>
          <p:cNvPr id="1111" name="r1111"/>
          <p:cNvSpPr/>
          <p:nvPr/>
        </p:nvSpPr>
        <p:spPr>
          <a:xfrm>
            <a:off x="274320" y="4295186"/>
            <a:ext cx="2514600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12" name="t1112"/>
          <p:cNvSpPr txBox="1"/>
          <p:nvPr/>
        </p:nvSpPr>
        <p:spPr>
          <a:xfrm>
            <a:off x="274320" y="4295186"/>
            <a:ext cx="251460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Distribución y canales</a:t>
            </a:r>
          </a:p>
        </p:txBody>
      </p:sp>
      <p:sp>
        <p:nvSpPr>
          <p:cNvPr id="1113" name="r1113"/>
          <p:cNvSpPr/>
          <p:nvPr/>
        </p:nvSpPr>
        <p:spPr>
          <a:xfrm>
            <a:off x="2788920" y="4295186"/>
            <a:ext cx="548640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14" name="t1114"/>
          <p:cNvSpPr txBox="1"/>
          <p:nvPr/>
        </p:nvSpPr>
        <p:spPr>
          <a:xfrm>
            <a:off x="2788920" y="4295186"/>
            <a:ext cx="54864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19</a:t>
            </a:r>
          </a:p>
        </p:txBody>
      </p:sp>
      <p:sp>
        <p:nvSpPr>
          <p:cNvPr id="1115" name="r1115"/>
          <p:cNvSpPr/>
          <p:nvPr/>
        </p:nvSpPr>
        <p:spPr>
          <a:xfrm>
            <a:off x="3337560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16" name="t1116"/>
          <p:cNvSpPr txBox="1"/>
          <p:nvPr/>
        </p:nvSpPr>
        <p:spPr>
          <a:xfrm>
            <a:off x="3337560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117" name="r1117"/>
          <p:cNvSpPr/>
          <p:nvPr/>
        </p:nvSpPr>
        <p:spPr>
          <a:xfrm>
            <a:off x="3813048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18" name="t1118"/>
          <p:cNvSpPr txBox="1"/>
          <p:nvPr/>
        </p:nvSpPr>
        <p:spPr>
          <a:xfrm>
            <a:off x="3813048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2</a:t>
            </a:r>
          </a:p>
        </p:txBody>
      </p:sp>
      <p:sp>
        <p:nvSpPr>
          <p:cNvPr id="1119" name="r1119"/>
          <p:cNvSpPr/>
          <p:nvPr/>
        </p:nvSpPr>
        <p:spPr>
          <a:xfrm>
            <a:off x="4288536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20" name="t1120"/>
          <p:cNvSpPr txBox="1"/>
          <p:nvPr/>
        </p:nvSpPr>
        <p:spPr>
          <a:xfrm>
            <a:off x="4288536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21" name="r1121"/>
          <p:cNvSpPr/>
          <p:nvPr/>
        </p:nvSpPr>
        <p:spPr>
          <a:xfrm>
            <a:off x="4764024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22" name="t1122"/>
          <p:cNvSpPr txBox="1"/>
          <p:nvPr/>
        </p:nvSpPr>
        <p:spPr>
          <a:xfrm>
            <a:off x="4764024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9</a:t>
            </a:r>
          </a:p>
        </p:txBody>
      </p:sp>
      <p:sp>
        <p:nvSpPr>
          <p:cNvPr id="1123" name="r1123"/>
          <p:cNvSpPr/>
          <p:nvPr/>
        </p:nvSpPr>
        <p:spPr>
          <a:xfrm>
            <a:off x="5239512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24" name="t1124"/>
          <p:cNvSpPr txBox="1"/>
          <p:nvPr/>
        </p:nvSpPr>
        <p:spPr>
          <a:xfrm>
            <a:off x="5239512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</a:t>
            </a:r>
          </a:p>
        </p:txBody>
      </p:sp>
      <p:sp>
        <p:nvSpPr>
          <p:cNvPr id="1125" name="r1125"/>
          <p:cNvSpPr/>
          <p:nvPr/>
        </p:nvSpPr>
        <p:spPr>
          <a:xfrm>
            <a:off x="5715000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26" name="t1126"/>
          <p:cNvSpPr txBox="1"/>
          <p:nvPr/>
        </p:nvSpPr>
        <p:spPr>
          <a:xfrm>
            <a:off x="5715000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127" name="r1127"/>
          <p:cNvSpPr/>
          <p:nvPr/>
        </p:nvSpPr>
        <p:spPr>
          <a:xfrm>
            <a:off x="6190488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28" name="t1128"/>
          <p:cNvSpPr txBox="1"/>
          <p:nvPr/>
        </p:nvSpPr>
        <p:spPr>
          <a:xfrm>
            <a:off x="6190488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9</a:t>
            </a:r>
          </a:p>
        </p:txBody>
      </p:sp>
      <p:sp>
        <p:nvSpPr>
          <p:cNvPr id="1129" name="r1129"/>
          <p:cNvSpPr/>
          <p:nvPr/>
        </p:nvSpPr>
        <p:spPr>
          <a:xfrm>
            <a:off x="6665976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30" name="t1130"/>
          <p:cNvSpPr txBox="1"/>
          <p:nvPr/>
        </p:nvSpPr>
        <p:spPr>
          <a:xfrm>
            <a:off x="6665976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</a:t>
            </a:r>
          </a:p>
        </p:txBody>
      </p:sp>
      <p:sp>
        <p:nvSpPr>
          <p:cNvPr id="1131" name="r1131"/>
          <p:cNvSpPr/>
          <p:nvPr/>
        </p:nvSpPr>
        <p:spPr>
          <a:xfrm>
            <a:off x="7141464" y="4295186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32" name="t1132"/>
          <p:cNvSpPr txBox="1"/>
          <p:nvPr/>
        </p:nvSpPr>
        <p:spPr>
          <a:xfrm>
            <a:off x="7141464" y="429518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133" name="r1133"/>
          <p:cNvSpPr/>
          <p:nvPr/>
        </p:nvSpPr>
        <p:spPr>
          <a:xfrm>
            <a:off x="274320" y="4587794"/>
            <a:ext cx="2514600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34" name="t1134"/>
          <p:cNvSpPr txBox="1"/>
          <p:nvPr/>
        </p:nvSpPr>
        <p:spPr>
          <a:xfrm>
            <a:off x="274320" y="4587794"/>
            <a:ext cx="251460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Integración y orquestación</a:t>
            </a:r>
          </a:p>
        </p:txBody>
      </p:sp>
      <p:sp>
        <p:nvSpPr>
          <p:cNvPr id="1135" name="r1135"/>
          <p:cNvSpPr/>
          <p:nvPr/>
        </p:nvSpPr>
        <p:spPr>
          <a:xfrm>
            <a:off x="2788920" y="4587794"/>
            <a:ext cx="548640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36" name="t1136"/>
          <p:cNvSpPr txBox="1"/>
          <p:nvPr/>
        </p:nvSpPr>
        <p:spPr>
          <a:xfrm>
            <a:off x="2788920" y="4587794"/>
            <a:ext cx="54864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13</a:t>
            </a:r>
          </a:p>
        </p:txBody>
      </p:sp>
      <p:sp>
        <p:nvSpPr>
          <p:cNvPr id="1137" name="r1137"/>
          <p:cNvSpPr/>
          <p:nvPr/>
        </p:nvSpPr>
        <p:spPr>
          <a:xfrm>
            <a:off x="3337560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38" name="t1138"/>
          <p:cNvSpPr txBox="1"/>
          <p:nvPr/>
        </p:nvSpPr>
        <p:spPr>
          <a:xfrm>
            <a:off x="3337560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39" name="r1139"/>
          <p:cNvSpPr/>
          <p:nvPr/>
        </p:nvSpPr>
        <p:spPr>
          <a:xfrm>
            <a:off x="3813048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40" name="t1140"/>
          <p:cNvSpPr txBox="1"/>
          <p:nvPr/>
        </p:nvSpPr>
        <p:spPr>
          <a:xfrm>
            <a:off x="3813048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141" name="r1141"/>
          <p:cNvSpPr/>
          <p:nvPr/>
        </p:nvSpPr>
        <p:spPr>
          <a:xfrm>
            <a:off x="4288536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42" name="t1142"/>
          <p:cNvSpPr txBox="1"/>
          <p:nvPr/>
        </p:nvSpPr>
        <p:spPr>
          <a:xfrm>
            <a:off x="4288536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43" name="r1143"/>
          <p:cNvSpPr/>
          <p:nvPr/>
        </p:nvSpPr>
        <p:spPr>
          <a:xfrm>
            <a:off x="4764024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44" name="t1144"/>
          <p:cNvSpPr txBox="1"/>
          <p:nvPr/>
        </p:nvSpPr>
        <p:spPr>
          <a:xfrm>
            <a:off x="4764024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2</a:t>
            </a:r>
          </a:p>
        </p:txBody>
      </p:sp>
      <p:sp>
        <p:nvSpPr>
          <p:cNvPr id="1145" name="r1145"/>
          <p:cNvSpPr/>
          <p:nvPr/>
        </p:nvSpPr>
        <p:spPr>
          <a:xfrm>
            <a:off x="5239512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46" name="t1146"/>
          <p:cNvSpPr txBox="1"/>
          <p:nvPr/>
        </p:nvSpPr>
        <p:spPr>
          <a:xfrm>
            <a:off x="5239512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</a:t>
            </a:r>
          </a:p>
        </p:txBody>
      </p:sp>
      <p:sp>
        <p:nvSpPr>
          <p:cNvPr id="1147" name="r1147"/>
          <p:cNvSpPr/>
          <p:nvPr/>
        </p:nvSpPr>
        <p:spPr>
          <a:xfrm>
            <a:off x="5715000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48" name="t1148"/>
          <p:cNvSpPr txBox="1"/>
          <p:nvPr/>
        </p:nvSpPr>
        <p:spPr>
          <a:xfrm>
            <a:off x="5715000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149" name="r1149"/>
          <p:cNvSpPr/>
          <p:nvPr/>
        </p:nvSpPr>
        <p:spPr>
          <a:xfrm>
            <a:off x="6190488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50" name="t1150"/>
          <p:cNvSpPr txBox="1"/>
          <p:nvPr/>
        </p:nvSpPr>
        <p:spPr>
          <a:xfrm>
            <a:off x="6190488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2</a:t>
            </a:r>
          </a:p>
        </p:txBody>
      </p:sp>
      <p:sp>
        <p:nvSpPr>
          <p:cNvPr id="1151" name="r1151"/>
          <p:cNvSpPr/>
          <p:nvPr/>
        </p:nvSpPr>
        <p:spPr>
          <a:xfrm>
            <a:off x="6665976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52" name="t1152"/>
          <p:cNvSpPr txBox="1"/>
          <p:nvPr/>
        </p:nvSpPr>
        <p:spPr>
          <a:xfrm>
            <a:off x="6665976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</a:t>
            </a:r>
          </a:p>
        </p:txBody>
      </p:sp>
      <p:sp>
        <p:nvSpPr>
          <p:cNvPr id="1153" name="r1153"/>
          <p:cNvSpPr/>
          <p:nvPr/>
        </p:nvSpPr>
        <p:spPr>
          <a:xfrm>
            <a:off x="7141464" y="4587794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54" name="t1154"/>
          <p:cNvSpPr txBox="1"/>
          <p:nvPr/>
        </p:nvSpPr>
        <p:spPr>
          <a:xfrm>
            <a:off x="7141464" y="4587794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155" name="r1155"/>
          <p:cNvSpPr/>
          <p:nvPr/>
        </p:nvSpPr>
        <p:spPr>
          <a:xfrm>
            <a:off x="274320" y="4880402"/>
            <a:ext cx="2514600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56" name="t1156"/>
          <p:cNvSpPr txBox="1"/>
          <p:nvPr/>
        </p:nvSpPr>
        <p:spPr>
          <a:xfrm>
            <a:off x="274320" y="4880402"/>
            <a:ext cx="251460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Portafolio de productos</a:t>
            </a:r>
          </a:p>
        </p:txBody>
      </p:sp>
      <p:sp>
        <p:nvSpPr>
          <p:cNvPr id="1157" name="r1157"/>
          <p:cNvSpPr/>
          <p:nvPr/>
        </p:nvSpPr>
        <p:spPr>
          <a:xfrm>
            <a:off x="2788920" y="4880402"/>
            <a:ext cx="548640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58" name="t1158"/>
          <p:cNvSpPr txBox="1"/>
          <p:nvPr/>
        </p:nvSpPr>
        <p:spPr>
          <a:xfrm>
            <a:off x="2788920" y="4880402"/>
            <a:ext cx="54864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8</a:t>
            </a:r>
          </a:p>
        </p:txBody>
      </p:sp>
      <p:sp>
        <p:nvSpPr>
          <p:cNvPr id="1159" name="r1159"/>
          <p:cNvSpPr/>
          <p:nvPr/>
        </p:nvSpPr>
        <p:spPr>
          <a:xfrm>
            <a:off x="3337560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60" name="t1160"/>
          <p:cNvSpPr txBox="1"/>
          <p:nvPr/>
        </p:nvSpPr>
        <p:spPr>
          <a:xfrm>
            <a:off x="3337560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6</a:t>
            </a:r>
          </a:p>
        </p:txBody>
      </p:sp>
      <p:sp>
        <p:nvSpPr>
          <p:cNvPr id="1161" name="r1161"/>
          <p:cNvSpPr/>
          <p:nvPr/>
        </p:nvSpPr>
        <p:spPr>
          <a:xfrm>
            <a:off x="3813048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62" name="t1162"/>
          <p:cNvSpPr txBox="1"/>
          <p:nvPr/>
        </p:nvSpPr>
        <p:spPr>
          <a:xfrm>
            <a:off x="3813048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63" name="r1163"/>
          <p:cNvSpPr/>
          <p:nvPr/>
        </p:nvSpPr>
        <p:spPr>
          <a:xfrm>
            <a:off x="4288536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64" name="t1164"/>
          <p:cNvSpPr txBox="1"/>
          <p:nvPr/>
        </p:nvSpPr>
        <p:spPr>
          <a:xfrm>
            <a:off x="4288536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65" name="r1165"/>
          <p:cNvSpPr/>
          <p:nvPr/>
        </p:nvSpPr>
        <p:spPr>
          <a:xfrm>
            <a:off x="4764024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66" name="t1166"/>
          <p:cNvSpPr txBox="1"/>
          <p:nvPr/>
        </p:nvSpPr>
        <p:spPr>
          <a:xfrm>
            <a:off x="4764024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167" name="r1167"/>
          <p:cNvSpPr/>
          <p:nvPr/>
        </p:nvSpPr>
        <p:spPr>
          <a:xfrm>
            <a:off x="5239512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68" name="t1168"/>
          <p:cNvSpPr txBox="1"/>
          <p:nvPr/>
        </p:nvSpPr>
        <p:spPr>
          <a:xfrm>
            <a:off x="5239512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3</a:t>
            </a:r>
          </a:p>
        </p:txBody>
      </p:sp>
      <p:sp>
        <p:nvSpPr>
          <p:cNvPr id="1169" name="r1169"/>
          <p:cNvSpPr/>
          <p:nvPr/>
        </p:nvSpPr>
        <p:spPr>
          <a:xfrm>
            <a:off x="5715000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70" name="t1170"/>
          <p:cNvSpPr txBox="1"/>
          <p:nvPr/>
        </p:nvSpPr>
        <p:spPr>
          <a:xfrm>
            <a:off x="5715000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71" name="r1171"/>
          <p:cNvSpPr/>
          <p:nvPr/>
        </p:nvSpPr>
        <p:spPr>
          <a:xfrm>
            <a:off x="6190488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72" name="t1172"/>
          <p:cNvSpPr txBox="1"/>
          <p:nvPr/>
        </p:nvSpPr>
        <p:spPr>
          <a:xfrm>
            <a:off x="6190488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7</a:t>
            </a:r>
          </a:p>
        </p:txBody>
      </p:sp>
      <p:sp>
        <p:nvSpPr>
          <p:cNvPr id="1173" name="r1173"/>
          <p:cNvSpPr/>
          <p:nvPr/>
        </p:nvSpPr>
        <p:spPr>
          <a:xfrm>
            <a:off x="6665976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74" name="t1174"/>
          <p:cNvSpPr txBox="1"/>
          <p:nvPr/>
        </p:nvSpPr>
        <p:spPr>
          <a:xfrm>
            <a:off x="6665976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175" name="r1175"/>
          <p:cNvSpPr/>
          <p:nvPr/>
        </p:nvSpPr>
        <p:spPr>
          <a:xfrm>
            <a:off x="7141464" y="4880402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76" name="t1176"/>
          <p:cNvSpPr txBox="1"/>
          <p:nvPr/>
        </p:nvSpPr>
        <p:spPr>
          <a:xfrm>
            <a:off x="7141464" y="4880402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177" name="r1177"/>
          <p:cNvSpPr/>
          <p:nvPr/>
        </p:nvSpPr>
        <p:spPr>
          <a:xfrm>
            <a:off x="274320" y="5173010"/>
            <a:ext cx="2514600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78" name="t1178"/>
          <p:cNvSpPr txBox="1"/>
          <p:nvPr/>
        </p:nvSpPr>
        <p:spPr>
          <a:xfrm>
            <a:off x="274320" y="5173010"/>
            <a:ext cx="251460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Capacidades de negocio</a:t>
            </a:r>
          </a:p>
        </p:txBody>
      </p:sp>
      <p:sp>
        <p:nvSpPr>
          <p:cNvPr id="1179" name="r1179"/>
          <p:cNvSpPr/>
          <p:nvPr/>
        </p:nvSpPr>
        <p:spPr>
          <a:xfrm>
            <a:off x="2788920" y="5173010"/>
            <a:ext cx="548640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80" name="t1180"/>
          <p:cNvSpPr txBox="1"/>
          <p:nvPr/>
        </p:nvSpPr>
        <p:spPr>
          <a:xfrm>
            <a:off x="2788920" y="5173010"/>
            <a:ext cx="54864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148</a:t>
            </a:r>
          </a:p>
        </p:txBody>
      </p:sp>
      <p:sp>
        <p:nvSpPr>
          <p:cNvPr id="1181" name="r1181"/>
          <p:cNvSpPr/>
          <p:nvPr/>
        </p:nvSpPr>
        <p:spPr>
          <a:xfrm>
            <a:off x="3337560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82" name="t1182"/>
          <p:cNvSpPr txBox="1"/>
          <p:nvPr/>
        </p:nvSpPr>
        <p:spPr>
          <a:xfrm>
            <a:off x="3337560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23</a:t>
            </a:r>
          </a:p>
        </p:txBody>
      </p:sp>
      <p:sp>
        <p:nvSpPr>
          <p:cNvPr id="1183" name="r1183"/>
          <p:cNvSpPr/>
          <p:nvPr/>
        </p:nvSpPr>
        <p:spPr>
          <a:xfrm>
            <a:off x="3813048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84" name="t1184"/>
          <p:cNvSpPr txBox="1"/>
          <p:nvPr/>
        </p:nvSpPr>
        <p:spPr>
          <a:xfrm>
            <a:off x="3813048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28</a:t>
            </a:r>
          </a:p>
        </p:txBody>
      </p:sp>
      <p:sp>
        <p:nvSpPr>
          <p:cNvPr id="1185" name="r1185"/>
          <p:cNvSpPr/>
          <p:nvPr/>
        </p:nvSpPr>
        <p:spPr>
          <a:xfrm>
            <a:off x="4288536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86" name="t1186"/>
          <p:cNvSpPr txBox="1"/>
          <p:nvPr/>
        </p:nvSpPr>
        <p:spPr>
          <a:xfrm>
            <a:off x="4288536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9</a:t>
            </a:r>
          </a:p>
        </p:txBody>
      </p:sp>
      <p:sp>
        <p:nvSpPr>
          <p:cNvPr id="1187" name="r1187"/>
          <p:cNvSpPr/>
          <p:nvPr/>
        </p:nvSpPr>
        <p:spPr>
          <a:xfrm>
            <a:off x="4764024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88" name="t1188"/>
          <p:cNvSpPr txBox="1"/>
          <p:nvPr/>
        </p:nvSpPr>
        <p:spPr>
          <a:xfrm>
            <a:off x="4764024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29</a:t>
            </a:r>
          </a:p>
        </p:txBody>
      </p:sp>
      <p:sp>
        <p:nvSpPr>
          <p:cNvPr id="1189" name="r1189"/>
          <p:cNvSpPr/>
          <p:nvPr/>
        </p:nvSpPr>
        <p:spPr>
          <a:xfrm>
            <a:off x="5239512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90" name="t1190"/>
          <p:cNvSpPr txBox="1"/>
          <p:nvPr/>
        </p:nvSpPr>
        <p:spPr>
          <a:xfrm>
            <a:off x="5239512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54</a:t>
            </a:r>
          </a:p>
        </p:txBody>
      </p:sp>
      <p:sp>
        <p:nvSpPr>
          <p:cNvPr id="1191" name="r1191"/>
          <p:cNvSpPr/>
          <p:nvPr/>
        </p:nvSpPr>
        <p:spPr>
          <a:xfrm>
            <a:off x="5715000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92" name="t1192"/>
          <p:cNvSpPr txBox="1"/>
          <p:nvPr/>
        </p:nvSpPr>
        <p:spPr>
          <a:xfrm>
            <a:off x="5715000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7</a:t>
            </a:r>
          </a:p>
        </p:txBody>
      </p:sp>
      <p:sp>
        <p:nvSpPr>
          <p:cNvPr id="1193" name="r1193"/>
          <p:cNvSpPr/>
          <p:nvPr/>
        </p:nvSpPr>
        <p:spPr>
          <a:xfrm>
            <a:off x="6190488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94" name="t1194"/>
          <p:cNvSpPr txBox="1"/>
          <p:nvPr/>
        </p:nvSpPr>
        <p:spPr>
          <a:xfrm>
            <a:off x="6190488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51</a:t>
            </a:r>
          </a:p>
        </p:txBody>
      </p:sp>
      <p:sp>
        <p:nvSpPr>
          <p:cNvPr id="1195" name="r1195"/>
          <p:cNvSpPr/>
          <p:nvPr/>
        </p:nvSpPr>
        <p:spPr>
          <a:xfrm>
            <a:off x="6665976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96" name="t1196"/>
          <p:cNvSpPr txBox="1"/>
          <p:nvPr/>
        </p:nvSpPr>
        <p:spPr>
          <a:xfrm>
            <a:off x="6665976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56</a:t>
            </a:r>
          </a:p>
        </p:txBody>
      </p:sp>
      <p:sp>
        <p:nvSpPr>
          <p:cNvPr id="1197" name="r1197"/>
          <p:cNvSpPr/>
          <p:nvPr/>
        </p:nvSpPr>
        <p:spPr>
          <a:xfrm>
            <a:off x="7141464" y="5173010"/>
            <a:ext cx="475488" cy="292608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198" name="t1198"/>
          <p:cNvSpPr txBox="1"/>
          <p:nvPr/>
        </p:nvSpPr>
        <p:spPr>
          <a:xfrm>
            <a:off x="7141464" y="5173010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15</a:t>
            </a:r>
          </a:p>
        </p:txBody>
      </p:sp>
      <p:sp>
        <p:nvSpPr>
          <p:cNvPr id="1199" name="r1199"/>
          <p:cNvSpPr/>
          <p:nvPr/>
        </p:nvSpPr>
        <p:spPr>
          <a:xfrm>
            <a:off x="274320" y="5465618"/>
            <a:ext cx="2514600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00" name="t1200"/>
          <p:cNvSpPr txBox="1"/>
          <p:nvPr/>
        </p:nvSpPr>
        <p:spPr>
          <a:xfrm>
            <a:off x="274320" y="5465618"/>
            <a:ext cx="251460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Capacidades de soporte</a:t>
            </a:r>
          </a:p>
        </p:txBody>
      </p:sp>
      <p:sp>
        <p:nvSpPr>
          <p:cNvPr id="1201" name="r1201"/>
          <p:cNvSpPr/>
          <p:nvPr/>
        </p:nvSpPr>
        <p:spPr>
          <a:xfrm>
            <a:off x="2788920" y="5465618"/>
            <a:ext cx="548640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02" name="t1202"/>
          <p:cNvSpPr txBox="1"/>
          <p:nvPr/>
        </p:nvSpPr>
        <p:spPr>
          <a:xfrm>
            <a:off x="2788920" y="5465618"/>
            <a:ext cx="54864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15</a:t>
            </a:r>
          </a:p>
        </p:txBody>
      </p:sp>
      <p:sp>
        <p:nvSpPr>
          <p:cNvPr id="1203" name="r1203"/>
          <p:cNvSpPr/>
          <p:nvPr/>
        </p:nvSpPr>
        <p:spPr>
          <a:xfrm>
            <a:off x="3337560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04" name="t1204"/>
          <p:cNvSpPr txBox="1"/>
          <p:nvPr/>
        </p:nvSpPr>
        <p:spPr>
          <a:xfrm>
            <a:off x="3337560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3</a:t>
            </a:r>
          </a:p>
        </p:txBody>
      </p:sp>
      <p:sp>
        <p:nvSpPr>
          <p:cNvPr id="1205" name="r1205"/>
          <p:cNvSpPr/>
          <p:nvPr/>
        </p:nvSpPr>
        <p:spPr>
          <a:xfrm>
            <a:off x="3813048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06" name="t1206"/>
          <p:cNvSpPr txBox="1"/>
          <p:nvPr/>
        </p:nvSpPr>
        <p:spPr>
          <a:xfrm>
            <a:off x="3813048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2</a:t>
            </a:r>
          </a:p>
        </p:txBody>
      </p:sp>
      <p:sp>
        <p:nvSpPr>
          <p:cNvPr id="1207" name="r1207"/>
          <p:cNvSpPr/>
          <p:nvPr/>
        </p:nvSpPr>
        <p:spPr>
          <a:xfrm>
            <a:off x="4288536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08" name="t1208"/>
          <p:cNvSpPr txBox="1"/>
          <p:nvPr/>
        </p:nvSpPr>
        <p:spPr>
          <a:xfrm>
            <a:off x="4288536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209" name="r1209"/>
          <p:cNvSpPr/>
          <p:nvPr/>
        </p:nvSpPr>
        <p:spPr>
          <a:xfrm>
            <a:off x="4764024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10" name="t1210"/>
          <p:cNvSpPr txBox="1"/>
          <p:nvPr/>
        </p:nvSpPr>
        <p:spPr>
          <a:xfrm>
            <a:off x="4764024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3</a:t>
            </a:r>
          </a:p>
        </p:txBody>
      </p:sp>
      <p:sp>
        <p:nvSpPr>
          <p:cNvPr id="1211" name="r1211"/>
          <p:cNvSpPr/>
          <p:nvPr/>
        </p:nvSpPr>
        <p:spPr>
          <a:xfrm>
            <a:off x="5239512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12" name="t1212"/>
          <p:cNvSpPr txBox="1"/>
          <p:nvPr/>
        </p:nvSpPr>
        <p:spPr>
          <a:xfrm>
            <a:off x="5239512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7</a:t>
            </a:r>
          </a:p>
        </p:txBody>
      </p:sp>
      <p:sp>
        <p:nvSpPr>
          <p:cNvPr id="1213" name="r1213"/>
          <p:cNvSpPr/>
          <p:nvPr/>
        </p:nvSpPr>
        <p:spPr>
          <a:xfrm>
            <a:off x="5715000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14" name="t1214"/>
          <p:cNvSpPr txBox="1"/>
          <p:nvPr/>
        </p:nvSpPr>
        <p:spPr>
          <a:xfrm>
            <a:off x="5715000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1</a:t>
            </a:r>
          </a:p>
        </p:txBody>
      </p:sp>
      <p:sp>
        <p:nvSpPr>
          <p:cNvPr id="1215" name="r1215"/>
          <p:cNvSpPr/>
          <p:nvPr/>
        </p:nvSpPr>
        <p:spPr>
          <a:xfrm>
            <a:off x="6190488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16" name="t1216"/>
          <p:cNvSpPr txBox="1"/>
          <p:nvPr/>
        </p:nvSpPr>
        <p:spPr>
          <a:xfrm>
            <a:off x="6190488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5</a:t>
            </a:r>
          </a:p>
        </p:txBody>
      </p:sp>
      <p:sp>
        <p:nvSpPr>
          <p:cNvPr id="1217" name="r1217"/>
          <p:cNvSpPr/>
          <p:nvPr/>
        </p:nvSpPr>
        <p:spPr>
          <a:xfrm>
            <a:off x="6665976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18" name="t1218"/>
          <p:cNvSpPr txBox="1"/>
          <p:nvPr/>
        </p:nvSpPr>
        <p:spPr>
          <a:xfrm>
            <a:off x="6665976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6</a:t>
            </a:r>
          </a:p>
        </p:txBody>
      </p:sp>
      <p:sp>
        <p:nvSpPr>
          <p:cNvPr id="1219" name="r1219"/>
          <p:cNvSpPr/>
          <p:nvPr/>
        </p:nvSpPr>
        <p:spPr>
          <a:xfrm>
            <a:off x="7141464" y="5465618"/>
            <a:ext cx="475488" cy="292608"/>
          </a:xfrm>
          <a:prstGeom prst="rect">
            <a:avLst/>
          </a:prstGeom>
          <a:solidFill>
            <a:srgbClr val="F4F6F9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20" name="t1220"/>
          <p:cNvSpPr txBox="1"/>
          <p:nvPr/>
        </p:nvSpPr>
        <p:spPr>
          <a:xfrm>
            <a:off x="7141464" y="5465618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dirty="0">
                <a:solidFill>
                  <a:srgbClr val="536073"/>
                </a:solidFill>
                <a:latin typeface="Aptos"/>
              </a:rPr>
              <a:t>0</a:t>
            </a:r>
          </a:p>
        </p:txBody>
      </p:sp>
      <p:sp>
        <p:nvSpPr>
          <p:cNvPr id="1221" name="r1221"/>
          <p:cNvSpPr/>
          <p:nvPr/>
        </p:nvSpPr>
        <p:spPr>
          <a:xfrm>
            <a:off x="274320" y="5758226"/>
            <a:ext cx="2514600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22" name="t1222"/>
          <p:cNvSpPr txBox="1"/>
          <p:nvPr/>
        </p:nvSpPr>
        <p:spPr>
          <a:xfrm>
            <a:off x="274320" y="5758226"/>
            <a:ext cx="251460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TOTAL</a:t>
            </a:r>
          </a:p>
        </p:txBody>
      </p:sp>
      <p:sp>
        <p:nvSpPr>
          <p:cNvPr id="1223" name="r1223"/>
          <p:cNvSpPr/>
          <p:nvPr/>
        </p:nvSpPr>
        <p:spPr>
          <a:xfrm>
            <a:off x="2788920" y="5758226"/>
            <a:ext cx="548640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24" name="t1224"/>
          <p:cNvSpPr txBox="1"/>
          <p:nvPr/>
        </p:nvSpPr>
        <p:spPr>
          <a:xfrm>
            <a:off x="2788920" y="5758226"/>
            <a:ext cx="548640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214</a:t>
            </a:r>
          </a:p>
        </p:txBody>
      </p:sp>
      <p:sp>
        <p:nvSpPr>
          <p:cNvPr id="1225" name="r1225"/>
          <p:cNvSpPr/>
          <p:nvPr/>
        </p:nvSpPr>
        <p:spPr>
          <a:xfrm>
            <a:off x="3337560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26" name="t1226"/>
          <p:cNvSpPr txBox="1"/>
          <p:nvPr/>
        </p:nvSpPr>
        <p:spPr>
          <a:xfrm>
            <a:off x="3337560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33</a:t>
            </a:r>
          </a:p>
        </p:txBody>
      </p:sp>
      <p:sp>
        <p:nvSpPr>
          <p:cNvPr id="1227" name="r1227"/>
          <p:cNvSpPr/>
          <p:nvPr/>
        </p:nvSpPr>
        <p:spPr>
          <a:xfrm>
            <a:off x="3813048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28" name="t1228"/>
          <p:cNvSpPr txBox="1"/>
          <p:nvPr/>
        </p:nvSpPr>
        <p:spPr>
          <a:xfrm>
            <a:off x="3813048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33</a:t>
            </a:r>
          </a:p>
        </p:txBody>
      </p:sp>
      <p:sp>
        <p:nvSpPr>
          <p:cNvPr id="1229" name="r1229"/>
          <p:cNvSpPr/>
          <p:nvPr/>
        </p:nvSpPr>
        <p:spPr>
          <a:xfrm>
            <a:off x="4288536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30" name="t1230"/>
          <p:cNvSpPr txBox="1"/>
          <p:nvPr/>
        </p:nvSpPr>
        <p:spPr>
          <a:xfrm>
            <a:off x="4288536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9</a:t>
            </a:r>
          </a:p>
        </p:txBody>
      </p:sp>
      <p:sp>
        <p:nvSpPr>
          <p:cNvPr id="1231" name="r1231"/>
          <p:cNvSpPr/>
          <p:nvPr/>
        </p:nvSpPr>
        <p:spPr>
          <a:xfrm>
            <a:off x="4764024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32" name="t1232"/>
          <p:cNvSpPr txBox="1"/>
          <p:nvPr/>
        </p:nvSpPr>
        <p:spPr>
          <a:xfrm>
            <a:off x="4764024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44</a:t>
            </a:r>
          </a:p>
        </p:txBody>
      </p:sp>
      <p:sp>
        <p:nvSpPr>
          <p:cNvPr id="1233" name="r1233"/>
          <p:cNvSpPr/>
          <p:nvPr/>
        </p:nvSpPr>
        <p:spPr>
          <a:xfrm>
            <a:off x="5239512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34" name="t1234"/>
          <p:cNvSpPr txBox="1"/>
          <p:nvPr/>
        </p:nvSpPr>
        <p:spPr>
          <a:xfrm>
            <a:off x="5239512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77</a:t>
            </a:r>
          </a:p>
        </p:txBody>
      </p:sp>
      <p:sp>
        <p:nvSpPr>
          <p:cNvPr id="1235" name="r1235"/>
          <p:cNvSpPr/>
          <p:nvPr/>
        </p:nvSpPr>
        <p:spPr>
          <a:xfrm>
            <a:off x="5715000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36" name="t1236"/>
          <p:cNvSpPr txBox="1"/>
          <p:nvPr/>
        </p:nvSpPr>
        <p:spPr>
          <a:xfrm>
            <a:off x="5715000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15</a:t>
            </a:r>
          </a:p>
        </p:txBody>
      </p:sp>
      <p:sp>
        <p:nvSpPr>
          <p:cNvPr id="1237" name="r1237"/>
          <p:cNvSpPr/>
          <p:nvPr/>
        </p:nvSpPr>
        <p:spPr>
          <a:xfrm>
            <a:off x="6190488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38" name="t1238"/>
          <p:cNvSpPr txBox="1"/>
          <p:nvPr/>
        </p:nvSpPr>
        <p:spPr>
          <a:xfrm>
            <a:off x="6190488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74</a:t>
            </a:r>
          </a:p>
        </p:txBody>
      </p:sp>
      <p:sp>
        <p:nvSpPr>
          <p:cNvPr id="1239" name="r1239"/>
          <p:cNvSpPr/>
          <p:nvPr/>
        </p:nvSpPr>
        <p:spPr>
          <a:xfrm>
            <a:off x="6665976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40" name="t1240"/>
          <p:cNvSpPr txBox="1"/>
          <p:nvPr/>
        </p:nvSpPr>
        <p:spPr>
          <a:xfrm>
            <a:off x="6665976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76</a:t>
            </a:r>
          </a:p>
        </p:txBody>
      </p:sp>
      <p:sp>
        <p:nvSpPr>
          <p:cNvPr id="1241" name="r1241"/>
          <p:cNvSpPr/>
          <p:nvPr/>
        </p:nvSpPr>
        <p:spPr>
          <a:xfrm>
            <a:off x="7141464" y="5758226"/>
            <a:ext cx="475488" cy="292608"/>
          </a:xfrm>
          <a:prstGeom prst="rect">
            <a:avLst/>
          </a:prstGeom>
          <a:solidFill>
            <a:srgbClr val="E3E8EF"/>
          </a:solidFill>
          <a:ln w="3175">
            <a:solidFill>
              <a:srgbClr val="D9DEE6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242" name="t1242"/>
          <p:cNvSpPr txBox="1"/>
          <p:nvPr/>
        </p:nvSpPr>
        <p:spPr>
          <a:xfrm>
            <a:off x="7141464" y="5758226"/>
            <a:ext cx="475488" cy="292608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ctr">
              <a:buNone/>
            </a:pPr>
            <a:r>
              <a:rPr lang="es-MX" sz="850" b="1" dirty="0">
                <a:solidFill>
                  <a:srgbClr val="172949"/>
                </a:solidFill>
                <a:latin typeface="Aptos"/>
              </a:rPr>
              <a:t>22</a:t>
            </a:r>
          </a:p>
        </p:txBody>
      </p:sp>
      <p:sp>
        <p:nvSpPr>
          <p:cNvPr id="1250" name="t1250"/>
          <p:cNvSpPr txBox="1"/>
          <p:nvPr/>
        </p:nvSpPr>
        <p:spPr>
          <a:xfrm>
            <a:off x="274320" y="6419088"/>
            <a:ext cx="10607040" cy="237744"/>
          </a:xfrm>
          <a:prstGeom prst="rect">
            <a:avLst/>
          </a:prstGeom>
          <a:noFill/>
        </p:spPr>
        <p:txBody>
          <a:bodyPr wrap="square" lIns="45720" tIns="4572" rIns="45720" bIns="4572" rtlCol="0" anchor="ctr">
            <a:normAutofit/>
          </a:bodyPr>
          <a:lstStyle/>
          <a:p>
            <a:pPr algn="l">
              <a:buNone/>
            </a:pPr>
            <a:r>
              <a:rPr lang="es-MX" sz="800" dirty="0">
                <a:solidFill>
                  <a:srgbClr val="7D8797"/>
                </a:solidFill>
                <a:latin typeface="Aptos"/>
              </a:rPr>
              <a:t>Nota: cada capacidad toma el mejor nivel entre sus aplicaciones. CORE = apps con Core=Sí (Anexo 5); el maestro de cliente reside en Core Informix (bdinteg.si_*), no en una app core.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6A265388-A23D-4B92-A64A-5A686A9B69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554A52-0E77-482D-A6BB-1E1E2BA1AC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21e1d-e7b2-4ba8-bb72-ca5e3ff42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BC95A2-6ED5-4EFD-9801-042807E006AB}">
  <ds:schemaRefs>
    <ds:schemaRef ds:uri="http://schemas.microsoft.com/office/2006/metadata/properties"/>
    <ds:schemaRef ds:uri="http://schemas.microsoft.com/office/infopath/2007/PartnerControls"/>
    <ds:schemaRef ds:uri="bcf21e1d-e7b2-4ba8-bb72-ca5e3ff425f9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3823</Words>
  <Application>Microsoft Office PowerPoint</Application>
  <PresentationFormat>Widescreen</PresentationFormat>
  <Paragraphs>1134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Servicios Financieros Coppel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- Arquitectura Empresarial de Referencia</dc:title>
  <dc:subject>UNITY Enterprise Architecture L1 L2 L3 Capability Map</dc:subject>
  <dc:creator>Antonio Pichardo, Joaquín Ernesto</dc:creator>
  <cp:lastModifiedBy>Antonio Pichardo, Joaquín Ernesto</cp:lastModifiedBy>
  <cp:revision>4</cp:revision>
  <dcterms:created xsi:type="dcterms:W3CDTF">2026-08-10T23:11:35Z</dcterms:created>
  <dcterms:modified xsi:type="dcterms:W3CDTF">2026-08-16T19:29:27Z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