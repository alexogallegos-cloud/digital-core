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3.xml" ContentType="application/vnd.openxmlformats-officedocument.theme+xml"/>
  <Override PartName="/ppt/tags/tag6.xml" ContentType="application/vnd.openxmlformats-officedocument.presentationml.tags+xml"/>
  <Override PartName="/ppt/notesSlides/notesSlide1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30" r:id="rId4"/>
    <p:sldMasterId id="2147484638" r:id="rId5"/>
  </p:sldMasterIdLst>
  <p:notesMasterIdLst>
    <p:notesMasterId r:id="rId10"/>
  </p:notesMasterIdLst>
  <p:sldIdLst>
    <p:sldId id="2147483644" r:id="rId6"/>
    <p:sldId id="2147483647" r:id="rId7"/>
    <p:sldId id="257" r:id="rId8"/>
    <p:sldId id="256" r:id="rId9"/>
  </p:sldIdLst>
  <p:sldSz cx="12192000" cy="6858000"/>
  <p:notesSz cx="9388475" cy="7102475"/>
  <p:custDataLst>
    <p:tags r:id="rId11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Roadmap Integral" id="{7944BA68-C909-4C50-91AF-ACDF8A17C1E1}">
          <p14:sldIdLst>
            <p14:sldId id="2147483644"/>
            <p14:sldId id="2147483647"/>
            <p14:sldId id="257"/>
            <p14:sldId id="25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618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  <p188:author id="{FCCFEC43-BE54-30AF-1E48-68AFF5B3CA67}" name="Lorenzo Díaz, Pablo" initials="PL" userId="S::p.lorenzo.diaz@accenture.com::bac49e77-f39a-40a2-af48-1e84dc2b788f" providerId="AD"/>
  <p188:author id="{C2CB8F46-4628-E379-54D3-655EB118515E}" name="Bilovsky, Pavel" initials="PB" userId="S::pavel.bilovsky@accenture.com::95cf6684-c4cf-4362-8277-1e6ea4b66279" providerId="AD"/>
  <p188:author id="{6771E5C5-D74F-8E8A-4AAC-9AFA63E3500D}" name="Pietrzyk, Lukasz" initials="LP" userId="S::lukasz.pietrzyk@accenture.com::3c523eea-d990-46ae-90d9-b9bf542e405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7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D9FA"/>
    <a:srgbClr val="D6D6D6"/>
    <a:srgbClr val="122FB1"/>
    <a:srgbClr val="FF9393"/>
    <a:srgbClr val="FFDC6D"/>
    <a:srgbClr val="75D1A3"/>
    <a:srgbClr val="778DF1"/>
    <a:srgbClr val="A0B1F6"/>
    <a:srgbClr val="D9E0FB"/>
    <a:srgbClr val="FF5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1ABD3E9-88A9-E2EE-CEDF-E0A14944CFFF}" v="92" dt="2026-08-18T15:07:35.229"/>
    <p1510:client id="{E553D2D5-3AD1-7340-17EF-D115489BB2EE}" v="64" dt="2026-08-19T14:59:35.317"/>
  </p1510:revLst>
</p1510:revInfo>
</file>

<file path=ppt/tableStyles.xml><?xml version="1.0" encoding="utf-8"?>
<a:tblStyleLst xmlns:a="http://schemas.openxmlformats.org/drawingml/2006/main" def="{5C22544A-7EE6-4342-B048-85BDC9FD1C3A}"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48" y="62"/>
      </p:cViewPr>
      <p:guideLst>
        <p:guide orient="horz" pos="618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commentAuthors" Target="commentAuthors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tags" Target="tags/tag1.xml"/><Relationship Id="rId5" Type="http://schemas.openxmlformats.org/officeDocument/2006/relationships/slideMaster" Target="slideMasters/slideMaster2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clId="Web-{EF31C504-12F0-44D0-1AD2-6892D7DE3569}"/>
    <pc:docChg chg="modSld">
      <pc:chgData name="" userId="" providerId="" clId="Web-{EF31C504-12F0-44D0-1AD2-6892D7DE3569}" dt="2026-08-14T21:35:50.382" v="0" actId="20577"/>
      <pc:docMkLst>
        <pc:docMk/>
      </pc:docMkLst>
      <pc:sldChg chg="modSp">
        <pc:chgData name="" userId="" providerId="" clId="Web-{EF31C504-12F0-44D0-1AD2-6892D7DE3569}" dt="2026-08-14T21:35:50.382" v="0" actId="20577"/>
        <pc:sldMkLst>
          <pc:docMk/>
          <pc:sldMk cId="3057309035" sldId="2147483644"/>
        </pc:sldMkLst>
        <pc:spChg chg="mod">
          <ac:chgData name="" userId="" providerId="" clId="Web-{EF31C504-12F0-44D0-1AD2-6892D7DE3569}" dt="2026-08-14T21:35:50.382" v="0" actId="20577"/>
          <ac:spMkLst>
            <pc:docMk/>
            <pc:sldMk cId="3057309035" sldId="2147483644"/>
            <ac:spMk id="16" creationId="{A5FE71FC-D52B-8760-63A9-F27C8DA5F43C}"/>
          </ac:spMkLst>
        </pc:spChg>
      </pc:sldChg>
    </pc:docChg>
  </pc:docChgLst>
  <pc:docChgLst>
    <pc:chgData name="Antonio Pichardo, Joaquín Ernesto" userId="c87ddcfd-47b6-4d33-88ec-183604329254" providerId="ADAL" clId="{FEED0C0E-EE09-4E8C-9317-9489866A5FB2}"/>
    <pc:docChg chg="undo custSel addSld modSld sldOrd modSection">
      <pc:chgData name="Antonio Pichardo, Joaquín Ernesto" userId="c87ddcfd-47b6-4d33-88ec-183604329254" providerId="ADAL" clId="{FEED0C0E-EE09-4E8C-9317-9489866A5FB2}" dt="2026-08-14T18:56:45.614" v="3861"/>
      <pc:docMkLst>
        <pc:docMk/>
      </pc:docMkLst>
      <pc:sldChg chg="modSp add mod">
        <pc:chgData name="Antonio Pichardo, Joaquín Ernesto" userId="c87ddcfd-47b6-4d33-88ec-183604329254" providerId="ADAL" clId="{FEED0C0E-EE09-4E8C-9317-9489866A5FB2}" dt="2026-08-14T18:56:32.896" v="3859"/>
        <pc:sldMkLst>
          <pc:docMk/>
          <pc:sldMk cId="3579194331" sldId="256"/>
        </pc:sldMkLst>
        <pc:graphicFrameChg chg="mod modGraphic">
          <ac:chgData name="Antonio Pichardo, Joaquín Ernesto" userId="c87ddcfd-47b6-4d33-88ec-183604329254" providerId="ADAL" clId="{FEED0C0E-EE09-4E8C-9317-9489866A5FB2}" dt="2026-08-14T18:56:32.896" v="3859"/>
          <ac:graphicFrameMkLst>
            <pc:docMk/>
            <pc:sldMk cId="3579194331" sldId="256"/>
            <ac:graphicFrameMk id="4" creationId="{F8D99E66-C4F1-536C-7633-5CB69B4E3D79}"/>
          </ac:graphicFrameMkLst>
        </pc:graphicFrameChg>
      </pc:sldChg>
      <pc:sldChg chg="modSp add mod ord">
        <pc:chgData name="Antonio Pichardo, Joaquín Ernesto" userId="c87ddcfd-47b6-4d33-88ec-183604329254" providerId="ADAL" clId="{FEED0C0E-EE09-4E8C-9317-9489866A5FB2}" dt="2026-08-07T18:08:20.321" v="2681" actId="2165"/>
        <pc:sldMkLst>
          <pc:docMk/>
          <pc:sldMk cId="2722494171" sldId="257"/>
        </pc:sldMkLst>
        <pc:graphicFrameChg chg="modGraphic">
          <ac:chgData name="Antonio Pichardo, Joaquín Ernesto" userId="c87ddcfd-47b6-4d33-88ec-183604329254" providerId="ADAL" clId="{FEED0C0E-EE09-4E8C-9317-9489866A5FB2}" dt="2026-08-07T18:08:20.321" v="2681" actId="2165"/>
          <ac:graphicFrameMkLst>
            <pc:docMk/>
            <pc:sldMk cId="2722494171" sldId="257"/>
            <ac:graphicFrameMk id="4" creationId="{AA3C837F-D1B6-9C88-0A0D-C4CC6ADBD2F4}"/>
          </ac:graphicFrameMkLst>
        </pc:graphicFrameChg>
      </pc:sldChg>
      <pc:sldChg chg="modSp mod">
        <pc:chgData name="Antonio Pichardo, Joaquín Ernesto" userId="c87ddcfd-47b6-4d33-88ec-183604329254" providerId="ADAL" clId="{FEED0C0E-EE09-4E8C-9317-9489866A5FB2}" dt="2026-08-14T18:56:45.614" v="3861"/>
        <pc:sldMkLst>
          <pc:docMk/>
          <pc:sldMk cId="1445257452" sldId="2147483647"/>
        </pc:sldMkLst>
        <pc:graphicFrameChg chg="mod modGraphic">
          <ac:chgData name="Antonio Pichardo, Joaquín Ernesto" userId="c87ddcfd-47b6-4d33-88ec-183604329254" providerId="ADAL" clId="{FEED0C0E-EE09-4E8C-9317-9489866A5FB2}" dt="2026-08-14T18:56:45.614" v="3861"/>
          <ac:graphicFrameMkLst>
            <pc:docMk/>
            <pc:sldMk cId="1445257452" sldId="2147483647"/>
            <ac:graphicFrameMk id="4" creationId="{ED2E6E4E-ECA2-5BA9-2D81-F34DD1102390}"/>
          </ac:graphicFrameMkLst>
        </pc:graphicFrameChg>
      </pc:sldChg>
    </pc:docChg>
  </pc:docChgLst>
  <pc:docChgLst>
    <pc:chgData name="Villena, Jose" userId="S::jose.villena.martin@accenture.com::eadb7e09-7b37-48d9-b51e-4fa15d8fe010" providerId="AD" clId="Web-{E553D2D5-3AD1-7340-17EF-D115489BB2EE}"/>
    <pc:docChg chg="modSld">
      <pc:chgData name="Villena, Jose" userId="S::jose.villena.martin@accenture.com::eadb7e09-7b37-48d9-b51e-4fa15d8fe010" providerId="AD" clId="Web-{E553D2D5-3AD1-7340-17EF-D115489BB2EE}" dt="2026-08-19T14:59:35.317" v="56"/>
      <pc:docMkLst>
        <pc:docMk/>
      </pc:docMkLst>
      <pc:sldChg chg="modSp">
        <pc:chgData name="Villena, Jose" userId="S::jose.villena.martin@accenture.com::eadb7e09-7b37-48d9-b51e-4fa15d8fe010" providerId="AD" clId="Web-{E553D2D5-3AD1-7340-17EF-D115489BB2EE}" dt="2026-08-19T14:59:32.832" v="51"/>
        <pc:sldMkLst>
          <pc:docMk/>
          <pc:sldMk cId="3579194331" sldId="256"/>
        </pc:sldMkLst>
        <pc:graphicFrameChg chg="mod modGraphic">
          <ac:chgData name="Villena, Jose" userId="S::jose.villena.martin@accenture.com::eadb7e09-7b37-48d9-b51e-4fa15d8fe010" providerId="AD" clId="Web-{E553D2D5-3AD1-7340-17EF-D115489BB2EE}" dt="2026-08-19T14:59:32.832" v="51"/>
          <ac:graphicFrameMkLst>
            <pc:docMk/>
            <pc:sldMk cId="3579194331" sldId="256"/>
            <ac:graphicFrameMk id="4" creationId="{F8D99E66-C4F1-536C-7633-5CB69B4E3D79}"/>
          </ac:graphicFrameMkLst>
        </pc:graphicFrameChg>
      </pc:sldChg>
      <pc:sldChg chg="modSp">
        <pc:chgData name="Villena, Jose" userId="S::jose.villena.martin@accenture.com::eadb7e09-7b37-48d9-b51e-4fa15d8fe010" providerId="AD" clId="Web-{E553D2D5-3AD1-7340-17EF-D115489BB2EE}" dt="2026-08-19T14:59:35.317" v="56"/>
        <pc:sldMkLst>
          <pc:docMk/>
          <pc:sldMk cId="1445257452" sldId="2147483647"/>
        </pc:sldMkLst>
        <pc:graphicFrameChg chg="mod modGraphic">
          <ac:chgData name="Villena, Jose" userId="S::jose.villena.martin@accenture.com::eadb7e09-7b37-48d9-b51e-4fa15d8fe010" providerId="AD" clId="Web-{E553D2D5-3AD1-7340-17EF-D115489BB2EE}" dt="2026-08-19T14:59:35.317" v="56"/>
          <ac:graphicFrameMkLst>
            <pc:docMk/>
            <pc:sldMk cId="1445257452" sldId="2147483647"/>
            <ac:graphicFrameMk id="4" creationId="{ED2E6E4E-ECA2-5BA9-2D81-F34DD1102390}"/>
          </ac:graphicFrameMkLst>
        </pc:graphicFrameChg>
      </pc:sldChg>
    </pc:docChg>
  </pc:docChgLst>
  <pc:docChgLst>
    <pc:chgData name="Villena, Jose" userId="S::jose.villena.martin@accenture.com::eadb7e09-7b37-48d9-b51e-4fa15d8fe010" providerId="AD" clId="Web-{EF31C504-12F0-44D0-1AD2-6892D7DE3569}"/>
    <pc:docChg chg="modSld">
      <pc:chgData name="Villena, Jose" userId="S::jose.villena.martin@accenture.com::eadb7e09-7b37-48d9-b51e-4fa15d8fe010" providerId="AD" clId="Web-{EF31C504-12F0-44D0-1AD2-6892D7DE3569}" dt="2026-08-14T22:34:45.439" v="230"/>
      <pc:docMkLst>
        <pc:docMk/>
      </pc:docMkLst>
      <pc:sldChg chg="delSp modSp">
        <pc:chgData name="Villena, Jose" userId="S::jose.villena.martin@accenture.com::eadb7e09-7b37-48d9-b51e-4fa15d8fe010" providerId="AD" clId="Web-{EF31C504-12F0-44D0-1AD2-6892D7DE3569}" dt="2026-08-14T21:35:55.961" v="2"/>
        <pc:sldMkLst>
          <pc:docMk/>
          <pc:sldMk cId="3057309035" sldId="2147483644"/>
        </pc:sldMkLst>
        <pc:spChg chg="mod">
          <ac:chgData name="Villena, Jose" userId="S::jose.villena.martin@accenture.com::eadb7e09-7b37-48d9-b51e-4fa15d8fe010" providerId="AD" clId="Web-{EF31C504-12F0-44D0-1AD2-6892D7DE3569}" dt="2026-08-14T21:35:51.976" v="1" actId="20577"/>
          <ac:spMkLst>
            <pc:docMk/>
            <pc:sldMk cId="3057309035" sldId="2147483644"/>
            <ac:spMk id="16" creationId="{A5FE71FC-D52B-8760-63A9-F27C8DA5F43C}"/>
          </ac:spMkLst>
        </pc:spChg>
      </pc:sldChg>
      <pc:sldChg chg="modSp">
        <pc:chgData name="Villena, Jose" userId="S::jose.villena.martin@accenture.com::eadb7e09-7b37-48d9-b51e-4fa15d8fe010" providerId="AD" clId="Web-{EF31C504-12F0-44D0-1AD2-6892D7DE3569}" dt="2026-08-14T22:34:45.439" v="230"/>
        <pc:sldMkLst>
          <pc:docMk/>
          <pc:sldMk cId="1445257452" sldId="2147483647"/>
        </pc:sldMkLst>
        <pc:graphicFrameChg chg="mod modGraphic">
          <ac:chgData name="Villena, Jose" userId="S::jose.villena.martin@accenture.com::eadb7e09-7b37-48d9-b51e-4fa15d8fe010" providerId="AD" clId="Web-{EF31C504-12F0-44D0-1AD2-6892D7DE3569}" dt="2026-08-14T22:34:45.439" v="230"/>
          <ac:graphicFrameMkLst>
            <pc:docMk/>
            <pc:sldMk cId="1445257452" sldId="2147483647"/>
            <ac:graphicFrameMk id="4" creationId="{ED2E6E4E-ECA2-5BA9-2D81-F34DD1102390}"/>
          </ac:graphicFrameMkLst>
        </pc:graphicFrameChg>
      </pc:sldChg>
    </pc:docChg>
  </pc:docChgLst>
  <pc:docChgLst>
    <pc:chgData name="Villena, Jose" userId="S::jose.villena.martin@accenture.com::eadb7e09-7b37-48d9-b51e-4fa15d8fe010" providerId="AD" clId="Web-{51ABD3E9-88A9-E2EE-CEDF-E0A14944CFFF}"/>
    <pc:docChg chg="modSld">
      <pc:chgData name="Villena, Jose" userId="S::jose.villena.martin@accenture.com::eadb7e09-7b37-48d9-b51e-4fa15d8fe010" providerId="AD" clId="Web-{51ABD3E9-88A9-E2EE-CEDF-E0A14944CFFF}" dt="2026-08-18T15:07:35.229" v="91"/>
      <pc:docMkLst>
        <pc:docMk/>
      </pc:docMkLst>
      <pc:sldChg chg="modSp">
        <pc:chgData name="Villena, Jose" userId="S::jose.villena.martin@accenture.com::eadb7e09-7b37-48d9-b51e-4fa15d8fe010" providerId="AD" clId="Web-{51ABD3E9-88A9-E2EE-CEDF-E0A14944CFFF}" dt="2026-08-18T15:07:35.229" v="91"/>
        <pc:sldMkLst>
          <pc:docMk/>
          <pc:sldMk cId="1445257452" sldId="2147483647"/>
        </pc:sldMkLst>
        <pc:graphicFrameChg chg="mod modGraphic">
          <ac:chgData name="Villena, Jose" userId="S::jose.villena.martin@accenture.com::eadb7e09-7b37-48d9-b51e-4fa15d8fe010" providerId="AD" clId="Web-{51ABD3E9-88A9-E2EE-CEDF-E0A14944CFFF}" dt="2026-08-18T15:07:35.229" v="91"/>
          <ac:graphicFrameMkLst>
            <pc:docMk/>
            <pc:sldMk cId="1445257452" sldId="2147483647"/>
            <ac:graphicFrameMk id="4" creationId="{ED2E6E4E-ECA2-5BA9-2D81-F34DD1102390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2"/>
            <a:ext cx="4068339" cy="356357"/>
          </a:xfrm>
          <a:prstGeom prst="rect">
            <a:avLst/>
          </a:prstGeom>
        </p:spPr>
        <p:txBody>
          <a:bodyPr vert="horz" lIns="94218" tIns="47108" rIns="94218" bIns="47108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317966" y="2"/>
            <a:ext cx="4068339" cy="356357"/>
          </a:xfrm>
          <a:prstGeom prst="rect">
            <a:avLst/>
          </a:prstGeom>
        </p:spPr>
        <p:txBody>
          <a:bodyPr vert="horz" lIns="94218" tIns="47108" rIns="94218" bIns="47108" rtlCol="0"/>
          <a:lstStyle>
            <a:lvl1pPr algn="r">
              <a:defRPr sz="1200"/>
            </a:lvl1pPr>
          </a:lstStyle>
          <a:p>
            <a:fld id="{9FC16A05-8790-4117-92B3-5F66A2A22E6C}" type="datetimeFigureOut">
              <a:rPr lang="es-MX" smtClean="0"/>
              <a:t>19/08/2026</a:t>
            </a:fld>
            <a:endParaRPr lang="es-MX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63813" y="887413"/>
            <a:ext cx="4260850" cy="239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218" tIns="47108" rIns="94218" bIns="47108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38848" y="3418066"/>
            <a:ext cx="7510780" cy="2796600"/>
          </a:xfrm>
          <a:prstGeom prst="rect">
            <a:avLst/>
          </a:prstGeom>
        </p:spPr>
        <p:txBody>
          <a:bodyPr vert="horz" lIns="94218" tIns="47108" rIns="94218" bIns="47108" rtlCol="0"/>
          <a:lstStyle/>
          <a:p>
            <a:pPr lvl="0"/>
            <a:r>
              <a:rPr lang="es-MX" err="1"/>
              <a:t>Click</a:t>
            </a:r>
            <a:r>
              <a:rPr lang="es-MX"/>
              <a:t> </a:t>
            </a:r>
            <a:r>
              <a:rPr lang="es-MX" err="1"/>
              <a:t>to</a:t>
            </a:r>
            <a:r>
              <a:rPr lang="es-MX"/>
              <a:t> </a:t>
            </a:r>
            <a:r>
              <a:rPr lang="es-MX" err="1"/>
              <a:t>edit</a:t>
            </a:r>
            <a:r>
              <a:rPr lang="es-MX"/>
              <a:t> Master </a:t>
            </a:r>
            <a:r>
              <a:rPr lang="es-MX" err="1"/>
              <a:t>text</a:t>
            </a:r>
            <a:r>
              <a:rPr lang="es-MX"/>
              <a:t> </a:t>
            </a:r>
            <a:r>
              <a:rPr lang="es-MX" err="1"/>
              <a:t>styles</a:t>
            </a:r>
            <a:endParaRPr lang="es-MX"/>
          </a:p>
          <a:p>
            <a:pPr lvl="1"/>
            <a:r>
              <a:rPr lang="es-MX" err="1"/>
              <a:t>Second</a:t>
            </a:r>
            <a:r>
              <a:rPr lang="es-MX"/>
              <a:t> </a:t>
            </a:r>
            <a:r>
              <a:rPr lang="es-MX" err="1"/>
              <a:t>level</a:t>
            </a:r>
            <a:endParaRPr lang="es-MX"/>
          </a:p>
          <a:p>
            <a:pPr lvl="2"/>
            <a:r>
              <a:rPr lang="es-MX" err="1"/>
              <a:t>Third</a:t>
            </a:r>
            <a:r>
              <a:rPr lang="es-MX"/>
              <a:t> </a:t>
            </a:r>
            <a:r>
              <a:rPr lang="es-MX" err="1"/>
              <a:t>level</a:t>
            </a:r>
            <a:endParaRPr lang="es-MX"/>
          </a:p>
          <a:p>
            <a:pPr lvl="3"/>
            <a:r>
              <a:rPr lang="es-MX" err="1"/>
              <a:t>Fourth</a:t>
            </a:r>
            <a:r>
              <a:rPr lang="es-MX"/>
              <a:t> </a:t>
            </a:r>
            <a:r>
              <a:rPr lang="es-MX" err="1"/>
              <a:t>level</a:t>
            </a:r>
            <a:endParaRPr lang="es-MX"/>
          </a:p>
          <a:p>
            <a:pPr lvl="4"/>
            <a:r>
              <a:rPr lang="es-MX" err="1"/>
              <a:t>Fifth</a:t>
            </a:r>
            <a:r>
              <a:rPr lang="es-MX"/>
              <a:t> </a:t>
            </a:r>
            <a:r>
              <a:rPr lang="es-MX" err="1"/>
              <a:t>level</a:t>
            </a:r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6746119"/>
            <a:ext cx="4068339" cy="356356"/>
          </a:xfrm>
          <a:prstGeom prst="rect">
            <a:avLst/>
          </a:prstGeom>
        </p:spPr>
        <p:txBody>
          <a:bodyPr vert="horz" lIns="94218" tIns="47108" rIns="94218" bIns="47108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317966" y="6746119"/>
            <a:ext cx="4068339" cy="356356"/>
          </a:xfrm>
          <a:prstGeom prst="rect">
            <a:avLst/>
          </a:prstGeom>
        </p:spPr>
        <p:txBody>
          <a:bodyPr vert="horz" lIns="94218" tIns="47108" rIns="94218" bIns="47108" rtlCol="0" anchor="b"/>
          <a:lstStyle>
            <a:lvl1pPr algn="r">
              <a:defRPr sz="1200"/>
            </a:lvl1pPr>
          </a:lstStyle>
          <a:p>
            <a:fld id="{6072C5D8-91B8-40D4-9C9A-31EB0EF7358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448822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2C5D8-91B8-40D4-9C9A-31EB0EF7358E}" type="slidenum">
              <a:rPr lang="es-MX" smtClean="0"/>
              <a:t>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96530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4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5.xml"/><Relationship Id="rId4" Type="http://schemas.openxmlformats.org/officeDocument/2006/relationships/image" Target="../media/image4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5_Title: Black7 Acquisition+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erson using a touch screen device&#10;&#10;AI-generated content may be incorrect.">
            <a:extLst>
              <a:ext uri="{FF2B5EF4-FFF2-40B4-BE49-F238E27FC236}">
                <a16:creationId xmlns:a16="http://schemas.microsoft.com/office/drawing/2014/main" id="{BAE2F574-6D9D-D170-7CC9-D5369BF9F79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2B259214-9187-BC39-B7CE-21BF4286F55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56000">
                <a:schemeClr val="bg1">
                  <a:alpha val="0"/>
                </a:schemeClr>
              </a:gs>
              <a:gs pos="99000">
                <a:schemeClr val="bg1">
                  <a:alpha val="50224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s-MX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7524701-2790-4705-8FD4-F1B02CBB78F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1090024" y="2737373"/>
            <a:ext cx="10027921" cy="1459477"/>
          </a:xfrm>
        </p:spPr>
        <p:txBody>
          <a:bodyPr anchor="b"/>
          <a:lstStyle>
            <a:lvl1pPr algn="l">
              <a:lnSpc>
                <a:spcPct val="90000"/>
              </a:lnSpc>
              <a:defRPr sz="4800" b="1">
                <a:solidFill>
                  <a:schemeClr val="tx1"/>
                </a:solidFill>
                <a:latin typeface="Graphik (Body)"/>
              </a:defRPr>
            </a:lvl1pPr>
          </a:lstStyle>
          <a:p>
            <a:r>
              <a:rPr lang="es-MX"/>
              <a:t>Place </a:t>
            </a:r>
            <a:r>
              <a:rPr lang="es-MX" err="1"/>
              <a:t>title</a:t>
            </a:r>
            <a:br>
              <a:rPr lang="es-MX"/>
            </a:br>
            <a:r>
              <a:rPr lang="es-MX" err="1"/>
              <a:t>here</a:t>
            </a:r>
            <a:endParaRPr lang="es-MX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E2B04ECA-6F5D-4ABE-B739-A5A49172479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1090024" y="4355303"/>
            <a:ext cx="10027921" cy="481496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1200"/>
              </a:spcAft>
              <a:buNone/>
              <a:defRPr sz="2000" b="0" i="0" spc="0">
                <a:solidFill>
                  <a:schemeClr val="tx1"/>
                </a:solidFill>
                <a:latin typeface="Graphik" panose="020B050303020206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s-MX"/>
              <a:t>Place </a:t>
            </a:r>
            <a:r>
              <a:rPr lang="es-MX" err="1"/>
              <a:t>subtitle</a:t>
            </a:r>
            <a:r>
              <a:rPr lang="es-MX"/>
              <a:t> </a:t>
            </a:r>
            <a:r>
              <a:rPr lang="es-MX" err="1"/>
              <a:t>here</a:t>
            </a:r>
            <a:r>
              <a:rPr lang="es-MX"/>
              <a:t> in 20pt</a:t>
            </a:r>
          </a:p>
        </p:txBody>
      </p:sp>
    </p:spTree>
    <p:extLst>
      <p:ext uri="{BB962C8B-B14F-4D97-AF65-F5344CB8AC3E}">
        <p14:creationId xmlns:p14="http://schemas.microsoft.com/office/powerpoint/2010/main" val="26099860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C98CCB9B-96E8-04A3-7D20-5CE363AC85BF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6082308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5" progId="TCLayout.ActiveDocument.1">
                  <p:embed/>
                </p:oleObj>
              </mc:Choice>
              <mc:Fallback>
                <p:oleObj name="think-cell Slide" r:id="rId3" imgW="404" imgH="405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98CCB9B-96E8-04A3-7D20-5CE363AC85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1B7CF7BC-FF1E-5B4B-9A83-BFEA75EC2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999" y="426769"/>
            <a:ext cx="11143252" cy="535256"/>
          </a:xfrm>
        </p:spPr>
        <p:txBody>
          <a:bodyPr vert="horz" rIns="91440" anchor="ctr">
            <a:normAutofit/>
          </a:bodyPr>
          <a:lstStyle>
            <a:lvl1pPr>
              <a:defRPr sz="2400" b="1"/>
            </a:lvl1pPr>
          </a:lstStyle>
          <a:p>
            <a:r>
              <a:rPr lang="es-MX" err="1"/>
              <a:t>Click</a:t>
            </a:r>
            <a:r>
              <a:rPr lang="es-MX"/>
              <a:t> </a:t>
            </a:r>
            <a:r>
              <a:rPr lang="es-MX" err="1"/>
              <a:t>to</a:t>
            </a:r>
            <a:r>
              <a:rPr lang="es-MX"/>
              <a:t> </a:t>
            </a:r>
            <a:r>
              <a:rPr lang="es-MX" err="1"/>
              <a:t>edit</a:t>
            </a:r>
            <a:r>
              <a:rPr lang="es-MX"/>
              <a:t> Master </a:t>
            </a:r>
            <a:r>
              <a:rPr lang="es-MX" err="1"/>
              <a:t>title</a:t>
            </a:r>
            <a:r>
              <a:rPr lang="es-MX"/>
              <a:t> </a:t>
            </a:r>
            <a:r>
              <a:rPr lang="es-MX" err="1"/>
              <a:t>style</a:t>
            </a:r>
            <a:endParaRPr lang="es-MX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FD2119-EBE8-FD44-BEB1-EBA89E658B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ED0BE594-FD18-9164-2100-24A0BE6789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8561" y="6490025"/>
            <a:ext cx="326254" cy="201168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800">
                <a:solidFill>
                  <a:srgbClr val="0041F0"/>
                </a:solidFill>
              </a:defRPr>
            </a:lvl1pPr>
          </a:lstStyle>
          <a:p>
            <a:fld id="{1F90F471-3972-4120-B8B3-0237DE626C35}" type="slidenum">
              <a:rPr lang="es-MX" smtClean="0"/>
              <a:pPr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422563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C98CCB9B-96E8-04A3-7D20-5CE363AC85BF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6082308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5" progId="TCLayout.ActiveDocument.1">
                  <p:embed/>
                </p:oleObj>
              </mc:Choice>
              <mc:Fallback>
                <p:oleObj name="think-cell Slide" r:id="rId3" imgW="404" imgH="405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98CCB9B-96E8-04A3-7D20-5CE363AC85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08996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7" Type="http://schemas.openxmlformats.org/officeDocument/2006/relationships/image" Target="../media/image2.em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1.bin"/><Relationship Id="rId4" Type="http://schemas.openxmlformats.org/officeDocument/2006/relationships/tags" Target="../tags/tag2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 Same Side Corner Rectangle 4">
            <a:extLst>
              <a:ext uri="{FF2B5EF4-FFF2-40B4-BE49-F238E27FC236}">
                <a16:creationId xmlns:a16="http://schemas.microsoft.com/office/drawing/2014/main" id="{EAFB520D-C066-8D1A-E67B-BDB98A0C7486}"/>
              </a:ext>
            </a:extLst>
          </p:cNvPr>
          <p:cNvSpPr/>
          <p:nvPr userDrawn="1"/>
        </p:nvSpPr>
        <p:spPr>
          <a:xfrm rot="16200000">
            <a:off x="9717391" y="4285641"/>
            <a:ext cx="352494" cy="4596729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s-MX"/>
          </a:p>
        </p:txBody>
      </p:sp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1CE4BEC9-9890-3349-9E67-823D9343ABD2}"/>
              </a:ext>
            </a:extLst>
          </p:cNvPr>
          <p:cNvGraphicFramePr>
            <a:graphicFrameLocks/>
          </p:cNvGraphicFramePr>
          <p:nvPr userDrawn="1"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369779234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95" imgH="394" progId="TCLayout.ActiveDocument.1">
                  <p:embed/>
                </p:oleObj>
              </mc:Choice>
              <mc:Fallback>
                <p:oleObj name="think-cell Slide" r:id="rId5" imgW="395" imgH="394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CE4BEC9-9890-3349-9E67-823D9343ABD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AE722738-7C96-E8CF-04DC-3D2F9296DDD7}"/>
              </a:ext>
            </a:extLst>
          </p:cNvPr>
          <p:cNvSpPr txBox="1"/>
          <p:nvPr userDrawn="1"/>
        </p:nvSpPr>
        <p:spPr>
          <a:xfrm>
            <a:off x="7744022" y="6536348"/>
            <a:ext cx="3706394" cy="12931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s-MX" sz="800" b="0" i="0">
                <a:solidFill>
                  <a:schemeClr val="bg1"/>
                </a:solidFill>
                <a:latin typeface="Graphik" panose="020B0503030202060203" pitchFamily="34" charset="77"/>
              </a:rPr>
              <a:t>Copyright © 2026 Accenture. </a:t>
            </a:r>
            <a:r>
              <a:rPr lang="es-MX" sz="800" b="0" i="0" err="1">
                <a:solidFill>
                  <a:schemeClr val="bg1"/>
                </a:solidFill>
                <a:latin typeface="Graphik" panose="020B0503030202060203" pitchFamily="34" charset="77"/>
              </a:rPr>
              <a:t>All</a:t>
            </a:r>
            <a:r>
              <a:rPr lang="es-MX" sz="800" b="0" i="0">
                <a:solidFill>
                  <a:schemeClr val="bg1"/>
                </a:solidFill>
                <a:latin typeface="Graphik" panose="020B0503030202060203" pitchFamily="34" charset="77"/>
              </a:rPr>
              <a:t> </a:t>
            </a:r>
            <a:r>
              <a:rPr lang="es-MX" sz="800" b="0" i="0" err="1">
                <a:solidFill>
                  <a:schemeClr val="bg1"/>
                </a:solidFill>
                <a:latin typeface="Graphik" panose="020B0503030202060203" pitchFamily="34" charset="77"/>
              </a:rPr>
              <a:t>rights</a:t>
            </a:r>
            <a:r>
              <a:rPr lang="es-MX" sz="800" b="0" i="0">
                <a:solidFill>
                  <a:schemeClr val="bg1"/>
                </a:solidFill>
                <a:latin typeface="Graphik" panose="020B0503030202060203" pitchFamily="34" charset="77"/>
              </a:rPr>
              <a:t> </a:t>
            </a:r>
            <a:r>
              <a:rPr lang="es-MX" sz="800" b="0" i="0" err="1">
                <a:solidFill>
                  <a:schemeClr val="bg1"/>
                </a:solidFill>
                <a:latin typeface="Graphik" panose="020B0503030202060203" pitchFamily="34" charset="77"/>
              </a:rPr>
              <a:t>reserved</a:t>
            </a:r>
            <a:r>
              <a:rPr lang="es-MX" sz="800" b="0" i="0">
                <a:solidFill>
                  <a:schemeClr val="bg1"/>
                </a:solidFill>
                <a:latin typeface="Graphik" panose="020B0503030202060203" pitchFamily="34" charset="77"/>
              </a:rPr>
              <a:t>. </a:t>
            </a:r>
            <a:r>
              <a:rPr lang="es-MX" sz="800" b="0" i="0" err="1">
                <a:solidFill>
                  <a:schemeClr val="bg1"/>
                </a:solidFill>
                <a:latin typeface="Graphik" panose="020B0503030202060203" pitchFamily="34" charset="77"/>
              </a:rPr>
              <a:t>For</a:t>
            </a:r>
            <a:r>
              <a:rPr lang="es-MX" sz="800" b="0" i="0">
                <a:solidFill>
                  <a:schemeClr val="bg1"/>
                </a:solidFill>
                <a:latin typeface="Graphik" panose="020B0503030202060203" pitchFamily="34" charset="77"/>
              </a:rPr>
              <a:t> </a:t>
            </a:r>
            <a:r>
              <a:rPr lang="es-MX" sz="800" b="0" i="0" err="1">
                <a:solidFill>
                  <a:schemeClr val="bg1"/>
                </a:solidFill>
                <a:latin typeface="Graphik" panose="020B0503030202060203" pitchFamily="34" charset="77"/>
              </a:rPr>
              <a:t>internal</a:t>
            </a:r>
            <a:r>
              <a:rPr lang="es-MX" sz="800" b="0" i="0">
                <a:solidFill>
                  <a:schemeClr val="bg1"/>
                </a:solidFill>
                <a:latin typeface="Graphik" panose="020B0503030202060203" pitchFamily="34" charset="77"/>
              </a:rPr>
              <a:t> use </a:t>
            </a:r>
            <a:r>
              <a:rPr lang="es-MX" sz="800" b="0" i="0" err="1">
                <a:solidFill>
                  <a:schemeClr val="bg1"/>
                </a:solidFill>
                <a:latin typeface="Graphik" panose="020B0503030202060203" pitchFamily="34" charset="77"/>
              </a:rPr>
              <a:t>only</a:t>
            </a:r>
            <a:endParaRPr lang="es-MX" sz="800" b="0" i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7F41F2D-1C50-0F94-9101-DA1CBDA3D526}"/>
              </a:ext>
            </a:extLst>
          </p:cNvPr>
          <p:cNvSpPr/>
          <p:nvPr userDrawn="1"/>
        </p:nvSpPr>
        <p:spPr>
          <a:xfrm>
            <a:off x="11458505" y="6407757"/>
            <a:ext cx="352495" cy="35249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s-MX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10547A-D4D8-E0AE-BA2C-9B1BBFB7EB0C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437055" y="6437763"/>
            <a:ext cx="1969699" cy="227899"/>
          </a:xfrm>
          <a:prstGeom prst="rect">
            <a:avLst/>
          </a:prstGeom>
        </p:spPr>
      </p:pic>
      <p:sp>
        <p:nvSpPr>
          <p:cNvPr id="8" name="Round Same Side Corner Rectangle 7">
            <a:extLst>
              <a:ext uri="{FF2B5EF4-FFF2-40B4-BE49-F238E27FC236}">
                <a16:creationId xmlns:a16="http://schemas.microsoft.com/office/drawing/2014/main" id="{9C5277BC-A3BB-C054-BC04-1BAEC5D46FF6}"/>
              </a:ext>
            </a:extLst>
          </p:cNvPr>
          <p:cNvSpPr/>
          <p:nvPr userDrawn="1"/>
        </p:nvSpPr>
        <p:spPr>
          <a:xfrm rot="16200000">
            <a:off x="11752405" y="125598"/>
            <a:ext cx="381000" cy="498191"/>
          </a:xfrm>
          <a:prstGeom prst="round2Same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s-MX"/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243CD3F4-7A2D-EAA7-4585-CFC2755F32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8561" y="6490025"/>
            <a:ext cx="326254" cy="201168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800">
                <a:solidFill>
                  <a:srgbClr val="0041F0"/>
                </a:solidFill>
              </a:defRPr>
            </a:lvl1pPr>
          </a:lstStyle>
          <a:p>
            <a:fld id="{1F90F471-3972-4120-B8B3-0237DE626C35}" type="slidenum">
              <a:rPr lang="es-MX" smtClean="0"/>
              <a:pPr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70228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36" r:id="rId1"/>
    <p:sldLayoutId id="2147484637" r:id="rId2"/>
  </p:sldLayoutIdLst>
  <p:hf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Graphik" panose="020B0503030202060203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503030202060203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1113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503030202060203" pitchFamily="34" charset="0"/>
        <a:buNone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100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8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0">
          <p15:clr>
            <a:srgbClr val="C35EA4"/>
          </p15:clr>
        </p15:guide>
        <p15:guide id="2" orient="horz" pos="3976">
          <p15:clr>
            <a:srgbClr val="C35EA4"/>
          </p15:clr>
        </p15:guide>
        <p15:guide id="3" pos="240">
          <p15:clr>
            <a:srgbClr val="C35EA4"/>
          </p15:clr>
        </p15:guide>
        <p15:guide id="4" pos="7440">
          <p15:clr>
            <a:srgbClr val="C35EA4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1CE4BEC9-9890-3349-9E67-823D9343ABD2}"/>
              </a:ext>
            </a:extLst>
          </p:cNvPr>
          <p:cNvGraphicFramePr>
            <a:graphicFrameLocks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369779234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CE4BEC9-9890-3349-9E67-823D9343ABD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828316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40" r:id="rId1"/>
  </p:sldLayoutIdLst>
  <p:hf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Graphik" panose="020B0503030202060203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503030202060203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1113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503030202060203" pitchFamily="34" charset="0"/>
        <a:buNone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100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8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0">
          <p15:clr>
            <a:srgbClr val="C35EA4"/>
          </p15:clr>
        </p15:guide>
        <p15:guide id="2" orient="horz" pos="3976">
          <p15:clr>
            <a:srgbClr val="C35EA4"/>
          </p15:clr>
        </p15:guide>
        <p15:guide id="3" pos="240">
          <p15:clr>
            <a:srgbClr val="C35EA4"/>
          </p15:clr>
        </p15:guide>
        <p15:guide id="4" pos="7440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3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4" Type="http://schemas.openxmlformats.org/officeDocument/2006/relationships/image" Target="../media/image5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4" Type="http://schemas.openxmlformats.org/officeDocument/2006/relationships/image" Target="../media/image5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Relationship Id="rId4" Type="http://schemas.openxmlformats.org/officeDocument/2006/relationships/image" Target="../media/image5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A70D0AC6-E458-5A06-11D9-F04ADA9B1E61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3354662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70D0AC6-E458-5A06-11D9-F04ADA9B1E6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le 4">
            <a:extLst>
              <a:ext uri="{FF2B5EF4-FFF2-40B4-BE49-F238E27FC236}">
                <a16:creationId xmlns:a16="http://schemas.microsoft.com/office/drawing/2014/main" id="{39E837A8-7F88-6603-96C8-99FC36BC52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1001" y="2783381"/>
            <a:ext cx="5715000" cy="1459477"/>
          </a:xfrm>
        </p:spPr>
        <p:txBody>
          <a:bodyPr vert="horz" rIns="91440"/>
          <a:lstStyle/>
          <a:p>
            <a:r>
              <a:rPr lang="es-MX" noProof="0">
                <a:latin typeface="Graphik" panose="020B0503030202060203" pitchFamily="34" charset="77"/>
              </a:rPr>
              <a:t>Arquitectura Plan Director</a:t>
            </a:r>
          </a:p>
        </p:txBody>
      </p:sp>
      <p:sp>
        <p:nvSpPr>
          <p:cNvPr id="16" name="Subtitle 5">
            <a:extLst>
              <a:ext uri="{FF2B5EF4-FFF2-40B4-BE49-F238E27FC236}">
                <a16:creationId xmlns:a16="http://schemas.microsoft.com/office/drawing/2014/main" id="{A5FE71FC-D52B-8760-63A9-F27C8DA5F43C}"/>
              </a:ext>
            </a:extLst>
          </p:cNvPr>
          <p:cNvSpPr txBox="1">
            <a:spLocks/>
          </p:cNvSpPr>
          <p:nvPr/>
        </p:nvSpPr>
        <p:spPr bwMode="black">
          <a:xfrm>
            <a:off x="513271" y="6114211"/>
            <a:ext cx="1756104" cy="2667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000" b="0" i="0" kern="1200" spc="0">
                <a:solidFill>
                  <a:schemeClr val="tx1"/>
                </a:solidFill>
                <a:latin typeface="Graphik" panose="020B0503030202060203" pitchFamily="34" charset="0"/>
                <a:ea typeface="+mn-ea"/>
                <a:cs typeface="+mn-cs"/>
              </a:defRPr>
            </a:lvl1pPr>
            <a:lvl2pPr marL="457200" indent="0" algn="ctr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Arial" panose="020B0503030202060203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503030202060203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b="1">
                <a:latin typeface="Graphik"/>
              </a:rPr>
              <a:t>Agosto 2026</a:t>
            </a:r>
            <a:endParaRPr lang="es-MX" sz="1400"/>
          </a:p>
        </p:txBody>
      </p:sp>
    </p:spTree>
    <p:extLst>
      <p:ext uri="{BB962C8B-B14F-4D97-AF65-F5344CB8AC3E}">
        <p14:creationId xmlns:p14="http://schemas.microsoft.com/office/powerpoint/2010/main" val="30573090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C9659C07-AA27-95B0-EB8D-A61B7E1502A6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9162064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3" progId="TCLayout.ActiveDocument.1">
                  <p:embed/>
                </p:oleObj>
              </mc:Choice>
              <mc:Fallback>
                <p:oleObj name="think-cell Slide" r:id="rId3" imgW="404" imgH="403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9659C07-AA27-95B0-EB8D-A61B7E1502A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A8D6AA99-3919-D064-AA26-ED401C9D21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91440"/>
          <a:lstStyle/>
          <a:p>
            <a:r>
              <a:rPr lang="es-MX"/>
              <a:t>Seguimiento de actividades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E0FBA4F-BD1C-0BA1-3E3D-63E21F5894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F90F471-3972-4120-B8B3-0237DE626C35}" type="slidenum">
              <a:rPr lang="es-MX" smtClean="0"/>
              <a:pPr/>
              <a:t>2</a:t>
            </a:fld>
            <a:endParaRPr lang="es-MX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D2E6E4E-ECA2-5BA9-2D81-F34DD11023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4234243"/>
              </p:ext>
            </p:extLst>
          </p:nvPr>
        </p:nvGraphicFramePr>
        <p:xfrm>
          <a:off x="109141" y="962025"/>
          <a:ext cx="11890202" cy="52687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30">
                  <a:extLst>
                    <a:ext uri="{9D8B030D-6E8A-4147-A177-3AD203B41FA5}">
                      <a16:colId xmlns:a16="http://schemas.microsoft.com/office/drawing/2014/main" val="193298603"/>
                    </a:ext>
                  </a:extLst>
                </a:gridCol>
                <a:gridCol w="5143287">
                  <a:extLst>
                    <a:ext uri="{9D8B030D-6E8A-4147-A177-3AD203B41FA5}">
                      <a16:colId xmlns:a16="http://schemas.microsoft.com/office/drawing/2014/main" val="1194936547"/>
                    </a:ext>
                  </a:extLst>
                </a:gridCol>
                <a:gridCol w="1397480">
                  <a:extLst>
                    <a:ext uri="{9D8B030D-6E8A-4147-A177-3AD203B41FA5}">
                      <a16:colId xmlns:a16="http://schemas.microsoft.com/office/drawing/2014/main" val="3540601993"/>
                    </a:ext>
                  </a:extLst>
                </a:gridCol>
                <a:gridCol w="1319841">
                  <a:extLst>
                    <a:ext uri="{9D8B030D-6E8A-4147-A177-3AD203B41FA5}">
                      <a16:colId xmlns:a16="http://schemas.microsoft.com/office/drawing/2014/main" val="3090216071"/>
                    </a:ext>
                  </a:extLst>
                </a:gridCol>
                <a:gridCol w="983412">
                  <a:extLst>
                    <a:ext uri="{9D8B030D-6E8A-4147-A177-3AD203B41FA5}">
                      <a16:colId xmlns:a16="http://schemas.microsoft.com/office/drawing/2014/main" val="839572793"/>
                    </a:ext>
                  </a:extLst>
                </a:gridCol>
                <a:gridCol w="2760452">
                  <a:extLst>
                    <a:ext uri="{9D8B030D-6E8A-4147-A177-3AD203B41FA5}">
                      <a16:colId xmlns:a16="http://schemas.microsoft.com/office/drawing/2014/main" val="1420762516"/>
                    </a:ext>
                  </a:extLst>
                </a:gridCol>
              </a:tblGrid>
              <a:tr h="485443">
                <a:tc>
                  <a:txBody>
                    <a:bodyPr/>
                    <a:lstStyle/>
                    <a:p>
                      <a:pPr algn="ctr"/>
                      <a:r>
                        <a:rPr lang="es-MX" sz="1200" b="1" kern="1200">
                          <a:solidFill>
                            <a:schemeClr val="lt1"/>
                          </a:solidFill>
                          <a:latin typeface="+mj-lt"/>
                          <a:ea typeface="+mn-ea"/>
                          <a:cs typeface="+mn-cs"/>
                        </a:rPr>
                        <a:t>#</a:t>
                      </a:r>
                    </a:p>
                  </a:txBody>
                  <a:tcPr anchor="ctr">
                    <a:lnB w="38100" cmpd="sng">
                      <a:noFill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200" dirty="0">
                          <a:latin typeface="+mj-lt"/>
                        </a:rPr>
                        <a:t>Actividad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200" dirty="0">
                          <a:latin typeface="+mj-lt"/>
                        </a:rPr>
                        <a:t>Responsable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200">
                          <a:latin typeface="+mj-lt"/>
                        </a:rPr>
                        <a:t>Fecha compromiso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200">
                          <a:latin typeface="+mj-lt"/>
                        </a:rPr>
                        <a:t>Estatus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200" dirty="0">
                          <a:latin typeface="+mj-lt"/>
                        </a:rPr>
                        <a:t>Comentarios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9057825"/>
                  </a:ext>
                </a:extLst>
              </a:tr>
              <a:tr h="48544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100" noProof="0" dirty="0">
                          <a:solidFill>
                            <a:srgbClr val="000000"/>
                          </a:solidFill>
                          <a:effectLst/>
                          <a:latin typeface="Graphik" panose="020B0503030202060203" pitchFamily="34" charset="0"/>
                        </a:rPr>
                        <a:t>Agendar sesiones de explicación a profundidad del </a:t>
                      </a:r>
                      <a:r>
                        <a:rPr lang="es-MX" sz="1100" noProof="0" dirty="0" err="1">
                          <a:solidFill>
                            <a:srgbClr val="000000"/>
                          </a:solidFill>
                          <a:effectLst/>
                          <a:latin typeface="Graphik" panose="020B0503030202060203" pitchFamily="34" charset="0"/>
                        </a:rPr>
                        <a:t>InterAct</a:t>
                      </a:r>
                      <a:r>
                        <a:rPr lang="es-MX" sz="1100" noProof="0" dirty="0">
                          <a:solidFill>
                            <a:srgbClr val="000000"/>
                          </a:solidFill>
                          <a:effectLst/>
                          <a:latin typeface="Graphik" panose="020B0503030202060203" pitchFamily="34" charset="0"/>
                        </a:rPr>
                        <a:t> y el Bus</a:t>
                      </a:r>
                    </a:p>
                  </a:txBody>
                  <a:tcPr marL="6350" marR="6350" marT="635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Graphik" panose="020B0503030202060203" pitchFamily="34" charset="0"/>
                          <a:ea typeface="+mn-ea"/>
                          <a:cs typeface="+mn-cs"/>
                        </a:rPr>
                        <a:t>Edgar M.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Graphik" panose="020B0503030202060203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Graphik" panose="020B0503030202060203" pitchFamily="34" charset="0"/>
                          <a:ea typeface="+mn-ea"/>
                          <a:cs typeface="+mn-cs"/>
                        </a:rPr>
                        <a:t>Pendiente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MX" sz="1100" dirty="0">
                        <a:latin typeface="Graphik" panose="020B0503030202060203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5509455"/>
                  </a:ext>
                </a:extLst>
              </a:tr>
              <a:tr h="55182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100" noProof="0" dirty="0">
                          <a:solidFill>
                            <a:srgbClr val="000000"/>
                          </a:solidFill>
                          <a:effectLst/>
                          <a:latin typeface="Graphik" panose="020B0503030202060203" pitchFamily="34" charset="0"/>
                        </a:rPr>
                        <a:t>Validar Inventario de aplicaciones con la Dirección (Octavio, Pablo)</a:t>
                      </a:r>
                    </a:p>
                  </a:txBody>
                  <a:tcPr marL="6350" marR="6350" marT="635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Graphik" panose="020B0503030202060203" pitchFamily="34" charset="0"/>
                          <a:ea typeface="+mn-ea"/>
                          <a:cs typeface="+mn-cs"/>
                        </a:rPr>
                        <a:t>Edgar M.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Graphik" panose="020B0503030202060203" pitchFamily="34" charset="0"/>
                          <a:ea typeface="+mn-ea"/>
                          <a:cs typeface="+mn-cs"/>
                        </a:rPr>
                        <a:t>10 Agosto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22FB1"/>
                          </a:solidFill>
                          <a:effectLst/>
                          <a:uLnTx/>
                          <a:uFillTx/>
                          <a:latin typeface="Graphik" panose="020B0503030202060203" pitchFamily="34" charset="0"/>
                          <a:ea typeface="+mn-ea"/>
                          <a:cs typeface="+mn-cs"/>
                        </a:rPr>
                        <a:t>En proceso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D2D9FA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MX" sz="1100" dirty="0">
                        <a:latin typeface="Graphik" panose="020B0503030202060203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7563985"/>
                  </a:ext>
                </a:extLst>
              </a:tr>
              <a:tr h="55182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3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100" noProof="0" dirty="0">
                          <a:solidFill>
                            <a:srgbClr val="000000"/>
                          </a:solidFill>
                          <a:effectLst/>
                          <a:latin typeface="Graphik" panose="020B0503030202060203" pitchFamily="34" charset="0"/>
                        </a:rPr>
                        <a:t>Proporcionar </a:t>
                      </a:r>
                      <a:r>
                        <a:rPr lang="es-MX" sz="1100" noProof="0" dirty="0" err="1">
                          <a:solidFill>
                            <a:srgbClr val="000000"/>
                          </a:solidFill>
                          <a:effectLst/>
                          <a:latin typeface="Graphik" panose="020B0503030202060203" pitchFamily="34" charset="0"/>
                        </a:rPr>
                        <a:t>feedback</a:t>
                      </a:r>
                      <a:r>
                        <a:rPr lang="es-MX" sz="1100" noProof="0" dirty="0">
                          <a:solidFill>
                            <a:srgbClr val="000000"/>
                          </a:solidFill>
                          <a:effectLst/>
                          <a:latin typeface="Graphik" panose="020B0503030202060203" pitchFamily="34" charset="0"/>
                        </a:rPr>
                        <a:t> del documento del </a:t>
                      </a:r>
                      <a:r>
                        <a:rPr lang="es-MX" sz="1100" noProof="0" dirty="0" err="1">
                          <a:solidFill>
                            <a:srgbClr val="000000"/>
                          </a:solidFill>
                          <a:effectLst/>
                          <a:latin typeface="Graphik" panose="020B0503030202060203" pitchFamily="34" charset="0"/>
                        </a:rPr>
                        <a:t>Design</a:t>
                      </a:r>
                      <a:r>
                        <a:rPr lang="es-MX" sz="1100" noProof="0" dirty="0">
                          <a:solidFill>
                            <a:srgbClr val="000000"/>
                          </a:solidFill>
                          <a:effectLst/>
                          <a:latin typeface="Graphik" panose="020B0503030202060203" pitchFamily="34" charset="0"/>
                        </a:rPr>
                        <a:t> </a:t>
                      </a:r>
                      <a:r>
                        <a:rPr lang="es-MX" sz="1100" noProof="0" dirty="0" err="1">
                          <a:solidFill>
                            <a:srgbClr val="000000"/>
                          </a:solidFill>
                          <a:effectLst/>
                          <a:latin typeface="Graphik" panose="020B0503030202060203" pitchFamily="34" charset="0"/>
                        </a:rPr>
                        <a:t>Authority</a:t>
                      </a:r>
                      <a:endParaRPr lang="es-MX" sz="1100" noProof="0" dirty="0">
                        <a:solidFill>
                          <a:srgbClr val="000000"/>
                        </a:solidFill>
                        <a:effectLst/>
                        <a:latin typeface="Graphik" panose="020B0503030202060203" pitchFamily="34" charset="0"/>
                      </a:endParaRPr>
                    </a:p>
                  </a:txBody>
                  <a:tcPr marL="6350" marR="6350" marT="635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Graphik" panose="020B0503030202060203" pitchFamily="34" charset="0"/>
                          <a:ea typeface="+mn-ea"/>
                          <a:cs typeface="+mn-cs"/>
                        </a:rPr>
                        <a:t>Edgar M.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Graphik" panose="020B0503030202060203" pitchFamily="34" charset="0"/>
                          <a:ea typeface="+mn-ea"/>
                          <a:cs typeface="+mn-cs"/>
                        </a:rPr>
                        <a:t>10 Agosto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22FB1"/>
                          </a:solidFill>
                          <a:effectLst/>
                          <a:uLnTx/>
                          <a:uFillTx/>
                          <a:latin typeface="Graphik" panose="020B0503030202060203" pitchFamily="34" charset="0"/>
                          <a:ea typeface="+mn-ea"/>
                          <a:cs typeface="+mn-cs"/>
                        </a:rPr>
                        <a:t>En proceso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D2D9FA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MX" sz="1100" dirty="0">
                        <a:latin typeface="Graphik" panose="020B0503030202060203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804419"/>
                  </a:ext>
                </a:extLst>
              </a:tr>
              <a:tr h="36883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4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100" noProof="0" dirty="0">
                          <a:solidFill>
                            <a:srgbClr val="000000"/>
                          </a:solidFill>
                          <a:effectLst/>
                          <a:latin typeface="Graphik"/>
                        </a:rPr>
                        <a:t>Identificar la capacidad del equipo de arquitectura designada en los proyectos N4 y R4, para determinar si es suficiente para el </a:t>
                      </a:r>
                      <a:r>
                        <a:rPr lang="es-MX" sz="1100" noProof="0" dirty="0" err="1">
                          <a:solidFill>
                            <a:srgbClr val="000000"/>
                          </a:solidFill>
                          <a:effectLst/>
                          <a:latin typeface="Graphik"/>
                        </a:rPr>
                        <a:t>Design</a:t>
                      </a:r>
                      <a:r>
                        <a:rPr lang="es-MX" sz="1100" noProof="0" dirty="0">
                          <a:solidFill>
                            <a:srgbClr val="000000"/>
                          </a:solidFill>
                          <a:effectLst/>
                          <a:latin typeface="Graphik"/>
                        </a:rPr>
                        <a:t> </a:t>
                      </a:r>
                      <a:r>
                        <a:rPr lang="es-MX" sz="1100" noProof="0" dirty="0" err="1">
                          <a:solidFill>
                            <a:srgbClr val="000000"/>
                          </a:solidFill>
                          <a:effectLst/>
                          <a:latin typeface="Graphik"/>
                        </a:rPr>
                        <a:t>Authority</a:t>
                      </a:r>
                      <a:endParaRPr lang="es-MX" sz="1100" noProof="0" dirty="0">
                        <a:solidFill>
                          <a:srgbClr val="000000"/>
                        </a:solidFill>
                        <a:effectLst/>
                        <a:latin typeface="Graphik"/>
                      </a:endParaRPr>
                    </a:p>
                  </a:txBody>
                  <a:tcPr marL="6350" marR="6350" marT="635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Graphik" panose="020B0503030202060203" pitchFamily="34" charset="0"/>
                          <a:ea typeface="+mn-ea"/>
                          <a:cs typeface="+mn-cs"/>
                        </a:rPr>
                        <a:t>Accenture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Graphik" panose="020B0503030202060203" pitchFamily="34" charset="0"/>
                          <a:ea typeface="+mn-ea"/>
                          <a:cs typeface="+mn-cs"/>
                        </a:rPr>
                        <a:t>Quico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Graphik" panose="020B0503030202060203" pitchFamily="34" charset="0"/>
                          <a:ea typeface="+mn-ea"/>
                          <a:cs typeface="+mn-cs"/>
                        </a:rPr>
                        <a:t>11 Agosto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22FB1"/>
                          </a:solidFill>
                          <a:effectLst/>
                          <a:uLnTx/>
                          <a:uFillTx/>
                          <a:latin typeface="Graphik" panose="020B0503030202060203" pitchFamily="34" charset="0"/>
                          <a:ea typeface="+mn-ea"/>
                          <a:cs typeface="+mn-cs"/>
                        </a:rPr>
                        <a:t>En proceso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100" dirty="0">
                          <a:latin typeface="Graphik" panose="020B0503030202060203" pitchFamily="34" charset="0"/>
                        </a:rPr>
                        <a:t>Edgar compartió ocupación actual del equipo de arquitectura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4088648"/>
                  </a:ext>
                </a:extLst>
              </a:tr>
              <a:tr h="6556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5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100" noProof="0" dirty="0">
                          <a:solidFill>
                            <a:srgbClr val="000000"/>
                          </a:solidFill>
                          <a:effectLst/>
                          <a:latin typeface="Graphik" panose="020B0503030202060203" pitchFamily="34" charset="0"/>
                        </a:rPr>
                        <a:t>Generar Repositorio de documentación para tener en un único lugar la información generada por el </a:t>
                      </a:r>
                      <a:r>
                        <a:rPr lang="es-MX" sz="1100" noProof="0" dirty="0" err="1">
                          <a:solidFill>
                            <a:srgbClr val="000000"/>
                          </a:solidFill>
                          <a:effectLst/>
                          <a:latin typeface="Graphik" panose="020B0503030202060203" pitchFamily="34" charset="0"/>
                        </a:rPr>
                        <a:t>track</a:t>
                      </a:r>
                      <a:endParaRPr lang="es-MX" sz="1100" noProof="0" dirty="0">
                        <a:solidFill>
                          <a:srgbClr val="000000"/>
                        </a:solidFill>
                        <a:effectLst/>
                        <a:latin typeface="Graphik" panose="020B0503030202060203" pitchFamily="34" charset="0"/>
                      </a:endParaRPr>
                    </a:p>
                  </a:txBody>
                  <a:tcPr marL="6350" marR="6350" marT="635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Graphik" panose="020B0503030202060203" pitchFamily="34" charset="0"/>
                          <a:ea typeface="+mn-ea"/>
                          <a:cs typeface="+mn-cs"/>
                        </a:rPr>
                        <a:t>Edgar M.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Graphik" panose="020B0503030202060203" pitchFamily="34" charset="0"/>
                          <a:ea typeface="+mn-ea"/>
                          <a:cs typeface="+mn-cs"/>
                        </a:rPr>
                        <a:t>14 Agosto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22FB1"/>
                          </a:solidFill>
                          <a:effectLst/>
                          <a:uLnTx/>
                          <a:uFillTx/>
                          <a:latin typeface="Graphik" panose="020B0503030202060203" pitchFamily="34" charset="0"/>
                          <a:ea typeface="+mn-ea"/>
                          <a:cs typeface="+mn-cs"/>
                        </a:rPr>
                        <a:t>En proceso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D2D9FA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MX" sz="1100" dirty="0">
                        <a:latin typeface="Graphik" panose="020B0503030202060203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6542063"/>
                  </a:ext>
                </a:extLst>
              </a:tr>
              <a:tr h="65560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6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100" noProof="0">
                          <a:solidFill>
                            <a:srgbClr val="000000"/>
                          </a:solidFill>
                          <a:effectLst/>
                          <a:latin typeface="Graphik"/>
                        </a:rPr>
                        <a:t>Compartir información Stack validada para complemento de Interoperabilidad</a:t>
                      </a:r>
                    </a:p>
                  </a:txBody>
                  <a:tcPr marL="6350" marR="6350" marT="635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Graphik" panose="020B0503030202060203" pitchFamily="34" charset="0"/>
                          <a:ea typeface="+mn-ea"/>
                          <a:cs typeface="+mn-cs"/>
                        </a:rPr>
                        <a:t>Edgar M.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Graphik" panose="020B0503030202060203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22FB1"/>
                          </a:solidFill>
                          <a:effectLst/>
                          <a:uLnTx/>
                          <a:uFillTx/>
                          <a:latin typeface="Graphik" panose="020B0503030202060203" pitchFamily="34" charset="0"/>
                          <a:ea typeface="+mn-ea"/>
                          <a:cs typeface="+mn-cs"/>
                        </a:rPr>
                        <a:t>En proceso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s-MX" sz="1100" dirty="0">
                        <a:latin typeface="Graphik" panose="020B0503030202060203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6548192"/>
                  </a:ext>
                </a:extLst>
              </a:tr>
              <a:tr h="48544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7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100" noProof="0" dirty="0">
                          <a:solidFill>
                            <a:srgbClr val="000000"/>
                          </a:solidFill>
                          <a:effectLst/>
                          <a:latin typeface="Graphik"/>
                        </a:rPr>
                        <a:t>Obtener mapa de Arquitectura empresarial con cobertura de </a:t>
                      </a:r>
                      <a:r>
                        <a:rPr lang="es-MX" sz="1100" noProof="0" dirty="0" err="1">
                          <a:solidFill>
                            <a:srgbClr val="000000"/>
                          </a:solidFill>
                          <a:effectLst/>
                          <a:latin typeface="Graphik"/>
                        </a:rPr>
                        <a:t>Transact</a:t>
                      </a:r>
                      <a:endParaRPr lang="es-MX" sz="1100" noProof="0" dirty="0" err="1">
                        <a:solidFill>
                          <a:srgbClr val="000000"/>
                        </a:solidFill>
                        <a:effectLst/>
                        <a:latin typeface="Graphik" panose="020B0503030202060203" pitchFamily="34" charset="0"/>
                      </a:endParaRPr>
                    </a:p>
                  </a:txBody>
                  <a:tcPr marL="6350" marR="6350" marT="635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Graphik"/>
                          <a:ea typeface="+mn-ea"/>
                          <a:cs typeface="+mn-cs"/>
                        </a:rPr>
                        <a:t>ACC </a:t>
                      </a:r>
                      <a:r>
                        <a:rPr lang="es-MX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Graphik"/>
                          <a:ea typeface="+mn-ea"/>
                          <a:cs typeface="+mn-cs"/>
                        </a:rPr>
                        <a:t>Jose</a:t>
                      </a:r>
                      <a:r>
                        <a:rPr lang="es-MX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Graphik"/>
                          <a:ea typeface="+mn-ea"/>
                          <a:cs typeface="+mn-cs"/>
                        </a:rPr>
                        <a:t> Villena</a:t>
                      </a:r>
                      <a:endParaRPr kumimoji="0" lang="es-MX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s-MX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Graphik"/>
                          <a:ea typeface="+mn-ea"/>
                          <a:cs typeface="+mn-cs"/>
                        </a:rPr>
                        <a:t>20 Agosto</a:t>
                      </a:r>
                      <a:endParaRPr kumimoji="0" lang="es-MX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Graphik" panose="020B0503030202060203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22FB1"/>
                          </a:solidFill>
                          <a:effectLst/>
                          <a:uLnTx/>
                          <a:uFillTx/>
                          <a:latin typeface="Graphik"/>
                          <a:ea typeface="+mn-ea"/>
                          <a:cs typeface="+mn-cs"/>
                        </a:rPr>
                        <a:t>En </a:t>
                      </a:r>
                      <a:r>
                        <a:rPr lang="es-MX" sz="1100" b="1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122FB1"/>
                          </a:solidFill>
                          <a:effectLst/>
                          <a:uLnTx/>
                          <a:uFillTx/>
                          <a:latin typeface="Graphik"/>
                          <a:ea typeface="+mn-ea"/>
                          <a:cs typeface="+mn-cs"/>
                        </a:rPr>
                        <a:t>Revisi</a:t>
                      </a:r>
                      <a:r>
                        <a:rPr lang="es-MX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22FB1"/>
                          </a:solidFill>
                          <a:effectLst/>
                          <a:uLnTx/>
                          <a:uFillTx/>
                          <a:latin typeface="Graphik"/>
                          <a:ea typeface="+mn-ea"/>
                          <a:cs typeface="+mn-cs"/>
                        </a:rPr>
                        <a:t>ón</a:t>
                      </a:r>
                      <a:endParaRPr kumimoji="0" lang="es-MX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D2D9FA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MX" sz="1100" dirty="0">
                        <a:latin typeface="Graphik" panose="020B0503030202060203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5387074"/>
                  </a:ext>
                </a:extLst>
              </a:tr>
              <a:tr h="48544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8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s-MX" sz="1100" noProof="0" dirty="0">
                        <a:solidFill>
                          <a:srgbClr val="000000"/>
                        </a:solidFill>
                        <a:effectLst/>
                        <a:latin typeface="Graphik"/>
                      </a:endParaRPr>
                    </a:p>
                  </a:txBody>
                  <a:tcPr marL="6350" marR="6350" marT="635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s-MX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Graphik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s-MX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Graphik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s-MX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22FB1"/>
                        </a:solidFill>
                        <a:effectLst/>
                        <a:uLnTx/>
                        <a:uFillTx/>
                        <a:latin typeface="Graphik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D2D9FA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MX" sz="1100" dirty="0">
                        <a:latin typeface="Graphik" panose="020B0503030202060203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2300499"/>
                  </a:ext>
                </a:extLst>
              </a:tr>
              <a:tr h="48544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9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s-MX" sz="1100" noProof="0" dirty="0">
                        <a:solidFill>
                          <a:srgbClr val="000000"/>
                        </a:solidFill>
                        <a:effectLst/>
                        <a:latin typeface="Graphik" panose="020B0503030202060203" pitchFamily="34" charset="0"/>
                      </a:endParaRPr>
                    </a:p>
                  </a:txBody>
                  <a:tcPr marL="6350" marR="6350" marT="635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Graphik" panose="020B0503030202060203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Graphik" panose="020B0503030202060203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22FB1"/>
                        </a:solidFill>
                        <a:effectLst/>
                        <a:uLnTx/>
                        <a:uFillTx/>
                        <a:latin typeface="Graphik" panose="020B0503030202060203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D2D9FA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MX" sz="1100" dirty="0">
                        <a:latin typeface="Graphik" panose="020B0503030202060203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409737"/>
                  </a:ext>
                </a:extLst>
              </a:tr>
            </a:tbl>
          </a:graphicData>
        </a:graphic>
      </p:graphicFrame>
      <p:sp>
        <p:nvSpPr>
          <p:cNvPr id="7" name="Rectangle 1">
            <a:extLst>
              <a:ext uri="{FF2B5EF4-FFF2-40B4-BE49-F238E27FC236}">
                <a16:creationId xmlns:a16="http://schemas.microsoft.com/office/drawing/2014/main" id="{FC0BF90E-874B-1433-7F70-631E0EEC80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72813" y="1430114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52574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52D3A4-BA83-9571-B9B3-2D127FAD53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7427ADFB-EAD1-214E-C342-6342E9255104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3" progId="TCLayout.ActiveDocument.1">
                  <p:embed/>
                </p:oleObj>
              </mc:Choice>
              <mc:Fallback>
                <p:oleObj name="think-cell Slide" r:id="rId3" imgW="404" imgH="403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427ADFB-EAD1-214E-C342-6342E925510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6D8BEDE4-3D2E-A45C-C86F-45BF054B5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91440"/>
          <a:lstStyle/>
          <a:p>
            <a:r>
              <a:rPr lang="es-MX" dirty="0"/>
              <a:t>Actividades Cerradas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5915FD0-71CB-1025-C98B-BE39B8BF12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F90F471-3972-4120-B8B3-0237DE626C35}" type="slidenum">
              <a:rPr lang="es-MX" smtClean="0"/>
              <a:pPr/>
              <a:t>3</a:t>
            </a:fld>
            <a:endParaRPr lang="es-MX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A3C837F-D1B6-9C88-0A0D-C4CC6ADBD2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87558"/>
              </p:ext>
            </p:extLst>
          </p:nvPr>
        </p:nvGraphicFramePr>
        <p:xfrm>
          <a:off x="288163" y="962025"/>
          <a:ext cx="11615674" cy="49344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133">
                  <a:extLst>
                    <a:ext uri="{9D8B030D-6E8A-4147-A177-3AD203B41FA5}">
                      <a16:colId xmlns:a16="http://schemas.microsoft.com/office/drawing/2014/main" val="193298603"/>
                    </a:ext>
                  </a:extLst>
                </a:gridCol>
                <a:gridCol w="5659654">
                  <a:extLst>
                    <a:ext uri="{9D8B030D-6E8A-4147-A177-3AD203B41FA5}">
                      <a16:colId xmlns:a16="http://schemas.microsoft.com/office/drawing/2014/main" val="1194936547"/>
                    </a:ext>
                  </a:extLst>
                </a:gridCol>
                <a:gridCol w="1208763">
                  <a:extLst>
                    <a:ext uri="{9D8B030D-6E8A-4147-A177-3AD203B41FA5}">
                      <a16:colId xmlns:a16="http://schemas.microsoft.com/office/drawing/2014/main" val="3540601993"/>
                    </a:ext>
                  </a:extLst>
                </a:gridCol>
                <a:gridCol w="1447810">
                  <a:extLst>
                    <a:ext uri="{9D8B030D-6E8A-4147-A177-3AD203B41FA5}">
                      <a16:colId xmlns:a16="http://schemas.microsoft.com/office/drawing/2014/main" val="3090216071"/>
                    </a:ext>
                  </a:extLst>
                </a:gridCol>
                <a:gridCol w="962526">
                  <a:extLst>
                    <a:ext uri="{9D8B030D-6E8A-4147-A177-3AD203B41FA5}">
                      <a16:colId xmlns:a16="http://schemas.microsoft.com/office/drawing/2014/main" val="839572793"/>
                    </a:ext>
                  </a:extLst>
                </a:gridCol>
                <a:gridCol w="2057788">
                  <a:extLst>
                    <a:ext uri="{9D8B030D-6E8A-4147-A177-3AD203B41FA5}">
                      <a16:colId xmlns:a16="http://schemas.microsoft.com/office/drawing/2014/main" val="1420762516"/>
                    </a:ext>
                  </a:extLst>
                </a:gridCol>
              </a:tblGrid>
              <a:tr h="485443">
                <a:tc>
                  <a:txBody>
                    <a:bodyPr/>
                    <a:lstStyle/>
                    <a:p>
                      <a:pPr algn="ctr"/>
                      <a:r>
                        <a:rPr lang="es-MX" sz="1200" b="1" kern="1200">
                          <a:solidFill>
                            <a:schemeClr val="lt1"/>
                          </a:solidFill>
                          <a:latin typeface="+mj-lt"/>
                          <a:ea typeface="+mn-ea"/>
                          <a:cs typeface="+mn-cs"/>
                        </a:rPr>
                        <a:t>#</a:t>
                      </a:r>
                    </a:p>
                  </a:txBody>
                  <a:tcPr anchor="ctr">
                    <a:lnB w="38100" cmpd="sng">
                      <a:noFill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200">
                          <a:latin typeface="+mj-lt"/>
                        </a:rPr>
                        <a:t>Actividad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200">
                          <a:latin typeface="+mj-lt"/>
                        </a:rPr>
                        <a:t>Responsable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200">
                          <a:latin typeface="+mj-lt"/>
                        </a:rPr>
                        <a:t>Fecha compromiso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200">
                          <a:latin typeface="+mj-lt"/>
                        </a:rPr>
                        <a:t>Estatus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200">
                          <a:latin typeface="+mj-lt"/>
                        </a:rPr>
                        <a:t>Comentarios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9057825"/>
                  </a:ext>
                </a:extLst>
              </a:tr>
              <a:tr h="4417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100" noProof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Compartir Drive con documentación de arquitectura existente de los componentes de Unity (Apolo, </a:t>
                      </a:r>
                      <a:r>
                        <a:rPr lang="es-MX" sz="1100" noProof="0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SmarVista</a:t>
                      </a:r>
                      <a:r>
                        <a:rPr lang="es-MX" sz="1100" noProof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, </a:t>
                      </a:r>
                      <a:r>
                        <a:rPr lang="es-MX" sz="1100" noProof="0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Transact</a:t>
                      </a:r>
                      <a:r>
                        <a:rPr lang="es-MX" sz="1100" noProof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, Canales)</a:t>
                      </a:r>
                    </a:p>
                  </a:txBody>
                  <a:tcPr marL="6350" marR="6350" marT="635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Edgar Mejía</a:t>
                      </a:r>
                      <a:endParaRPr kumimoji="0" lang="es-MX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16 Julio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C41E8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Graphik" panose="020B0503030202060203" pitchFamily="34" charset="0"/>
                          <a:ea typeface="+mn-ea"/>
                          <a:cs typeface="+mn-cs"/>
                        </a:rPr>
                        <a:t>Terminado</a:t>
                      </a:r>
                      <a:endParaRPr kumimoji="0" lang="es-MX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MX" sz="1100" kern="1200" dirty="0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4932812"/>
                  </a:ext>
                </a:extLst>
              </a:tr>
              <a:tr h="48544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100" noProof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Compartir </a:t>
                      </a:r>
                      <a:r>
                        <a:rPr lang="es-MX" sz="1100" noProof="0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Terms</a:t>
                      </a:r>
                      <a:r>
                        <a:rPr lang="es-MX" sz="1100" noProof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</a:t>
                      </a:r>
                      <a:r>
                        <a:rPr lang="es-MX" sz="1100" noProof="0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of</a:t>
                      </a:r>
                      <a:r>
                        <a:rPr lang="es-MX" sz="1100" noProof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Reference para formalización del alcance del </a:t>
                      </a:r>
                      <a:r>
                        <a:rPr lang="es-MX" sz="1100" noProof="0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workstream</a:t>
                      </a:r>
                      <a:r>
                        <a:rPr lang="es-MX" sz="1100" noProof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de arquitectura</a:t>
                      </a:r>
                    </a:p>
                  </a:txBody>
                  <a:tcPr marL="6350" marR="6350" marT="635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Accenture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15 Julio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C41E8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Graphik" panose="020B0503030202060203" pitchFamily="34" charset="0"/>
                          <a:ea typeface="+mn-ea"/>
                          <a:cs typeface="+mn-cs"/>
                        </a:rPr>
                        <a:t>Terminado</a:t>
                      </a:r>
                      <a:endParaRPr kumimoji="0" lang="es-MX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MX" sz="1100" kern="1200" dirty="0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5509455"/>
                  </a:ext>
                </a:extLst>
              </a:tr>
              <a:tr h="55182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3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100" noProof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Validar con Pablo </a:t>
                      </a:r>
                      <a:r>
                        <a:rPr lang="es-MX" sz="1100" noProof="0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Medinaveitia</a:t>
                      </a:r>
                      <a:r>
                        <a:rPr lang="es-MX" sz="1100" noProof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el identificar a los responsables de los canales.</a:t>
                      </a:r>
                    </a:p>
                  </a:txBody>
                  <a:tcPr marL="6350" marR="6350" marT="635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100" dirty="0">
                          <a:latin typeface="+mj-lt"/>
                        </a:rPr>
                        <a:t>Edgar Mejía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17 Julio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s-MX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C41E8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Graphik" panose="020B0503030202060203" pitchFamily="34" charset="0"/>
                          <a:ea typeface="+mn-ea"/>
                          <a:cs typeface="+mn-cs"/>
                        </a:rPr>
                        <a:t>Terminado</a:t>
                      </a:r>
                      <a:endParaRPr lang="es-MX" sz="1100" b="1" dirty="0">
                        <a:latin typeface="+mj-l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100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Agregar responsable de los canales en el mapa de capacidades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804419"/>
                  </a:ext>
                </a:extLst>
              </a:tr>
              <a:tr h="36883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4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100" noProof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Presentar visión inicial para discusión del </a:t>
                      </a:r>
                      <a:r>
                        <a:rPr lang="es-MX" sz="1100" noProof="0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Design</a:t>
                      </a:r>
                      <a:r>
                        <a:rPr lang="es-MX" sz="1100" noProof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</a:t>
                      </a:r>
                      <a:r>
                        <a:rPr lang="es-MX" sz="1100" noProof="0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Authority</a:t>
                      </a:r>
                      <a:endParaRPr lang="es-MX" sz="1100" noProof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Accenture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20 Julio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C41E8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Graphik" panose="020B0503030202060203" pitchFamily="34" charset="0"/>
                          <a:ea typeface="+mn-ea"/>
                          <a:cs typeface="+mn-cs"/>
                        </a:rPr>
                        <a:t>Terminado</a:t>
                      </a:r>
                      <a:endParaRPr kumimoji="0" lang="es-MX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MX" sz="1100" kern="1200" dirty="0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4088648"/>
                  </a:ext>
                </a:extLst>
              </a:tr>
              <a:tr h="6556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5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100" noProof="0" dirty="0">
                          <a:solidFill>
                            <a:srgbClr val="000000"/>
                          </a:solidFill>
                          <a:effectLst/>
                          <a:latin typeface="Graphik" panose="020B0503030202060203" pitchFamily="34" charset="0"/>
                        </a:rPr>
                        <a:t>Agendar sesión de explicación de la iniciativa Optimus/Atlas (Datos / MDM)</a:t>
                      </a:r>
                    </a:p>
                  </a:txBody>
                  <a:tcPr marL="6350" marR="6350" marT="635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Edgar Mejía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28 Julio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C41E8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Graphik" panose="020B0503030202060203" pitchFamily="34" charset="0"/>
                          <a:ea typeface="+mn-ea"/>
                          <a:cs typeface="+mn-cs"/>
                        </a:rPr>
                        <a:t>Terminado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100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Edgar explico el estado actual de las iniciativas de migración de datos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6542063"/>
                  </a:ext>
                </a:extLst>
              </a:tr>
              <a:tr h="65560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6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100" noProof="0" dirty="0">
                          <a:solidFill>
                            <a:srgbClr val="000000"/>
                          </a:solidFill>
                          <a:effectLst/>
                          <a:latin typeface="Graphik" panose="020B0503030202060203" pitchFamily="34" charset="0"/>
                        </a:rPr>
                        <a:t>Participar en sesiones de trabajo con el equipo de Operaciones/Sistemas liderado por Arturo Vázquez, para </a:t>
                      </a:r>
                      <a:r>
                        <a:rPr lang="es-MX" sz="1100" kern="1200" noProof="0" dirty="0">
                          <a:solidFill>
                            <a:srgbClr val="000000"/>
                          </a:solidFill>
                          <a:effectLst/>
                          <a:latin typeface="Graphik" panose="020B0503030202060203" pitchFamily="34" charset="0"/>
                          <a:ea typeface="+mn-ea"/>
                          <a:cs typeface="+mn-cs"/>
                        </a:rPr>
                        <a:t>formalizar el </a:t>
                      </a:r>
                      <a:r>
                        <a:rPr lang="es-MX" sz="1100" b="1" kern="1200" noProof="0" dirty="0">
                          <a:solidFill>
                            <a:srgbClr val="000000"/>
                          </a:solidFill>
                          <a:effectLst/>
                          <a:latin typeface="Graphik" panose="020B0503030202060203" pitchFamily="34" charset="0"/>
                          <a:ea typeface="+mn-ea"/>
                          <a:cs typeface="+mn-cs"/>
                        </a:rPr>
                        <a:t>inventario de características tecnológicas</a:t>
                      </a:r>
                      <a:endParaRPr lang="es-MX" sz="1100" b="1" noProof="0" dirty="0">
                        <a:solidFill>
                          <a:srgbClr val="000000"/>
                        </a:solidFill>
                        <a:effectLst/>
                        <a:latin typeface="Graphik" panose="020B0503030202060203" pitchFamily="34" charset="0"/>
                      </a:endParaRPr>
                    </a:p>
                  </a:txBody>
                  <a:tcPr marL="6350" marR="6350" marT="635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100" dirty="0">
                          <a:latin typeface="Graphik" panose="020B0503030202060203" pitchFamily="34" charset="0"/>
                        </a:rPr>
                        <a:t>Edgar Mejía / Accenture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100" dirty="0">
                          <a:latin typeface="Graphik" panose="020B0503030202060203" pitchFamily="34" charset="0"/>
                        </a:rPr>
                        <a:t>24 Julio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00" b="1" kern="12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Graphik" panose="020B0503030202060203" pitchFamily="34" charset="0"/>
                          <a:ea typeface="+mn-ea"/>
                          <a:cs typeface="+mn-cs"/>
                        </a:rPr>
                        <a:t>Terminado</a:t>
                      </a:r>
                      <a:endParaRPr lang="es-MX" sz="1000" b="1" dirty="0">
                        <a:solidFill>
                          <a:schemeClr val="accent1">
                            <a:lumMod val="75000"/>
                          </a:schemeClr>
                        </a:solidFill>
                        <a:latin typeface="Graphik" panose="020B0503030202060203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100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1 Aplicaciones sin dueño identificado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6548192"/>
                  </a:ext>
                </a:extLst>
              </a:tr>
              <a:tr h="48544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7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100" noProof="0" dirty="0">
                          <a:solidFill>
                            <a:srgbClr val="000000"/>
                          </a:solidFill>
                          <a:effectLst/>
                          <a:latin typeface="Graphik" panose="020B0503030202060203" pitchFamily="34" charset="0"/>
                        </a:rPr>
                        <a:t>Agendar sesiones con equipo de Infra (David Ángeles) Alejandro Ventura </a:t>
                      </a:r>
                    </a:p>
                    <a:p>
                      <a:pPr algn="l" fontAlgn="ctr">
                        <a:buNone/>
                      </a:pPr>
                      <a:r>
                        <a:rPr lang="es-MX" sz="1100" noProof="0" dirty="0">
                          <a:solidFill>
                            <a:srgbClr val="000000"/>
                          </a:solidFill>
                          <a:effectLst/>
                          <a:latin typeface="Graphik" panose="020B0503030202060203" pitchFamily="34" charset="0"/>
                        </a:rPr>
                        <a:t>Obtener información de SO, No de maquinas, son físicas o virtuales, micros, etc.</a:t>
                      </a:r>
                    </a:p>
                  </a:txBody>
                  <a:tcPr marL="6350" marR="6350" marT="635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Graphik" panose="020B0503030202060203" pitchFamily="34" charset="0"/>
                          <a:ea typeface="+mn-ea"/>
                          <a:cs typeface="+mn-cs"/>
                        </a:rPr>
                        <a:t>Edgar Mejia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Graphik" panose="020B0503030202060203" pitchFamily="34" charset="0"/>
                          <a:ea typeface="+mn-ea"/>
                          <a:cs typeface="+mn-cs"/>
                        </a:rPr>
                        <a:t>Siguiente Semana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00" b="1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Graphik" panose="020B0503030202060203" pitchFamily="34" charset="0"/>
                        </a:rPr>
                        <a:t>Terminado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MX" sz="1100" kern="1200" dirty="0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5387074"/>
                  </a:ext>
                </a:extLst>
              </a:tr>
              <a:tr h="48544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8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100" noProof="0" dirty="0">
                          <a:solidFill>
                            <a:srgbClr val="000000"/>
                          </a:solidFill>
                          <a:effectLst/>
                          <a:latin typeface="Graphik" panose="020B0503030202060203" pitchFamily="34" charset="0"/>
                        </a:rPr>
                        <a:t>Desarrollar Mapa de capacidades empresarial (Modelo Original del Banco –EY, complementado)</a:t>
                      </a:r>
                    </a:p>
                  </a:txBody>
                  <a:tcPr marL="6350" marR="6350" marT="635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Graphik" panose="020B0503030202060203" pitchFamily="34" charset="0"/>
                          <a:ea typeface="+mn-ea"/>
                          <a:cs typeface="+mn-cs"/>
                        </a:rPr>
                        <a:t>Accenture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Graphik" panose="020B0503030202060203" pitchFamily="34" charset="0"/>
                          <a:ea typeface="+mn-ea"/>
                          <a:cs typeface="+mn-cs"/>
                        </a:rPr>
                        <a:t>30 Julio</a:t>
                      </a:r>
                      <a:endParaRPr kumimoji="0" lang="es-MX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Graphik" panose="020B0503030202060203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00" b="1" kern="12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Graphik" panose="020B0503030202060203" pitchFamily="34" charset="0"/>
                          <a:ea typeface="+mn-ea"/>
                          <a:cs typeface="+mn-cs"/>
                        </a:rPr>
                        <a:t>Terminado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100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Ya lo tomamos como versión 1 y comenzar a trabajar con ella.</a:t>
                      </a:r>
                    </a:p>
                    <a:p>
                      <a:r>
                        <a:rPr lang="es-MX" sz="1100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El martes 4 agosto se presento a Pablo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2300499"/>
                  </a:ext>
                </a:extLst>
              </a:tr>
            </a:tbl>
          </a:graphicData>
        </a:graphic>
      </p:graphicFrame>
      <p:sp>
        <p:nvSpPr>
          <p:cNvPr id="7" name="Rectangle 1">
            <a:extLst>
              <a:ext uri="{FF2B5EF4-FFF2-40B4-BE49-F238E27FC236}">
                <a16:creationId xmlns:a16="http://schemas.microsoft.com/office/drawing/2014/main" id="{98488BC2-AA45-56B1-1AB0-6F5F5C3B53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72813" y="1430114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24941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87FB7F-C347-3FE0-6D20-83CF9FE3A3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3E1BC387-F279-2B38-2651-8B4A0EA7EB83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3" progId="TCLayout.ActiveDocument.1">
                  <p:embed/>
                </p:oleObj>
              </mc:Choice>
              <mc:Fallback>
                <p:oleObj name="think-cell Slide" r:id="rId3" imgW="404" imgH="403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E1BC387-F279-2B38-2651-8B4A0EA7EB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EA58E41C-4150-C401-BC4A-2AB12CF6B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91440"/>
          <a:lstStyle/>
          <a:p>
            <a:r>
              <a:rPr lang="es-MX" dirty="0"/>
              <a:t>Actividades Cerradas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B182290-F7E9-44D4-4821-ACB20CF263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F90F471-3972-4120-B8B3-0237DE626C35}" type="slidenum">
              <a:rPr lang="es-MX" smtClean="0"/>
              <a:pPr/>
              <a:t>4</a:t>
            </a:fld>
            <a:endParaRPr lang="es-MX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8D99E66-C4F1-536C-7633-5CB69B4E3D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3440124"/>
              </p:ext>
            </p:extLst>
          </p:nvPr>
        </p:nvGraphicFramePr>
        <p:xfrm>
          <a:off x="288163" y="962025"/>
          <a:ext cx="11615674" cy="51586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133">
                  <a:extLst>
                    <a:ext uri="{9D8B030D-6E8A-4147-A177-3AD203B41FA5}">
                      <a16:colId xmlns:a16="http://schemas.microsoft.com/office/drawing/2014/main" val="193298603"/>
                    </a:ext>
                  </a:extLst>
                </a:gridCol>
                <a:gridCol w="5659654">
                  <a:extLst>
                    <a:ext uri="{9D8B030D-6E8A-4147-A177-3AD203B41FA5}">
                      <a16:colId xmlns:a16="http://schemas.microsoft.com/office/drawing/2014/main" val="1194936547"/>
                    </a:ext>
                  </a:extLst>
                </a:gridCol>
                <a:gridCol w="1208763">
                  <a:extLst>
                    <a:ext uri="{9D8B030D-6E8A-4147-A177-3AD203B41FA5}">
                      <a16:colId xmlns:a16="http://schemas.microsoft.com/office/drawing/2014/main" val="3540601993"/>
                    </a:ext>
                  </a:extLst>
                </a:gridCol>
                <a:gridCol w="1447810">
                  <a:extLst>
                    <a:ext uri="{9D8B030D-6E8A-4147-A177-3AD203B41FA5}">
                      <a16:colId xmlns:a16="http://schemas.microsoft.com/office/drawing/2014/main" val="3090216071"/>
                    </a:ext>
                  </a:extLst>
                </a:gridCol>
                <a:gridCol w="962526">
                  <a:extLst>
                    <a:ext uri="{9D8B030D-6E8A-4147-A177-3AD203B41FA5}">
                      <a16:colId xmlns:a16="http://schemas.microsoft.com/office/drawing/2014/main" val="839572793"/>
                    </a:ext>
                  </a:extLst>
                </a:gridCol>
                <a:gridCol w="2057788">
                  <a:extLst>
                    <a:ext uri="{9D8B030D-6E8A-4147-A177-3AD203B41FA5}">
                      <a16:colId xmlns:a16="http://schemas.microsoft.com/office/drawing/2014/main" val="1420762516"/>
                    </a:ext>
                  </a:extLst>
                </a:gridCol>
              </a:tblGrid>
              <a:tr h="485443">
                <a:tc>
                  <a:txBody>
                    <a:bodyPr/>
                    <a:lstStyle/>
                    <a:p>
                      <a:pPr algn="ctr"/>
                      <a:r>
                        <a:rPr lang="es-MX" sz="1200" b="1" kern="1200">
                          <a:solidFill>
                            <a:schemeClr val="lt1"/>
                          </a:solidFill>
                          <a:latin typeface="+mj-lt"/>
                          <a:ea typeface="+mn-ea"/>
                          <a:cs typeface="+mn-cs"/>
                        </a:rPr>
                        <a:t>#</a:t>
                      </a:r>
                    </a:p>
                  </a:txBody>
                  <a:tcPr anchor="ctr">
                    <a:lnB w="38100" cmpd="sng">
                      <a:noFill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200">
                          <a:latin typeface="+mj-lt"/>
                        </a:rPr>
                        <a:t>Actividad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200">
                          <a:latin typeface="+mj-lt"/>
                        </a:rPr>
                        <a:t>Responsable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200">
                          <a:latin typeface="+mj-lt"/>
                        </a:rPr>
                        <a:t>Fecha compromiso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200">
                          <a:latin typeface="+mj-lt"/>
                        </a:rPr>
                        <a:t>Estatus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200">
                          <a:latin typeface="+mj-lt"/>
                        </a:rPr>
                        <a:t>Comentarios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9057825"/>
                  </a:ext>
                </a:extLst>
              </a:tr>
              <a:tr h="4417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9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100" noProof="0" dirty="0">
                          <a:solidFill>
                            <a:srgbClr val="000000"/>
                          </a:solidFill>
                          <a:effectLst/>
                          <a:latin typeface="Graphik" panose="020B0503030202060203" pitchFamily="34" charset="0"/>
                        </a:rPr>
                        <a:t>Identificar aplicativos del legado en el mapa de capacidades empresarial</a:t>
                      </a:r>
                    </a:p>
                  </a:txBody>
                  <a:tcPr marL="6350" marR="6350" marT="635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Graphik" panose="020B0503030202060203" pitchFamily="34" charset="0"/>
                          <a:ea typeface="+mn-ea"/>
                          <a:cs typeface="+mn-cs"/>
                        </a:rPr>
                        <a:t>Accenture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Graphik" panose="020B0503030202060203" pitchFamily="34" charset="0"/>
                          <a:ea typeface="+mn-ea"/>
                          <a:cs typeface="+mn-cs"/>
                        </a:rPr>
                        <a:t>10 agosto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22FB1"/>
                          </a:solidFill>
                          <a:effectLst/>
                          <a:uLnTx/>
                          <a:uFillTx/>
                          <a:latin typeface="Graphik" panose="020B0503030202060203" pitchFamily="34" charset="0"/>
                          <a:ea typeface="+mn-ea"/>
                          <a:cs typeface="+mn-cs"/>
                        </a:rPr>
                        <a:t>Terminado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100" dirty="0">
                          <a:latin typeface="Graphik" panose="020B0503030202060203" pitchFamily="34" charset="0"/>
                        </a:rPr>
                        <a:t>Se compartió versión actualizada el 14 Agosto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4932812"/>
                  </a:ext>
                </a:extLst>
              </a:tr>
              <a:tr h="48544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100" noProof="0" dirty="0">
                          <a:solidFill>
                            <a:srgbClr val="000000"/>
                          </a:solidFill>
                          <a:effectLst/>
                          <a:latin typeface="Graphik" panose="020B0503030202060203" pitchFamily="34" charset="0"/>
                        </a:rPr>
                        <a:t>Hacer cruce del APO con el inventario de aplicaciones</a:t>
                      </a:r>
                    </a:p>
                  </a:txBody>
                  <a:tcPr marL="6350" marR="6350" marT="635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Graphik" panose="020B0503030202060203" pitchFamily="34" charset="0"/>
                          <a:ea typeface="+mn-ea"/>
                          <a:cs typeface="+mn-cs"/>
                        </a:rPr>
                        <a:t>Accenture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Graphik" panose="020B0503030202060203" pitchFamily="34" charset="0"/>
                          <a:ea typeface="+mn-ea"/>
                          <a:cs typeface="+mn-cs"/>
                        </a:rPr>
                        <a:t>10 Agosto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22FB1"/>
                          </a:solidFill>
                          <a:effectLst/>
                          <a:uLnTx/>
                          <a:uFillTx/>
                          <a:latin typeface="Graphik" panose="020B0503030202060203" pitchFamily="34" charset="0"/>
                          <a:ea typeface="+mn-ea"/>
                          <a:cs typeface="+mn-cs"/>
                        </a:rPr>
                        <a:t>Terminado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MX" sz="1100" kern="1200" dirty="0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5509455"/>
                  </a:ext>
                </a:extLst>
              </a:tr>
              <a:tr h="55182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11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100" noProof="0" dirty="0">
                          <a:solidFill>
                            <a:srgbClr val="000000"/>
                          </a:solidFill>
                          <a:effectLst/>
                          <a:latin typeface="Graphik" panose="020B0503030202060203" pitchFamily="34" charset="0"/>
                        </a:rPr>
                        <a:t>Generar inventario con el detalle de la interacción entre aplicaciones del sistema legado </a:t>
                      </a:r>
                    </a:p>
                  </a:txBody>
                  <a:tcPr marL="6350" marR="6350" marT="635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Graphik" panose="020B0503030202060203" pitchFamily="34" charset="0"/>
                          <a:ea typeface="+mn-ea"/>
                          <a:cs typeface="+mn-cs"/>
                        </a:rPr>
                        <a:t>Accenture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Graphik" panose="020B0503030202060203" pitchFamily="34" charset="0"/>
                          <a:ea typeface="+mn-ea"/>
                          <a:cs typeface="+mn-cs"/>
                        </a:rPr>
                        <a:t>14 Agosto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22FB1"/>
                          </a:solidFill>
                          <a:effectLst/>
                          <a:uLnTx/>
                          <a:uFillTx/>
                          <a:latin typeface="Graphik" panose="020B0503030202060203" pitchFamily="34" charset="0"/>
                          <a:ea typeface="+mn-ea"/>
                          <a:cs typeface="+mn-cs"/>
                        </a:rPr>
                        <a:t>Terminado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MX" sz="1100" kern="1200" dirty="0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804419"/>
                  </a:ext>
                </a:extLst>
              </a:tr>
              <a:tr h="36883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12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s-MX" sz="1100" noProof="0" dirty="0">
                          <a:solidFill>
                            <a:srgbClr val="000000"/>
                          </a:solidFill>
                          <a:effectLst/>
                          <a:latin typeface="Graphik"/>
                        </a:rPr>
                        <a:t>Caso de uso </a:t>
                      </a:r>
                      <a:r>
                        <a:rPr lang="es-MX" sz="1100" noProof="0">
                          <a:solidFill>
                            <a:srgbClr val="000000"/>
                          </a:solidFill>
                          <a:effectLst/>
                          <a:latin typeface="Graphik"/>
                        </a:rPr>
                        <a:t>ilustrativo de Interoperabilidad</a:t>
                      </a:r>
                    </a:p>
                  </a:txBody>
                  <a:tcPr marL="6350" marR="6350" marT="635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s-MX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Graphik"/>
                          <a:ea typeface="+mn-ea"/>
                          <a:cs typeface="+mn-cs"/>
                        </a:rPr>
                        <a:t>ACC </a:t>
                      </a:r>
                      <a:r>
                        <a:rPr lang="es-MX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Graphik"/>
                          <a:ea typeface="+mn-ea"/>
                          <a:cs typeface="+mn-cs"/>
                        </a:rPr>
                        <a:t>Jose</a:t>
                      </a:r>
                      <a:r>
                        <a:rPr lang="es-MX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Graphik"/>
                          <a:ea typeface="+mn-ea"/>
                          <a:cs typeface="+mn-cs"/>
                        </a:rPr>
                        <a:t> Villena</a:t>
                      </a:r>
                      <a:endParaRPr kumimoji="0" lang="es-MX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Graphik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s-MX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Graphik"/>
                          <a:ea typeface="+mn-ea"/>
                          <a:cs typeface="+mn-cs"/>
                        </a:rPr>
                        <a:t>18 Agosto</a:t>
                      </a:r>
                      <a:endParaRPr kumimoji="0" lang="es-MX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Graphik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22FB1"/>
                          </a:solidFill>
                          <a:effectLst/>
                          <a:uLnTx/>
                          <a:uFillTx/>
                          <a:latin typeface="Graphik"/>
                          <a:ea typeface="+mn-ea"/>
                          <a:cs typeface="+mn-cs"/>
                        </a:rPr>
                        <a:t>Terminado</a:t>
                      </a:r>
                      <a:endParaRPr lang="es-MX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Graphik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MX" sz="1100" kern="1200" dirty="0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4088648"/>
                  </a:ext>
                </a:extLst>
              </a:tr>
              <a:tr h="6556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13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MX" sz="1100" noProof="0" dirty="0">
                        <a:solidFill>
                          <a:srgbClr val="000000"/>
                        </a:solidFill>
                        <a:effectLst/>
                        <a:latin typeface="Graphik" panose="020B0503030202060203" pitchFamily="34" charset="0"/>
                      </a:endParaRPr>
                    </a:p>
                  </a:txBody>
                  <a:tcPr marL="6350" marR="6350" marT="635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MX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C41E8">
                            <a:lumMod val="75000"/>
                          </a:srgbClr>
                        </a:solidFill>
                        <a:effectLst/>
                        <a:uLnTx/>
                        <a:uFillTx/>
                        <a:latin typeface="Graphik" panose="020B0503030202060203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MX" sz="1100" kern="1200" dirty="0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6542063"/>
                  </a:ext>
                </a:extLst>
              </a:tr>
              <a:tr h="65560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14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s-MX" sz="1100" b="1" noProof="0" dirty="0">
                        <a:solidFill>
                          <a:srgbClr val="000000"/>
                        </a:solidFill>
                        <a:effectLst/>
                        <a:latin typeface="Graphik" panose="020B0503030202060203" pitchFamily="34" charset="0"/>
                      </a:endParaRPr>
                    </a:p>
                  </a:txBody>
                  <a:tcPr marL="6350" marR="6350" marT="635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MX" sz="1100" dirty="0">
                        <a:latin typeface="Graphik" panose="020B0503030202060203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MX" sz="1100" dirty="0">
                        <a:latin typeface="Graphik" panose="020B0503030202060203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MX" sz="1000" b="1" dirty="0">
                        <a:solidFill>
                          <a:schemeClr val="accent1">
                            <a:lumMod val="75000"/>
                          </a:schemeClr>
                        </a:solidFill>
                        <a:latin typeface="Graphik" panose="020B0503030202060203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MX" sz="1100" kern="1200" dirty="0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6548192"/>
                  </a:ext>
                </a:extLst>
              </a:tr>
              <a:tr h="48544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15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s-MX" sz="1100" noProof="0" dirty="0">
                        <a:solidFill>
                          <a:srgbClr val="000000"/>
                        </a:solidFill>
                        <a:effectLst/>
                        <a:latin typeface="Graphik" panose="020B0503030202060203" pitchFamily="34" charset="0"/>
                      </a:endParaRPr>
                    </a:p>
                  </a:txBody>
                  <a:tcPr marL="6350" marR="6350" marT="635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Graphik" panose="020B0503030202060203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Graphik" panose="020B0503030202060203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MX" sz="1000" b="1" dirty="0">
                        <a:solidFill>
                          <a:schemeClr val="accent1">
                            <a:lumMod val="75000"/>
                          </a:schemeClr>
                        </a:solidFill>
                        <a:latin typeface="Graphik" panose="020B0503030202060203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MX" sz="1100" kern="1200" dirty="0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5387074"/>
                  </a:ext>
                </a:extLst>
              </a:tr>
              <a:tr h="48544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16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s-MX" sz="1100" noProof="0" dirty="0">
                        <a:solidFill>
                          <a:srgbClr val="000000"/>
                        </a:solidFill>
                        <a:effectLst/>
                        <a:latin typeface="Graphik" panose="020B0503030202060203" pitchFamily="34" charset="0"/>
                      </a:endParaRPr>
                    </a:p>
                  </a:txBody>
                  <a:tcPr marL="6350" marR="6350" marT="635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Graphik" panose="020B0503030202060203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Graphik" panose="020B0503030202060203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MX" sz="1000" b="1" kern="1200" dirty="0">
                        <a:solidFill>
                          <a:schemeClr val="accent1">
                            <a:lumMod val="75000"/>
                          </a:schemeClr>
                        </a:solidFill>
                        <a:latin typeface="Graphik" panose="020B0503030202060203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MX" sz="1100" kern="1200" dirty="0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2300499"/>
                  </a:ext>
                </a:extLst>
              </a:tr>
              <a:tr h="48544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17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s-MX" sz="1100" noProof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22FB1"/>
                        </a:solidFill>
                        <a:effectLst/>
                        <a:uLnTx/>
                        <a:uFillTx/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MX" sz="1200" dirty="0">
                        <a:latin typeface="+mj-lt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409737"/>
                  </a:ext>
                </a:extLst>
              </a:tr>
            </a:tbl>
          </a:graphicData>
        </a:graphic>
      </p:graphicFrame>
      <p:sp>
        <p:nvSpPr>
          <p:cNvPr id="7" name="Rectangle 1">
            <a:extLst>
              <a:ext uri="{FF2B5EF4-FFF2-40B4-BE49-F238E27FC236}">
                <a16:creationId xmlns:a16="http://schemas.microsoft.com/office/drawing/2014/main" id="{759E08A1-239F-50C4-3DD6-BC5E16D3C6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72813" y="1430114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919433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TBOX" val="Text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Accenture 2020">
  <a:themeElements>
    <a:clrScheme name="BanCoppel_2025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1C41E8"/>
      </a:accent1>
      <a:accent2>
        <a:srgbClr val="F0D224"/>
      </a:accent2>
      <a:accent3>
        <a:srgbClr val="052879"/>
      </a:accent3>
      <a:accent4>
        <a:srgbClr val="081754"/>
      </a:accent4>
      <a:accent5>
        <a:srgbClr val="1CA8F7"/>
      </a:accent5>
      <a:accent6>
        <a:srgbClr val="EEE8E3"/>
      </a:accent6>
      <a:hlink>
        <a:srgbClr val="0097A7"/>
      </a:hlink>
      <a:folHlink>
        <a:srgbClr val="0097A7"/>
      </a:folHlink>
    </a:clrScheme>
    <a:fontScheme name="Accenture - Graphik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tIns="91440" bIns="91440"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 defTabSz="228600">
          <a:spcAft>
            <a:spcPts val="1200"/>
          </a:spcAft>
          <a:defRPr noProof="0" dirty="0" smtClean="0"/>
        </a:defPPr>
      </a:lstStyle>
    </a:txDef>
  </a:objectDefaults>
  <a:extraClrSchemeLst/>
  <a:custClrLst>
    <a:custClr name="Accent Purple 1">
      <a:srgbClr val="B455AA"/>
    </a:custClr>
    <a:custClr name="Accent Purple 2">
      <a:srgbClr val="A055F5"/>
    </a:custClr>
    <a:custClr name="Accent Purple 3">
      <a:srgbClr val="BE82FF"/>
    </a:custClr>
    <a:custClr name="Accent Purple 4">
      <a:srgbClr val="DCAFFF"/>
    </a:custClr>
    <a:custClr name="Accent Purple 5">
      <a:srgbClr val="E6DC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ue">
      <a:srgbClr val="0041F0"/>
    </a:custClr>
    <a:custClr name="Light Blue">
      <a:srgbClr val="00FFFF"/>
    </a:custClr>
    <a:custClr name="Green">
      <a:srgbClr val="64FF50"/>
    </a:custClr>
    <a:custClr name="Blue Green">
      <a:srgbClr val="05F0A5"/>
    </a:custClr>
    <a:custClr name="Red">
      <a:srgbClr val="FF3246"/>
    </a:custClr>
    <a:custClr name="Pink">
      <a:srgbClr val="FF50A0"/>
    </a:custClr>
    <a:custClr name="Orange">
      <a:srgbClr val="FF7800"/>
    </a:custClr>
    <a:custClr name="Yellow">
      <a:srgbClr val="FFEB32"/>
    </a:custClr>
    <a:custClr name="BLANK">
      <a:srgbClr val="FFFFFF"/>
    </a:custClr>
    <a:custClr name="BLANK">
      <a:srgbClr val="FFFFFF"/>
    </a:custClr>
  </a:custClrLst>
  <a:extLst>
    <a:ext uri="{05A4C25C-085E-4340-85A3-A5531E510DB2}">
      <thm15:themeFamily xmlns:thm15="http://schemas.microsoft.com/office/thememl/2012/main" name="IMP_Acc_PPT_Tmplt_Graphik_210225_Fixed_Accessible.potx" id="{80BF15C9-A5DA-472C-9F1E-82F4EBB43D59}" vid="{02DD174B-CE7A-418B-90DA-AC9D16AAE59C}"/>
    </a:ext>
  </a:extLst>
</a:theme>
</file>

<file path=ppt/theme/theme2.xml><?xml version="1.0" encoding="utf-8"?>
<a:theme xmlns:a="http://schemas.openxmlformats.org/drawingml/2006/main" name="1_Accenture 2020">
  <a:themeElements>
    <a:clrScheme name="BanCoppel_2025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1C41E8"/>
      </a:accent1>
      <a:accent2>
        <a:srgbClr val="F0D224"/>
      </a:accent2>
      <a:accent3>
        <a:srgbClr val="052879"/>
      </a:accent3>
      <a:accent4>
        <a:srgbClr val="081754"/>
      </a:accent4>
      <a:accent5>
        <a:srgbClr val="1CA8F7"/>
      </a:accent5>
      <a:accent6>
        <a:srgbClr val="EEE8E3"/>
      </a:accent6>
      <a:hlink>
        <a:srgbClr val="0097A7"/>
      </a:hlink>
      <a:folHlink>
        <a:srgbClr val="0097A7"/>
      </a:folHlink>
    </a:clrScheme>
    <a:fontScheme name="Accenture - Graphik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tIns="91440" bIns="91440"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 defTabSz="228600">
          <a:spcAft>
            <a:spcPts val="1200"/>
          </a:spcAft>
          <a:defRPr noProof="0" dirty="0" smtClean="0"/>
        </a:defPPr>
      </a:lstStyle>
    </a:txDef>
  </a:objectDefaults>
  <a:extraClrSchemeLst/>
  <a:custClrLst>
    <a:custClr name="Accent Purple 1">
      <a:srgbClr val="B455AA"/>
    </a:custClr>
    <a:custClr name="Accent Purple 2">
      <a:srgbClr val="A055F5"/>
    </a:custClr>
    <a:custClr name="Accent Purple 3">
      <a:srgbClr val="BE82FF"/>
    </a:custClr>
    <a:custClr name="Accent Purple 4">
      <a:srgbClr val="DCAFFF"/>
    </a:custClr>
    <a:custClr name="Accent Purple 5">
      <a:srgbClr val="E6DC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ue">
      <a:srgbClr val="0041F0"/>
    </a:custClr>
    <a:custClr name="Light Blue">
      <a:srgbClr val="00FFFF"/>
    </a:custClr>
    <a:custClr name="Green">
      <a:srgbClr val="64FF50"/>
    </a:custClr>
    <a:custClr name="Blue Green">
      <a:srgbClr val="05F0A5"/>
    </a:custClr>
    <a:custClr name="Red">
      <a:srgbClr val="FF3246"/>
    </a:custClr>
    <a:custClr name="Pink">
      <a:srgbClr val="FF50A0"/>
    </a:custClr>
    <a:custClr name="Orange">
      <a:srgbClr val="FF7800"/>
    </a:custClr>
    <a:custClr name="Yellow">
      <a:srgbClr val="FFEB32"/>
    </a:custClr>
    <a:custClr name="BLANK">
      <a:srgbClr val="FFFFFF"/>
    </a:custClr>
    <a:custClr name="BLANK">
      <a:srgbClr val="FFFFFF"/>
    </a:custClr>
  </a:custClrLst>
  <a:extLst>
    <a:ext uri="{05A4C25C-085E-4340-85A3-A5531E510DB2}">
      <thm15:themeFamily xmlns:thm15="http://schemas.microsoft.com/office/thememl/2012/main" name="IMP_Acc_PPT_Tmplt_Graphik_210225_Fixed_Accessible.potx" id="{80BF15C9-A5DA-472C-9F1E-82F4EBB43D59}" vid="{02DD174B-CE7A-418B-90DA-AC9D16AAE59C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cf21e1d-e7b2-4ba8-bb72-ca5e3ff425f9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C2648767ADDAC4198CE9FAE936A0E2E" ma:contentTypeVersion="10" ma:contentTypeDescription="Create a new document." ma:contentTypeScope="" ma:versionID="bfce7f8d432cf4f2b54d649024185cc8">
  <xsd:schema xmlns:xsd="http://www.w3.org/2001/XMLSchema" xmlns:xs="http://www.w3.org/2001/XMLSchema" xmlns:p="http://schemas.microsoft.com/office/2006/metadata/properties" xmlns:ns2="bcf21e1d-e7b2-4ba8-bb72-ca5e3ff425f9" targetNamespace="http://schemas.microsoft.com/office/2006/metadata/properties" ma:root="true" ma:fieldsID="db0e3ff7a073da1765cf4c642dfd2d3e" ns2:_="">
    <xsd:import namespace="bcf21e1d-e7b2-4ba8-bb72-ca5e3ff425f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f21e1d-e7b2-4ba8-bb72-ca5e3ff425f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displayName="Image Tags_0" ma:hidden="true" ma:internalName="lcf76f155ced4ddcb4097134ff3c332f">
      <xsd:simpleType>
        <xsd:restriction base="dms:Note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BillingMetadata" ma:index="1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65A9715-4822-4D4B-B502-AAF583F78BD8}">
  <ds:schemaRefs>
    <ds:schemaRef ds:uri="http://purl.org/dc/dcmitype/"/>
    <ds:schemaRef ds:uri="http://purl.org/dc/terms/"/>
    <ds:schemaRef ds:uri="http://www.w3.org/XML/1998/namespace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bcf21e1d-e7b2-4ba8-bb72-ca5e3ff425f9"/>
  </ds:schemaRefs>
</ds:datastoreItem>
</file>

<file path=customXml/itemProps2.xml><?xml version="1.0" encoding="utf-8"?>
<ds:datastoreItem xmlns:ds="http://schemas.openxmlformats.org/officeDocument/2006/customXml" ds:itemID="{5AAF184F-D41D-4152-9453-168A413CA25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85610F0-8931-4975-BEC9-DED738ECE4B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cf21e1d-e7b2-4ba8-bb72-ca5e3ff425f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e0793d39-0939-496d-b129-198edd916feb}" enabled="0" method="" siteId="{e0793d39-0939-496d-b129-198edd916fe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6044</TotalTime>
  <Words>463</Words>
  <Application>Microsoft Office PowerPoint</Application>
  <PresentationFormat>Panorámica</PresentationFormat>
  <Paragraphs>131</Paragraphs>
  <Slides>4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2</vt:i4>
      </vt:variant>
      <vt:variant>
        <vt:lpstr>Títulos de diapositiva</vt:lpstr>
      </vt:variant>
      <vt:variant>
        <vt:i4>4</vt:i4>
      </vt:variant>
    </vt:vector>
  </HeadingPairs>
  <TitlesOfParts>
    <vt:vector size="6" baseType="lpstr">
      <vt:lpstr>Accenture 2020</vt:lpstr>
      <vt:lpstr>1_Accenture 2020</vt:lpstr>
      <vt:lpstr>Arquitectura Plan Director</vt:lpstr>
      <vt:lpstr>Seguimiento de actividades</vt:lpstr>
      <vt:lpstr>Actividades Cerradas</vt:lpstr>
      <vt:lpstr>Actividades Cerradas</vt:lpstr>
    </vt:vector>
  </TitlesOfParts>
  <Manager/>
  <Company>Accenture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>Banking Modernization</dc:subject>
  <dc:creator>m.a.de.tomas.mures@accenture.com</dc:creator>
  <cp:keywords/>
  <cp:lastModifiedBy>Antonio Pichardo, Joaquín Ernesto</cp:lastModifiedBy>
  <cp:revision>32</cp:revision>
  <cp:lastPrinted>2025-11-14T08:57:03Z</cp:lastPrinted>
  <dcterms:created xsi:type="dcterms:W3CDTF">2022-04-27T16:46:11Z</dcterms:created>
  <dcterms:modified xsi:type="dcterms:W3CDTF">2026-08-19T14:59:35Z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0x010100CC2648767ADDAC4198CE9FAE936A0E2E</vt:lpwstr>
  </property>
  <property fmtid="{D5CDD505-2E9C-101B-9397-08002B2CF9AE}" pid="3" name="NXPowerLiteLastOptimized">
    <vt:lpwstr>3154886</vt:lpwstr>
  </property>
  <property fmtid="{D5CDD505-2E9C-101B-9397-08002B2CF9AE}" pid="4" name="NXPowerLiteSettings">
    <vt:lpwstr>F78007B004F000</vt:lpwstr>
  </property>
  <property fmtid="{D5CDD505-2E9C-101B-9397-08002B2CF9AE}" pid="5" name="NXPowerLiteVersion">
    <vt:lpwstr>D9.1.2</vt:lpwstr>
  </property>
</Properties>
</file>