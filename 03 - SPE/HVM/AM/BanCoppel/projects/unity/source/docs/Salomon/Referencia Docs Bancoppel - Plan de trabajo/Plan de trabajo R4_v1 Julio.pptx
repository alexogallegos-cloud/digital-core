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5"/>
    <p:sldMasterId id="2147483704" r:id="rId6"/>
    <p:sldMasterId id="214748370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Helvetica Neue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36CE9B-CAEF-477A-A7DA-BC44D836AE07}">
  <a:tblStyle styleId="{8536CE9B-CAEF-477A-A7DA-BC44D836A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slide" Target="slides/slide5.xml"/><Relationship Id="rId18" Type="http://schemas.openxmlformats.org/officeDocument/2006/relationships/font" Target="fonts/HelveticaNeue-regular.fntdata"/><Relationship Id="rId21" Type="http://schemas.openxmlformats.org/officeDocument/2006/relationships/font" Target="fonts/HelveticaNeue-boldItalic.fntdata"/><Relationship Id="rId3" Type="http://schemas.openxmlformats.org/officeDocument/2006/relationships/presProps" Target="pres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font" Target="fonts/Montserrat-boldItalic.fntdata"/><Relationship Id="rId20" Type="http://schemas.openxmlformats.org/officeDocument/2006/relationships/font" Target="fonts/HelveticaNeue-italic.fntdata"/><Relationship Id="rId2" Type="http://schemas.openxmlformats.org/officeDocument/2006/relationships/viewProps" Target="viewProps.xml"/><Relationship Id="rId16" Type="http://schemas.openxmlformats.org/officeDocument/2006/relationships/font" Target="fonts/Montserrat-italic.fntdata"/><Relationship Id="rId1" Type="http://schemas.openxmlformats.org/officeDocument/2006/relationships/theme" Target="theme/theme3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customXml" Target="../customXml/item3.xml"/><Relationship Id="rId5" Type="http://schemas.openxmlformats.org/officeDocument/2006/relationships/slideMaster" Target="slideMasters/slideMaster1.xml"/><Relationship Id="rId15" Type="http://schemas.openxmlformats.org/officeDocument/2006/relationships/font" Target="fonts/Montserrat-bold.fntdata"/><Relationship Id="rId23" Type="http://schemas.openxmlformats.org/officeDocument/2006/relationships/customXml" Target="../customXml/item2.xml"/><Relationship Id="rId10" Type="http://schemas.openxmlformats.org/officeDocument/2006/relationships/slide" Target="slides/slide2.xml"/><Relationship Id="rId19" Type="http://schemas.openxmlformats.org/officeDocument/2006/relationships/font" Target="fonts/HelveticaNeue-bold.fntdata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14" Type="http://schemas.openxmlformats.org/officeDocument/2006/relationships/font" Target="fonts/Montserrat-regular.fntdata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243c7db4f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243c7db4f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302c7fdb6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f302c7fdb6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302c7fd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f302c7fd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b9cf6d4ab_0_3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eb9cf6d4ab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27e6df951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f27e6df95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Blanco">
  <p:cSld name="TITLE_1_1_3_5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8624125" y="130707"/>
            <a:ext cx="42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s" sz="6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4" title="primary logo 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7038" y="4768163"/>
            <a:ext cx="948751" cy="14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4" name="Google Shape;94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2">
  <p:cSld name="TITLE_5_1">
    <p:bg>
      <p:bgPr>
        <a:solidFill>
          <a:srgbClr val="081754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/>
          <p:nvPr/>
        </p:nvSpPr>
        <p:spPr>
          <a:xfrm>
            <a:off x="6401900" y="0"/>
            <a:ext cx="5143500" cy="51435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R 4">
  <p:cSld name="CUSTOM_17">
    <p:bg>
      <p:bgPr>
        <a:solidFill>
          <a:srgbClr val="2E2E2E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 txBox="1"/>
          <p:nvPr/>
        </p:nvSpPr>
        <p:spPr>
          <a:xfrm>
            <a:off x="8553578" y="190000"/>
            <a:ext cx="4254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sted-image.pdf" id="102" name="Google Shape;10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71019" y="4663868"/>
            <a:ext cx="849600" cy="1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7"/>
          <p:cNvSpPr/>
          <p:nvPr/>
        </p:nvSpPr>
        <p:spPr>
          <a:xfrm flipH="1" rot="5400000">
            <a:off x="1982624" y="1711559"/>
            <a:ext cx="1232654" cy="3152680"/>
          </a:xfrm>
          <a:custGeom>
            <a:rect b="b" l="l" r="r" t="t"/>
            <a:pathLst>
              <a:path extrusionOk="0" h="4945380" w="1933575">
                <a:moveTo>
                  <a:pt x="989651" y="0"/>
                </a:moveTo>
                <a:lnTo>
                  <a:pt x="936528" y="193"/>
                </a:lnTo>
                <a:lnTo>
                  <a:pt x="887249" y="2677"/>
                </a:lnTo>
                <a:lnTo>
                  <a:pt x="838471" y="7443"/>
                </a:lnTo>
                <a:lnTo>
                  <a:pt x="790237" y="14620"/>
                </a:lnTo>
                <a:lnTo>
                  <a:pt x="742590" y="24336"/>
                </a:lnTo>
                <a:lnTo>
                  <a:pt x="695574" y="36721"/>
                </a:lnTo>
                <a:lnTo>
                  <a:pt x="649232" y="51904"/>
                </a:lnTo>
                <a:lnTo>
                  <a:pt x="603606" y="70012"/>
                </a:lnTo>
                <a:lnTo>
                  <a:pt x="555515" y="92054"/>
                </a:lnTo>
                <a:lnTo>
                  <a:pt x="509337" y="115658"/>
                </a:lnTo>
                <a:lnTo>
                  <a:pt x="465081" y="140827"/>
                </a:lnTo>
                <a:lnTo>
                  <a:pt x="422755" y="167563"/>
                </a:lnTo>
                <a:lnTo>
                  <a:pt x="382368" y="195867"/>
                </a:lnTo>
                <a:lnTo>
                  <a:pt x="343929" y="225740"/>
                </a:lnTo>
                <a:lnTo>
                  <a:pt x="307447" y="257185"/>
                </a:lnTo>
                <a:lnTo>
                  <a:pt x="272931" y="290202"/>
                </a:lnTo>
                <a:lnTo>
                  <a:pt x="240389" y="324794"/>
                </a:lnTo>
                <a:lnTo>
                  <a:pt x="209830" y="360962"/>
                </a:lnTo>
                <a:lnTo>
                  <a:pt x="181264" y="398707"/>
                </a:lnTo>
                <a:lnTo>
                  <a:pt x="154698" y="438031"/>
                </a:lnTo>
                <a:lnTo>
                  <a:pt x="130142" y="478936"/>
                </a:lnTo>
                <a:lnTo>
                  <a:pt x="107604" y="521424"/>
                </a:lnTo>
                <a:lnTo>
                  <a:pt x="87094" y="565495"/>
                </a:lnTo>
                <a:lnTo>
                  <a:pt x="68620" y="611152"/>
                </a:lnTo>
                <a:lnTo>
                  <a:pt x="52190" y="658396"/>
                </a:lnTo>
                <a:lnTo>
                  <a:pt x="37814" y="707228"/>
                </a:lnTo>
                <a:lnTo>
                  <a:pt x="25500" y="757651"/>
                </a:lnTo>
                <a:lnTo>
                  <a:pt x="15258" y="809665"/>
                </a:lnTo>
                <a:lnTo>
                  <a:pt x="7697" y="860809"/>
                </a:lnTo>
                <a:lnTo>
                  <a:pt x="2904" y="911468"/>
                </a:lnTo>
                <a:lnTo>
                  <a:pt x="852" y="961640"/>
                </a:lnTo>
                <a:lnTo>
                  <a:pt x="1514" y="1011322"/>
                </a:lnTo>
                <a:lnTo>
                  <a:pt x="4862" y="1060509"/>
                </a:lnTo>
                <a:lnTo>
                  <a:pt x="10867" y="1109200"/>
                </a:lnTo>
                <a:lnTo>
                  <a:pt x="19502" y="1157390"/>
                </a:lnTo>
                <a:lnTo>
                  <a:pt x="30741" y="1205077"/>
                </a:lnTo>
                <a:lnTo>
                  <a:pt x="44554" y="1252257"/>
                </a:lnTo>
                <a:lnTo>
                  <a:pt x="60914" y="1298927"/>
                </a:lnTo>
                <a:lnTo>
                  <a:pt x="79794" y="1345083"/>
                </a:lnTo>
                <a:lnTo>
                  <a:pt x="101166" y="1390723"/>
                </a:lnTo>
                <a:lnTo>
                  <a:pt x="125002" y="1435844"/>
                </a:lnTo>
                <a:lnTo>
                  <a:pt x="151275" y="1480441"/>
                </a:lnTo>
                <a:lnTo>
                  <a:pt x="180568" y="1523982"/>
                </a:lnTo>
                <a:lnTo>
                  <a:pt x="212458" y="1565275"/>
                </a:lnTo>
                <a:lnTo>
                  <a:pt x="246342" y="1604843"/>
                </a:lnTo>
                <a:lnTo>
                  <a:pt x="281622" y="1643212"/>
                </a:lnTo>
                <a:lnTo>
                  <a:pt x="317694" y="1680907"/>
                </a:lnTo>
                <a:lnTo>
                  <a:pt x="353960" y="1718454"/>
                </a:lnTo>
                <a:lnTo>
                  <a:pt x="386643" y="1753700"/>
                </a:lnTo>
                <a:lnTo>
                  <a:pt x="417842" y="1789949"/>
                </a:lnTo>
                <a:lnTo>
                  <a:pt x="447453" y="1827280"/>
                </a:lnTo>
                <a:lnTo>
                  <a:pt x="475372" y="1865772"/>
                </a:lnTo>
                <a:lnTo>
                  <a:pt x="501496" y="1905504"/>
                </a:lnTo>
                <a:lnTo>
                  <a:pt x="525720" y="1946554"/>
                </a:lnTo>
                <a:lnTo>
                  <a:pt x="547942" y="1989002"/>
                </a:lnTo>
                <a:lnTo>
                  <a:pt x="568058" y="2032926"/>
                </a:lnTo>
                <a:lnTo>
                  <a:pt x="587286" y="2080875"/>
                </a:lnTo>
                <a:lnTo>
                  <a:pt x="604255" y="2129149"/>
                </a:lnTo>
                <a:lnTo>
                  <a:pt x="618953" y="2177758"/>
                </a:lnTo>
                <a:lnTo>
                  <a:pt x="631364" y="2226709"/>
                </a:lnTo>
                <a:lnTo>
                  <a:pt x="641476" y="2276008"/>
                </a:lnTo>
                <a:lnTo>
                  <a:pt x="649274" y="2325664"/>
                </a:lnTo>
                <a:lnTo>
                  <a:pt x="654746" y="2375684"/>
                </a:lnTo>
                <a:lnTo>
                  <a:pt x="657876" y="2426075"/>
                </a:lnTo>
                <a:lnTo>
                  <a:pt x="658651" y="2476844"/>
                </a:lnTo>
                <a:lnTo>
                  <a:pt x="657057" y="2528000"/>
                </a:lnTo>
                <a:lnTo>
                  <a:pt x="653081" y="2579549"/>
                </a:lnTo>
                <a:lnTo>
                  <a:pt x="646587" y="2632328"/>
                </a:lnTo>
                <a:lnTo>
                  <a:pt x="637701" y="2684180"/>
                </a:lnTo>
                <a:lnTo>
                  <a:pt x="626351" y="2735086"/>
                </a:lnTo>
                <a:lnTo>
                  <a:pt x="612469" y="2785030"/>
                </a:lnTo>
                <a:lnTo>
                  <a:pt x="595982" y="2833994"/>
                </a:lnTo>
                <a:lnTo>
                  <a:pt x="576822" y="2881960"/>
                </a:lnTo>
                <a:lnTo>
                  <a:pt x="554917" y="2928913"/>
                </a:lnTo>
                <a:lnTo>
                  <a:pt x="530196" y="2974834"/>
                </a:lnTo>
                <a:lnTo>
                  <a:pt x="502591" y="3019706"/>
                </a:lnTo>
                <a:lnTo>
                  <a:pt x="472029" y="3063513"/>
                </a:lnTo>
                <a:lnTo>
                  <a:pt x="441414" y="3103766"/>
                </a:lnTo>
                <a:lnTo>
                  <a:pt x="409953" y="3143302"/>
                </a:lnTo>
                <a:lnTo>
                  <a:pt x="377836" y="3182280"/>
                </a:lnTo>
                <a:lnTo>
                  <a:pt x="345251" y="3220860"/>
                </a:lnTo>
                <a:lnTo>
                  <a:pt x="246581" y="3335819"/>
                </a:lnTo>
                <a:lnTo>
                  <a:pt x="213786" y="3375952"/>
                </a:lnTo>
                <a:lnTo>
                  <a:pt x="183284" y="3416649"/>
                </a:lnTo>
                <a:lnTo>
                  <a:pt x="155084" y="3457905"/>
                </a:lnTo>
                <a:lnTo>
                  <a:pt x="129198" y="3499715"/>
                </a:lnTo>
                <a:lnTo>
                  <a:pt x="105636" y="3542076"/>
                </a:lnTo>
                <a:lnTo>
                  <a:pt x="84411" y="3584982"/>
                </a:lnTo>
                <a:lnTo>
                  <a:pt x="65531" y="3628429"/>
                </a:lnTo>
                <a:lnTo>
                  <a:pt x="49009" y="3672413"/>
                </a:lnTo>
                <a:lnTo>
                  <a:pt x="34856" y="3716929"/>
                </a:lnTo>
                <a:lnTo>
                  <a:pt x="23082" y="3761973"/>
                </a:lnTo>
                <a:lnTo>
                  <a:pt x="13699" y="3807541"/>
                </a:lnTo>
                <a:lnTo>
                  <a:pt x="6716" y="3853627"/>
                </a:lnTo>
                <a:lnTo>
                  <a:pt x="2146" y="3900228"/>
                </a:lnTo>
                <a:lnTo>
                  <a:pt x="0" y="3947338"/>
                </a:lnTo>
                <a:lnTo>
                  <a:pt x="287" y="3994954"/>
                </a:lnTo>
                <a:lnTo>
                  <a:pt x="3019" y="4043072"/>
                </a:lnTo>
                <a:lnTo>
                  <a:pt x="8208" y="4091685"/>
                </a:lnTo>
                <a:lnTo>
                  <a:pt x="15863" y="4140791"/>
                </a:lnTo>
                <a:lnTo>
                  <a:pt x="25996" y="4190385"/>
                </a:lnTo>
                <a:lnTo>
                  <a:pt x="38618" y="4240461"/>
                </a:lnTo>
                <a:lnTo>
                  <a:pt x="52597" y="4286707"/>
                </a:lnTo>
                <a:lnTo>
                  <a:pt x="68669" y="4331750"/>
                </a:lnTo>
                <a:lnTo>
                  <a:pt x="86768" y="4375549"/>
                </a:lnTo>
                <a:lnTo>
                  <a:pt x="106824" y="4418062"/>
                </a:lnTo>
                <a:lnTo>
                  <a:pt x="128772" y="4459247"/>
                </a:lnTo>
                <a:lnTo>
                  <a:pt x="152543" y="4499063"/>
                </a:lnTo>
                <a:lnTo>
                  <a:pt x="178071" y="4537467"/>
                </a:lnTo>
                <a:lnTo>
                  <a:pt x="205287" y="4574419"/>
                </a:lnTo>
                <a:lnTo>
                  <a:pt x="234124" y="4609875"/>
                </a:lnTo>
                <a:lnTo>
                  <a:pt x="264516" y="4643795"/>
                </a:lnTo>
                <a:lnTo>
                  <a:pt x="296394" y="4676136"/>
                </a:lnTo>
                <a:lnTo>
                  <a:pt x="329691" y="4706857"/>
                </a:lnTo>
                <a:lnTo>
                  <a:pt x="364339" y="4735915"/>
                </a:lnTo>
                <a:lnTo>
                  <a:pt x="400272" y="4763270"/>
                </a:lnTo>
                <a:lnTo>
                  <a:pt x="437421" y="4788878"/>
                </a:lnTo>
                <a:lnTo>
                  <a:pt x="475719" y="4812699"/>
                </a:lnTo>
                <a:lnTo>
                  <a:pt x="515100" y="4834691"/>
                </a:lnTo>
                <a:lnTo>
                  <a:pt x="555494" y="4854811"/>
                </a:lnTo>
                <a:lnTo>
                  <a:pt x="596836" y="4873019"/>
                </a:lnTo>
                <a:lnTo>
                  <a:pt x="639057" y="4889271"/>
                </a:lnTo>
                <a:lnTo>
                  <a:pt x="682091" y="4903527"/>
                </a:lnTo>
                <a:lnTo>
                  <a:pt x="725868" y="4915744"/>
                </a:lnTo>
                <a:lnTo>
                  <a:pt x="770323" y="4925881"/>
                </a:lnTo>
                <a:lnTo>
                  <a:pt x="815388" y="4933896"/>
                </a:lnTo>
                <a:lnTo>
                  <a:pt x="860995" y="4939747"/>
                </a:lnTo>
                <a:lnTo>
                  <a:pt x="907077" y="4943392"/>
                </a:lnTo>
                <a:lnTo>
                  <a:pt x="953567" y="4944790"/>
                </a:lnTo>
                <a:lnTo>
                  <a:pt x="1000396" y="4943898"/>
                </a:lnTo>
                <a:lnTo>
                  <a:pt x="1047498" y="4940675"/>
                </a:lnTo>
                <a:lnTo>
                  <a:pt x="1094806" y="4935079"/>
                </a:lnTo>
                <a:lnTo>
                  <a:pt x="1142250" y="4927068"/>
                </a:lnTo>
                <a:lnTo>
                  <a:pt x="1189766" y="4916601"/>
                </a:lnTo>
                <a:lnTo>
                  <a:pt x="1237283" y="4903635"/>
                </a:lnTo>
                <a:lnTo>
                  <a:pt x="1286985" y="4887578"/>
                </a:lnTo>
                <a:lnTo>
                  <a:pt x="1334903" y="4869727"/>
                </a:lnTo>
                <a:lnTo>
                  <a:pt x="1381035" y="4850094"/>
                </a:lnTo>
                <a:lnTo>
                  <a:pt x="1425378" y="4828693"/>
                </a:lnTo>
                <a:lnTo>
                  <a:pt x="1467929" y="4805537"/>
                </a:lnTo>
                <a:lnTo>
                  <a:pt x="1508685" y="4780640"/>
                </a:lnTo>
                <a:lnTo>
                  <a:pt x="1547643" y="4754014"/>
                </a:lnTo>
                <a:lnTo>
                  <a:pt x="1584800" y="4725673"/>
                </a:lnTo>
                <a:lnTo>
                  <a:pt x="1620153" y="4695630"/>
                </a:lnTo>
                <a:lnTo>
                  <a:pt x="1653698" y="4663899"/>
                </a:lnTo>
                <a:lnTo>
                  <a:pt x="1685433" y="4630491"/>
                </a:lnTo>
                <a:lnTo>
                  <a:pt x="1715355" y="4595422"/>
                </a:lnTo>
                <a:lnTo>
                  <a:pt x="1743461" y="4558703"/>
                </a:lnTo>
                <a:lnTo>
                  <a:pt x="1769747" y="4520349"/>
                </a:lnTo>
                <a:lnTo>
                  <a:pt x="1794211" y="4480372"/>
                </a:lnTo>
                <a:lnTo>
                  <a:pt x="1816849" y="4438786"/>
                </a:lnTo>
                <a:lnTo>
                  <a:pt x="1837659" y="4395604"/>
                </a:lnTo>
                <a:lnTo>
                  <a:pt x="1856637" y="4350838"/>
                </a:lnTo>
                <a:lnTo>
                  <a:pt x="1873781" y="4304503"/>
                </a:lnTo>
                <a:lnTo>
                  <a:pt x="1889087" y="4256612"/>
                </a:lnTo>
                <a:lnTo>
                  <a:pt x="1902552" y="4207177"/>
                </a:lnTo>
                <a:lnTo>
                  <a:pt x="1914174" y="4156213"/>
                </a:lnTo>
                <a:lnTo>
                  <a:pt x="1923297" y="4105132"/>
                </a:lnTo>
                <a:lnTo>
                  <a:pt x="1929498" y="4054341"/>
                </a:lnTo>
                <a:lnTo>
                  <a:pt x="1932815" y="4003853"/>
                </a:lnTo>
                <a:lnTo>
                  <a:pt x="1933282" y="3953684"/>
                </a:lnTo>
                <a:lnTo>
                  <a:pt x="1930936" y="3903850"/>
                </a:lnTo>
                <a:lnTo>
                  <a:pt x="1925813" y="3854364"/>
                </a:lnTo>
                <a:lnTo>
                  <a:pt x="1917950" y="3805242"/>
                </a:lnTo>
                <a:lnTo>
                  <a:pt x="1907383" y="3756500"/>
                </a:lnTo>
                <a:lnTo>
                  <a:pt x="1894147" y="3708152"/>
                </a:lnTo>
                <a:lnTo>
                  <a:pt x="1878279" y="3660214"/>
                </a:lnTo>
                <a:lnTo>
                  <a:pt x="1859815" y="3612700"/>
                </a:lnTo>
                <a:lnTo>
                  <a:pt x="1838792" y="3565626"/>
                </a:lnTo>
                <a:lnTo>
                  <a:pt x="1815245" y="3519007"/>
                </a:lnTo>
                <a:lnTo>
                  <a:pt x="1789249" y="3474143"/>
                </a:lnTo>
                <a:lnTo>
                  <a:pt x="1760695" y="3431379"/>
                </a:lnTo>
                <a:lnTo>
                  <a:pt x="1729943" y="3390397"/>
                </a:lnTo>
                <a:lnTo>
                  <a:pt x="1697354" y="3350880"/>
                </a:lnTo>
                <a:lnTo>
                  <a:pt x="1663289" y="3312511"/>
                </a:lnTo>
                <a:lnTo>
                  <a:pt x="1628108" y="3274972"/>
                </a:lnTo>
                <a:lnTo>
                  <a:pt x="1592173" y="3237947"/>
                </a:lnTo>
                <a:lnTo>
                  <a:pt x="1557499" y="3201198"/>
                </a:lnTo>
                <a:lnTo>
                  <a:pt x="1524843" y="3163662"/>
                </a:lnTo>
                <a:lnTo>
                  <a:pt x="1494205" y="3125343"/>
                </a:lnTo>
                <a:lnTo>
                  <a:pt x="1465584" y="3086244"/>
                </a:lnTo>
                <a:lnTo>
                  <a:pt x="1438981" y="3046367"/>
                </a:lnTo>
                <a:lnTo>
                  <a:pt x="1414395" y="3005715"/>
                </a:lnTo>
                <a:lnTo>
                  <a:pt x="1391826" y="2964291"/>
                </a:lnTo>
                <a:lnTo>
                  <a:pt x="1371274" y="2922097"/>
                </a:lnTo>
                <a:lnTo>
                  <a:pt x="1352738" y="2879136"/>
                </a:lnTo>
                <a:lnTo>
                  <a:pt x="1336219" y="2835411"/>
                </a:lnTo>
                <a:lnTo>
                  <a:pt x="1321716" y="2790924"/>
                </a:lnTo>
                <a:lnTo>
                  <a:pt x="1309228" y="2745679"/>
                </a:lnTo>
                <a:lnTo>
                  <a:pt x="1298757" y="2699677"/>
                </a:lnTo>
                <a:lnTo>
                  <a:pt x="1290301" y="2652922"/>
                </a:lnTo>
                <a:lnTo>
                  <a:pt x="1283860" y="2605417"/>
                </a:lnTo>
                <a:lnTo>
                  <a:pt x="1279434" y="2557163"/>
                </a:lnTo>
                <a:lnTo>
                  <a:pt x="1277023" y="2508164"/>
                </a:lnTo>
                <a:lnTo>
                  <a:pt x="1276627" y="2458423"/>
                </a:lnTo>
                <a:lnTo>
                  <a:pt x="1278246" y="2407941"/>
                </a:lnTo>
                <a:lnTo>
                  <a:pt x="1282014" y="2357764"/>
                </a:lnTo>
                <a:lnTo>
                  <a:pt x="1288076" y="2308346"/>
                </a:lnTo>
                <a:lnTo>
                  <a:pt x="1296405" y="2259682"/>
                </a:lnTo>
                <a:lnTo>
                  <a:pt x="1306974" y="2211764"/>
                </a:lnTo>
                <a:lnTo>
                  <a:pt x="1319755" y="2164588"/>
                </a:lnTo>
                <a:lnTo>
                  <a:pt x="1334720" y="2118146"/>
                </a:lnTo>
                <a:lnTo>
                  <a:pt x="1351844" y="2072434"/>
                </a:lnTo>
                <a:lnTo>
                  <a:pt x="1371098" y="2027445"/>
                </a:lnTo>
                <a:lnTo>
                  <a:pt x="1392456" y="1983172"/>
                </a:lnTo>
                <a:lnTo>
                  <a:pt x="1415890" y="1939611"/>
                </a:lnTo>
                <a:lnTo>
                  <a:pt x="1441373" y="1896754"/>
                </a:lnTo>
                <a:lnTo>
                  <a:pt x="1468879" y="1854597"/>
                </a:lnTo>
                <a:lnTo>
                  <a:pt x="1498485" y="1814089"/>
                </a:lnTo>
                <a:lnTo>
                  <a:pt x="1530167" y="1775444"/>
                </a:lnTo>
                <a:lnTo>
                  <a:pt x="1563348" y="1738142"/>
                </a:lnTo>
                <a:lnTo>
                  <a:pt x="1597452" y="1701666"/>
                </a:lnTo>
                <a:lnTo>
                  <a:pt x="1631901" y="1665497"/>
                </a:lnTo>
                <a:lnTo>
                  <a:pt x="1666119" y="1629117"/>
                </a:lnTo>
                <a:lnTo>
                  <a:pt x="1699643" y="1591219"/>
                </a:lnTo>
                <a:lnTo>
                  <a:pt x="1730916" y="1552429"/>
                </a:lnTo>
                <a:lnTo>
                  <a:pt x="1759935" y="1512745"/>
                </a:lnTo>
                <a:lnTo>
                  <a:pt x="1786697" y="1472165"/>
                </a:lnTo>
                <a:lnTo>
                  <a:pt x="1811197" y="1430687"/>
                </a:lnTo>
                <a:lnTo>
                  <a:pt x="1833433" y="1388308"/>
                </a:lnTo>
                <a:lnTo>
                  <a:pt x="1853402" y="1345027"/>
                </a:lnTo>
                <a:lnTo>
                  <a:pt x="1871098" y="1300842"/>
                </a:lnTo>
                <a:lnTo>
                  <a:pt x="1886520" y="1255750"/>
                </a:lnTo>
                <a:lnTo>
                  <a:pt x="1899664" y="1209751"/>
                </a:lnTo>
                <a:lnTo>
                  <a:pt x="1910525" y="1162841"/>
                </a:lnTo>
                <a:lnTo>
                  <a:pt x="1919102" y="1115019"/>
                </a:lnTo>
                <a:lnTo>
                  <a:pt x="1925389" y="1066282"/>
                </a:lnTo>
                <a:lnTo>
                  <a:pt x="1929385" y="1016630"/>
                </a:lnTo>
                <a:lnTo>
                  <a:pt x="1931084" y="966058"/>
                </a:lnTo>
                <a:lnTo>
                  <a:pt x="1930182" y="916098"/>
                </a:lnTo>
                <a:lnTo>
                  <a:pt x="1926531" y="866476"/>
                </a:lnTo>
                <a:lnTo>
                  <a:pt x="1920172" y="817155"/>
                </a:lnTo>
                <a:lnTo>
                  <a:pt x="1911148" y="768096"/>
                </a:lnTo>
                <a:lnTo>
                  <a:pt x="1899636" y="719217"/>
                </a:lnTo>
                <a:lnTo>
                  <a:pt x="1886031" y="671628"/>
                </a:lnTo>
                <a:lnTo>
                  <a:pt x="1870331" y="625334"/>
                </a:lnTo>
                <a:lnTo>
                  <a:pt x="1852537" y="580339"/>
                </a:lnTo>
                <a:lnTo>
                  <a:pt x="1832647" y="536649"/>
                </a:lnTo>
                <a:lnTo>
                  <a:pt x="1810660" y="494268"/>
                </a:lnTo>
                <a:lnTo>
                  <a:pt x="1786577" y="453201"/>
                </a:lnTo>
                <a:lnTo>
                  <a:pt x="1760396" y="413453"/>
                </a:lnTo>
                <a:lnTo>
                  <a:pt x="1732118" y="375028"/>
                </a:lnTo>
                <a:lnTo>
                  <a:pt x="1701740" y="337932"/>
                </a:lnTo>
                <a:lnTo>
                  <a:pt x="1669264" y="302170"/>
                </a:lnTo>
                <a:lnTo>
                  <a:pt x="1634687" y="267745"/>
                </a:lnTo>
                <a:lnTo>
                  <a:pt x="1598010" y="234664"/>
                </a:lnTo>
                <a:lnTo>
                  <a:pt x="1559232" y="202930"/>
                </a:lnTo>
                <a:lnTo>
                  <a:pt x="1516650" y="171414"/>
                </a:lnTo>
                <a:lnTo>
                  <a:pt x="1473166" y="142574"/>
                </a:lnTo>
                <a:lnTo>
                  <a:pt x="1428784" y="116404"/>
                </a:lnTo>
                <a:lnTo>
                  <a:pt x="1383508" y="92896"/>
                </a:lnTo>
                <a:lnTo>
                  <a:pt x="1337343" y="72046"/>
                </a:lnTo>
                <a:lnTo>
                  <a:pt x="1290293" y="53848"/>
                </a:lnTo>
                <a:lnTo>
                  <a:pt x="1242362" y="38295"/>
                </a:lnTo>
                <a:lnTo>
                  <a:pt x="1193555" y="25381"/>
                </a:lnTo>
                <a:lnTo>
                  <a:pt x="1143876" y="15100"/>
                </a:lnTo>
                <a:lnTo>
                  <a:pt x="1093330" y="7447"/>
                </a:lnTo>
                <a:lnTo>
                  <a:pt x="1041920" y="2416"/>
                </a:lnTo>
                <a:lnTo>
                  <a:pt x="989651" y="0"/>
                </a:lnTo>
                <a:close/>
              </a:path>
            </a:pathLst>
          </a:custGeom>
          <a:solidFill>
            <a:srgbClr val="FDDA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7"/>
          <p:cNvSpPr/>
          <p:nvPr/>
        </p:nvSpPr>
        <p:spPr>
          <a:xfrm>
            <a:off x="1984634" y="1239271"/>
            <a:ext cx="1231200" cy="1231200"/>
          </a:xfrm>
          <a:prstGeom prst="ellipse">
            <a:avLst/>
          </a:prstGeom>
          <a:solidFill>
            <a:srgbClr val="FDDA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lida 1">
  <p:cSld name="CUSTOM_39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/>
          <p:nvPr/>
        </p:nvSpPr>
        <p:spPr>
          <a:xfrm>
            <a:off x="4" y="0"/>
            <a:ext cx="9147366" cy="5145465"/>
          </a:xfrm>
          <a:custGeom>
            <a:rect b="b" l="l" r="r" t="t"/>
            <a:pathLst>
              <a:path extrusionOk="0" h="11308715" w="20104100">
                <a:moveTo>
                  <a:pt x="20104078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78" y="11308556"/>
                </a:lnTo>
                <a:lnTo>
                  <a:pt x="20104078" y="0"/>
                </a:lnTo>
                <a:close/>
              </a:path>
            </a:pathLst>
          </a:custGeom>
          <a:solidFill>
            <a:srgbClr val="2E2E2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8"/>
          <p:cNvSpPr/>
          <p:nvPr/>
        </p:nvSpPr>
        <p:spPr>
          <a:xfrm>
            <a:off x="1" y="2717828"/>
            <a:ext cx="3636699" cy="1877724"/>
          </a:xfrm>
          <a:custGeom>
            <a:rect b="b" l="l" r="r" t="t"/>
            <a:pathLst>
              <a:path extrusionOk="0" h="4126865" w="7992745">
                <a:moveTo>
                  <a:pt x="5907945" y="0"/>
                </a:moveTo>
                <a:lnTo>
                  <a:pt x="5858379" y="662"/>
                </a:lnTo>
                <a:lnTo>
                  <a:pt x="5809043" y="2579"/>
                </a:lnTo>
                <a:lnTo>
                  <a:pt x="5759937" y="5743"/>
                </a:lnTo>
                <a:lnTo>
                  <a:pt x="5711061" y="10148"/>
                </a:lnTo>
                <a:lnTo>
                  <a:pt x="5662417" y="15789"/>
                </a:lnTo>
                <a:lnTo>
                  <a:pt x="5614005" y="22660"/>
                </a:lnTo>
                <a:lnTo>
                  <a:pt x="5565827" y="30754"/>
                </a:lnTo>
                <a:lnTo>
                  <a:pt x="5517881" y="40066"/>
                </a:lnTo>
                <a:lnTo>
                  <a:pt x="5470170" y="50589"/>
                </a:lnTo>
                <a:lnTo>
                  <a:pt x="5422694" y="62318"/>
                </a:lnTo>
                <a:lnTo>
                  <a:pt x="5375453" y="75246"/>
                </a:lnTo>
                <a:lnTo>
                  <a:pt x="5328448" y="89368"/>
                </a:lnTo>
                <a:lnTo>
                  <a:pt x="5281681" y="104677"/>
                </a:lnTo>
                <a:lnTo>
                  <a:pt x="5235151" y="121167"/>
                </a:lnTo>
                <a:lnTo>
                  <a:pt x="5188859" y="138833"/>
                </a:lnTo>
                <a:lnTo>
                  <a:pt x="5142806" y="157668"/>
                </a:lnTo>
                <a:lnTo>
                  <a:pt x="5096993" y="177666"/>
                </a:lnTo>
                <a:lnTo>
                  <a:pt x="5051420" y="198821"/>
                </a:lnTo>
                <a:lnTo>
                  <a:pt x="5006088" y="221128"/>
                </a:lnTo>
                <a:lnTo>
                  <a:pt x="4960997" y="244580"/>
                </a:lnTo>
                <a:lnTo>
                  <a:pt x="4916149" y="269171"/>
                </a:lnTo>
                <a:lnTo>
                  <a:pt x="4871544" y="294895"/>
                </a:lnTo>
                <a:lnTo>
                  <a:pt x="4827182" y="321746"/>
                </a:lnTo>
                <a:lnTo>
                  <a:pt x="4783552" y="349879"/>
                </a:lnTo>
                <a:lnTo>
                  <a:pt x="4741076" y="379343"/>
                </a:lnTo>
                <a:lnTo>
                  <a:pt x="4699643" y="410011"/>
                </a:lnTo>
                <a:lnTo>
                  <a:pt x="4659142" y="441756"/>
                </a:lnTo>
                <a:lnTo>
                  <a:pt x="4619464" y="474451"/>
                </a:lnTo>
                <a:lnTo>
                  <a:pt x="4580499" y="507970"/>
                </a:lnTo>
                <a:lnTo>
                  <a:pt x="4542134" y="542186"/>
                </a:lnTo>
                <a:lnTo>
                  <a:pt x="4504261" y="576973"/>
                </a:lnTo>
                <a:lnTo>
                  <a:pt x="4466769" y="612204"/>
                </a:lnTo>
                <a:lnTo>
                  <a:pt x="4429548" y="647752"/>
                </a:lnTo>
                <a:lnTo>
                  <a:pt x="4318402" y="755031"/>
                </a:lnTo>
                <a:lnTo>
                  <a:pt x="4280986" y="790368"/>
                </a:lnTo>
                <a:lnTo>
                  <a:pt x="4243053" y="824937"/>
                </a:lnTo>
                <a:lnTo>
                  <a:pt x="4204582" y="858709"/>
                </a:lnTo>
                <a:lnTo>
                  <a:pt x="4165553" y="891658"/>
                </a:lnTo>
                <a:lnTo>
                  <a:pt x="4125945" y="923756"/>
                </a:lnTo>
                <a:lnTo>
                  <a:pt x="4085737" y="954976"/>
                </a:lnTo>
                <a:lnTo>
                  <a:pt x="4044908" y="985290"/>
                </a:lnTo>
                <a:lnTo>
                  <a:pt x="4003438" y="1014670"/>
                </a:lnTo>
                <a:lnTo>
                  <a:pt x="3961305" y="1043090"/>
                </a:lnTo>
                <a:lnTo>
                  <a:pt x="3918488" y="1070521"/>
                </a:lnTo>
                <a:lnTo>
                  <a:pt x="3874967" y="1096937"/>
                </a:lnTo>
                <a:lnTo>
                  <a:pt x="3830721" y="1122309"/>
                </a:lnTo>
                <a:lnTo>
                  <a:pt x="3785728" y="1146611"/>
                </a:lnTo>
                <a:lnTo>
                  <a:pt x="3739969" y="1169815"/>
                </a:lnTo>
                <a:lnTo>
                  <a:pt x="3693422" y="1191893"/>
                </a:lnTo>
                <a:lnTo>
                  <a:pt x="3646066" y="1212818"/>
                </a:lnTo>
                <a:lnTo>
                  <a:pt x="3599164" y="1232249"/>
                </a:lnTo>
                <a:lnTo>
                  <a:pt x="3552117" y="1250669"/>
                </a:lnTo>
                <a:lnTo>
                  <a:pt x="3504924" y="1268077"/>
                </a:lnTo>
                <a:lnTo>
                  <a:pt x="3457583" y="1284469"/>
                </a:lnTo>
                <a:lnTo>
                  <a:pt x="3410094" y="1299843"/>
                </a:lnTo>
                <a:lnTo>
                  <a:pt x="3362454" y="1314196"/>
                </a:lnTo>
                <a:lnTo>
                  <a:pt x="3314663" y="1327525"/>
                </a:lnTo>
                <a:lnTo>
                  <a:pt x="3266718" y="1339826"/>
                </a:lnTo>
                <a:lnTo>
                  <a:pt x="3218618" y="1351098"/>
                </a:lnTo>
                <a:lnTo>
                  <a:pt x="3170362" y="1361337"/>
                </a:lnTo>
                <a:lnTo>
                  <a:pt x="3121948" y="1370539"/>
                </a:lnTo>
                <a:lnTo>
                  <a:pt x="3073375" y="1378703"/>
                </a:lnTo>
                <a:lnTo>
                  <a:pt x="3024640" y="1385826"/>
                </a:lnTo>
                <a:lnTo>
                  <a:pt x="2975743" y="1391904"/>
                </a:lnTo>
                <a:lnTo>
                  <a:pt x="2926683" y="1396934"/>
                </a:lnTo>
                <a:lnTo>
                  <a:pt x="2877457" y="1400914"/>
                </a:lnTo>
                <a:lnTo>
                  <a:pt x="2828064" y="1403841"/>
                </a:lnTo>
                <a:lnTo>
                  <a:pt x="2778503" y="1405712"/>
                </a:lnTo>
                <a:lnTo>
                  <a:pt x="2728772" y="1406523"/>
                </a:lnTo>
                <a:lnTo>
                  <a:pt x="2678869" y="1406273"/>
                </a:lnTo>
                <a:lnTo>
                  <a:pt x="2628794" y="1404958"/>
                </a:lnTo>
                <a:lnTo>
                  <a:pt x="2578544" y="1402574"/>
                </a:lnTo>
                <a:lnTo>
                  <a:pt x="2528119" y="1399121"/>
                </a:lnTo>
                <a:lnTo>
                  <a:pt x="2477516" y="1394593"/>
                </a:lnTo>
                <a:lnTo>
                  <a:pt x="2425973" y="1388908"/>
                </a:lnTo>
                <a:lnTo>
                  <a:pt x="2374837" y="1382183"/>
                </a:lnTo>
                <a:lnTo>
                  <a:pt x="2324112" y="1374403"/>
                </a:lnTo>
                <a:lnTo>
                  <a:pt x="2273800" y="1365554"/>
                </a:lnTo>
                <a:lnTo>
                  <a:pt x="2223906" y="1355622"/>
                </a:lnTo>
                <a:lnTo>
                  <a:pt x="2174432" y="1344593"/>
                </a:lnTo>
                <a:lnTo>
                  <a:pt x="2125382" y="1332453"/>
                </a:lnTo>
                <a:lnTo>
                  <a:pt x="2076759" y="1319188"/>
                </a:lnTo>
                <a:lnTo>
                  <a:pt x="2028567" y="1304784"/>
                </a:lnTo>
                <a:lnTo>
                  <a:pt x="1980809" y="1289227"/>
                </a:lnTo>
                <a:lnTo>
                  <a:pt x="1933488" y="1272502"/>
                </a:lnTo>
                <a:lnTo>
                  <a:pt x="1886608" y="1254597"/>
                </a:lnTo>
                <a:lnTo>
                  <a:pt x="1840171" y="1235496"/>
                </a:lnTo>
                <a:lnTo>
                  <a:pt x="1794183" y="1215186"/>
                </a:lnTo>
                <a:lnTo>
                  <a:pt x="1748645" y="1193652"/>
                </a:lnTo>
                <a:lnTo>
                  <a:pt x="1703561" y="1170881"/>
                </a:lnTo>
                <a:lnTo>
                  <a:pt x="1658934" y="1146859"/>
                </a:lnTo>
                <a:lnTo>
                  <a:pt x="1614769" y="1121571"/>
                </a:lnTo>
                <a:lnTo>
                  <a:pt x="1571068" y="1095004"/>
                </a:lnTo>
                <a:lnTo>
                  <a:pt x="1527834" y="1067143"/>
                </a:lnTo>
                <a:lnTo>
                  <a:pt x="1485071" y="1037975"/>
                </a:lnTo>
                <a:lnTo>
                  <a:pt x="1442783" y="1007484"/>
                </a:lnTo>
                <a:lnTo>
                  <a:pt x="1402417" y="977198"/>
                </a:lnTo>
                <a:lnTo>
                  <a:pt x="1362423" y="946470"/>
                </a:lnTo>
                <a:lnTo>
                  <a:pt x="1322768" y="915341"/>
                </a:lnTo>
                <a:lnTo>
                  <a:pt x="1283416" y="883853"/>
                </a:lnTo>
                <a:lnTo>
                  <a:pt x="1244332" y="852046"/>
                </a:lnTo>
                <a:lnTo>
                  <a:pt x="1205482" y="819962"/>
                </a:lnTo>
                <a:lnTo>
                  <a:pt x="1166831" y="787641"/>
                </a:lnTo>
                <a:lnTo>
                  <a:pt x="1089986" y="722456"/>
                </a:lnTo>
                <a:lnTo>
                  <a:pt x="860602" y="525510"/>
                </a:lnTo>
                <a:lnTo>
                  <a:pt x="820085" y="491676"/>
                </a:lnTo>
                <a:lnTo>
                  <a:pt x="779298" y="458940"/>
                </a:lnTo>
                <a:lnTo>
                  <a:pt x="738241" y="427304"/>
                </a:lnTo>
                <a:lnTo>
                  <a:pt x="696915" y="396770"/>
                </a:lnTo>
                <a:lnTo>
                  <a:pt x="655321" y="367342"/>
                </a:lnTo>
                <a:lnTo>
                  <a:pt x="613462" y="339021"/>
                </a:lnTo>
                <a:lnTo>
                  <a:pt x="571336" y="311811"/>
                </a:lnTo>
                <a:lnTo>
                  <a:pt x="528946" y="285713"/>
                </a:lnTo>
                <a:lnTo>
                  <a:pt x="486292" y="260731"/>
                </a:lnTo>
                <a:lnTo>
                  <a:pt x="443376" y="236866"/>
                </a:lnTo>
                <a:lnTo>
                  <a:pt x="400198" y="214123"/>
                </a:lnTo>
                <a:lnTo>
                  <a:pt x="356760" y="192503"/>
                </a:lnTo>
                <a:lnTo>
                  <a:pt x="313062" y="172008"/>
                </a:lnTo>
                <a:lnTo>
                  <a:pt x="269106" y="152642"/>
                </a:lnTo>
                <a:lnTo>
                  <a:pt x="224893" y="134407"/>
                </a:lnTo>
                <a:lnTo>
                  <a:pt x="180423" y="117306"/>
                </a:lnTo>
                <a:lnTo>
                  <a:pt x="135698" y="101341"/>
                </a:lnTo>
                <a:lnTo>
                  <a:pt x="90718" y="86514"/>
                </a:lnTo>
                <a:lnTo>
                  <a:pt x="45485" y="72829"/>
                </a:lnTo>
                <a:lnTo>
                  <a:pt x="0" y="60288"/>
                </a:lnTo>
                <a:lnTo>
                  <a:pt x="0" y="4066135"/>
                </a:lnTo>
                <a:lnTo>
                  <a:pt x="47781" y="4052802"/>
                </a:lnTo>
                <a:lnTo>
                  <a:pt x="95376" y="4038252"/>
                </a:lnTo>
                <a:lnTo>
                  <a:pt x="142781" y="4022495"/>
                </a:lnTo>
                <a:lnTo>
                  <a:pt x="189993" y="4005539"/>
                </a:lnTo>
                <a:lnTo>
                  <a:pt x="237008" y="3987394"/>
                </a:lnTo>
                <a:lnTo>
                  <a:pt x="283822" y="3968067"/>
                </a:lnTo>
                <a:lnTo>
                  <a:pt x="330430" y="3947568"/>
                </a:lnTo>
                <a:lnTo>
                  <a:pt x="376831" y="3925905"/>
                </a:lnTo>
                <a:lnTo>
                  <a:pt x="423019" y="3903088"/>
                </a:lnTo>
                <a:lnTo>
                  <a:pt x="468990" y="3879125"/>
                </a:lnTo>
                <a:lnTo>
                  <a:pt x="514363" y="3853915"/>
                </a:lnTo>
                <a:lnTo>
                  <a:pt x="558677" y="3827427"/>
                </a:lnTo>
                <a:lnTo>
                  <a:pt x="602002" y="3799738"/>
                </a:lnTo>
                <a:lnTo>
                  <a:pt x="644406" y="3770925"/>
                </a:lnTo>
                <a:lnTo>
                  <a:pt x="685959" y="3741068"/>
                </a:lnTo>
                <a:lnTo>
                  <a:pt x="726730" y="3710244"/>
                </a:lnTo>
                <a:lnTo>
                  <a:pt x="766789" y="3678530"/>
                </a:lnTo>
                <a:lnTo>
                  <a:pt x="806204" y="3646005"/>
                </a:lnTo>
                <a:lnTo>
                  <a:pt x="845045" y="3612748"/>
                </a:lnTo>
                <a:lnTo>
                  <a:pt x="883382" y="3578835"/>
                </a:lnTo>
                <a:lnTo>
                  <a:pt x="921282" y="3544345"/>
                </a:lnTo>
                <a:lnTo>
                  <a:pt x="958817" y="3509357"/>
                </a:lnTo>
                <a:lnTo>
                  <a:pt x="996054" y="3473947"/>
                </a:lnTo>
                <a:lnTo>
                  <a:pt x="1033064" y="3438194"/>
                </a:lnTo>
                <a:lnTo>
                  <a:pt x="1069915" y="3402176"/>
                </a:lnTo>
                <a:lnTo>
                  <a:pt x="1107022" y="3366428"/>
                </a:lnTo>
                <a:lnTo>
                  <a:pt x="1144510" y="3331654"/>
                </a:lnTo>
                <a:lnTo>
                  <a:pt x="1182377" y="3297852"/>
                </a:lnTo>
                <a:lnTo>
                  <a:pt x="1220623" y="3265025"/>
                </a:lnTo>
                <a:lnTo>
                  <a:pt x="1259246" y="3233170"/>
                </a:lnTo>
                <a:lnTo>
                  <a:pt x="1298247" y="3202289"/>
                </a:lnTo>
                <a:lnTo>
                  <a:pt x="1337625" y="3172380"/>
                </a:lnTo>
                <a:lnTo>
                  <a:pt x="1377378" y="3143445"/>
                </a:lnTo>
                <a:lnTo>
                  <a:pt x="1417507" y="3115483"/>
                </a:lnTo>
                <a:lnTo>
                  <a:pt x="1458011" y="3088494"/>
                </a:lnTo>
                <a:lnTo>
                  <a:pt x="1498890" y="3062478"/>
                </a:lnTo>
                <a:lnTo>
                  <a:pt x="1540141" y="3037435"/>
                </a:lnTo>
                <a:lnTo>
                  <a:pt x="1581766" y="3013365"/>
                </a:lnTo>
                <a:lnTo>
                  <a:pt x="1623763" y="2990268"/>
                </a:lnTo>
                <a:lnTo>
                  <a:pt x="1666132" y="2968144"/>
                </a:lnTo>
                <a:lnTo>
                  <a:pt x="1708871" y="2946992"/>
                </a:lnTo>
                <a:lnTo>
                  <a:pt x="1751982" y="2926813"/>
                </a:lnTo>
                <a:lnTo>
                  <a:pt x="1795462" y="2907607"/>
                </a:lnTo>
                <a:lnTo>
                  <a:pt x="1839311" y="2889374"/>
                </a:lnTo>
                <a:lnTo>
                  <a:pt x="1883529" y="2872113"/>
                </a:lnTo>
                <a:lnTo>
                  <a:pt x="1928114" y="2855825"/>
                </a:lnTo>
                <a:lnTo>
                  <a:pt x="1973067" y="2840510"/>
                </a:lnTo>
                <a:lnTo>
                  <a:pt x="2018387" y="2826167"/>
                </a:lnTo>
                <a:lnTo>
                  <a:pt x="2064072" y="2812797"/>
                </a:lnTo>
                <a:lnTo>
                  <a:pt x="2110123" y="2800399"/>
                </a:lnTo>
                <a:lnTo>
                  <a:pt x="2156539" y="2788973"/>
                </a:lnTo>
                <a:lnTo>
                  <a:pt x="2203319" y="2778520"/>
                </a:lnTo>
                <a:lnTo>
                  <a:pt x="2250463" y="2769039"/>
                </a:lnTo>
                <a:lnTo>
                  <a:pt x="2297969" y="2760530"/>
                </a:lnTo>
                <a:lnTo>
                  <a:pt x="2345838" y="2752994"/>
                </a:lnTo>
                <a:lnTo>
                  <a:pt x="2394068" y="2746430"/>
                </a:lnTo>
                <a:lnTo>
                  <a:pt x="2442659" y="2740838"/>
                </a:lnTo>
                <a:lnTo>
                  <a:pt x="2491611" y="2736218"/>
                </a:lnTo>
                <a:lnTo>
                  <a:pt x="2540922" y="2732571"/>
                </a:lnTo>
                <a:lnTo>
                  <a:pt x="2590593" y="2729895"/>
                </a:lnTo>
                <a:lnTo>
                  <a:pt x="2640622" y="2728192"/>
                </a:lnTo>
                <a:lnTo>
                  <a:pt x="2691009" y="2727460"/>
                </a:lnTo>
                <a:lnTo>
                  <a:pt x="2741753" y="2727700"/>
                </a:lnTo>
                <a:lnTo>
                  <a:pt x="2792854" y="2728913"/>
                </a:lnTo>
                <a:lnTo>
                  <a:pt x="2844311" y="2731097"/>
                </a:lnTo>
                <a:lnTo>
                  <a:pt x="2896004" y="2734344"/>
                </a:lnTo>
                <a:lnTo>
                  <a:pt x="2947323" y="2738729"/>
                </a:lnTo>
                <a:lnTo>
                  <a:pt x="2998268" y="2744244"/>
                </a:lnTo>
                <a:lnTo>
                  <a:pt x="3048842" y="2750885"/>
                </a:lnTo>
                <a:lnTo>
                  <a:pt x="3099045" y="2758643"/>
                </a:lnTo>
                <a:lnTo>
                  <a:pt x="3148878" y="2767513"/>
                </a:lnTo>
                <a:lnTo>
                  <a:pt x="3198344" y="2777487"/>
                </a:lnTo>
                <a:lnTo>
                  <a:pt x="3247443" y="2788561"/>
                </a:lnTo>
                <a:lnTo>
                  <a:pt x="3296176" y="2800726"/>
                </a:lnTo>
                <a:lnTo>
                  <a:pt x="3344546" y="2813978"/>
                </a:lnTo>
                <a:lnTo>
                  <a:pt x="3392553" y="2828308"/>
                </a:lnTo>
                <a:lnTo>
                  <a:pt x="3440198" y="2843711"/>
                </a:lnTo>
                <a:lnTo>
                  <a:pt x="3487484" y="2860181"/>
                </a:lnTo>
                <a:lnTo>
                  <a:pt x="3534411" y="2877710"/>
                </a:lnTo>
                <a:lnTo>
                  <a:pt x="3580980" y="2896292"/>
                </a:lnTo>
                <a:lnTo>
                  <a:pt x="3627194" y="2915921"/>
                </a:lnTo>
                <a:lnTo>
                  <a:pt x="3673052" y="2936591"/>
                </a:lnTo>
                <a:lnTo>
                  <a:pt x="3718558" y="2958295"/>
                </a:lnTo>
                <a:lnTo>
                  <a:pt x="3763711" y="2981025"/>
                </a:lnTo>
                <a:lnTo>
                  <a:pt x="3808513" y="3004777"/>
                </a:lnTo>
                <a:lnTo>
                  <a:pt x="3852967" y="3029544"/>
                </a:lnTo>
                <a:lnTo>
                  <a:pt x="3897072" y="3055318"/>
                </a:lnTo>
                <a:lnTo>
                  <a:pt x="3940830" y="3082094"/>
                </a:lnTo>
                <a:lnTo>
                  <a:pt x="3984243" y="3109864"/>
                </a:lnTo>
                <a:lnTo>
                  <a:pt x="4027311" y="3138624"/>
                </a:lnTo>
                <a:lnTo>
                  <a:pt x="4067843" y="3167213"/>
                </a:lnTo>
                <a:lnTo>
                  <a:pt x="4107401" y="3196889"/>
                </a:lnTo>
                <a:lnTo>
                  <a:pt x="4146094" y="3227530"/>
                </a:lnTo>
                <a:lnTo>
                  <a:pt x="4184032" y="3259015"/>
                </a:lnTo>
                <a:lnTo>
                  <a:pt x="4221323" y="3291222"/>
                </a:lnTo>
                <a:lnTo>
                  <a:pt x="4258075" y="3324029"/>
                </a:lnTo>
                <a:lnTo>
                  <a:pt x="4294397" y="3357316"/>
                </a:lnTo>
                <a:lnTo>
                  <a:pt x="4330398" y="3390959"/>
                </a:lnTo>
                <a:lnTo>
                  <a:pt x="4473365" y="3526678"/>
                </a:lnTo>
                <a:lnTo>
                  <a:pt x="4509391" y="3560286"/>
                </a:lnTo>
                <a:lnTo>
                  <a:pt x="4548353" y="3595565"/>
                </a:lnTo>
                <a:lnTo>
                  <a:pt x="4587761" y="3629718"/>
                </a:lnTo>
                <a:lnTo>
                  <a:pt x="4627616" y="3662745"/>
                </a:lnTo>
                <a:lnTo>
                  <a:pt x="4667919" y="3694645"/>
                </a:lnTo>
                <a:lnTo>
                  <a:pt x="4708669" y="3725417"/>
                </a:lnTo>
                <a:lnTo>
                  <a:pt x="4749867" y="3755060"/>
                </a:lnTo>
                <a:lnTo>
                  <a:pt x="4791515" y="3783574"/>
                </a:lnTo>
                <a:lnTo>
                  <a:pt x="4833611" y="3810957"/>
                </a:lnTo>
                <a:lnTo>
                  <a:pt x="4876157" y="3837208"/>
                </a:lnTo>
                <a:lnTo>
                  <a:pt x="4919154" y="3862328"/>
                </a:lnTo>
                <a:lnTo>
                  <a:pt x="4962601" y="3886314"/>
                </a:lnTo>
                <a:lnTo>
                  <a:pt x="5006499" y="3909167"/>
                </a:lnTo>
                <a:lnTo>
                  <a:pt x="5050849" y="3930884"/>
                </a:lnTo>
                <a:lnTo>
                  <a:pt x="5095651" y="3951466"/>
                </a:lnTo>
                <a:lnTo>
                  <a:pt x="5140906" y="3970912"/>
                </a:lnTo>
                <a:lnTo>
                  <a:pt x="5186614" y="3989220"/>
                </a:lnTo>
                <a:lnTo>
                  <a:pt x="5232776" y="4006389"/>
                </a:lnTo>
                <a:lnTo>
                  <a:pt x="5279391" y="4022420"/>
                </a:lnTo>
                <a:lnTo>
                  <a:pt x="5326462" y="4037311"/>
                </a:lnTo>
                <a:lnTo>
                  <a:pt x="5373987" y="4051060"/>
                </a:lnTo>
                <a:lnTo>
                  <a:pt x="5421968" y="4063668"/>
                </a:lnTo>
                <a:lnTo>
                  <a:pt x="5470405" y="4075133"/>
                </a:lnTo>
                <a:lnTo>
                  <a:pt x="5519298" y="4085455"/>
                </a:lnTo>
                <a:lnTo>
                  <a:pt x="5568649" y="4094633"/>
                </a:lnTo>
                <a:lnTo>
                  <a:pt x="5618457" y="4102665"/>
                </a:lnTo>
                <a:lnTo>
                  <a:pt x="5668723" y="4109551"/>
                </a:lnTo>
                <a:lnTo>
                  <a:pt x="5719447" y="4115291"/>
                </a:lnTo>
                <a:lnTo>
                  <a:pt x="5770631" y="4119882"/>
                </a:lnTo>
                <a:lnTo>
                  <a:pt x="5822274" y="4123325"/>
                </a:lnTo>
                <a:lnTo>
                  <a:pt x="5874376" y="4125618"/>
                </a:lnTo>
                <a:lnTo>
                  <a:pt x="5926939" y="4126761"/>
                </a:lnTo>
                <a:lnTo>
                  <a:pt x="5980436" y="4126532"/>
                </a:lnTo>
                <a:lnTo>
                  <a:pt x="6033739" y="4124829"/>
                </a:lnTo>
                <a:lnTo>
                  <a:pt x="6086861" y="4121661"/>
                </a:lnTo>
                <a:lnTo>
                  <a:pt x="6139813" y="4117036"/>
                </a:lnTo>
                <a:lnTo>
                  <a:pt x="6192607" y="4110964"/>
                </a:lnTo>
                <a:lnTo>
                  <a:pt x="6245258" y="4103452"/>
                </a:lnTo>
                <a:lnTo>
                  <a:pt x="6297775" y="4094509"/>
                </a:lnTo>
                <a:lnTo>
                  <a:pt x="6350173" y="4084145"/>
                </a:lnTo>
                <a:lnTo>
                  <a:pt x="6400958" y="4072824"/>
                </a:lnTo>
                <a:lnTo>
                  <a:pt x="6451102" y="4060460"/>
                </a:lnTo>
                <a:lnTo>
                  <a:pt x="6500605" y="4047053"/>
                </a:lnTo>
                <a:lnTo>
                  <a:pt x="6549465" y="4032602"/>
                </a:lnTo>
                <a:lnTo>
                  <a:pt x="6597680" y="4017108"/>
                </a:lnTo>
                <a:lnTo>
                  <a:pt x="6645250" y="4000571"/>
                </a:lnTo>
                <a:lnTo>
                  <a:pt x="6692173" y="3982990"/>
                </a:lnTo>
                <a:lnTo>
                  <a:pt x="6738448" y="3964364"/>
                </a:lnTo>
                <a:lnTo>
                  <a:pt x="6784074" y="3944695"/>
                </a:lnTo>
                <a:lnTo>
                  <a:pt x="6829049" y="3923982"/>
                </a:lnTo>
                <a:lnTo>
                  <a:pt x="6873373" y="3902224"/>
                </a:lnTo>
                <a:lnTo>
                  <a:pt x="6917045" y="3879421"/>
                </a:lnTo>
                <a:lnTo>
                  <a:pt x="6960062" y="3855574"/>
                </a:lnTo>
                <a:lnTo>
                  <a:pt x="7002424" y="3830682"/>
                </a:lnTo>
                <a:lnTo>
                  <a:pt x="7044130" y="3804745"/>
                </a:lnTo>
                <a:lnTo>
                  <a:pt x="7085178" y="3777762"/>
                </a:lnTo>
                <a:lnTo>
                  <a:pt x="7125567" y="3749735"/>
                </a:lnTo>
                <a:lnTo>
                  <a:pt x="7165296" y="3720662"/>
                </a:lnTo>
                <a:lnTo>
                  <a:pt x="7204364" y="3690543"/>
                </a:lnTo>
                <a:lnTo>
                  <a:pt x="7242769" y="3659378"/>
                </a:lnTo>
                <a:lnTo>
                  <a:pt x="7280511" y="3627168"/>
                </a:lnTo>
                <a:lnTo>
                  <a:pt x="7317588" y="3593911"/>
                </a:lnTo>
                <a:lnTo>
                  <a:pt x="7353999" y="3559609"/>
                </a:lnTo>
                <a:lnTo>
                  <a:pt x="7389743" y="3524259"/>
                </a:lnTo>
                <a:lnTo>
                  <a:pt x="7424817" y="3487863"/>
                </a:lnTo>
                <a:lnTo>
                  <a:pt x="7459223" y="3450421"/>
                </a:lnTo>
                <a:lnTo>
                  <a:pt x="7492957" y="3411932"/>
                </a:lnTo>
                <a:lnTo>
                  <a:pt x="7526019" y="3372395"/>
                </a:lnTo>
                <a:lnTo>
                  <a:pt x="7558408" y="3331812"/>
                </a:lnTo>
                <a:lnTo>
                  <a:pt x="7589321" y="3291246"/>
                </a:lnTo>
                <a:lnTo>
                  <a:pt x="7619083" y="3250291"/>
                </a:lnTo>
                <a:lnTo>
                  <a:pt x="7647695" y="3208949"/>
                </a:lnTo>
                <a:lnTo>
                  <a:pt x="7675159" y="3167218"/>
                </a:lnTo>
                <a:lnTo>
                  <a:pt x="7701475" y="3125101"/>
                </a:lnTo>
                <a:lnTo>
                  <a:pt x="7726645" y="3082599"/>
                </a:lnTo>
                <a:lnTo>
                  <a:pt x="7750670" y="3039712"/>
                </a:lnTo>
                <a:lnTo>
                  <a:pt x="7773551" y="2996440"/>
                </a:lnTo>
                <a:lnTo>
                  <a:pt x="7795289" y="2952786"/>
                </a:lnTo>
                <a:lnTo>
                  <a:pt x="7815886" y="2908749"/>
                </a:lnTo>
                <a:lnTo>
                  <a:pt x="7835342" y="2864331"/>
                </a:lnTo>
                <a:lnTo>
                  <a:pt x="7853658" y="2819532"/>
                </a:lnTo>
                <a:lnTo>
                  <a:pt x="7870836" y="2774353"/>
                </a:lnTo>
                <a:lnTo>
                  <a:pt x="7886877" y="2728796"/>
                </a:lnTo>
                <a:lnTo>
                  <a:pt x="7901782" y="2682860"/>
                </a:lnTo>
                <a:lnTo>
                  <a:pt x="7915552" y="2636547"/>
                </a:lnTo>
                <a:lnTo>
                  <a:pt x="7928188" y="2589858"/>
                </a:lnTo>
                <a:lnTo>
                  <a:pt x="7939691" y="2542794"/>
                </a:lnTo>
                <a:lnTo>
                  <a:pt x="7950063" y="2495354"/>
                </a:lnTo>
                <a:lnTo>
                  <a:pt x="7959305" y="2447541"/>
                </a:lnTo>
                <a:lnTo>
                  <a:pt x="7967417" y="2399355"/>
                </a:lnTo>
                <a:lnTo>
                  <a:pt x="7974401" y="2350797"/>
                </a:lnTo>
                <a:lnTo>
                  <a:pt x="7980258" y="2301868"/>
                </a:lnTo>
                <a:lnTo>
                  <a:pt x="7984990" y="2252568"/>
                </a:lnTo>
                <a:lnTo>
                  <a:pt x="7988596" y="2202899"/>
                </a:lnTo>
                <a:lnTo>
                  <a:pt x="7991079" y="2152861"/>
                </a:lnTo>
                <a:lnTo>
                  <a:pt x="7992440" y="2102455"/>
                </a:lnTo>
                <a:lnTo>
                  <a:pt x="7992679" y="2051682"/>
                </a:lnTo>
                <a:lnTo>
                  <a:pt x="7991798" y="2000543"/>
                </a:lnTo>
                <a:lnTo>
                  <a:pt x="7989736" y="1947737"/>
                </a:lnTo>
                <a:lnTo>
                  <a:pt x="7986489" y="1895186"/>
                </a:lnTo>
                <a:lnTo>
                  <a:pt x="7982023" y="1842902"/>
                </a:lnTo>
                <a:lnTo>
                  <a:pt x="7976302" y="1790898"/>
                </a:lnTo>
                <a:lnTo>
                  <a:pt x="7969294" y="1739185"/>
                </a:lnTo>
                <a:lnTo>
                  <a:pt x="7960963" y="1687775"/>
                </a:lnTo>
                <a:lnTo>
                  <a:pt x="7951276" y="1636680"/>
                </a:lnTo>
                <a:lnTo>
                  <a:pt x="7940197" y="1585912"/>
                </a:lnTo>
                <a:lnTo>
                  <a:pt x="7927693" y="1535483"/>
                </a:lnTo>
                <a:lnTo>
                  <a:pt x="7913729" y="1485405"/>
                </a:lnTo>
                <a:lnTo>
                  <a:pt x="7898271" y="1435689"/>
                </a:lnTo>
                <a:lnTo>
                  <a:pt x="7881284" y="1386348"/>
                </a:lnTo>
                <a:lnTo>
                  <a:pt x="7862735" y="1337393"/>
                </a:lnTo>
                <a:lnTo>
                  <a:pt x="7842588" y="1288837"/>
                </a:lnTo>
                <a:lnTo>
                  <a:pt x="7821085" y="1240508"/>
                </a:lnTo>
                <a:lnTo>
                  <a:pt x="7798860" y="1193061"/>
                </a:lnTo>
                <a:lnTo>
                  <a:pt x="7775911" y="1146499"/>
                </a:lnTo>
                <a:lnTo>
                  <a:pt x="7752240" y="1100823"/>
                </a:lnTo>
                <a:lnTo>
                  <a:pt x="7727844" y="1056035"/>
                </a:lnTo>
                <a:lnTo>
                  <a:pt x="7702725" y="1012138"/>
                </a:lnTo>
                <a:lnTo>
                  <a:pt x="7676881" y="969133"/>
                </a:lnTo>
                <a:lnTo>
                  <a:pt x="7650312" y="927021"/>
                </a:lnTo>
                <a:lnTo>
                  <a:pt x="7623019" y="885805"/>
                </a:lnTo>
                <a:lnTo>
                  <a:pt x="7595000" y="845488"/>
                </a:lnTo>
                <a:lnTo>
                  <a:pt x="7566255" y="806069"/>
                </a:lnTo>
                <a:lnTo>
                  <a:pt x="7536784" y="767552"/>
                </a:lnTo>
                <a:lnTo>
                  <a:pt x="7506587" y="729939"/>
                </a:lnTo>
                <a:lnTo>
                  <a:pt x="7475663" y="693231"/>
                </a:lnTo>
                <a:lnTo>
                  <a:pt x="7444013" y="657430"/>
                </a:lnTo>
                <a:lnTo>
                  <a:pt x="7411635" y="622538"/>
                </a:lnTo>
                <a:lnTo>
                  <a:pt x="7378529" y="588556"/>
                </a:lnTo>
                <a:lnTo>
                  <a:pt x="7344695" y="555488"/>
                </a:lnTo>
                <a:lnTo>
                  <a:pt x="7310133" y="523335"/>
                </a:lnTo>
                <a:lnTo>
                  <a:pt x="7274842" y="492098"/>
                </a:lnTo>
                <a:lnTo>
                  <a:pt x="7238822" y="461779"/>
                </a:lnTo>
                <a:lnTo>
                  <a:pt x="7202073" y="432381"/>
                </a:lnTo>
                <a:lnTo>
                  <a:pt x="7164594" y="403905"/>
                </a:lnTo>
                <a:lnTo>
                  <a:pt x="7126385" y="376353"/>
                </a:lnTo>
                <a:lnTo>
                  <a:pt x="7087446" y="349728"/>
                </a:lnTo>
                <a:lnTo>
                  <a:pt x="7047776" y="324030"/>
                </a:lnTo>
                <a:lnTo>
                  <a:pt x="7007375" y="299262"/>
                </a:lnTo>
                <a:lnTo>
                  <a:pt x="6966243" y="275426"/>
                </a:lnTo>
                <a:lnTo>
                  <a:pt x="6924379" y="252523"/>
                </a:lnTo>
                <a:lnTo>
                  <a:pt x="6881784" y="230556"/>
                </a:lnTo>
                <a:lnTo>
                  <a:pt x="6838455" y="209526"/>
                </a:lnTo>
                <a:lnTo>
                  <a:pt x="6794395" y="189435"/>
                </a:lnTo>
                <a:lnTo>
                  <a:pt x="6749601" y="170286"/>
                </a:lnTo>
                <a:lnTo>
                  <a:pt x="6704074" y="152079"/>
                </a:lnTo>
                <a:lnTo>
                  <a:pt x="6657813" y="134818"/>
                </a:lnTo>
                <a:lnTo>
                  <a:pt x="6610818" y="118503"/>
                </a:lnTo>
                <a:lnTo>
                  <a:pt x="6563089" y="103137"/>
                </a:lnTo>
                <a:lnTo>
                  <a:pt x="6514625" y="88722"/>
                </a:lnTo>
                <a:lnTo>
                  <a:pt x="6465426" y="75259"/>
                </a:lnTo>
                <a:lnTo>
                  <a:pt x="6415492" y="62750"/>
                </a:lnTo>
                <a:lnTo>
                  <a:pt x="6364823" y="51198"/>
                </a:lnTo>
                <a:lnTo>
                  <a:pt x="6313417" y="40604"/>
                </a:lnTo>
                <a:lnTo>
                  <a:pt x="6261275" y="30970"/>
                </a:lnTo>
                <a:lnTo>
                  <a:pt x="6210122" y="22688"/>
                </a:lnTo>
                <a:lnTo>
                  <a:pt x="6159193" y="15702"/>
                </a:lnTo>
                <a:lnTo>
                  <a:pt x="6108490" y="10006"/>
                </a:lnTo>
                <a:lnTo>
                  <a:pt x="6058013" y="5594"/>
                </a:lnTo>
                <a:lnTo>
                  <a:pt x="6007763" y="2459"/>
                </a:lnTo>
                <a:lnTo>
                  <a:pt x="5957740" y="597"/>
                </a:lnTo>
                <a:lnTo>
                  <a:pt x="5907945" y="0"/>
                </a:lnTo>
                <a:close/>
              </a:path>
            </a:pathLst>
          </a:custGeom>
          <a:solidFill>
            <a:srgbClr val="5265F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8"/>
          <p:cNvSpPr/>
          <p:nvPr/>
        </p:nvSpPr>
        <p:spPr>
          <a:xfrm>
            <a:off x="375040" y="542159"/>
            <a:ext cx="4810312" cy="1880902"/>
          </a:xfrm>
          <a:custGeom>
            <a:rect b="b" l="l" r="r" t="t"/>
            <a:pathLst>
              <a:path extrusionOk="0" h="4133850" w="10572115">
                <a:moveTo>
                  <a:pt x="2103437" y="0"/>
                </a:moveTo>
                <a:lnTo>
                  <a:pt x="2054949" y="351"/>
                </a:lnTo>
                <a:lnTo>
                  <a:pt x="2006219" y="1886"/>
                </a:lnTo>
                <a:lnTo>
                  <a:pt x="1957246" y="4608"/>
                </a:lnTo>
                <a:lnTo>
                  <a:pt x="1908032" y="8519"/>
                </a:lnTo>
                <a:lnTo>
                  <a:pt x="1858577" y="13621"/>
                </a:lnTo>
                <a:lnTo>
                  <a:pt x="1808883" y="19918"/>
                </a:lnTo>
                <a:lnTo>
                  <a:pt x="1758952" y="27412"/>
                </a:lnTo>
                <a:lnTo>
                  <a:pt x="1708782" y="36105"/>
                </a:lnTo>
                <a:lnTo>
                  <a:pt x="1658377" y="45999"/>
                </a:lnTo>
                <a:lnTo>
                  <a:pt x="1607737" y="57098"/>
                </a:lnTo>
                <a:lnTo>
                  <a:pt x="1556863" y="69404"/>
                </a:lnTo>
                <a:lnTo>
                  <a:pt x="1505755" y="82919"/>
                </a:lnTo>
                <a:lnTo>
                  <a:pt x="1459488" y="96244"/>
                </a:lnTo>
                <a:lnTo>
                  <a:pt x="1413766" y="110551"/>
                </a:lnTo>
                <a:lnTo>
                  <a:pt x="1368599" y="125828"/>
                </a:lnTo>
                <a:lnTo>
                  <a:pt x="1323993" y="142060"/>
                </a:lnTo>
                <a:lnTo>
                  <a:pt x="1279960" y="159231"/>
                </a:lnTo>
                <a:lnTo>
                  <a:pt x="1236508" y="177328"/>
                </a:lnTo>
                <a:lnTo>
                  <a:pt x="1193645" y="196336"/>
                </a:lnTo>
                <a:lnTo>
                  <a:pt x="1151382" y="216241"/>
                </a:lnTo>
                <a:lnTo>
                  <a:pt x="1109726" y="237028"/>
                </a:lnTo>
                <a:lnTo>
                  <a:pt x="1068686" y="258682"/>
                </a:lnTo>
                <a:lnTo>
                  <a:pt x="1028273" y="281190"/>
                </a:lnTo>
                <a:lnTo>
                  <a:pt x="988494" y="304536"/>
                </a:lnTo>
                <a:lnTo>
                  <a:pt x="949359" y="328707"/>
                </a:lnTo>
                <a:lnTo>
                  <a:pt x="910876" y="353687"/>
                </a:lnTo>
                <a:lnTo>
                  <a:pt x="873055" y="379463"/>
                </a:lnTo>
                <a:lnTo>
                  <a:pt x="835905" y="406019"/>
                </a:lnTo>
                <a:lnTo>
                  <a:pt x="799434" y="433342"/>
                </a:lnTo>
                <a:lnTo>
                  <a:pt x="763652" y="461417"/>
                </a:lnTo>
                <a:lnTo>
                  <a:pt x="728567" y="490229"/>
                </a:lnTo>
                <a:lnTo>
                  <a:pt x="694189" y="519764"/>
                </a:lnTo>
                <a:lnTo>
                  <a:pt x="660526" y="550007"/>
                </a:lnTo>
                <a:lnTo>
                  <a:pt x="627588" y="580944"/>
                </a:lnTo>
                <a:lnTo>
                  <a:pt x="595383" y="612561"/>
                </a:lnTo>
                <a:lnTo>
                  <a:pt x="563920" y="644843"/>
                </a:lnTo>
                <a:lnTo>
                  <a:pt x="533209" y="677775"/>
                </a:lnTo>
                <a:lnTo>
                  <a:pt x="503259" y="711343"/>
                </a:lnTo>
                <a:lnTo>
                  <a:pt x="474077" y="745533"/>
                </a:lnTo>
                <a:lnTo>
                  <a:pt x="445674" y="780330"/>
                </a:lnTo>
                <a:lnTo>
                  <a:pt x="418058" y="815720"/>
                </a:lnTo>
                <a:lnTo>
                  <a:pt x="391238" y="851688"/>
                </a:lnTo>
                <a:lnTo>
                  <a:pt x="365224" y="888219"/>
                </a:lnTo>
                <a:lnTo>
                  <a:pt x="340024" y="925300"/>
                </a:lnTo>
                <a:lnTo>
                  <a:pt x="315646" y="962915"/>
                </a:lnTo>
                <a:lnTo>
                  <a:pt x="292101" y="1001051"/>
                </a:lnTo>
                <a:lnTo>
                  <a:pt x="269398" y="1039692"/>
                </a:lnTo>
                <a:lnTo>
                  <a:pt x="247544" y="1078825"/>
                </a:lnTo>
                <a:lnTo>
                  <a:pt x="226549" y="1118435"/>
                </a:lnTo>
                <a:lnTo>
                  <a:pt x="206422" y="1158507"/>
                </a:lnTo>
                <a:lnTo>
                  <a:pt x="187173" y="1199026"/>
                </a:lnTo>
                <a:lnTo>
                  <a:pt x="168809" y="1239979"/>
                </a:lnTo>
                <a:lnTo>
                  <a:pt x="151340" y="1281352"/>
                </a:lnTo>
                <a:lnTo>
                  <a:pt x="134776" y="1323128"/>
                </a:lnTo>
                <a:lnTo>
                  <a:pt x="119124" y="1365294"/>
                </a:lnTo>
                <a:lnTo>
                  <a:pt x="104394" y="1407836"/>
                </a:lnTo>
                <a:lnTo>
                  <a:pt x="90595" y="1450739"/>
                </a:lnTo>
                <a:lnTo>
                  <a:pt x="77736" y="1493989"/>
                </a:lnTo>
                <a:lnTo>
                  <a:pt x="65825" y="1537570"/>
                </a:lnTo>
                <a:lnTo>
                  <a:pt x="54873" y="1581470"/>
                </a:lnTo>
                <a:lnTo>
                  <a:pt x="44887" y="1625672"/>
                </a:lnTo>
                <a:lnTo>
                  <a:pt x="35877" y="1670163"/>
                </a:lnTo>
                <a:lnTo>
                  <a:pt x="27851" y="1714928"/>
                </a:lnTo>
                <a:lnTo>
                  <a:pt x="20820" y="1759953"/>
                </a:lnTo>
                <a:lnTo>
                  <a:pt x="14791" y="1805223"/>
                </a:lnTo>
                <a:lnTo>
                  <a:pt x="9773" y="1850723"/>
                </a:lnTo>
                <a:lnTo>
                  <a:pt x="5776" y="1896440"/>
                </a:lnTo>
                <a:lnTo>
                  <a:pt x="2809" y="1942359"/>
                </a:lnTo>
                <a:lnTo>
                  <a:pt x="881" y="1988465"/>
                </a:lnTo>
                <a:lnTo>
                  <a:pt x="0" y="2034744"/>
                </a:lnTo>
                <a:lnTo>
                  <a:pt x="175" y="2081181"/>
                </a:lnTo>
                <a:lnTo>
                  <a:pt x="1416" y="2127762"/>
                </a:lnTo>
                <a:lnTo>
                  <a:pt x="3731" y="2174473"/>
                </a:lnTo>
                <a:lnTo>
                  <a:pt x="7130" y="2221298"/>
                </a:lnTo>
                <a:lnTo>
                  <a:pt x="11621" y="2268224"/>
                </a:lnTo>
                <a:lnTo>
                  <a:pt x="17214" y="2315236"/>
                </a:lnTo>
                <a:lnTo>
                  <a:pt x="23917" y="2362320"/>
                </a:lnTo>
                <a:lnTo>
                  <a:pt x="31739" y="2409460"/>
                </a:lnTo>
                <a:lnTo>
                  <a:pt x="40690" y="2456643"/>
                </a:lnTo>
                <a:lnTo>
                  <a:pt x="50778" y="2503854"/>
                </a:lnTo>
                <a:lnTo>
                  <a:pt x="62012" y="2551079"/>
                </a:lnTo>
                <a:lnTo>
                  <a:pt x="74402" y="2598303"/>
                </a:lnTo>
                <a:lnTo>
                  <a:pt x="87955" y="2645511"/>
                </a:lnTo>
                <a:lnTo>
                  <a:pt x="103545" y="2695721"/>
                </a:lnTo>
                <a:lnTo>
                  <a:pt x="119979" y="2745097"/>
                </a:lnTo>
                <a:lnTo>
                  <a:pt x="137254" y="2793638"/>
                </a:lnTo>
                <a:lnTo>
                  <a:pt x="155366" y="2841343"/>
                </a:lnTo>
                <a:lnTo>
                  <a:pt x="174314" y="2888212"/>
                </a:lnTo>
                <a:lnTo>
                  <a:pt x="194094" y="2934244"/>
                </a:lnTo>
                <a:lnTo>
                  <a:pt x="214703" y="2979438"/>
                </a:lnTo>
                <a:lnTo>
                  <a:pt x="236139" y="3023794"/>
                </a:lnTo>
                <a:lnTo>
                  <a:pt x="258399" y="3067311"/>
                </a:lnTo>
                <a:lnTo>
                  <a:pt x="281479" y="3109988"/>
                </a:lnTo>
                <a:lnTo>
                  <a:pt x="305376" y="3151824"/>
                </a:lnTo>
                <a:lnTo>
                  <a:pt x="330089" y="3192820"/>
                </a:lnTo>
                <a:lnTo>
                  <a:pt x="355614" y="3232974"/>
                </a:lnTo>
                <a:lnTo>
                  <a:pt x="381947" y="3272286"/>
                </a:lnTo>
                <a:lnTo>
                  <a:pt x="409087" y="3310754"/>
                </a:lnTo>
                <a:lnTo>
                  <a:pt x="437030" y="3348379"/>
                </a:lnTo>
                <a:lnTo>
                  <a:pt x="465773" y="3385160"/>
                </a:lnTo>
                <a:lnTo>
                  <a:pt x="495314" y="3421095"/>
                </a:lnTo>
                <a:lnTo>
                  <a:pt x="525650" y="3456185"/>
                </a:lnTo>
                <a:lnTo>
                  <a:pt x="556777" y="3490428"/>
                </a:lnTo>
                <a:lnTo>
                  <a:pt x="588693" y="3523824"/>
                </a:lnTo>
                <a:lnTo>
                  <a:pt x="621394" y="3556373"/>
                </a:lnTo>
                <a:lnTo>
                  <a:pt x="654879" y="3588073"/>
                </a:lnTo>
                <a:lnTo>
                  <a:pt x="689144" y="3618925"/>
                </a:lnTo>
                <a:lnTo>
                  <a:pt x="724186" y="3648926"/>
                </a:lnTo>
                <a:lnTo>
                  <a:pt x="760002" y="3678077"/>
                </a:lnTo>
                <a:lnTo>
                  <a:pt x="796589" y="3706377"/>
                </a:lnTo>
                <a:lnTo>
                  <a:pt x="833945" y="3733826"/>
                </a:lnTo>
                <a:lnTo>
                  <a:pt x="872067" y="3760422"/>
                </a:lnTo>
                <a:lnTo>
                  <a:pt x="910951" y="3786164"/>
                </a:lnTo>
                <a:lnTo>
                  <a:pt x="950595" y="3811054"/>
                </a:lnTo>
                <a:lnTo>
                  <a:pt x="990996" y="3835088"/>
                </a:lnTo>
                <a:lnTo>
                  <a:pt x="1032151" y="3858268"/>
                </a:lnTo>
                <a:lnTo>
                  <a:pt x="1074057" y="3880592"/>
                </a:lnTo>
                <a:lnTo>
                  <a:pt x="1116711" y="3902060"/>
                </a:lnTo>
                <a:lnTo>
                  <a:pt x="1160111" y="3922670"/>
                </a:lnTo>
                <a:lnTo>
                  <a:pt x="1204253" y="3942423"/>
                </a:lnTo>
                <a:lnTo>
                  <a:pt x="1249134" y="3961318"/>
                </a:lnTo>
                <a:lnTo>
                  <a:pt x="1294752" y="3979353"/>
                </a:lnTo>
                <a:lnTo>
                  <a:pt x="1341104" y="3996529"/>
                </a:lnTo>
                <a:lnTo>
                  <a:pt x="1388186" y="4012844"/>
                </a:lnTo>
                <a:lnTo>
                  <a:pt x="1435996" y="4028298"/>
                </a:lnTo>
                <a:lnTo>
                  <a:pt x="1484532" y="4042891"/>
                </a:lnTo>
                <a:lnTo>
                  <a:pt x="1533789" y="4056621"/>
                </a:lnTo>
                <a:lnTo>
                  <a:pt x="1583766" y="4069488"/>
                </a:lnTo>
                <a:lnTo>
                  <a:pt x="1634459" y="4081491"/>
                </a:lnTo>
                <a:lnTo>
                  <a:pt x="1685865" y="4092630"/>
                </a:lnTo>
                <a:lnTo>
                  <a:pt x="1736642" y="4102466"/>
                </a:lnTo>
                <a:lnTo>
                  <a:pt x="1787289" y="4110947"/>
                </a:lnTo>
                <a:lnTo>
                  <a:pt x="1837803" y="4118080"/>
                </a:lnTo>
                <a:lnTo>
                  <a:pt x="1888182" y="4123874"/>
                </a:lnTo>
                <a:lnTo>
                  <a:pt x="1938421" y="4128335"/>
                </a:lnTo>
                <a:lnTo>
                  <a:pt x="1988519" y="4131472"/>
                </a:lnTo>
                <a:lnTo>
                  <a:pt x="2038470" y="4133293"/>
                </a:lnTo>
                <a:lnTo>
                  <a:pt x="2088273" y="4133805"/>
                </a:lnTo>
                <a:lnTo>
                  <a:pt x="2137924" y="4133015"/>
                </a:lnTo>
                <a:lnTo>
                  <a:pt x="2187420" y="4130933"/>
                </a:lnTo>
                <a:lnTo>
                  <a:pt x="2236757" y="4127565"/>
                </a:lnTo>
                <a:lnTo>
                  <a:pt x="2285933" y="4122919"/>
                </a:lnTo>
                <a:lnTo>
                  <a:pt x="2334943" y="4117003"/>
                </a:lnTo>
                <a:lnTo>
                  <a:pt x="2383786" y="4109825"/>
                </a:lnTo>
                <a:lnTo>
                  <a:pt x="2432457" y="4101393"/>
                </a:lnTo>
                <a:lnTo>
                  <a:pt x="2480954" y="4091713"/>
                </a:lnTo>
                <a:lnTo>
                  <a:pt x="2529273" y="4080795"/>
                </a:lnTo>
                <a:lnTo>
                  <a:pt x="2577411" y="4068646"/>
                </a:lnTo>
                <a:lnTo>
                  <a:pt x="2625365" y="4055273"/>
                </a:lnTo>
                <a:lnTo>
                  <a:pt x="2673131" y="4040684"/>
                </a:lnTo>
                <a:lnTo>
                  <a:pt x="2720707" y="4024887"/>
                </a:lnTo>
                <a:lnTo>
                  <a:pt x="2768089" y="4007890"/>
                </a:lnTo>
                <a:lnTo>
                  <a:pt x="2815273" y="3989701"/>
                </a:lnTo>
                <a:lnTo>
                  <a:pt x="2862258" y="3970327"/>
                </a:lnTo>
                <a:lnTo>
                  <a:pt x="2909038" y="3949776"/>
                </a:lnTo>
                <a:lnTo>
                  <a:pt x="2955612" y="3928056"/>
                </a:lnTo>
                <a:lnTo>
                  <a:pt x="3001976" y="3905174"/>
                </a:lnTo>
                <a:lnTo>
                  <a:pt x="3048127" y="3881139"/>
                </a:lnTo>
                <a:lnTo>
                  <a:pt x="3093489" y="3855930"/>
                </a:lnTo>
                <a:lnTo>
                  <a:pt x="3137793" y="3829442"/>
                </a:lnTo>
                <a:lnTo>
                  <a:pt x="3181111" y="3801751"/>
                </a:lnTo>
                <a:lnTo>
                  <a:pt x="3223510" y="3772936"/>
                </a:lnTo>
                <a:lnTo>
                  <a:pt x="3265059" y="3743076"/>
                </a:lnTo>
                <a:lnTo>
                  <a:pt x="3305828" y="3712248"/>
                </a:lnTo>
                <a:lnTo>
                  <a:pt x="3345885" y="3680532"/>
                </a:lnTo>
                <a:lnTo>
                  <a:pt x="3385300" y="3648005"/>
                </a:lnTo>
                <a:lnTo>
                  <a:pt x="3424141" y="3614747"/>
                </a:lnTo>
                <a:lnTo>
                  <a:pt x="3462478" y="3580834"/>
                </a:lnTo>
                <a:lnTo>
                  <a:pt x="3500379" y="3546347"/>
                </a:lnTo>
                <a:lnTo>
                  <a:pt x="3537914" y="3511362"/>
                </a:lnTo>
                <a:lnTo>
                  <a:pt x="3575151" y="3475959"/>
                </a:lnTo>
                <a:lnTo>
                  <a:pt x="3612160" y="3440216"/>
                </a:lnTo>
                <a:lnTo>
                  <a:pt x="3649009" y="3404211"/>
                </a:lnTo>
                <a:lnTo>
                  <a:pt x="3686119" y="3368463"/>
                </a:lnTo>
                <a:lnTo>
                  <a:pt x="3723608" y="3333689"/>
                </a:lnTo>
                <a:lnTo>
                  <a:pt x="3761476" y="3299887"/>
                </a:lnTo>
                <a:lnTo>
                  <a:pt x="3799723" y="3267060"/>
                </a:lnTo>
                <a:lnTo>
                  <a:pt x="3838347" y="3235205"/>
                </a:lnTo>
                <a:lnTo>
                  <a:pt x="3877349" y="3204324"/>
                </a:lnTo>
                <a:lnTo>
                  <a:pt x="3916727" y="3174416"/>
                </a:lnTo>
                <a:lnTo>
                  <a:pt x="3956481" y="3145481"/>
                </a:lnTo>
                <a:lnTo>
                  <a:pt x="3996611" y="3117519"/>
                </a:lnTo>
                <a:lnTo>
                  <a:pt x="4037116" y="3090530"/>
                </a:lnTo>
                <a:lnTo>
                  <a:pt x="4077994" y="3064514"/>
                </a:lnTo>
                <a:lnTo>
                  <a:pt x="4119247" y="3039471"/>
                </a:lnTo>
                <a:lnTo>
                  <a:pt x="4160872" y="3015401"/>
                </a:lnTo>
                <a:lnTo>
                  <a:pt x="4202869" y="2992304"/>
                </a:lnTo>
                <a:lnTo>
                  <a:pt x="4245238" y="2970179"/>
                </a:lnTo>
                <a:lnTo>
                  <a:pt x="4287979" y="2949027"/>
                </a:lnTo>
                <a:lnTo>
                  <a:pt x="4331089" y="2928848"/>
                </a:lnTo>
                <a:lnTo>
                  <a:pt x="4374570" y="2909642"/>
                </a:lnTo>
                <a:lnTo>
                  <a:pt x="4418419" y="2891408"/>
                </a:lnTo>
                <a:lnTo>
                  <a:pt x="4462638" y="2874147"/>
                </a:lnTo>
                <a:lnTo>
                  <a:pt x="4507224" y="2857858"/>
                </a:lnTo>
                <a:lnTo>
                  <a:pt x="4552178" y="2842542"/>
                </a:lnTo>
                <a:lnTo>
                  <a:pt x="4597498" y="2828198"/>
                </a:lnTo>
                <a:lnTo>
                  <a:pt x="4643184" y="2814827"/>
                </a:lnTo>
                <a:lnTo>
                  <a:pt x="4689236" y="2802428"/>
                </a:lnTo>
                <a:lnTo>
                  <a:pt x="4735653" y="2791001"/>
                </a:lnTo>
                <a:lnTo>
                  <a:pt x="4782435" y="2780546"/>
                </a:lnTo>
                <a:lnTo>
                  <a:pt x="4829579" y="2771064"/>
                </a:lnTo>
                <a:lnTo>
                  <a:pt x="4877087" y="2762554"/>
                </a:lnTo>
                <a:lnTo>
                  <a:pt x="4924958" y="2755016"/>
                </a:lnTo>
                <a:lnTo>
                  <a:pt x="4973190" y="2748450"/>
                </a:lnTo>
                <a:lnTo>
                  <a:pt x="5021783" y="2742855"/>
                </a:lnTo>
                <a:lnTo>
                  <a:pt x="5070737" y="2738233"/>
                </a:lnTo>
                <a:lnTo>
                  <a:pt x="5120051" y="2734583"/>
                </a:lnTo>
                <a:lnTo>
                  <a:pt x="5169724" y="2731905"/>
                </a:lnTo>
                <a:lnTo>
                  <a:pt x="5219756" y="2730198"/>
                </a:lnTo>
                <a:lnTo>
                  <a:pt x="5270146" y="2729464"/>
                </a:lnTo>
                <a:lnTo>
                  <a:pt x="5320893" y="2729701"/>
                </a:lnTo>
                <a:lnTo>
                  <a:pt x="5371997" y="2730909"/>
                </a:lnTo>
                <a:lnTo>
                  <a:pt x="5423458" y="2733090"/>
                </a:lnTo>
                <a:lnTo>
                  <a:pt x="5475151" y="2736339"/>
                </a:lnTo>
                <a:lnTo>
                  <a:pt x="5526469" y="2740726"/>
                </a:lnTo>
                <a:lnTo>
                  <a:pt x="5577412" y="2746243"/>
                </a:lnTo>
                <a:lnTo>
                  <a:pt x="5627984" y="2752884"/>
                </a:lnTo>
                <a:lnTo>
                  <a:pt x="5678184" y="2760643"/>
                </a:lnTo>
                <a:lnTo>
                  <a:pt x="5728014" y="2769513"/>
                </a:lnTo>
                <a:lnTo>
                  <a:pt x="5777476" y="2779488"/>
                </a:lnTo>
                <a:lnTo>
                  <a:pt x="5826571" y="2790562"/>
                </a:lnTo>
                <a:lnTo>
                  <a:pt x="5875301" y="2802727"/>
                </a:lnTo>
                <a:lnTo>
                  <a:pt x="5923667" y="2815978"/>
                </a:lnTo>
                <a:lnTo>
                  <a:pt x="5971670" y="2830308"/>
                </a:lnTo>
                <a:lnTo>
                  <a:pt x="6019312" y="2845711"/>
                </a:lnTo>
                <a:lnTo>
                  <a:pt x="6066594" y="2862180"/>
                </a:lnTo>
                <a:lnTo>
                  <a:pt x="6113518" y="2879709"/>
                </a:lnTo>
                <a:lnTo>
                  <a:pt x="6160084" y="2898291"/>
                </a:lnTo>
                <a:lnTo>
                  <a:pt x="6206296" y="2917920"/>
                </a:lnTo>
                <a:lnTo>
                  <a:pt x="6252152" y="2938590"/>
                </a:lnTo>
                <a:lnTo>
                  <a:pt x="6297657" y="2960294"/>
                </a:lnTo>
                <a:lnTo>
                  <a:pt x="6342809" y="2983026"/>
                </a:lnTo>
                <a:lnTo>
                  <a:pt x="6387612" y="3006779"/>
                </a:lnTo>
                <a:lnTo>
                  <a:pt x="6432067" y="3031547"/>
                </a:lnTo>
                <a:lnTo>
                  <a:pt x="6476174" y="3057323"/>
                </a:lnTo>
                <a:lnTo>
                  <a:pt x="6519935" y="3084101"/>
                </a:lnTo>
                <a:lnTo>
                  <a:pt x="6563353" y="3111875"/>
                </a:lnTo>
                <a:lnTo>
                  <a:pt x="6606427" y="3140638"/>
                </a:lnTo>
                <a:lnTo>
                  <a:pt x="6646964" y="3169220"/>
                </a:lnTo>
                <a:lnTo>
                  <a:pt x="6686527" y="3198890"/>
                </a:lnTo>
                <a:lnTo>
                  <a:pt x="6725222" y="3229525"/>
                </a:lnTo>
                <a:lnTo>
                  <a:pt x="6763161" y="3261005"/>
                </a:lnTo>
                <a:lnTo>
                  <a:pt x="6800450" y="3293209"/>
                </a:lnTo>
                <a:lnTo>
                  <a:pt x="6837200" y="3326015"/>
                </a:lnTo>
                <a:lnTo>
                  <a:pt x="6873519" y="3359301"/>
                </a:lnTo>
                <a:lnTo>
                  <a:pt x="6909515" y="3392947"/>
                </a:lnTo>
                <a:lnTo>
                  <a:pt x="7052457" y="3528698"/>
                </a:lnTo>
                <a:lnTo>
                  <a:pt x="7088475" y="3562321"/>
                </a:lnTo>
                <a:lnTo>
                  <a:pt x="7127442" y="3597600"/>
                </a:lnTo>
                <a:lnTo>
                  <a:pt x="7166855" y="3631754"/>
                </a:lnTo>
                <a:lnTo>
                  <a:pt x="7206714" y="3664781"/>
                </a:lnTo>
                <a:lnTo>
                  <a:pt x="7247020" y="3696681"/>
                </a:lnTo>
                <a:lnTo>
                  <a:pt x="7287774" y="3727453"/>
                </a:lnTo>
                <a:lnTo>
                  <a:pt x="7328975" y="3757096"/>
                </a:lnTo>
                <a:lnTo>
                  <a:pt x="7370625" y="3785609"/>
                </a:lnTo>
                <a:lnTo>
                  <a:pt x="7412724" y="3812991"/>
                </a:lnTo>
                <a:lnTo>
                  <a:pt x="7455272" y="3839242"/>
                </a:lnTo>
                <a:lnTo>
                  <a:pt x="7498270" y="3864360"/>
                </a:lnTo>
                <a:lnTo>
                  <a:pt x="7541718" y="3888345"/>
                </a:lnTo>
                <a:lnTo>
                  <a:pt x="7585618" y="3911196"/>
                </a:lnTo>
                <a:lnTo>
                  <a:pt x="7629968" y="3932913"/>
                </a:lnTo>
                <a:lnTo>
                  <a:pt x="7674771" y="3953493"/>
                </a:lnTo>
                <a:lnTo>
                  <a:pt x="7720026" y="3972937"/>
                </a:lnTo>
                <a:lnTo>
                  <a:pt x="7765734" y="3991243"/>
                </a:lnTo>
                <a:lnTo>
                  <a:pt x="7811895" y="4008412"/>
                </a:lnTo>
                <a:lnTo>
                  <a:pt x="7858510" y="4024441"/>
                </a:lnTo>
                <a:lnTo>
                  <a:pt x="7905579" y="4039330"/>
                </a:lnTo>
                <a:lnTo>
                  <a:pt x="7953103" y="4053078"/>
                </a:lnTo>
                <a:lnTo>
                  <a:pt x="8001082" y="4065685"/>
                </a:lnTo>
                <a:lnTo>
                  <a:pt x="8049517" y="4077149"/>
                </a:lnTo>
                <a:lnTo>
                  <a:pt x="8098408" y="4087470"/>
                </a:lnTo>
                <a:lnTo>
                  <a:pt x="8147756" y="4096646"/>
                </a:lnTo>
                <a:lnTo>
                  <a:pt x="8197562" y="4104678"/>
                </a:lnTo>
                <a:lnTo>
                  <a:pt x="8247825" y="4111564"/>
                </a:lnTo>
                <a:lnTo>
                  <a:pt x="8298546" y="4117303"/>
                </a:lnTo>
                <a:lnTo>
                  <a:pt x="8349726" y="4121894"/>
                </a:lnTo>
                <a:lnTo>
                  <a:pt x="8401366" y="4125337"/>
                </a:lnTo>
                <a:lnTo>
                  <a:pt x="8453465" y="4127631"/>
                </a:lnTo>
                <a:lnTo>
                  <a:pt x="8506024" y="4128775"/>
                </a:lnTo>
                <a:lnTo>
                  <a:pt x="8559526" y="4128553"/>
                </a:lnTo>
                <a:lnTo>
                  <a:pt x="8612835" y="4126850"/>
                </a:lnTo>
                <a:lnTo>
                  <a:pt x="8665963" y="4123678"/>
                </a:lnTo>
                <a:lnTo>
                  <a:pt x="8718920" y="4119046"/>
                </a:lnTo>
                <a:lnTo>
                  <a:pt x="8771718" y="4112968"/>
                </a:lnTo>
                <a:lnTo>
                  <a:pt x="8824365" y="4105453"/>
                </a:lnTo>
                <a:lnTo>
                  <a:pt x="8876875" y="4096513"/>
                </a:lnTo>
                <a:lnTo>
                  <a:pt x="8929257" y="4086159"/>
                </a:lnTo>
                <a:lnTo>
                  <a:pt x="8980045" y="4074835"/>
                </a:lnTo>
                <a:lnTo>
                  <a:pt x="9030192" y="4062470"/>
                </a:lnTo>
                <a:lnTo>
                  <a:pt x="9079697" y="4049060"/>
                </a:lnTo>
                <a:lnTo>
                  <a:pt x="9128558" y="4034608"/>
                </a:lnTo>
                <a:lnTo>
                  <a:pt x="9176775" y="4019112"/>
                </a:lnTo>
                <a:lnTo>
                  <a:pt x="9224345" y="4002573"/>
                </a:lnTo>
                <a:lnTo>
                  <a:pt x="9271269" y="3984990"/>
                </a:lnTo>
                <a:lnTo>
                  <a:pt x="9317544" y="3966364"/>
                </a:lnTo>
                <a:lnTo>
                  <a:pt x="9363170" y="3946693"/>
                </a:lnTo>
                <a:lnTo>
                  <a:pt x="9408146" y="3925978"/>
                </a:lnTo>
                <a:lnTo>
                  <a:pt x="9452470" y="3904219"/>
                </a:lnTo>
                <a:lnTo>
                  <a:pt x="9496141" y="3881415"/>
                </a:lnTo>
                <a:lnTo>
                  <a:pt x="9539157" y="3857567"/>
                </a:lnTo>
                <a:lnTo>
                  <a:pt x="9581519" y="3832674"/>
                </a:lnTo>
                <a:lnTo>
                  <a:pt x="9623224" y="3806736"/>
                </a:lnTo>
                <a:lnTo>
                  <a:pt x="9664272" y="3779753"/>
                </a:lnTo>
                <a:lnTo>
                  <a:pt x="9704660" y="3751725"/>
                </a:lnTo>
                <a:lnTo>
                  <a:pt x="9744389" y="3722651"/>
                </a:lnTo>
                <a:lnTo>
                  <a:pt x="9783457" y="3692532"/>
                </a:lnTo>
                <a:lnTo>
                  <a:pt x="9821862" y="3661367"/>
                </a:lnTo>
                <a:lnTo>
                  <a:pt x="9859604" y="3629157"/>
                </a:lnTo>
                <a:lnTo>
                  <a:pt x="9896681" y="3595900"/>
                </a:lnTo>
                <a:lnTo>
                  <a:pt x="9933093" y="3561598"/>
                </a:lnTo>
                <a:lnTo>
                  <a:pt x="9968837" y="3526249"/>
                </a:lnTo>
                <a:lnTo>
                  <a:pt x="10003914" y="3489853"/>
                </a:lnTo>
                <a:lnTo>
                  <a:pt x="10038320" y="3452411"/>
                </a:lnTo>
                <a:lnTo>
                  <a:pt x="10072057" y="3413923"/>
                </a:lnTo>
                <a:lnTo>
                  <a:pt x="10105121" y="3374387"/>
                </a:lnTo>
                <a:lnTo>
                  <a:pt x="10137513" y="3333804"/>
                </a:lnTo>
                <a:lnTo>
                  <a:pt x="10168423" y="3293235"/>
                </a:lnTo>
                <a:lnTo>
                  <a:pt x="10198182" y="3252277"/>
                </a:lnTo>
                <a:lnTo>
                  <a:pt x="10226791" y="3210930"/>
                </a:lnTo>
                <a:lnTo>
                  <a:pt x="10254252" y="3169197"/>
                </a:lnTo>
                <a:lnTo>
                  <a:pt x="10280566" y="3127078"/>
                </a:lnTo>
                <a:lnTo>
                  <a:pt x="10305734" y="3084573"/>
                </a:lnTo>
                <a:lnTo>
                  <a:pt x="10329757" y="3041684"/>
                </a:lnTo>
                <a:lnTo>
                  <a:pt x="10352636" y="2998412"/>
                </a:lnTo>
                <a:lnTo>
                  <a:pt x="10374373" y="2954756"/>
                </a:lnTo>
                <a:lnTo>
                  <a:pt x="10394968" y="2910719"/>
                </a:lnTo>
                <a:lnTo>
                  <a:pt x="10414423" y="2866300"/>
                </a:lnTo>
                <a:lnTo>
                  <a:pt x="10432739" y="2821501"/>
                </a:lnTo>
                <a:lnTo>
                  <a:pt x="10449916" y="2776323"/>
                </a:lnTo>
                <a:lnTo>
                  <a:pt x="10465957" y="2730766"/>
                </a:lnTo>
                <a:lnTo>
                  <a:pt x="10480862" y="2684831"/>
                </a:lnTo>
                <a:lnTo>
                  <a:pt x="10494633" y="2638520"/>
                </a:lnTo>
                <a:lnTo>
                  <a:pt x="10507270" y="2591832"/>
                </a:lnTo>
                <a:lnTo>
                  <a:pt x="10518775" y="2544769"/>
                </a:lnTo>
                <a:lnTo>
                  <a:pt x="10529148" y="2497331"/>
                </a:lnTo>
                <a:lnTo>
                  <a:pt x="10538392" y="2449520"/>
                </a:lnTo>
                <a:lnTo>
                  <a:pt x="10546507" y="2401336"/>
                </a:lnTo>
                <a:lnTo>
                  <a:pt x="10553494" y="2352780"/>
                </a:lnTo>
                <a:lnTo>
                  <a:pt x="10559354" y="2303854"/>
                </a:lnTo>
                <a:lnTo>
                  <a:pt x="10564089" y="2254556"/>
                </a:lnTo>
                <a:lnTo>
                  <a:pt x="10567700" y="2204890"/>
                </a:lnTo>
                <a:lnTo>
                  <a:pt x="10570188" y="2154855"/>
                </a:lnTo>
                <a:lnTo>
                  <a:pt x="10571554" y="2104452"/>
                </a:lnTo>
                <a:lnTo>
                  <a:pt x="10571799" y="2053682"/>
                </a:lnTo>
                <a:lnTo>
                  <a:pt x="10570924" y="2002547"/>
                </a:lnTo>
                <a:lnTo>
                  <a:pt x="10568862" y="1949740"/>
                </a:lnTo>
                <a:lnTo>
                  <a:pt x="10565614" y="1897190"/>
                </a:lnTo>
                <a:lnTo>
                  <a:pt x="10561147" y="1844908"/>
                </a:lnTo>
                <a:lnTo>
                  <a:pt x="10555425" y="1792905"/>
                </a:lnTo>
                <a:lnTo>
                  <a:pt x="10548415" y="1741193"/>
                </a:lnTo>
                <a:lnTo>
                  <a:pt x="10540081" y="1689784"/>
                </a:lnTo>
                <a:lnTo>
                  <a:pt x="10530390" y="1638689"/>
                </a:lnTo>
                <a:lnTo>
                  <a:pt x="10519307" y="1587919"/>
                </a:lnTo>
                <a:lnTo>
                  <a:pt x="10506798" y="1537486"/>
                </a:lnTo>
                <a:lnTo>
                  <a:pt x="10492828" y="1487403"/>
                </a:lnTo>
                <a:lnTo>
                  <a:pt x="10477362" y="1437679"/>
                </a:lnTo>
                <a:lnTo>
                  <a:pt x="10460367" y="1388328"/>
                </a:lnTo>
                <a:lnTo>
                  <a:pt x="10441809" y="1339361"/>
                </a:lnTo>
                <a:lnTo>
                  <a:pt x="10421651" y="1290788"/>
                </a:lnTo>
                <a:lnTo>
                  <a:pt x="10400151" y="1242461"/>
                </a:lnTo>
                <a:lnTo>
                  <a:pt x="10377928" y="1195016"/>
                </a:lnTo>
                <a:lnTo>
                  <a:pt x="10354981" y="1148456"/>
                </a:lnTo>
                <a:lnTo>
                  <a:pt x="10331312" y="1102782"/>
                </a:lnTo>
                <a:lnTo>
                  <a:pt x="10306918" y="1057996"/>
                </a:lnTo>
                <a:lnTo>
                  <a:pt x="10281801" y="1014100"/>
                </a:lnTo>
                <a:lnTo>
                  <a:pt x="10255959" y="971096"/>
                </a:lnTo>
                <a:lnTo>
                  <a:pt x="10229393" y="928986"/>
                </a:lnTo>
                <a:lnTo>
                  <a:pt x="10202101" y="887772"/>
                </a:lnTo>
                <a:lnTo>
                  <a:pt x="10174084" y="847455"/>
                </a:lnTo>
                <a:lnTo>
                  <a:pt x="10145341" y="808038"/>
                </a:lnTo>
                <a:lnTo>
                  <a:pt x="10115872" y="769522"/>
                </a:lnTo>
                <a:lnTo>
                  <a:pt x="10085677" y="731909"/>
                </a:lnTo>
                <a:lnTo>
                  <a:pt x="10054755" y="695202"/>
                </a:lnTo>
                <a:lnTo>
                  <a:pt x="10023106" y="659402"/>
                </a:lnTo>
                <a:lnTo>
                  <a:pt x="9990730" y="624511"/>
                </a:lnTo>
                <a:lnTo>
                  <a:pt x="9957625" y="590530"/>
                </a:lnTo>
                <a:lnTo>
                  <a:pt x="9923793" y="557463"/>
                </a:lnTo>
                <a:lnTo>
                  <a:pt x="9889232" y="525310"/>
                </a:lnTo>
                <a:lnTo>
                  <a:pt x="9853943" y="494074"/>
                </a:lnTo>
                <a:lnTo>
                  <a:pt x="9817924" y="463756"/>
                </a:lnTo>
                <a:lnTo>
                  <a:pt x="9781176" y="434358"/>
                </a:lnTo>
                <a:lnTo>
                  <a:pt x="9743698" y="405883"/>
                </a:lnTo>
                <a:lnTo>
                  <a:pt x="9705490" y="378332"/>
                </a:lnTo>
                <a:lnTo>
                  <a:pt x="9666552" y="351707"/>
                </a:lnTo>
                <a:lnTo>
                  <a:pt x="9626883" y="326010"/>
                </a:lnTo>
                <a:lnTo>
                  <a:pt x="9586482" y="301243"/>
                </a:lnTo>
                <a:lnTo>
                  <a:pt x="9545351" y="277408"/>
                </a:lnTo>
                <a:lnTo>
                  <a:pt x="9503487" y="254506"/>
                </a:lnTo>
                <a:lnTo>
                  <a:pt x="9460891" y="232540"/>
                </a:lnTo>
                <a:lnTo>
                  <a:pt x="9417563" y="211511"/>
                </a:lnTo>
                <a:lnTo>
                  <a:pt x="9373502" y="191421"/>
                </a:lnTo>
                <a:lnTo>
                  <a:pt x="9328708" y="172273"/>
                </a:lnTo>
                <a:lnTo>
                  <a:pt x="9283180" y="154068"/>
                </a:lnTo>
                <a:lnTo>
                  <a:pt x="9236919" y="136808"/>
                </a:lnTo>
                <a:lnTo>
                  <a:pt x="9189923" y="120494"/>
                </a:lnTo>
                <a:lnTo>
                  <a:pt x="9142193" y="105130"/>
                </a:lnTo>
                <a:lnTo>
                  <a:pt x="9093728" y="90716"/>
                </a:lnTo>
                <a:lnTo>
                  <a:pt x="9044528" y="77254"/>
                </a:lnTo>
                <a:lnTo>
                  <a:pt x="8994593" y="64748"/>
                </a:lnTo>
                <a:lnTo>
                  <a:pt x="8943921" y="53197"/>
                </a:lnTo>
                <a:lnTo>
                  <a:pt x="8892514" y="42605"/>
                </a:lnTo>
                <a:lnTo>
                  <a:pt x="8840370" y="32973"/>
                </a:lnTo>
                <a:lnTo>
                  <a:pt x="8789217" y="24689"/>
                </a:lnTo>
                <a:lnTo>
                  <a:pt x="8738289" y="17701"/>
                </a:lnTo>
                <a:lnTo>
                  <a:pt x="8687587" y="12003"/>
                </a:lnTo>
                <a:lnTo>
                  <a:pt x="8637110" y="7589"/>
                </a:lnTo>
                <a:lnTo>
                  <a:pt x="8586860" y="4452"/>
                </a:lnTo>
                <a:lnTo>
                  <a:pt x="8536838" y="2588"/>
                </a:lnTo>
                <a:lnTo>
                  <a:pt x="8487044" y="1989"/>
                </a:lnTo>
                <a:lnTo>
                  <a:pt x="8437478" y="2650"/>
                </a:lnTo>
                <a:lnTo>
                  <a:pt x="8388142" y="4565"/>
                </a:lnTo>
                <a:lnTo>
                  <a:pt x="8339036" y="7727"/>
                </a:lnTo>
                <a:lnTo>
                  <a:pt x="8290160" y="12132"/>
                </a:lnTo>
                <a:lnTo>
                  <a:pt x="8241517" y="17772"/>
                </a:lnTo>
                <a:lnTo>
                  <a:pt x="8193106" y="24641"/>
                </a:lnTo>
                <a:lnTo>
                  <a:pt x="8144927" y="32735"/>
                </a:lnTo>
                <a:lnTo>
                  <a:pt x="8096983" y="42046"/>
                </a:lnTo>
                <a:lnTo>
                  <a:pt x="8049272" y="52569"/>
                </a:lnTo>
                <a:lnTo>
                  <a:pt x="8001797" y="64297"/>
                </a:lnTo>
                <a:lnTo>
                  <a:pt x="7954558" y="77226"/>
                </a:lnTo>
                <a:lnTo>
                  <a:pt x="7907555" y="91348"/>
                </a:lnTo>
                <a:lnTo>
                  <a:pt x="7860789" y="106657"/>
                </a:lnTo>
                <a:lnTo>
                  <a:pt x="7814261" y="123148"/>
                </a:lnTo>
                <a:lnTo>
                  <a:pt x="7767971" y="140815"/>
                </a:lnTo>
                <a:lnTo>
                  <a:pt x="7721921" y="159651"/>
                </a:lnTo>
                <a:lnTo>
                  <a:pt x="7676111" y="179651"/>
                </a:lnTo>
                <a:lnTo>
                  <a:pt x="7630542" y="200809"/>
                </a:lnTo>
                <a:lnTo>
                  <a:pt x="7585214" y="223118"/>
                </a:lnTo>
                <a:lnTo>
                  <a:pt x="7540128" y="246572"/>
                </a:lnTo>
                <a:lnTo>
                  <a:pt x="7495285" y="271167"/>
                </a:lnTo>
                <a:lnTo>
                  <a:pt x="7450685" y="296894"/>
                </a:lnTo>
                <a:lnTo>
                  <a:pt x="7406329" y="323750"/>
                </a:lnTo>
                <a:lnTo>
                  <a:pt x="7362697" y="351882"/>
                </a:lnTo>
                <a:lnTo>
                  <a:pt x="7320219" y="381345"/>
                </a:lnTo>
                <a:lnTo>
                  <a:pt x="7278784" y="412011"/>
                </a:lnTo>
                <a:lnTo>
                  <a:pt x="7238281" y="443754"/>
                </a:lnTo>
                <a:lnTo>
                  <a:pt x="7198601" y="476448"/>
                </a:lnTo>
                <a:lnTo>
                  <a:pt x="7159632" y="509967"/>
                </a:lnTo>
                <a:lnTo>
                  <a:pt x="7121264" y="544184"/>
                </a:lnTo>
                <a:lnTo>
                  <a:pt x="7083386" y="578973"/>
                </a:lnTo>
                <a:lnTo>
                  <a:pt x="7045889" y="614207"/>
                </a:lnTo>
                <a:lnTo>
                  <a:pt x="7008660" y="649761"/>
                </a:lnTo>
                <a:lnTo>
                  <a:pt x="6897486" y="757077"/>
                </a:lnTo>
                <a:lnTo>
                  <a:pt x="6860070" y="792397"/>
                </a:lnTo>
                <a:lnTo>
                  <a:pt x="6822139" y="826952"/>
                </a:lnTo>
                <a:lnTo>
                  <a:pt x="6783670" y="860713"/>
                </a:lnTo>
                <a:lnTo>
                  <a:pt x="6744644" y="893653"/>
                </a:lnTo>
                <a:lnTo>
                  <a:pt x="6705039" y="925743"/>
                </a:lnTo>
                <a:lnTo>
                  <a:pt x="6664835" y="956957"/>
                </a:lnTo>
                <a:lnTo>
                  <a:pt x="6624010" y="987267"/>
                </a:lnTo>
                <a:lnTo>
                  <a:pt x="6582543" y="1016645"/>
                </a:lnTo>
                <a:lnTo>
                  <a:pt x="6540414" y="1045063"/>
                </a:lnTo>
                <a:lnTo>
                  <a:pt x="6497601" y="1072494"/>
                </a:lnTo>
                <a:lnTo>
                  <a:pt x="6454083" y="1098910"/>
                </a:lnTo>
                <a:lnTo>
                  <a:pt x="6409840" y="1124284"/>
                </a:lnTo>
                <a:lnTo>
                  <a:pt x="6364851" y="1148587"/>
                </a:lnTo>
                <a:lnTo>
                  <a:pt x="6319093" y="1171793"/>
                </a:lnTo>
                <a:lnTo>
                  <a:pt x="6272548" y="1193874"/>
                </a:lnTo>
                <a:lnTo>
                  <a:pt x="6225193" y="1214801"/>
                </a:lnTo>
                <a:lnTo>
                  <a:pt x="6178295" y="1234237"/>
                </a:lnTo>
                <a:lnTo>
                  <a:pt x="6131252" y="1252662"/>
                </a:lnTo>
                <a:lnTo>
                  <a:pt x="6084063" y="1270074"/>
                </a:lnTo>
                <a:lnTo>
                  <a:pt x="6036727" y="1286470"/>
                </a:lnTo>
                <a:lnTo>
                  <a:pt x="5989240" y="1301846"/>
                </a:lnTo>
                <a:lnTo>
                  <a:pt x="5941603" y="1316200"/>
                </a:lnTo>
                <a:lnTo>
                  <a:pt x="5893814" y="1329530"/>
                </a:lnTo>
                <a:lnTo>
                  <a:pt x="5845870" y="1341831"/>
                </a:lnTo>
                <a:lnTo>
                  <a:pt x="5797771" y="1353102"/>
                </a:lnTo>
                <a:lnTo>
                  <a:pt x="5749515" y="1363340"/>
                </a:lnTo>
                <a:lnTo>
                  <a:pt x="5701100" y="1372541"/>
                </a:lnTo>
                <a:lnTo>
                  <a:pt x="5652526" y="1380703"/>
                </a:lnTo>
                <a:lnTo>
                  <a:pt x="5603789" y="1387823"/>
                </a:lnTo>
                <a:lnTo>
                  <a:pt x="5554890" y="1393898"/>
                </a:lnTo>
                <a:lnTo>
                  <a:pt x="5505826" y="1398925"/>
                </a:lnTo>
                <a:lnTo>
                  <a:pt x="5456596" y="1402902"/>
                </a:lnTo>
                <a:lnTo>
                  <a:pt x="5407198" y="1405826"/>
                </a:lnTo>
                <a:lnTo>
                  <a:pt x="5357631" y="1407693"/>
                </a:lnTo>
                <a:lnTo>
                  <a:pt x="5307893" y="1408501"/>
                </a:lnTo>
                <a:lnTo>
                  <a:pt x="5257983" y="1408247"/>
                </a:lnTo>
                <a:lnTo>
                  <a:pt x="5207899" y="1406928"/>
                </a:lnTo>
                <a:lnTo>
                  <a:pt x="5157640" y="1404542"/>
                </a:lnTo>
                <a:lnTo>
                  <a:pt x="5107204" y="1401085"/>
                </a:lnTo>
                <a:lnTo>
                  <a:pt x="5056589" y="1396555"/>
                </a:lnTo>
                <a:lnTo>
                  <a:pt x="5005056" y="1390870"/>
                </a:lnTo>
                <a:lnTo>
                  <a:pt x="4953928" y="1384146"/>
                </a:lnTo>
                <a:lnTo>
                  <a:pt x="4903210" y="1376367"/>
                </a:lnTo>
                <a:lnTo>
                  <a:pt x="4852905" y="1367520"/>
                </a:lnTo>
                <a:lnTo>
                  <a:pt x="4803015" y="1357590"/>
                </a:lnTo>
                <a:lnTo>
                  <a:pt x="4753545" y="1346564"/>
                </a:lnTo>
                <a:lnTo>
                  <a:pt x="4704499" y="1334427"/>
                </a:lnTo>
                <a:lnTo>
                  <a:pt x="4655878" y="1321165"/>
                </a:lnTo>
                <a:lnTo>
                  <a:pt x="4607688" y="1306765"/>
                </a:lnTo>
                <a:lnTo>
                  <a:pt x="4559931" y="1291211"/>
                </a:lnTo>
                <a:lnTo>
                  <a:pt x="4512611" y="1274490"/>
                </a:lnTo>
                <a:lnTo>
                  <a:pt x="4465732" y="1256588"/>
                </a:lnTo>
                <a:lnTo>
                  <a:pt x="4419296" y="1237491"/>
                </a:lnTo>
                <a:lnTo>
                  <a:pt x="4373307" y="1217184"/>
                </a:lnTo>
                <a:lnTo>
                  <a:pt x="4327769" y="1195654"/>
                </a:lnTo>
                <a:lnTo>
                  <a:pt x="4282685" y="1172886"/>
                </a:lnTo>
                <a:lnTo>
                  <a:pt x="4238058" y="1148866"/>
                </a:lnTo>
                <a:lnTo>
                  <a:pt x="4193893" y="1123581"/>
                </a:lnTo>
                <a:lnTo>
                  <a:pt x="4150191" y="1097015"/>
                </a:lnTo>
                <a:lnTo>
                  <a:pt x="4106958" y="1069156"/>
                </a:lnTo>
                <a:lnTo>
                  <a:pt x="4064196" y="1039988"/>
                </a:lnTo>
                <a:lnTo>
                  <a:pt x="4021909" y="1009498"/>
                </a:lnTo>
                <a:lnTo>
                  <a:pt x="3981537" y="979204"/>
                </a:lnTo>
                <a:lnTo>
                  <a:pt x="3941540" y="948470"/>
                </a:lnTo>
                <a:lnTo>
                  <a:pt x="3901882" y="917336"/>
                </a:lnTo>
                <a:lnTo>
                  <a:pt x="3862529" y="885844"/>
                </a:lnTo>
                <a:lnTo>
                  <a:pt x="3823446" y="854034"/>
                </a:lnTo>
                <a:lnTo>
                  <a:pt x="3784598" y="821948"/>
                </a:lnTo>
                <a:lnTo>
                  <a:pt x="3745949" y="789626"/>
                </a:lnTo>
                <a:lnTo>
                  <a:pt x="3669112" y="724442"/>
                </a:lnTo>
                <a:lnTo>
                  <a:pt x="3439770" y="527513"/>
                </a:lnTo>
                <a:lnTo>
                  <a:pt x="3399063" y="493518"/>
                </a:lnTo>
                <a:lnTo>
                  <a:pt x="3358083" y="460632"/>
                </a:lnTo>
                <a:lnTo>
                  <a:pt x="3316829" y="428856"/>
                </a:lnTo>
                <a:lnTo>
                  <a:pt x="3275303" y="398193"/>
                </a:lnTo>
                <a:lnTo>
                  <a:pt x="3233505" y="368646"/>
                </a:lnTo>
                <a:lnTo>
                  <a:pt x="3191438" y="340218"/>
                </a:lnTo>
                <a:lnTo>
                  <a:pt x="3149101" y="312910"/>
                </a:lnTo>
                <a:lnTo>
                  <a:pt x="3106496" y="286726"/>
                </a:lnTo>
                <a:lnTo>
                  <a:pt x="3063624" y="261667"/>
                </a:lnTo>
                <a:lnTo>
                  <a:pt x="3020486" y="237737"/>
                </a:lnTo>
                <a:lnTo>
                  <a:pt x="2977083" y="214938"/>
                </a:lnTo>
                <a:lnTo>
                  <a:pt x="2933416" y="193273"/>
                </a:lnTo>
                <a:lnTo>
                  <a:pt x="2889485" y="172743"/>
                </a:lnTo>
                <a:lnTo>
                  <a:pt x="2845293" y="153352"/>
                </a:lnTo>
                <a:lnTo>
                  <a:pt x="2800840" y="135102"/>
                </a:lnTo>
                <a:lnTo>
                  <a:pt x="2756127" y="117995"/>
                </a:lnTo>
                <a:lnTo>
                  <a:pt x="2711155" y="102035"/>
                </a:lnTo>
                <a:lnTo>
                  <a:pt x="2665926" y="87223"/>
                </a:lnTo>
                <a:lnTo>
                  <a:pt x="2620439" y="73563"/>
                </a:lnTo>
                <a:lnTo>
                  <a:pt x="2574697" y="61056"/>
                </a:lnTo>
                <a:lnTo>
                  <a:pt x="2528700" y="49705"/>
                </a:lnTo>
                <a:lnTo>
                  <a:pt x="2482450" y="39514"/>
                </a:lnTo>
                <a:lnTo>
                  <a:pt x="2435947" y="30483"/>
                </a:lnTo>
                <a:lnTo>
                  <a:pt x="2389192" y="22617"/>
                </a:lnTo>
                <a:lnTo>
                  <a:pt x="2342186" y="15917"/>
                </a:lnTo>
                <a:lnTo>
                  <a:pt x="2294932" y="10385"/>
                </a:lnTo>
                <a:lnTo>
                  <a:pt x="2247428" y="6025"/>
                </a:lnTo>
                <a:lnTo>
                  <a:pt x="2199677" y="2839"/>
                </a:lnTo>
                <a:lnTo>
                  <a:pt x="2151680" y="830"/>
                </a:lnTo>
                <a:lnTo>
                  <a:pt x="2103437" y="0"/>
                </a:lnTo>
                <a:close/>
              </a:path>
            </a:pathLst>
          </a:custGeom>
          <a:solidFill>
            <a:srgbClr val="FDDA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8"/>
          <p:cNvSpPr/>
          <p:nvPr/>
        </p:nvSpPr>
        <p:spPr>
          <a:xfrm>
            <a:off x="6374672" y="1021212"/>
            <a:ext cx="922538" cy="922537"/>
          </a:xfrm>
          <a:custGeom>
            <a:rect b="b" l="l" r="r" t="t"/>
            <a:pathLst>
              <a:path extrusionOk="0" h="2027554" w="2027555">
                <a:moveTo>
                  <a:pt x="1013581" y="0"/>
                </a:moveTo>
                <a:lnTo>
                  <a:pt x="965867" y="1103"/>
                </a:lnTo>
                <a:lnTo>
                  <a:pt x="918721" y="4380"/>
                </a:lnTo>
                <a:lnTo>
                  <a:pt x="872192" y="9782"/>
                </a:lnTo>
                <a:lnTo>
                  <a:pt x="826327" y="17261"/>
                </a:lnTo>
                <a:lnTo>
                  <a:pt x="781177" y="26768"/>
                </a:lnTo>
                <a:lnTo>
                  <a:pt x="736789" y="38255"/>
                </a:lnTo>
                <a:lnTo>
                  <a:pt x="693212" y="51672"/>
                </a:lnTo>
                <a:lnTo>
                  <a:pt x="650495" y="66970"/>
                </a:lnTo>
                <a:lnTo>
                  <a:pt x="608686" y="84103"/>
                </a:lnTo>
                <a:lnTo>
                  <a:pt x="567834" y="103019"/>
                </a:lnTo>
                <a:lnTo>
                  <a:pt x="527989" y="123672"/>
                </a:lnTo>
                <a:lnTo>
                  <a:pt x="489198" y="146012"/>
                </a:lnTo>
                <a:lnTo>
                  <a:pt x="451510" y="169990"/>
                </a:lnTo>
                <a:lnTo>
                  <a:pt x="414974" y="195559"/>
                </a:lnTo>
                <a:lnTo>
                  <a:pt x="379638" y="222668"/>
                </a:lnTo>
                <a:lnTo>
                  <a:pt x="345552" y="251271"/>
                </a:lnTo>
                <a:lnTo>
                  <a:pt x="312764" y="281317"/>
                </a:lnTo>
                <a:lnTo>
                  <a:pt x="281322" y="312758"/>
                </a:lnTo>
                <a:lnTo>
                  <a:pt x="251275" y="345546"/>
                </a:lnTo>
                <a:lnTo>
                  <a:pt x="222673" y="379632"/>
                </a:lnTo>
                <a:lnTo>
                  <a:pt x="195562" y="414967"/>
                </a:lnTo>
                <a:lnTo>
                  <a:pt x="169994" y="451503"/>
                </a:lnTo>
                <a:lnTo>
                  <a:pt x="146015" y="489190"/>
                </a:lnTo>
                <a:lnTo>
                  <a:pt x="123674" y="527981"/>
                </a:lnTo>
                <a:lnTo>
                  <a:pt x="103021" y="567826"/>
                </a:lnTo>
                <a:lnTo>
                  <a:pt x="84104" y="608677"/>
                </a:lnTo>
                <a:lnTo>
                  <a:pt x="66972" y="650485"/>
                </a:lnTo>
                <a:lnTo>
                  <a:pt x="51673" y="693202"/>
                </a:lnTo>
                <a:lnTo>
                  <a:pt x="38256" y="736779"/>
                </a:lnTo>
                <a:lnTo>
                  <a:pt x="26769" y="781167"/>
                </a:lnTo>
                <a:lnTo>
                  <a:pt x="17262" y="826317"/>
                </a:lnTo>
                <a:lnTo>
                  <a:pt x="9783" y="872182"/>
                </a:lnTo>
                <a:lnTo>
                  <a:pt x="4380" y="918711"/>
                </a:lnTo>
                <a:lnTo>
                  <a:pt x="1103" y="965857"/>
                </a:lnTo>
                <a:lnTo>
                  <a:pt x="0" y="1013571"/>
                </a:lnTo>
                <a:lnTo>
                  <a:pt x="1103" y="1061285"/>
                </a:lnTo>
                <a:lnTo>
                  <a:pt x="4380" y="1108430"/>
                </a:lnTo>
                <a:lnTo>
                  <a:pt x="9783" y="1154960"/>
                </a:lnTo>
                <a:lnTo>
                  <a:pt x="17262" y="1200824"/>
                </a:lnTo>
                <a:lnTo>
                  <a:pt x="26769" y="1245975"/>
                </a:lnTo>
                <a:lnTo>
                  <a:pt x="38256" y="1290362"/>
                </a:lnTo>
                <a:lnTo>
                  <a:pt x="51673" y="1333939"/>
                </a:lnTo>
                <a:lnTo>
                  <a:pt x="66972" y="1376656"/>
                </a:lnTo>
                <a:lnTo>
                  <a:pt x="84104" y="1418464"/>
                </a:lnTo>
                <a:lnTo>
                  <a:pt x="103021" y="1459315"/>
                </a:lnTo>
                <a:lnTo>
                  <a:pt x="123674" y="1499161"/>
                </a:lnTo>
                <a:lnTo>
                  <a:pt x="146015" y="1537951"/>
                </a:lnTo>
                <a:lnTo>
                  <a:pt x="169994" y="1575639"/>
                </a:lnTo>
                <a:lnTo>
                  <a:pt x="195562" y="1612174"/>
                </a:lnTo>
                <a:lnTo>
                  <a:pt x="222673" y="1647510"/>
                </a:lnTo>
                <a:lnTo>
                  <a:pt x="251275" y="1681595"/>
                </a:lnTo>
                <a:lnTo>
                  <a:pt x="281322" y="1714383"/>
                </a:lnTo>
                <a:lnTo>
                  <a:pt x="312764" y="1745825"/>
                </a:lnTo>
                <a:lnTo>
                  <a:pt x="345552" y="1775871"/>
                </a:lnTo>
                <a:lnTo>
                  <a:pt x="379638" y="1804473"/>
                </a:lnTo>
                <a:lnTo>
                  <a:pt x="414974" y="1831583"/>
                </a:lnTo>
                <a:lnTo>
                  <a:pt x="451510" y="1857151"/>
                </a:lnTo>
                <a:lnTo>
                  <a:pt x="489198" y="1881130"/>
                </a:lnTo>
                <a:lnTo>
                  <a:pt x="527989" y="1903469"/>
                </a:lnTo>
                <a:lnTo>
                  <a:pt x="567834" y="1924122"/>
                </a:lnTo>
                <a:lnTo>
                  <a:pt x="608686" y="1943039"/>
                </a:lnTo>
                <a:lnTo>
                  <a:pt x="650495" y="1960171"/>
                </a:lnTo>
                <a:lnTo>
                  <a:pt x="693212" y="1975470"/>
                </a:lnTo>
                <a:lnTo>
                  <a:pt x="736789" y="1988887"/>
                </a:lnTo>
                <a:lnTo>
                  <a:pt x="781177" y="2000373"/>
                </a:lnTo>
                <a:lnTo>
                  <a:pt x="826327" y="2009880"/>
                </a:lnTo>
                <a:lnTo>
                  <a:pt x="872192" y="2017359"/>
                </a:lnTo>
                <a:lnTo>
                  <a:pt x="918721" y="2022762"/>
                </a:lnTo>
                <a:lnTo>
                  <a:pt x="965867" y="2026039"/>
                </a:lnTo>
                <a:lnTo>
                  <a:pt x="1013581" y="2027142"/>
                </a:lnTo>
                <a:lnTo>
                  <a:pt x="1061294" y="2026039"/>
                </a:lnTo>
                <a:lnTo>
                  <a:pt x="1108439" y="2022762"/>
                </a:lnTo>
                <a:lnTo>
                  <a:pt x="1154968" y="2017359"/>
                </a:lnTo>
                <a:lnTo>
                  <a:pt x="1200832" y="2009880"/>
                </a:lnTo>
                <a:lnTo>
                  <a:pt x="1245982" y="2000373"/>
                </a:lnTo>
                <a:lnTo>
                  <a:pt x="1290369" y="1988887"/>
                </a:lnTo>
                <a:lnTo>
                  <a:pt x="1333946" y="1975470"/>
                </a:lnTo>
                <a:lnTo>
                  <a:pt x="1376662" y="1960171"/>
                </a:lnTo>
                <a:lnTo>
                  <a:pt x="1418470" y="1943039"/>
                </a:lnTo>
                <a:lnTo>
                  <a:pt x="1459321" y="1924122"/>
                </a:lnTo>
                <a:lnTo>
                  <a:pt x="1499167" y="1903469"/>
                </a:lnTo>
                <a:lnTo>
                  <a:pt x="1537957" y="1881130"/>
                </a:lnTo>
                <a:lnTo>
                  <a:pt x="1575645" y="1857151"/>
                </a:lnTo>
                <a:lnTo>
                  <a:pt x="1612180" y="1831583"/>
                </a:lnTo>
                <a:lnTo>
                  <a:pt x="1647516" y="1804473"/>
                </a:lnTo>
                <a:lnTo>
                  <a:pt x="1681602" y="1775871"/>
                </a:lnTo>
                <a:lnTo>
                  <a:pt x="1714390" y="1745825"/>
                </a:lnTo>
                <a:lnTo>
                  <a:pt x="1745831" y="1714383"/>
                </a:lnTo>
                <a:lnTo>
                  <a:pt x="1775878" y="1681595"/>
                </a:lnTo>
                <a:lnTo>
                  <a:pt x="1804480" y="1647510"/>
                </a:lnTo>
                <a:lnTo>
                  <a:pt x="1831590" y="1612174"/>
                </a:lnTo>
                <a:lnTo>
                  <a:pt x="1857159" y="1575639"/>
                </a:lnTo>
                <a:lnTo>
                  <a:pt x="1881138" y="1537951"/>
                </a:lnTo>
                <a:lnTo>
                  <a:pt x="1903478" y="1499161"/>
                </a:lnTo>
                <a:lnTo>
                  <a:pt x="1924131" y="1459315"/>
                </a:lnTo>
                <a:lnTo>
                  <a:pt x="1943048" y="1418464"/>
                </a:lnTo>
                <a:lnTo>
                  <a:pt x="1960180" y="1376656"/>
                </a:lnTo>
                <a:lnTo>
                  <a:pt x="1975479" y="1333939"/>
                </a:lnTo>
                <a:lnTo>
                  <a:pt x="1988896" y="1290362"/>
                </a:lnTo>
                <a:lnTo>
                  <a:pt x="2000383" y="1245975"/>
                </a:lnTo>
                <a:lnTo>
                  <a:pt x="2009890" y="1200824"/>
                </a:lnTo>
                <a:lnTo>
                  <a:pt x="2017369" y="1154960"/>
                </a:lnTo>
                <a:lnTo>
                  <a:pt x="2022772" y="1108430"/>
                </a:lnTo>
                <a:lnTo>
                  <a:pt x="2026049" y="1061285"/>
                </a:lnTo>
                <a:lnTo>
                  <a:pt x="2027152" y="1013571"/>
                </a:lnTo>
                <a:lnTo>
                  <a:pt x="2026049" y="965857"/>
                </a:lnTo>
                <a:lnTo>
                  <a:pt x="2022772" y="918711"/>
                </a:lnTo>
                <a:lnTo>
                  <a:pt x="2017369" y="872182"/>
                </a:lnTo>
                <a:lnTo>
                  <a:pt x="2009890" y="826317"/>
                </a:lnTo>
                <a:lnTo>
                  <a:pt x="2000383" y="781167"/>
                </a:lnTo>
                <a:lnTo>
                  <a:pt x="1988896" y="736779"/>
                </a:lnTo>
                <a:lnTo>
                  <a:pt x="1975479" y="693202"/>
                </a:lnTo>
                <a:lnTo>
                  <a:pt x="1960180" y="650485"/>
                </a:lnTo>
                <a:lnTo>
                  <a:pt x="1943048" y="608677"/>
                </a:lnTo>
                <a:lnTo>
                  <a:pt x="1924131" y="567826"/>
                </a:lnTo>
                <a:lnTo>
                  <a:pt x="1903478" y="527981"/>
                </a:lnTo>
                <a:lnTo>
                  <a:pt x="1881138" y="489190"/>
                </a:lnTo>
                <a:lnTo>
                  <a:pt x="1857159" y="451503"/>
                </a:lnTo>
                <a:lnTo>
                  <a:pt x="1831590" y="414967"/>
                </a:lnTo>
                <a:lnTo>
                  <a:pt x="1804480" y="379632"/>
                </a:lnTo>
                <a:lnTo>
                  <a:pt x="1775878" y="345546"/>
                </a:lnTo>
                <a:lnTo>
                  <a:pt x="1745831" y="312758"/>
                </a:lnTo>
                <a:lnTo>
                  <a:pt x="1714390" y="281317"/>
                </a:lnTo>
                <a:lnTo>
                  <a:pt x="1681602" y="251271"/>
                </a:lnTo>
                <a:lnTo>
                  <a:pt x="1647516" y="222668"/>
                </a:lnTo>
                <a:lnTo>
                  <a:pt x="1612180" y="195559"/>
                </a:lnTo>
                <a:lnTo>
                  <a:pt x="1575645" y="169990"/>
                </a:lnTo>
                <a:lnTo>
                  <a:pt x="1537957" y="146012"/>
                </a:lnTo>
                <a:lnTo>
                  <a:pt x="1499167" y="123672"/>
                </a:lnTo>
                <a:lnTo>
                  <a:pt x="1459321" y="103019"/>
                </a:lnTo>
                <a:lnTo>
                  <a:pt x="1418470" y="84103"/>
                </a:lnTo>
                <a:lnTo>
                  <a:pt x="1376662" y="66970"/>
                </a:lnTo>
                <a:lnTo>
                  <a:pt x="1333946" y="51672"/>
                </a:lnTo>
                <a:lnTo>
                  <a:pt x="1290369" y="38255"/>
                </a:lnTo>
                <a:lnTo>
                  <a:pt x="1245982" y="26768"/>
                </a:lnTo>
                <a:lnTo>
                  <a:pt x="1200832" y="17261"/>
                </a:lnTo>
                <a:lnTo>
                  <a:pt x="1154968" y="9782"/>
                </a:lnTo>
                <a:lnTo>
                  <a:pt x="1108439" y="4380"/>
                </a:lnTo>
                <a:lnTo>
                  <a:pt x="1061294" y="1103"/>
                </a:lnTo>
                <a:lnTo>
                  <a:pt x="1013581" y="0"/>
                </a:lnTo>
                <a:close/>
              </a:path>
            </a:pathLst>
          </a:custGeom>
          <a:solidFill>
            <a:srgbClr val="FDDA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8"/>
          <p:cNvSpPr/>
          <p:nvPr/>
        </p:nvSpPr>
        <p:spPr>
          <a:xfrm>
            <a:off x="8474066" y="584610"/>
            <a:ext cx="670306" cy="1795958"/>
          </a:xfrm>
          <a:custGeom>
            <a:rect b="b" l="l" r="r" t="t"/>
            <a:pathLst>
              <a:path extrusionOk="0" h="3947160" w="1473200">
                <a:moveTo>
                  <a:pt x="1472925" y="0"/>
                </a:moveTo>
                <a:lnTo>
                  <a:pt x="1426853" y="14074"/>
                </a:lnTo>
                <a:lnTo>
                  <a:pt x="1381337" y="29131"/>
                </a:lnTo>
                <a:lnTo>
                  <a:pt x="1336386" y="45154"/>
                </a:lnTo>
                <a:lnTo>
                  <a:pt x="1292009" y="62130"/>
                </a:lnTo>
                <a:lnTo>
                  <a:pt x="1248215" y="80043"/>
                </a:lnTo>
                <a:lnTo>
                  <a:pt x="1205013" y="98879"/>
                </a:lnTo>
                <a:lnTo>
                  <a:pt x="1162413" y="118624"/>
                </a:lnTo>
                <a:lnTo>
                  <a:pt x="1120423" y="139262"/>
                </a:lnTo>
                <a:lnTo>
                  <a:pt x="1079052" y="160779"/>
                </a:lnTo>
                <a:lnTo>
                  <a:pt x="1038311" y="183160"/>
                </a:lnTo>
                <a:lnTo>
                  <a:pt x="998207" y="206390"/>
                </a:lnTo>
                <a:lnTo>
                  <a:pt x="958750" y="230456"/>
                </a:lnTo>
                <a:lnTo>
                  <a:pt x="919948" y="255342"/>
                </a:lnTo>
                <a:lnTo>
                  <a:pt x="881812" y="281034"/>
                </a:lnTo>
                <a:lnTo>
                  <a:pt x="844350" y="307516"/>
                </a:lnTo>
                <a:lnTo>
                  <a:pt x="807571" y="334775"/>
                </a:lnTo>
                <a:lnTo>
                  <a:pt x="771484" y="362796"/>
                </a:lnTo>
                <a:lnTo>
                  <a:pt x="736099" y="391563"/>
                </a:lnTo>
                <a:lnTo>
                  <a:pt x="701424" y="421063"/>
                </a:lnTo>
                <a:lnTo>
                  <a:pt x="667468" y="451281"/>
                </a:lnTo>
                <a:lnTo>
                  <a:pt x="634241" y="482201"/>
                </a:lnTo>
                <a:lnTo>
                  <a:pt x="601752" y="513810"/>
                </a:lnTo>
                <a:lnTo>
                  <a:pt x="570010" y="546092"/>
                </a:lnTo>
                <a:lnTo>
                  <a:pt x="539023" y="579034"/>
                </a:lnTo>
                <a:lnTo>
                  <a:pt x="508802" y="612619"/>
                </a:lnTo>
                <a:lnTo>
                  <a:pt x="479354" y="646835"/>
                </a:lnTo>
                <a:lnTo>
                  <a:pt x="450690" y="681665"/>
                </a:lnTo>
                <a:lnTo>
                  <a:pt x="422818" y="717096"/>
                </a:lnTo>
                <a:lnTo>
                  <a:pt x="395747" y="753112"/>
                </a:lnTo>
                <a:lnTo>
                  <a:pt x="369487" y="789700"/>
                </a:lnTo>
                <a:lnTo>
                  <a:pt x="344046" y="826844"/>
                </a:lnTo>
                <a:lnTo>
                  <a:pt x="319434" y="864529"/>
                </a:lnTo>
                <a:lnTo>
                  <a:pt x="295659" y="902742"/>
                </a:lnTo>
                <a:lnTo>
                  <a:pt x="272731" y="941467"/>
                </a:lnTo>
                <a:lnTo>
                  <a:pt x="250659" y="980690"/>
                </a:lnTo>
                <a:lnTo>
                  <a:pt x="229452" y="1020395"/>
                </a:lnTo>
                <a:lnTo>
                  <a:pt x="209119" y="1060569"/>
                </a:lnTo>
                <a:lnTo>
                  <a:pt x="189669" y="1101197"/>
                </a:lnTo>
                <a:lnTo>
                  <a:pt x="171111" y="1142264"/>
                </a:lnTo>
                <a:lnTo>
                  <a:pt x="153455" y="1183755"/>
                </a:lnTo>
                <a:lnTo>
                  <a:pt x="136709" y="1225656"/>
                </a:lnTo>
                <a:lnTo>
                  <a:pt x="120882" y="1267953"/>
                </a:lnTo>
                <a:lnTo>
                  <a:pt x="105984" y="1310629"/>
                </a:lnTo>
                <a:lnTo>
                  <a:pt x="92024" y="1353671"/>
                </a:lnTo>
                <a:lnTo>
                  <a:pt x="79010" y="1397065"/>
                </a:lnTo>
                <a:lnTo>
                  <a:pt x="66952" y="1440794"/>
                </a:lnTo>
                <a:lnTo>
                  <a:pt x="55859" y="1484846"/>
                </a:lnTo>
                <a:lnTo>
                  <a:pt x="45740" y="1529205"/>
                </a:lnTo>
                <a:lnTo>
                  <a:pt x="36604" y="1573856"/>
                </a:lnTo>
                <a:lnTo>
                  <a:pt x="28461" y="1618785"/>
                </a:lnTo>
                <a:lnTo>
                  <a:pt x="21318" y="1663977"/>
                </a:lnTo>
                <a:lnTo>
                  <a:pt x="15186" y="1709417"/>
                </a:lnTo>
                <a:lnTo>
                  <a:pt x="10074" y="1755091"/>
                </a:lnTo>
                <a:lnTo>
                  <a:pt x="5990" y="1800985"/>
                </a:lnTo>
                <a:lnTo>
                  <a:pt x="2943" y="1847082"/>
                </a:lnTo>
                <a:lnTo>
                  <a:pt x="943" y="1893370"/>
                </a:lnTo>
                <a:lnTo>
                  <a:pt x="0" y="1939833"/>
                </a:lnTo>
                <a:lnTo>
                  <a:pt x="120" y="1986456"/>
                </a:lnTo>
                <a:lnTo>
                  <a:pt x="1315" y="2033225"/>
                </a:lnTo>
                <a:lnTo>
                  <a:pt x="3593" y="2080125"/>
                </a:lnTo>
                <a:lnTo>
                  <a:pt x="6964" y="2127142"/>
                </a:lnTo>
                <a:lnTo>
                  <a:pt x="11435" y="2174261"/>
                </a:lnTo>
                <a:lnTo>
                  <a:pt x="17017" y="2221466"/>
                </a:lnTo>
                <a:lnTo>
                  <a:pt x="23718" y="2268745"/>
                </a:lnTo>
                <a:lnTo>
                  <a:pt x="31547" y="2316081"/>
                </a:lnTo>
                <a:lnTo>
                  <a:pt x="40515" y="2363460"/>
                </a:lnTo>
                <a:lnTo>
                  <a:pt x="50629" y="2410868"/>
                </a:lnTo>
                <a:lnTo>
                  <a:pt x="61898" y="2458289"/>
                </a:lnTo>
                <a:lnTo>
                  <a:pt x="74333" y="2505710"/>
                </a:lnTo>
                <a:lnTo>
                  <a:pt x="87941" y="2553115"/>
                </a:lnTo>
                <a:lnTo>
                  <a:pt x="103817" y="2604230"/>
                </a:lnTo>
                <a:lnTo>
                  <a:pt x="120568" y="2654480"/>
                </a:lnTo>
                <a:lnTo>
                  <a:pt x="138191" y="2703864"/>
                </a:lnTo>
                <a:lnTo>
                  <a:pt x="156683" y="2752382"/>
                </a:lnTo>
                <a:lnTo>
                  <a:pt x="176041" y="2800034"/>
                </a:lnTo>
                <a:lnTo>
                  <a:pt x="196262" y="2846817"/>
                </a:lnTo>
                <a:lnTo>
                  <a:pt x="217343" y="2892732"/>
                </a:lnTo>
                <a:lnTo>
                  <a:pt x="239280" y="2937779"/>
                </a:lnTo>
                <a:lnTo>
                  <a:pt x="262071" y="2981955"/>
                </a:lnTo>
                <a:lnTo>
                  <a:pt x="285713" y="3025261"/>
                </a:lnTo>
                <a:lnTo>
                  <a:pt x="310202" y="3067695"/>
                </a:lnTo>
                <a:lnTo>
                  <a:pt x="335535" y="3109258"/>
                </a:lnTo>
                <a:lnTo>
                  <a:pt x="361710" y="3149948"/>
                </a:lnTo>
                <a:lnTo>
                  <a:pt x="388723" y="3189765"/>
                </a:lnTo>
                <a:lnTo>
                  <a:pt x="416572" y="3228707"/>
                </a:lnTo>
                <a:lnTo>
                  <a:pt x="445252" y="3266775"/>
                </a:lnTo>
                <a:lnTo>
                  <a:pt x="474762" y="3303967"/>
                </a:lnTo>
                <a:lnTo>
                  <a:pt x="505097" y="3340283"/>
                </a:lnTo>
                <a:lnTo>
                  <a:pt x="536255" y="3375722"/>
                </a:lnTo>
                <a:lnTo>
                  <a:pt x="568233" y="3410283"/>
                </a:lnTo>
                <a:lnTo>
                  <a:pt x="601028" y="3443965"/>
                </a:lnTo>
                <a:lnTo>
                  <a:pt x="634636" y="3476769"/>
                </a:lnTo>
                <a:lnTo>
                  <a:pt x="669055" y="3508692"/>
                </a:lnTo>
                <a:lnTo>
                  <a:pt x="704282" y="3539735"/>
                </a:lnTo>
                <a:lnTo>
                  <a:pt x="740312" y="3569897"/>
                </a:lnTo>
                <a:lnTo>
                  <a:pt x="777144" y="3599177"/>
                </a:lnTo>
                <a:lnTo>
                  <a:pt x="814775" y="3627574"/>
                </a:lnTo>
                <a:lnTo>
                  <a:pt x="853200" y="3655087"/>
                </a:lnTo>
                <a:lnTo>
                  <a:pt x="892418" y="3681716"/>
                </a:lnTo>
                <a:lnTo>
                  <a:pt x="932424" y="3707460"/>
                </a:lnTo>
                <a:lnTo>
                  <a:pt x="973217" y="3732319"/>
                </a:lnTo>
                <a:lnTo>
                  <a:pt x="1014792" y="3756291"/>
                </a:lnTo>
                <a:lnTo>
                  <a:pt x="1057147" y="3779376"/>
                </a:lnTo>
                <a:lnTo>
                  <a:pt x="1100279" y="3801574"/>
                </a:lnTo>
                <a:lnTo>
                  <a:pt x="1144185" y="3822882"/>
                </a:lnTo>
                <a:lnTo>
                  <a:pt x="1188861" y="3843302"/>
                </a:lnTo>
                <a:lnTo>
                  <a:pt x="1234304" y="3862832"/>
                </a:lnTo>
                <a:lnTo>
                  <a:pt x="1280512" y="3881470"/>
                </a:lnTo>
                <a:lnTo>
                  <a:pt x="1327481" y="3899218"/>
                </a:lnTo>
                <a:lnTo>
                  <a:pt x="1375208" y="3916073"/>
                </a:lnTo>
                <a:lnTo>
                  <a:pt x="1423691" y="3932036"/>
                </a:lnTo>
                <a:lnTo>
                  <a:pt x="1472925" y="3947104"/>
                </a:lnTo>
                <a:lnTo>
                  <a:pt x="1472925" y="0"/>
                </a:lnTo>
                <a:close/>
              </a:path>
            </a:pathLst>
          </a:custGeom>
          <a:solidFill>
            <a:srgbClr val="5265F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sted-image.pdf" id="111" name="Google Shape;11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71019" y="4663868"/>
            <a:ext cx="849600" cy="1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8"/>
          <p:cNvSpPr txBox="1"/>
          <p:nvPr/>
        </p:nvSpPr>
        <p:spPr>
          <a:xfrm>
            <a:off x="8553578" y="190000"/>
            <a:ext cx="4254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2">
  <p:cSld name="CUSTOM_37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9"/>
          <p:cNvSpPr/>
          <p:nvPr/>
        </p:nvSpPr>
        <p:spPr>
          <a:xfrm>
            <a:off x="7068164" y="262317"/>
            <a:ext cx="162086" cy="162086"/>
          </a:xfrm>
          <a:custGeom>
            <a:rect b="b" l="l" r="r" t="t"/>
            <a:pathLst>
              <a:path extrusionOk="0" h="356234" w="356234">
                <a:moveTo>
                  <a:pt x="178099" y="0"/>
                </a:moveTo>
                <a:lnTo>
                  <a:pt x="130752" y="6361"/>
                </a:lnTo>
                <a:lnTo>
                  <a:pt x="88208" y="24315"/>
                </a:lnTo>
                <a:lnTo>
                  <a:pt x="52163" y="52163"/>
                </a:lnTo>
                <a:lnTo>
                  <a:pt x="24315" y="88208"/>
                </a:lnTo>
                <a:lnTo>
                  <a:pt x="6361" y="130752"/>
                </a:lnTo>
                <a:lnTo>
                  <a:pt x="0" y="178099"/>
                </a:lnTo>
                <a:lnTo>
                  <a:pt x="6361" y="225445"/>
                </a:lnTo>
                <a:lnTo>
                  <a:pt x="24315" y="267990"/>
                </a:lnTo>
                <a:lnTo>
                  <a:pt x="52163" y="304035"/>
                </a:lnTo>
                <a:lnTo>
                  <a:pt x="88208" y="331883"/>
                </a:lnTo>
                <a:lnTo>
                  <a:pt x="130752" y="349836"/>
                </a:lnTo>
                <a:lnTo>
                  <a:pt x="178099" y="356198"/>
                </a:lnTo>
                <a:lnTo>
                  <a:pt x="225445" y="349836"/>
                </a:lnTo>
                <a:lnTo>
                  <a:pt x="267990" y="331883"/>
                </a:lnTo>
                <a:lnTo>
                  <a:pt x="304035" y="304035"/>
                </a:lnTo>
                <a:lnTo>
                  <a:pt x="331883" y="267990"/>
                </a:lnTo>
                <a:lnTo>
                  <a:pt x="349836" y="225445"/>
                </a:lnTo>
                <a:lnTo>
                  <a:pt x="356198" y="178099"/>
                </a:lnTo>
                <a:lnTo>
                  <a:pt x="349836" y="130752"/>
                </a:lnTo>
                <a:lnTo>
                  <a:pt x="331883" y="88208"/>
                </a:lnTo>
                <a:lnTo>
                  <a:pt x="304035" y="52163"/>
                </a:lnTo>
                <a:lnTo>
                  <a:pt x="267990" y="24315"/>
                </a:lnTo>
                <a:lnTo>
                  <a:pt x="225445" y="6361"/>
                </a:lnTo>
                <a:lnTo>
                  <a:pt x="178099" y="0"/>
                </a:lnTo>
                <a:close/>
              </a:path>
            </a:pathLst>
          </a:custGeom>
          <a:solidFill>
            <a:srgbClr val="5265F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9"/>
          <p:cNvSpPr/>
          <p:nvPr/>
        </p:nvSpPr>
        <p:spPr>
          <a:xfrm>
            <a:off x="7438223" y="177820"/>
            <a:ext cx="846550" cy="330819"/>
          </a:xfrm>
          <a:custGeom>
            <a:rect b="b" l="l" r="r" t="t"/>
            <a:pathLst>
              <a:path extrusionOk="0" h="727075" w="1860550">
                <a:moveTo>
                  <a:pt x="1514029" y="0"/>
                </a:moveTo>
                <a:lnTo>
                  <a:pt x="1465081" y="639"/>
                </a:lnTo>
                <a:lnTo>
                  <a:pt x="1417028" y="8322"/>
                </a:lnTo>
                <a:lnTo>
                  <a:pt x="1369972" y="22808"/>
                </a:lnTo>
                <a:lnTo>
                  <a:pt x="1324012" y="43857"/>
                </a:lnTo>
                <a:lnTo>
                  <a:pt x="1268126" y="82013"/>
                </a:lnTo>
                <a:lnTo>
                  <a:pt x="1218256" y="127802"/>
                </a:lnTo>
                <a:lnTo>
                  <a:pt x="1180036" y="161445"/>
                </a:lnTo>
                <a:lnTo>
                  <a:pt x="1139651" y="189496"/>
                </a:lnTo>
                <a:lnTo>
                  <a:pt x="1097121" y="211956"/>
                </a:lnTo>
                <a:lnTo>
                  <a:pt x="1052465" y="228827"/>
                </a:lnTo>
                <a:lnTo>
                  <a:pt x="1005705" y="240109"/>
                </a:lnTo>
                <a:lnTo>
                  <a:pt x="956860" y="245805"/>
                </a:lnTo>
                <a:lnTo>
                  <a:pt x="905951" y="245914"/>
                </a:lnTo>
                <a:lnTo>
                  <a:pt x="850167" y="239084"/>
                </a:lnTo>
                <a:lnTo>
                  <a:pt x="796914" y="224670"/>
                </a:lnTo>
                <a:lnTo>
                  <a:pt x="746128" y="202946"/>
                </a:lnTo>
                <a:lnTo>
                  <a:pt x="697748" y="174188"/>
                </a:lnTo>
                <a:lnTo>
                  <a:pt x="653932" y="138642"/>
                </a:lnTo>
                <a:lnTo>
                  <a:pt x="612913" y="99971"/>
                </a:lnTo>
                <a:lnTo>
                  <a:pt x="576634" y="70026"/>
                </a:lnTo>
                <a:lnTo>
                  <a:pt x="538250" y="45385"/>
                </a:lnTo>
                <a:lnTo>
                  <a:pt x="497749" y="26070"/>
                </a:lnTo>
                <a:lnTo>
                  <a:pt x="455118" y="12100"/>
                </a:lnTo>
                <a:lnTo>
                  <a:pt x="410347" y="3496"/>
                </a:lnTo>
                <a:lnTo>
                  <a:pt x="363423" y="277"/>
                </a:lnTo>
                <a:lnTo>
                  <a:pt x="344626" y="618"/>
                </a:lnTo>
                <a:lnTo>
                  <a:pt x="288933" y="7775"/>
                </a:lnTo>
                <a:lnTo>
                  <a:pt x="238664" y="21889"/>
                </a:lnTo>
                <a:lnTo>
                  <a:pt x="192225" y="42182"/>
                </a:lnTo>
                <a:lnTo>
                  <a:pt x="149655" y="68660"/>
                </a:lnTo>
                <a:lnTo>
                  <a:pt x="110993" y="101327"/>
                </a:lnTo>
                <a:lnTo>
                  <a:pt x="76280" y="140189"/>
                </a:lnTo>
                <a:lnTo>
                  <a:pt x="47542" y="182552"/>
                </a:lnTo>
                <a:lnTo>
                  <a:pt x="25585" y="227192"/>
                </a:lnTo>
                <a:lnTo>
                  <a:pt x="10368" y="274082"/>
                </a:lnTo>
                <a:lnTo>
                  <a:pt x="1853" y="323193"/>
                </a:lnTo>
                <a:lnTo>
                  <a:pt x="0" y="374496"/>
                </a:lnTo>
                <a:lnTo>
                  <a:pt x="2195" y="406823"/>
                </a:lnTo>
                <a:lnTo>
                  <a:pt x="15070" y="469541"/>
                </a:lnTo>
                <a:lnTo>
                  <a:pt x="48107" y="543649"/>
                </a:lnTo>
                <a:lnTo>
                  <a:pt x="73626" y="583009"/>
                </a:lnTo>
                <a:lnTo>
                  <a:pt x="102836" y="617786"/>
                </a:lnTo>
                <a:lnTo>
                  <a:pt x="135747" y="647930"/>
                </a:lnTo>
                <a:lnTo>
                  <a:pt x="172367" y="673389"/>
                </a:lnTo>
                <a:lnTo>
                  <a:pt x="212706" y="694111"/>
                </a:lnTo>
                <a:lnTo>
                  <a:pt x="256773" y="710043"/>
                </a:lnTo>
                <a:lnTo>
                  <a:pt x="304577" y="721135"/>
                </a:lnTo>
                <a:lnTo>
                  <a:pt x="357999" y="726485"/>
                </a:lnTo>
                <a:lnTo>
                  <a:pt x="409975" y="723813"/>
                </a:lnTo>
                <a:lnTo>
                  <a:pt x="460479" y="713350"/>
                </a:lnTo>
                <a:lnTo>
                  <a:pt x="509485" y="695323"/>
                </a:lnTo>
                <a:lnTo>
                  <a:pt x="556967" y="669964"/>
                </a:lnTo>
                <a:lnTo>
                  <a:pt x="603776" y="634189"/>
                </a:lnTo>
                <a:lnTo>
                  <a:pt x="646524" y="593694"/>
                </a:lnTo>
                <a:lnTo>
                  <a:pt x="673426" y="569656"/>
                </a:lnTo>
                <a:lnTo>
                  <a:pt x="732349" y="529069"/>
                </a:lnTo>
                <a:lnTo>
                  <a:pt x="814760" y="495291"/>
                </a:lnTo>
                <a:lnTo>
                  <a:pt x="865639" y="483937"/>
                </a:lnTo>
                <a:lnTo>
                  <a:pt x="917542" y="479185"/>
                </a:lnTo>
                <a:lnTo>
                  <a:pt x="970525" y="481142"/>
                </a:lnTo>
                <a:lnTo>
                  <a:pt x="1019516" y="488951"/>
                </a:lnTo>
                <a:lnTo>
                  <a:pt x="1066263" y="502631"/>
                </a:lnTo>
                <a:lnTo>
                  <a:pt x="1110666" y="522598"/>
                </a:lnTo>
                <a:lnTo>
                  <a:pt x="1152624" y="549266"/>
                </a:lnTo>
                <a:lnTo>
                  <a:pt x="1204587" y="590828"/>
                </a:lnTo>
                <a:lnTo>
                  <a:pt x="1255082" y="634101"/>
                </a:lnTo>
                <a:lnTo>
                  <a:pt x="1298789" y="667066"/>
                </a:lnTo>
                <a:lnTo>
                  <a:pt x="1344202" y="692929"/>
                </a:lnTo>
                <a:lnTo>
                  <a:pt x="1391280" y="711594"/>
                </a:lnTo>
                <a:lnTo>
                  <a:pt x="1439985" y="722964"/>
                </a:lnTo>
                <a:lnTo>
                  <a:pt x="1490277" y="726945"/>
                </a:lnTo>
                <a:lnTo>
                  <a:pt x="1542118" y="723439"/>
                </a:lnTo>
                <a:lnTo>
                  <a:pt x="1595469" y="712350"/>
                </a:lnTo>
                <a:lnTo>
                  <a:pt x="1638751" y="697469"/>
                </a:lnTo>
                <a:lnTo>
                  <a:pt x="1678963" y="677764"/>
                </a:lnTo>
                <a:lnTo>
                  <a:pt x="1715846" y="653650"/>
                </a:lnTo>
                <a:lnTo>
                  <a:pt x="1749143" y="625542"/>
                </a:lnTo>
                <a:lnTo>
                  <a:pt x="1778598" y="593856"/>
                </a:lnTo>
                <a:lnTo>
                  <a:pt x="1803952" y="559006"/>
                </a:lnTo>
                <a:lnTo>
                  <a:pt x="1824948" y="521407"/>
                </a:lnTo>
                <a:lnTo>
                  <a:pt x="1841330" y="481475"/>
                </a:lnTo>
                <a:lnTo>
                  <a:pt x="1852839" y="439624"/>
                </a:lnTo>
                <a:lnTo>
                  <a:pt x="1859218" y="396270"/>
                </a:lnTo>
                <a:lnTo>
                  <a:pt x="1860209" y="351827"/>
                </a:lnTo>
                <a:lnTo>
                  <a:pt x="1855556" y="306712"/>
                </a:lnTo>
                <a:lnTo>
                  <a:pt x="1845001" y="261338"/>
                </a:lnTo>
                <a:lnTo>
                  <a:pt x="1826763" y="211525"/>
                </a:lnTo>
                <a:lnTo>
                  <a:pt x="1803486" y="166800"/>
                </a:lnTo>
                <a:lnTo>
                  <a:pt x="1775271" y="127187"/>
                </a:lnTo>
                <a:lnTo>
                  <a:pt x="1742224" y="92710"/>
                </a:lnTo>
                <a:lnTo>
                  <a:pt x="1704447" y="63394"/>
                </a:lnTo>
                <a:lnTo>
                  <a:pt x="1662044" y="39261"/>
                </a:lnTo>
                <a:lnTo>
                  <a:pt x="1615118" y="20337"/>
                </a:lnTo>
                <a:lnTo>
                  <a:pt x="1563774" y="6644"/>
                </a:lnTo>
                <a:lnTo>
                  <a:pt x="1514029" y="0"/>
                </a:lnTo>
                <a:close/>
              </a:path>
            </a:pathLst>
          </a:custGeom>
          <a:solidFill>
            <a:srgbClr val="FDDA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9"/>
          <p:cNvSpPr txBox="1"/>
          <p:nvPr/>
        </p:nvSpPr>
        <p:spPr>
          <a:xfrm>
            <a:off x="8553578" y="190000"/>
            <a:ext cx="4254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000" u="none" cap="none" strike="noStrike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asted-image.pdf" id="117" name="Google Shape;11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71019" y="4663868"/>
            <a:ext cx="849600" cy="1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9"/>
          <p:cNvSpPr txBox="1"/>
          <p:nvPr/>
        </p:nvSpPr>
        <p:spPr>
          <a:xfrm>
            <a:off x="8553578" y="190000"/>
            <a:ext cx="4254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000" u="none" cap="none" strike="noStrike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9" name="Google Shape;1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7799" y="4603366"/>
            <a:ext cx="591974" cy="25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"/>
          <p:cNvSpPr txBox="1"/>
          <p:nvPr>
            <p:ph type="title"/>
          </p:nvPr>
        </p:nvSpPr>
        <p:spPr>
          <a:xfrm>
            <a:off x="490250" y="450152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125" lIns="33125" spcFirstLastPara="1" rIns="33125" wrap="square" tIns="331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3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3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3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3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3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3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3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31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2 1">
  <p:cSld name="Texto 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1"/>
          <p:cNvSpPr/>
          <p:nvPr/>
        </p:nvSpPr>
        <p:spPr>
          <a:xfrm>
            <a:off x="7068164" y="262317"/>
            <a:ext cx="162086" cy="162086"/>
          </a:xfrm>
          <a:custGeom>
            <a:rect b="b" l="l" r="r" t="t"/>
            <a:pathLst>
              <a:path extrusionOk="0" h="356234" w="356234">
                <a:moveTo>
                  <a:pt x="178099" y="0"/>
                </a:moveTo>
                <a:lnTo>
                  <a:pt x="130752" y="6361"/>
                </a:lnTo>
                <a:lnTo>
                  <a:pt x="88208" y="24315"/>
                </a:lnTo>
                <a:lnTo>
                  <a:pt x="52163" y="52163"/>
                </a:lnTo>
                <a:lnTo>
                  <a:pt x="24315" y="88208"/>
                </a:lnTo>
                <a:lnTo>
                  <a:pt x="6361" y="130752"/>
                </a:lnTo>
                <a:lnTo>
                  <a:pt x="0" y="178099"/>
                </a:lnTo>
                <a:lnTo>
                  <a:pt x="6361" y="225445"/>
                </a:lnTo>
                <a:lnTo>
                  <a:pt x="24315" y="267990"/>
                </a:lnTo>
                <a:lnTo>
                  <a:pt x="52163" y="304035"/>
                </a:lnTo>
                <a:lnTo>
                  <a:pt x="88208" y="331883"/>
                </a:lnTo>
                <a:lnTo>
                  <a:pt x="130752" y="349836"/>
                </a:lnTo>
                <a:lnTo>
                  <a:pt x="178099" y="356198"/>
                </a:lnTo>
                <a:lnTo>
                  <a:pt x="225445" y="349836"/>
                </a:lnTo>
                <a:lnTo>
                  <a:pt x="267990" y="331883"/>
                </a:lnTo>
                <a:lnTo>
                  <a:pt x="304035" y="304035"/>
                </a:lnTo>
                <a:lnTo>
                  <a:pt x="331883" y="267990"/>
                </a:lnTo>
                <a:lnTo>
                  <a:pt x="349836" y="225445"/>
                </a:lnTo>
                <a:lnTo>
                  <a:pt x="356198" y="178099"/>
                </a:lnTo>
                <a:lnTo>
                  <a:pt x="349836" y="130752"/>
                </a:lnTo>
                <a:lnTo>
                  <a:pt x="331883" y="88208"/>
                </a:lnTo>
                <a:lnTo>
                  <a:pt x="304035" y="52163"/>
                </a:lnTo>
                <a:lnTo>
                  <a:pt x="267990" y="24315"/>
                </a:lnTo>
                <a:lnTo>
                  <a:pt x="225445" y="6361"/>
                </a:lnTo>
                <a:lnTo>
                  <a:pt x="178099" y="0"/>
                </a:lnTo>
                <a:close/>
              </a:path>
            </a:pathLst>
          </a:custGeom>
          <a:solidFill>
            <a:srgbClr val="5265F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1"/>
          <p:cNvSpPr/>
          <p:nvPr/>
        </p:nvSpPr>
        <p:spPr>
          <a:xfrm>
            <a:off x="7438222" y="177820"/>
            <a:ext cx="846550" cy="330819"/>
          </a:xfrm>
          <a:custGeom>
            <a:rect b="b" l="l" r="r" t="t"/>
            <a:pathLst>
              <a:path extrusionOk="0" h="727075" w="1860550">
                <a:moveTo>
                  <a:pt x="1514029" y="0"/>
                </a:moveTo>
                <a:lnTo>
                  <a:pt x="1465081" y="639"/>
                </a:lnTo>
                <a:lnTo>
                  <a:pt x="1417028" y="8322"/>
                </a:lnTo>
                <a:lnTo>
                  <a:pt x="1369972" y="22808"/>
                </a:lnTo>
                <a:lnTo>
                  <a:pt x="1324012" y="43857"/>
                </a:lnTo>
                <a:lnTo>
                  <a:pt x="1268126" y="82013"/>
                </a:lnTo>
                <a:lnTo>
                  <a:pt x="1218256" y="127802"/>
                </a:lnTo>
                <a:lnTo>
                  <a:pt x="1180036" y="161445"/>
                </a:lnTo>
                <a:lnTo>
                  <a:pt x="1139651" y="189496"/>
                </a:lnTo>
                <a:lnTo>
                  <a:pt x="1097121" y="211956"/>
                </a:lnTo>
                <a:lnTo>
                  <a:pt x="1052465" y="228827"/>
                </a:lnTo>
                <a:lnTo>
                  <a:pt x="1005705" y="240109"/>
                </a:lnTo>
                <a:lnTo>
                  <a:pt x="956860" y="245805"/>
                </a:lnTo>
                <a:lnTo>
                  <a:pt x="905951" y="245914"/>
                </a:lnTo>
                <a:lnTo>
                  <a:pt x="850167" y="239084"/>
                </a:lnTo>
                <a:lnTo>
                  <a:pt x="796914" y="224670"/>
                </a:lnTo>
                <a:lnTo>
                  <a:pt x="746128" y="202946"/>
                </a:lnTo>
                <a:lnTo>
                  <a:pt x="697748" y="174188"/>
                </a:lnTo>
                <a:lnTo>
                  <a:pt x="653932" y="138642"/>
                </a:lnTo>
                <a:lnTo>
                  <a:pt x="612913" y="99971"/>
                </a:lnTo>
                <a:lnTo>
                  <a:pt x="576634" y="70026"/>
                </a:lnTo>
                <a:lnTo>
                  <a:pt x="538250" y="45385"/>
                </a:lnTo>
                <a:lnTo>
                  <a:pt x="497749" y="26070"/>
                </a:lnTo>
                <a:lnTo>
                  <a:pt x="455118" y="12100"/>
                </a:lnTo>
                <a:lnTo>
                  <a:pt x="410347" y="3496"/>
                </a:lnTo>
                <a:lnTo>
                  <a:pt x="363423" y="277"/>
                </a:lnTo>
                <a:lnTo>
                  <a:pt x="344626" y="618"/>
                </a:lnTo>
                <a:lnTo>
                  <a:pt x="288933" y="7775"/>
                </a:lnTo>
                <a:lnTo>
                  <a:pt x="238664" y="21889"/>
                </a:lnTo>
                <a:lnTo>
                  <a:pt x="192225" y="42182"/>
                </a:lnTo>
                <a:lnTo>
                  <a:pt x="149655" y="68660"/>
                </a:lnTo>
                <a:lnTo>
                  <a:pt x="110993" y="101327"/>
                </a:lnTo>
                <a:lnTo>
                  <a:pt x="76280" y="140189"/>
                </a:lnTo>
                <a:lnTo>
                  <a:pt x="47542" y="182552"/>
                </a:lnTo>
                <a:lnTo>
                  <a:pt x="25585" y="227192"/>
                </a:lnTo>
                <a:lnTo>
                  <a:pt x="10368" y="274082"/>
                </a:lnTo>
                <a:lnTo>
                  <a:pt x="1853" y="323193"/>
                </a:lnTo>
                <a:lnTo>
                  <a:pt x="0" y="374496"/>
                </a:lnTo>
                <a:lnTo>
                  <a:pt x="2195" y="406823"/>
                </a:lnTo>
                <a:lnTo>
                  <a:pt x="15070" y="469541"/>
                </a:lnTo>
                <a:lnTo>
                  <a:pt x="48107" y="543649"/>
                </a:lnTo>
                <a:lnTo>
                  <a:pt x="73626" y="583009"/>
                </a:lnTo>
                <a:lnTo>
                  <a:pt x="102836" y="617786"/>
                </a:lnTo>
                <a:lnTo>
                  <a:pt x="135747" y="647930"/>
                </a:lnTo>
                <a:lnTo>
                  <a:pt x="172367" y="673389"/>
                </a:lnTo>
                <a:lnTo>
                  <a:pt x="212706" y="694111"/>
                </a:lnTo>
                <a:lnTo>
                  <a:pt x="256773" y="710043"/>
                </a:lnTo>
                <a:lnTo>
                  <a:pt x="304577" y="721135"/>
                </a:lnTo>
                <a:lnTo>
                  <a:pt x="357999" y="726485"/>
                </a:lnTo>
                <a:lnTo>
                  <a:pt x="409975" y="723813"/>
                </a:lnTo>
                <a:lnTo>
                  <a:pt x="460479" y="713350"/>
                </a:lnTo>
                <a:lnTo>
                  <a:pt x="509485" y="695323"/>
                </a:lnTo>
                <a:lnTo>
                  <a:pt x="556967" y="669964"/>
                </a:lnTo>
                <a:lnTo>
                  <a:pt x="603776" y="634189"/>
                </a:lnTo>
                <a:lnTo>
                  <a:pt x="646524" y="593694"/>
                </a:lnTo>
                <a:lnTo>
                  <a:pt x="673426" y="569656"/>
                </a:lnTo>
                <a:lnTo>
                  <a:pt x="732349" y="529069"/>
                </a:lnTo>
                <a:lnTo>
                  <a:pt x="814760" y="495291"/>
                </a:lnTo>
                <a:lnTo>
                  <a:pt x="865639" y="483937"/>
                </a:lnTo>
                <a:lnTo>
                  <a:pt x="917542" y="479185"/>
                </a:lnTo>
                <a:lnTo>
                  <a:pt x="970525" y="481142"/>
                </a:lnTo>
                <a:lnTo>
                  <a:pt x="1019516" y="488951"/>
                </a:lnTo>
                <a:lnTo>
                  <a:pt x="1066263" y="502631"/>
                </a:lnTo>
                <a:lnTo>
                  <a:pt x="1110666" y="522598"/>
                </a:lnTo>
                <a:lnTo>
                  <a:pt x="1152624" y="549266"/>
                </a:lnTo>
                <a:lnTo>
                  <a:pt x="1204587" y="590828"/>
                </a:lnTo>
                <a:lnTo>
                  <a:pt x="1255082" y="634101"/>
                </a:lnTo>
                <a:lnTo>
                  <a:pt x="1298789" y="667066"/>
                </a:lnTo>
                <a:lnTo>
                  <a:pt x="1344202" y="692929"/>
                </a:lnTo>
                <a:lnTo>
                  <a:pt x="1391280" y="711594"/>
                </a:lnTo>
                <a:lnTo>
                  <a:pt x="1439985" y="722964"/>
                </a:lnTo>
                <a:lnTo>
                  <a:pt x="1490277" y="726945"/>
                </a:lnTo>
                <a:lnTo>
                  <a:pt x="1542118" y="723439"/>
                </a:lnTo>
                <a:lnTo>
                  <a:pt x="1595469" y="712350"/>
                </a:lnTo>
                <a:lnTo>
                  <a:pt x="1638751" y="697469"/>
                </a:lnTo>
                <a:lnTo>
                  <a:pt x="1678963" y="677764"/>
                </a:lnTo>
                <a:lnTo>
                  <a:pt x="1715846" y="653650"/>
                </a:lnTo>
                <a:lnTo>
                  <a:pt x="1749143" y="625542"/>
                </a:lnTo>
                <a:lnTo>
                  <a:pt x="1778598" y="593856"/>
                </a:lnTo>
                <a:lnTo>
                  <a:pt x="1803952" y="559006"/>
                </a:lnTo>
                <a:lnTo>
                  <a:pt x="1824948" y="521407"/>
                </a:lnTo>
                <a:lnTo>
                  <a:pt x="1841330" y="481475"/>
                </a:lnTo>
                <a:lnTo>
                  <a:pt x="1852839" y="439624"/>
                </a:lnTo>
                <a:lnTo>
                  <a:pt x="1859218" y="396270"/>
                </a:lnTo>
                <a:lnTo>
                  <a:pt x="1860209" y="351827"/>
                </a:lnTo>
                <a:lnTo>
                  <a:pt x="1855556" y="306712"/>
                </a:lnTo>
                <a:lnTo>
                  <a:pt x="1845001" y="261338"/>
                </a:lnTo>
                <a:lnTo>
                  <a:pt x="1826763" y="211525"/>
                </a:lnTo>
                <a:lnTo>
                  <a:pt x="1803486" y="166800"/>
                </a:lnTo>
                <a:lnTo>
                  <a:pt x="1775271" y="127187"/>
                </a:lnTo>
                <a:lnTo>
                  <a:pt x="1742224" y="92710"/>
                </a:lnTo>
                <a:lnTo>
                  <a:pt x="1704447" y="63394"/>
                </a:lnTo>
                <a:lnTo>
                  <a:pt x="1662044" y="39261"/>
                </a:lnTo>
                <a:lnTo>
                  <a:pt x="1615118" y="20337"/>
                </a:lnTo>
                <a:lnTo>
                  <a:pt x="1563774" y="6644"/>
                </a:lnTo>
                <a:lnTo>
                  <a:pt x="1514029" y="0"/>
                </a:lnTo>
                <a:close/>
              </a:path>
            </a:pathLst>
          </a:custGeom>
          <a:solidFill>
            <a:srgbClr val="FDDA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1"/>
          <p:cNvSpPr txBox="1"/>
          <p:nvPr/>
        </p:nvSpPr>
        <p:spPr>
          <a:xfrm>
            <a:off x="8553578" y="190000"/>
            <a:ext cx="4254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000" u="none" cap="none" strike="noStrike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asted-image.pdf" id="126" name="Google Shape;12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71019" y="4663867"/>
            <a:ext cx="849600" cy="1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1"/>
          <p:cNvSpPr txBox="1"/>
          <p:nvPr/>
        </p:nvSpPr>
        <p:spPr>
          <a:xfrm>
            <a:off x="8553578" y="190000"/>
            <a:ext cx="4254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000" u="none" cap="none" strike="noStrike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8" name="Google Shape;12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7799" y="4603366"/>
            <a:ext cx="591974" cy="25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 7">
  <p:cSld name="TITLE_1_1_3_1_1_3">
    <p:bg>
      <p:bgPr>
        <a:solidFill>
          <a:srgbClr val="081754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/>
          <p:nvPr/>
        </p:nvSpPr>
        <p:spPr>
          <a:xfrm>
            <a:off x="8624125" y="130707"/>
            <a:ext cx="42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2"/>
          <p:cNvSpPr/>
          <p:nvPr/>
        </p:nvSpPr>
        <p:spPr>
          <a:xfrm>
            <a:off x="4809500" y="2848425"/>
            <a:ext cx="3050700" cy="30507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2"/>
          <p:cNvSpPr/>
          <p:nvPr/>
        </p:nvSpPr>
        <p:spPr>
          <a:xfrm>
            <a:off x="3476300" y="139050"/>
            <a:ext cx="1177500" cy="11775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2"/>
          <p:cNvSpPr/>
          <p:nvPr/>
        </p:nvSpPr>
        <p:spPr>
          <a:xfrm>
            <a:off x="765575" y="3699400"/>
            <a:ext cx="660000" cy="6600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32" title="Primary logo 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7041" y="4767934"/>
            <a:ext cx="948751" cy="144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Blanco 1">
  <p:cSld name="TITLE_1_1_3_6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3"/>
          <p:cNvSpPr txBox="1"/>
          <p:nvPr/>
        </p:nvSpPr>
        <p:spPr>
          <a:xfrm>
            <a:off x="8624125" y="130707"/>
            <a:ext cx="42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s" sz="6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3"/>
          <p:cNvSpPr txBox="1"/>
          <p:nvPr/>
        </p:nvSpPr>
        <p:spPr>
          <a:xfrm>
            <a:off x="257125" y="130705"/>
            <a:ext cx="124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Releases 2026</a:t>
            </a:r>
            <a:endParaRPr b="0" i="0" sz="6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Blanco">
  <p:cSld name="TITLE_1_1_3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5"/>
          <p:cNvSpPr txBox="1"/>
          <p:nvPr/>
        </p:nvSpPr>
        <p:spPr>
          <a:xfrm>
            <a:off x="8624125" y="130707"/>
            <a:ext cx="42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s" sz="6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5"/>
          <p:cNvSpPr txBox="1"/>
          <p:nvPr/>
        </p:nvSpPr>
        <p:spPr>
          <a:xfrm>
            <a:off x="257125" y="130705"/>
            <a:ext cx="124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Releases 2026</a:t>
            </a:r>
            <a:endParaRPr b="0" i="0" sz="6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081754 Dark Blue">
  <p:cSld name="TITLE_1_1_3_1_1">
    <p:bg>
      <p:bgPr>
        <a:solidFill>
          <a:srgbClr val="081754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/>
          <p:nvPr/>
        </p:nvSpPr>
        <p:spPr>
          <a:xfrm>
            <a:off x="8624125" y="130707"/>
            <a:ext cx="42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6"/>
          <p:cNvSpPr txBox="1"/>
          <p:nvPr/>
        </p:nvSpPr>
        <p:spPr>
          <a:xfrm>
            <a:off x="257125" y="130705"/>
            <a:ext cx="124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Releases 2026</a:t>
            </a:r>
            <a:endParaRPr b="0" i="0" sz="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zul Dark Blue">
  <p:cSld name="TITLE_4_1">
    <p:bg>
      <p:bgPr>
        <a:solidFill>
          <a:srgbClr val="08175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7" title="Sin título-1-03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400" y="1361750"/>
            <a:ext cx="88392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Azul  #081754 Dark Blue" type="title">
  <p:cSld name="TITLE">
    <p:bg>
      <p:bgPr>
        <a:solidFill>
          <a:srgbClr val="081754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Amarillo #f0d224">
  <p:cSld name="TITLE_6">
    <p:bg>
      <p:bgPr>
        <a:solidFill>
          <a:srgbClr val="F0D224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zul">
  <p:cSld name="TITLE_4">
    <p:bg>
      <p:bgPr>
        <a:solidFill>
          <a:srgbClr val="1C42E8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9100" y="1824150"/>
            <a:ext cx="7325798" cy="14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anca">
  <p:cSld name="TITLE_3_1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9100" y="1824150"/>
            <a:ext cx="7325778" cy="14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zul Dark Blue 1">
  <p:cSld name="TITLE_4_1_2">
    <p:bg>
      <p:bgPr>
        <a:solidFill>
          <a:srgbClr val="081754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42" title="BEmpresas_Log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925" y="2324875"/>
            <a:ext cx="7775875" cy="676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anca 1">
  <p:cSld name="TITLE_3_1_1"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43" title="primary logo 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9201" y="2076525"/>
            <a:ext cx="7725599" cy="11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zul Medium Blue">
  <p:cSld name="TITLE_4_1_1">
    <p:bg>
      <p:bgPr>
        <a:solidFill>
          <a:srgbClr val="05297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44" title="AforeCoppel_Logotipo-02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199" y="2077450"/>
            <a:ext cx="7861601" cy="103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anca 1 1">
  <p:cSld name="TITLE_3_1_1_1"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45" title="AforeCoppel_Logotipo-0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199" y="2077450"/>
            <a:ext cx="7861601" cy="103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Portada Medium Blue">
  <p:cSld name="TITLE_5">
    <p:bg>
      <p:bgPr>
        <a:solidFill>
          <a:srgbClr val="05297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6"/>
          <p:cNvSpPr/>
          <p:nvPr/>
        </p:nvSpPr>
        <p:spPr>
          <a:xfrm>
            <a:off x="6401900" y="0"/>
            <a:ext cx="5143500" cy="51435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Portada Dark Blue">
  <p:cSld name="TITLE_5_1">
    <p:bg>
      <p:bgPr>
        <a:solidFill>
          <a:srgbClr val="081754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7"/>
          <p:cNvSpPr/>
          <p:nvPr/>
        </p:nvSpPr>
        <p:spPr>
          <a:xfrm>
            <a:off x="6401900" y="0"/>
            <a:ext cx="5143500" cy="51435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Gris">
  <p:cSld name="TITLE_1_1_3_4"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8"/>
          <p:cNvSpPr txBox="1"/>
          <p:nvPr/>
        </p:nvSpPr>
        <p:spPr>
          <a:xfrm>
            <a:off x="8624125" y="130707"/>
            <a:ext cx="42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s" sz="6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8"/>
          <p:cNvSpPr txBox="1"/>
          <p:nvPr/>
        </p:nvSpPr>
        <p:spPr>
          <a:xfrm>
            <a:off x="257125" y="130705"/>
            <a:ext cx="124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Releases 2026</a:t>
            </a:r>
            <a:endParaRPr b="0" i="0" sz="6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Gris 1">
  <p:cSld name="TITLE_1_1_3_4_1">
    <p:bg>
      <p:bgPr>
        <a:solidFill>
          <a:srgbClr val="C9C9C9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9"/>
          <p:cNvSpPr txBox="1"/>
          <p:nvPr/>
        </p:nvSpPr>
        <p:spPr>
          <a:xfrm>
            <a:off x="8624125" y="130707"/>
            <a:ext cx="42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s" sz="6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9"/>
          <p:cNvSpPr txBox="1"/>
          <p:nvPr/>
        </p:nvSpPr>
        <p:spPr>
          <a:xfrm>
            <a:off x="257125" y="130705"/>
            <a:ext cx="124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Releases 2026</a:t>
            </a:r>
            <a:endParaRPr b="0" i="0" sz="6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Azul #05297A Medium Blue">
  <p:cSld name="TITLE_1_1_3_1">
    <p:bg>
      <p:bgPr>
        <a:solidFill>
          <a:srgbClr val="05297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0"/>
          <p:cNvSpPr txBox="1"/>
          <p:nvPr/>
        </p:nvSpPr>
        <p:spPr>
          <a:xfrm>
            <a:off x="8624125" y="130707"/>
            <a:ext cx="42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0"/>
          <p:cNvSpPr txBox="1"/>
          <p:nvPr/>
        </p:nvSpPr>
        <p:spPr>
          <a:xfrm>
            <a:off x="257125" y="130705"/>
            <a:ext cx="124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Releases 2026</a:t>
            </a:r>
            <a:endParaRPr b="0" i="0" sz="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Negro">
  <p:cSld name="TITLE_1_1_3_1_1_1">
    <p:bg>
      <p:bgPr>
        <a:solidFill>
          <a:srgbClr val="2E2E2E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1"/>
          <p:cNvSpPr txBox="1"/>
          <p:nvPr/>
        </p:nvSpPr>
        <p:spPr>
          <a:xfrm>
            <a:off x="8624125" y="130707"/>
            <a:ext cx="42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1"/>
          <p:cNvSpPr txBox="1"/>
          <p:nvPr/>
        </p:nvSpPr>
        <p:spPr>
          <a:xfrm>
            <a:off x="257125" y="130705"/>
            <a:ext cx="124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Releases 2026</a:t>
            </a:r>
            <a:endParaRPr b="0" i="0" sz="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Amarillo #f0d224">
  <p:cSld name="TITLE_1_1_3_1_1_2">
    <p:bg>
      <p:bgPr>
        <a:solidFill>
          <a:srgbClr val="F0D224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2"/>
          <p:cNvSpPr txBox="1"/>
          <p:nvPr/>
        </p:nvSpPr>
        <p:spPr>
          <a:xfrm>
            <a:off x="8624125" y="130707"/>
            <a:ext cx="42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s" sz="6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2"/>
          <p:cNvSpPr txBox="1"/>
          <p:nvPr/>
        </p:nvSpPr>
        <p:spPr>
          <a:xfrm>
            <a:off x="257125" y="130705"/>
            <a:ext cx="124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Releases 2026</a:t>
            </a:r>
            <a:endParaRPr b="0" i="0" sz="6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 Negro">
  <p:cSld name="TITLE_1_1_1_1_1_1">
    <p:bg>
      <p:bgPr>
        <a:solidFill>
          <a:srgbClr val="32323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 Blanco">
  <p:cSld name="TITLE_1_1_1_1_1_1_1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Blanco 1">
  <p:cSld name="TITLE_1_1_3_3"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5"/>
          <p:cNvSpPr txBox="1"/>
          <p:nvPr/>
        </p:nvSpPr>
        <p:spPr>
          <a:xfrm>
            <a:off x="8624125" y="130707"/>
            <a:ext cx="42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s" sz="6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5"/>
          <p:cNvSpPr txBox="1"/>
          <p:nvPr/>
        </p:nvSpPr>
        <p:spPr>
          <a:xfrm>
            <a:off x="257125" y="130705"/>
            <a:ext cx="124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Releases 2026</a:t>
            </a:r>
            <a:endParaRPr b="0" i="0" sz="6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" name="Google Shape;188;p55"/>
          <p:cNvSpPr txBox="1"/>
          <p:nvPr/>
        </p:nvSpPr>
        <p:spPr>
          <a:xfrm>
            <a:off x="3487025" y="130707"/>
            <a:ext cx="156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Departamento al que pertenece</a:t>
            </a:r>
            <a:endParaRPr b="0" i="0" sz="6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Blanco 2">
  <p:cSld name="TITLE_1_1_3_5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6"/>
          <p:cNvSpPr txBox="1"/>
          <p:nvPr/>
        </p:nvSpPr>
        <p:spPr>
          <a:xfrm>
            <a:off x="8624125" y="130707"/>
            <a:ext cx="42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s" sz="6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56" title="primary logo 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7038" y="4768163"/>
            <a:ext cx="948751" cy="14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">
  <p:cSld name="Blank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21" Type="http://schemas.openxmlformats.org/officeDocument/2006/relationships/theme" Target="../theme/theme4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5.png"/><Relationship Id="rId10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9"/>
          <p:cNvSpPr/>
          <p:nvPr/>
        </p:nvSpPr>
        <p:spPr>
          <a:xfrm>
            <a:off x="2424650" y="809431"/>
            <a:ext cx="3636900" cy="408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99" name="Google Shape;199;p59"/>
          <p:cNvSpPr/>
          <p:nvPr/>
        </p:nvSpPr>
        <p:spPr>
          <a:xfrm>
            <a:off x="213750" y="809431"/>
            <a:ext cx="2061900" cy="408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" name="Google Shape;200;p59"/>
          <p:cNvGrpSpPr/>
          <p:nvPr/>
        </p:nvGrpSpPr>
        <p:grpSpPr>
          <a:xfrm>
            <a:off x="715052" y="3043932"/>
            <a:ext cx="1056659" cy="327558"/>
            <a:chOff x="1205290" y="3335139"/>
            <a:chExt cx="771791" cy="261461"/>
          </a:xfrm>
        </p:grpSpPr>
        <p:grpSp>
          <p:nvGrpSpPr>
            <p:cNvPr id="201" name="Google Shape;201;p59"/>
            <p:cNvGrpSpPr/>
            <p:nvPr/>
          </p:nvGrpSpPr>
          <p:grpSpPr>
            <a:xfrm>
              <a:off x="1205290" y="3335139"/>
              <a:ext cx="771791" cy="261461"/>
              <a:chOff x="316803" y="2048854"/>
              <a:chExt cx="1230337" cy="461700"/>
            </a:xfrm>
          </p:grpSpPr>
          <p:grpSp>
            <p:nvGrpSpPr>
              <p:cNvPr id="202" name="Google Shape;202;p59"/>
              <p:cNvGrpSpPr/>
              <p:nvPr/>
            </p:nvGrpSpPr>
            <p:grpSpPr>
              <a:xfrm>
                <a:off x="575150" y="2097698"/>
                <a:ext cx="971990" cy="363865"/>
                <a:chOff x="234738" y="2140647"/>
                <a:chExt cx="769284" cy="287982"/>
              </a:xfrm>
            </p:grpSpPr>
            <p:sp>
              <p:nvSpPr>
                <p:cNvPr id="203" name="Google Shape;203;p59"/>
                <p:cNvSpPr/>
                <p:nvPr/>
              </p:nvSpPr>
              <p:spPr>
                <a:xfrm>
                  <a:off x="234738" y="2140647"/>
                  <a:ext cx="769284" cy="287982"/>
                </a:xfrm>
                <a:prstGeom prst="flowChartTerminator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42950" lIns="85925" spcFirstLastPara="1" rIns="85925" wrap="square" tIns="4295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2"/>
                    <a:buFont typeface="Arial"/>
                    <a:buNone/>
                  </a:pPr>
                  <a:r>
                    <a:t/>
                  </a:r>
                  <a:endParaRPr b="0" i="0" sz="1002" u="none" cap="none" strike="noStrike">
                    <a:solidFill>
                      <a:srgbClr val="2E2E2E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204" name="Google Shape;204;p59"/>
                <p:cNvSpPr txBox="1"/>
                <p:nvPr/>
              </p:nvSpPr>
              <p:spPr>
                <a:xfrm>
                  <a:off x="412237" y="2158623"/>
                  <a:ext cx="517500" cy="2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2"/>
                    <a:buFont typeface="Arial"/>
                    <a:buNone/>
                  </a:pPr>
                  <a:r>
                    <a:rPr b="1" i="0" lang="es" sz="726" u="none" cap="none" strike="noStrike">
                      <a:solidFill>
                        <a:srgbClr val="2C2C2C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rPr>
                    <a:t>SmartVista</a:t>
                  </a:r>
                  <a:endParaRPr b="1" i="0" sz="726" u="none" cap="none" strike="noStrike">
                    <a:solidFill>
                      <a:srgbClr val="2C2C2C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</p:grpSp>
          <p:sp>
            <p:nvSpPr>
              <p:cNvPr id="205" name="Google Shape;205;p59"/>
              <p:cNvSpPr/>
              <p:nvPr/>
            </p:nvSpPr>
            <p:spPr>
              <a:xfrm>
                <a:off x="316803" y="2048854"/>
                <a:ext cx="461700" cy="461700"/>
              </a:xfrm>
              <a:prstGeom prst="ellipse">
                <a:avLst/>
              </a:prstGeom>
              <a:solidFill>
                <a:srgbClr val="FFE400"/>
              </a:solidFill>
              <a:ln>
                <a:noFill/>
              </a:ln>
            </p:spPr>
            <p:txBody>
              <a:bodyPr anchorCtr="0" anchor="ctr" bIns="85925" lIns="85925" spcFirstLastPara="1" rIns="85925" wrap="square" tIns="859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78"/>
                  <a:buFont typeface="Arial"/>
                  <a:buNone/>
                </a:pPr>
                <a:r>
                  <a:t/>
                </a:r>
                <a:endParaRPr b="0" i="0" sz="1378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06" name="Google Shape;206;p5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34835" y="3368039"/>
              <a:ext cx="211401" cy="17651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" name="Google Shape;207;p59"/>
          <p:cNvGrpSpPr/>
          <p:nvPr/>
        </p:nvGrpSpPr>
        <p:grpSpPr>
          <a:xfrm>
            <a:off x="781943" y="1139150"/>
            <a:ext cx="966978" cy="320094"/>
            <a:chOff x="1209724" y="1441615"/>
            <a:chExt cx="790273" cy="261600"/>
          </a:xfrm>
        </p:grpSpPr>
        <p:grpSp>
          <p:nvGrpSpPr>
            <p:cNvPr id="208" name="Google Shape;208;p59"/>
            <p:cNvGrpSpPr/>
            <p:nvPr/>
          </p:nvGrpSpPr>
          <p:grpSpPr>
            <a:xfrm>
              <a:off x="1356034" y="1457762"/>
              <a:ext cx="643963" cy="206051"/>
              <a:chOff x="234738" y="2426910"/>
              <a:chExt cx="900018" cy="287982"/>
            </a:xfrm>
          </p:grpSpPr>
          <p:sp>
            <p:nvSpPr>
              <p:cNvPr id="209" name="Google Shape;209;p59"/>
              <p:cNvSpPr/>
              <p:nvPr/>
            </p:nvSpPr>
            <p:spPr>
              <a:xfrm>
                <a:off x="234738" y="2426910"/>
                <a:ext cx="900018" cy="287982"/>
              </a:xfrm>
              <a:prstGeom prst="flowChartTerminator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31650" lIns="63350" spcFirstLastPara="1" rIns="63350" wrap="square" tIns="316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34"/>
                  <a:buFont typeface="Arial"/>
                  <a:buNone/>
                </a:pPr>
                <a:r>
                  <a:t/>
                </a:r>
                <a:endParaRPr b="0" i="0" sz="734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210" name="Google Shape;210;p59"/>
              <p:cNvSpPr txBox="1"/>
              <p:nvPr/>
            </p:nvSpPr>
            <p:spPr>
              <a:xfrm>
                <a:off x="406571" y="2460906"/>
                <a:ext cx="658500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34"/>
                  <a:buFont typeface="Arial"/>
                  <a:buNone/>
                </a:pPr>
                <a:r>
                  <a:rPr b="1" i="0" lang="es" sz="834" u="none" cap="none" strike="noStrike">
                    <a:solidFill>
                      <a:srgbClr val="2C2C2C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App </a:t>
                </a:r>
                <a:endParaRPr b="1" i="0" sz="834" u="none" cap="none" strike="noStrike">
                  <a:solidFill>
                    <a:srgbClr val="2C2C2C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34"/>
                  <a:buFont typeface="Arial"/>
                  <a:buNone/>
                </a:pPr>
                <a:r>
                  <a:rPr b="1" i="0" lang="es" sz="834" u="none" cap="none" strike="noStrike">
                    <a:solidFill>
                      <a:srgbClr val="2C2C2C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BanCoppel</a:t>
                </a:r>
                <a:endParaRPr b="1" i="0" sz="834" u="none" cap="none" strike="noStrike">
                  <a:solidFill>
                    <a:srgbClr val="2C2C2C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211" name="Google Shape;211;p59"/>
            <p:cNvSpPr/>
            <p:nvPr/>
          </p:nvSpPr>
          <p:spPr>
            <a:xfrm>
              <a:off x="1209724" y="1441615"/>
              <a:ext cx="261600" cy="2616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63350" lIns="63350" spcFirstLastPara="1" rIns="63350" wrap="square" tIns="63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9"/>
                <a:buFont typeface="Arial"/>
                <a:buNone/>
              </a:pPr>
              <a:r>
                <a:t/>
              </a:r>
              <a:endParaRPr b="0" i="0" sz="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2" name="Google Shape;212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52207" y="1470784"/>
              <a:ext cx="176524" cy="1765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3" name="Google Shape;213;p59"/>
          <p:cNvGrpSpPr/>
          <p:nvPr/>
        </p:nvGrpSpPr>
        <p:grpSpPr>
          <a:xfrm>
            <a:off x="791199" y="2052121"/>
            <a:ext cx="1056634" cy="320092"/>
            <a:chOff x="412165" y="2776254"/>
            <a:chExt cx="1308039" cy="396252"/>
          </a:xfrm>
        </p:grpSpPr>
        <p:sp>
          <p:nvSpPr>
            <p:cNvPr id="214" name="Google Shape;214;p59"/>
            <p:cNvSpPr/>
            <p:nvPr/>
          </p:nvSpPr>
          <p:spPr>
            <a:xfrm>
              <a:off x="589066" y="2776254"/>
              <a:ext cx="1131138" cy="396252"/>
            </a:xfrm>
            <a:prstGeom prst="flowChartTerminator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25300" lIns="50575" spcFirstLastPara="1" rIns="50575" wrap="square" tIns="25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s" sz="800" u="none" cap="none" strike="noStrike">
                  <a:solidFill>
                    <a:srgbClr val="2E2E2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SIWEB</a:t>
              </a:r>
              <a:endParaRPr b="1" i="0" sz="800" u="none" cap="none" strike="noStrike">
                <a:solidFill>
                  <a:srgbClr val="2E2E2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5" name="Google Shape;215;p59"/>
            <p:cNvSpPr/>
            <p:nvPr/>
          </p:nvSpPr>
          <p:spPr>
            <a:xfrm>
              <a:off x="412165" y="2816777"/>
              <a:ext cx="316200" cy="31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50575" lIns="50575" spcFirstLastPara="1" rIns="50575" wrap="square" tIns="50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6" name="Google Shape;216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3440" y="2971855"/>
              <a:ext cx="193554" cy="17804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7" name="Google Shape;217;p59"/>
          <p:cNvGrpSpPr/>
          <p:nvPr/>
        </p:nvGrpSpPr>
        <p:grpSpPr>
          <a:xfrm>
            <a:off x="781985" y="3899400"/>
            <a:ext cx="790294" cy="261461"/>
            <a:chOff x="316780" y="5587813"/>
            <a:chExt cx="1395539" cy="461700"/>
          </a:xfrm>
        </p:grpSpPr>
        <p:grpSp>
          <p:nvGrpSpPr>
            <p:cNvPr id="218" name="Google Shape;218;p59"/>
            <p:cNvGrpSpPr/>
            <p:nvPr/>
          </p:nvGrpSpPr>
          <p:grpSpPr>
            <a:xfrm>
              <a:off x="575146" y="5636659"/>
              <a:ext cx="1137173" cy="363865"/>
              <a:chOff x="234738" y="2373278"/>
              <a:chExt cx="900018" cy="287982"/>
            </a:xfrm>
          </p:grpSpPr>
          <p:sp>
            <p:nvSpPr>
              <p:cNvPr id="219" name="Google Shape;219;p59"/>
              <p:cNvSpPr/>
              <p:nvPr/>
            </p:nvSpPr>
            <p:spPr>
              <a:xfrm>
                <a:off x="234738" y="2373278"/>
                <a:ext cx="900018" cy="287982"/>
              </a:xfrm>
              <a:prstGeom prst="flowChartTerminator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25875" lIns="51775" spcFirstLastPara="1" rIns="51775" wrap="square" tIns="258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2E2E2E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220" name="Google Shape;220;p59"/>
              <p:cNvSpPr txBox="1"/>
              <p:nvPr/>
            </p:nvSpPr>
            <p:spPr>
              <a:xfrm>
                <a:off x="387090" y="2382266"/>
                <a:ext cx="747600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b="1" lang="es" sz="1000">
                    <a:solidFill>
                      <a:srgbClr val="2C2C2C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CAT</a:t>
                </a:r>
                <a:endParaRPr b="1" i="0" sz="1000" u="none" cap="none" strike="noStrike">
                  <a:solidFill>
                    <a:srgbClr val="2C2C2C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221" name="Google Shape;221;p59"/>
            <p:cNvSpPr/>
            <p:nvPr/>
          </p:nvSpPr>
          <p:spPr>
            <a:xfrm>
              <a:off x="316780" y="5587813"/>
              <a:ext cx="461700" cy="461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51775" lIns="51775" spcFirstLastPara="1" rIns="51775" wrap="square" tIns="51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2" name="Google Shape;222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91787" y="5667867"/>
              <a:ext cx="311715" cy="3117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" name="Google Shape;223;p59"/>
          <p:cNvSpPr txBox="1"/>
          <p:nvPr/>
        </p:nvSpPr>
        <p:spPr>
          <a:xfrm>
            <a:off x="891545" y="325280"/>
            <a:ext cx="1076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2563EB"/>
                </a:solidFill>
              </a:rPr>
              <a:t>Canal</a:t>
            </a:r>
            <a:r>
              <a:rPr lang="es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24" name="Google Shape;224;p59"/>
          <p:cNvSpPr txBox="1"/>
          <p:nvPr/>
        </p:nvSpPr>
        <p:spPr>
          <a:xfrm>
            <a:off x="3415262" y="358015"/>
            <a:ext cx="2722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2563EB"/>
                </a:solidFill>
              </a:rPr>
              <a:t>Funcionalidad</a:t>
            </a:r>
            <a:r>
              <a:rPr lang="es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25" name="Google Shape;225;p59"/>
          <p:cNvSpPr txBox="1"/>
          <p:nvPr/>
        </p:nvSpPr>
        <p:spPr>
          <a:xfrm>
            <a:off x="2640775" y="926350"/>
            <a:ext cx="3636900" cy="12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50">
                <a:solidFill>
                  <a:srgbClr val="0070C0"/>
                </a:solidFill>
              </a:rPr>
              <a:t>• Bloqueo temporal y Desbloqueo de tarjeta física desde la APP</a:t>
            </a:r>
            <a:endParaRPr sz="850">
              <a:solidFill>
                <a:srgbClr val="0070C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50">
                <a:solidFill>
                  <a:schemeClr val="dk1"/>
                </a:solidFill>
              </a:rPr>
              <a:t>• </a:t>
            </a:r>
            <a:r>
              <a:rPr lang="es" sz="850"/>
              <a:t>Eliminación y generación de tarjeta digital</a:t>
            </a:r>
            <a:endParaRPr sz="85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50">
                <a:solidFill>
                  <a:schemeClr val="accent1"/>
                </a:solidFill>
              </a:rPr>
              <a:t>•</a:t>
            </a:r>
            <a:r>
              <a:rPr lang="es" sz="850">
                <a:solidFill>
                  <a:schemeClr val="accent1"/>
                </a:solidFill>
              </a:rPr>
              <a:t> Submódulo de Tarjetas Física y Digital</a:t>
            </a:r>
            <a:endParaRPr sz="85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50">
                <a:solidFill>
                  <a:schemeClr val="dk1"/>
                </a:solidFill>
              </a:rPr>
              <a:t>•</a:t>
            </a:r>
            <a:r>
              <a:rPr lang="es" sz="850">
                <a:solidFill>
                  <a:srgbClr val="00B050"/>
                </a:solidFill>
              </a:rPr>
              <a:t> </a:t>
            </a:r>
            <a:r>
              <a:rPr lang="es" sz="850">
                <a:solidFill>
                  <a:schemeClr val="accent1"/>
                </a:solidFill>
              </a:rPr>
              <a:t>Visualización del Módulo de Tarjeta de Crédito (TDC) en el home </a:t>
            </a:r>
            <a:endParaRPr sz="85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50">
                <a:solidFill>
                  <a:schemeClr val="accent1"/>
                </a:solidFill>
              </a:rPr>
              <a:t>• Visualización de transacciones tarjeta física y digital en sección de detalle</a:t>
            </a:r>
            <a:endParaRPr sz="85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</p:txBody>
      </p:sp>
      <p:sp>
        <p:nvSpPr>
          <p:cNvPr id="226" name="Google Shape;226;p59"/>
          <p:cNvSpPr txBox="1"/>
          <p:nvPr/>
        </p:nvSpPr>
        <p:spPr>
          <a:xfrm>
            <a:off x="2755147" y="1995533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/>
              <a:t>• Pagos anticipados y Liquidaciones de Compras diferidas.</a:t>
            </a:r>
            <a:endParaRPr sz="800"/>
          </a:p>
        </p:txBody>
      </p:sp>
      <p:sp>
        <p:nvSpPr>
          <p:cNvPr id="227" name="Google Shape;227;p59"/>
          <p:cNvSpPr txBox="1"/>
          <p:nvPr/>
        </p:nvSpPr>
        <p:spPr>
          <a:xfrm>
            <a:off x="2637527" y="2534294"/>
            <a:ext cx="3000000" cy="14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• </a:t>
            </a:r>
            <a:r>
              <a:rPr lang="es" sz="800">
                <a:solidFill>
                  <a:srgbClr val="2563EB"/>
                </a:solidFill>
              </a:rPr>
              <a:t>Solicitud de Maquila automatizada.</a:t>
            </a:r>
            <a:endParaRPr sz="800">
              <a:solidFill>
                <a:srgbClr val="2563E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• </a:t>
            </a:r>
            <a:r>
              <a:rPr b="1" lang="es" sz="800"/>
              <a:t>Diferimiento de transacciones a Meses Con Intereses por campañas </a:t>
            </a:r>
            <a:endParaRPr b="1" sz="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750">
                <a:solidFill>
                  <a:srgbClr val="FF0000"/>
                </a:solidFill>
              </a:rPr>
              <a:t>•</a:t>
            </a:r>
            <a:r>
              <a:rPr b="1" lang="es" sz="750">
                <a:solidFill>
                  <a:schemeClr val="dk1"/>
                </a:solidFill>
              </a:rPr>
              <a:t> </a:t>
            </a:r>
            <a:r>
              <a:rPr b="1" lang="es" sz="750">
                <a:solidFill>
                  <a:schemeClr val="accent1"/>
                </a:solidFill>
              </a:rPr>
              <a:t>Desarrollo  </a:t>
            </a:r>
            <a:r>
              <a:rPr b="1" lang="es" sz="750">
                <a:solidFill>
                  <a:schemeClr val="accent1"/>
                </a:solidFill>
              </a:rPr>
              <a:t>Disposición</a:t>
            </a:r>
            <a:r>
              <a:rPr b="1" lang="es" sz="750">
                <a:solidFill>
                  <a:schemeClr val="accent1"/>
                </a:solidFill>
              </a:rPr>
              <a:t> de efectivo para App BanCoppel</a:t>
            </a:r>
            <a:endParaRPr b="1" sz="8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accent1"/>
                </a:solidFill>
              </a:rPr>
              <a:t>• Homologación de conceptos de comisiones.</a:t>
            </a:r>
            <a:endParaRPr sz="8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accent1"/>
                </a:solidFill>
              </a:rPr>
              <a:t>• Nueva regla de limitar saldo a favor (Auditoría).</a:t>
            </a:r>
            <a:endParaRPr b="1" sz="8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accent1"/>
                </a:solidFill>
              </a:rPr>
              <a:t>• Reglas del autorizador (88 reglas).</a:t>
            </a:r>
            <a:endParaRPr sz="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800">
                <a:solidFill>
                  <a:schemeClr val="dk1"/>
                </a:solidFill>
              </a:rPr>
              <a:t>• Pagos anticipados y Liquidaciones de Compras diferidas.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228" name="Google Shape;228;p59"/>
          <p:cNvSpPr txBox="1"/>
          <p:nvPr/>
        </p:nvSpPr>
        <p:spPr>
          <a:xfrm>
            <a:off x="2637523" y="3778963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• Alta del producto 4900 en el IVR.</a:t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• Identificación de clientes Apolo en CAT</a:t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• Bloqueo de tarjeta física/digital por robo o extravío.</a:t>
            </a:r>
            <a:endParaRPr/>
          </a:p>
        </p:txBody>
      </p:sp>
      <p:sp>
        <p:nvSpPr>
          <p:cNvPr id="229" name="Google Shape;229;p59"/>
          <p:cNvSpPr/>
          <p:nvPr/>
        </p:nvSpPr>
        <p:spPr>
          <a:xfrm>
            <a:off x="2693325" y="462425"/>
            <a:ext cx="3178200" cy="210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9"/>
          <p:cNvSpPr txBox="1"/>
          <p:nvPr/>
        </p:nvSpPr>
        <p:spPr>
          <a:xfrm>
            <a:off x="0" y="0"/>
            <a:ext cx="5739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Funcionalidades Comprometidas  R4</a:t>
            </a:r>
            <a:endParaRPr/>
          </a:p>
        </p:txBody>
      </p:sp>
      <p:sp>
        <p:nvSpPr>
          <p:cNvPr id="231" name="Google Shape;231;p59"/>
          <p:cNvSpPr/>
          <p:nvPr/>
        </p:nvSpPr>
        <p:spPr>
          <a:xfrm>
            <a:off x="261375" y="442675"/>
            <a:ext cx="2061900" cy="210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9"/>
          <p:cNvSpPr/>
          <p:nvPr/>
        </p:nvSpPr>
        <p:spPr>
          <a:xfrm>
            <a:off x="6265025" y="431825"/>
            <a:ext cx="1804500" cy="26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2563EB"/>
                </a:solidFill>
              </a:rPr>
              <a:t>Avance del plan</a:t>
            </a:r>
            <a:endParaRPr b="1" sz="1200"/>
          </a:p>
        </p:txBody>
      </p:sp>
      <p:sp>
        <p:nvSpPr>
          <p:cNvPr id="233" name="Google Shape;233;p59"/>
          <p:cNvSpPr/>
          <p:nvPr/>
        </p:nvSpPr>
        <p:spPr>
          <a:xfrm>
            <a:off x="6234650" y="796206"/>
            <a:ext cx="1804500" cy="408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1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25" lIns="87625" spcFirstLastPara="1" rIns="87625" wrap="square" tIns="8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sp>
        <p:nvSpPr>
          <p:cNvPr id="234" name="Google Shape;234;p59"/>
          <p:cNvSpPr txBox="1"/>
          <p:nvPr/>
        </p:nvSpPr>
        <p:spPr>
          <a:xfrm>
            <a:off x="6277810" y="955310"/>
            <a:ext cx="16863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25" lIns="87625" spcFirstLastPara="1" rIns="87625" wrap="square" tIns="876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38">
                <a:solidFill>
                  <a:srgbClr val="00B050"/>
                </a:solidFill>
              </a:rPr>
              <a:t>100%</a:t>
            </a:r>
            <a:endParaRPr b="1" sz="1438">
              <a:solidFill>
                <a:srgbClr val="00B05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63"/>
              <a:t>Luis Barragan </a:t>
            </a:r>
            <a:endParaRPr sz="863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63"/>
              <a:t>Fecha compromiso 12 de junio </a:t>
            </a:r>
            <a:br>
              <a:rPr lang="es" sz="863"/>
            </a:br>
            <a:endParaRPr b="1" sz="959">
              <a:solidFill>
                <a:srgbClr val="00B050"/>
              </a:solidFill>
            </a:endParaRPr>
          </a:p>
        </p:txBody>
      </p:sp>
      <p:sp>
        <p:nvSpPr>
          <p:cNvPr id="235" name="Google Shape;235;p59"/>
          <p:cNvSpPr txBox="1"/>
          <p:nvPr/>
        </p:nvSpPr>
        <p:spPr>
          <a:xfrm>
            <a:off x="6264214" y="1913501"/>
            <a:ext cx="16863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25" lIns="87625" spcFirstLastPara="1" rIns="87625" wrap="square" tIns="876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42">
                <a:solidFill>
                  <a:srgbClr val="00B050"/>
                </a:solidFill>
              </a:rPr>
              <a:t>100%</a:t>
            </a:r>
            <a:endParaRPr b="1" sz="1342">
              <a:solidFill>
                <a:srgbClr val="00B05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63">
                <a:solidFill>
                  <a:schemeClr val="dk1"/>
                </a:solidFill>
              </a:rPr>
              <a:t>Octavio Vázquez</a:t>
            </a:r>
            <a:endParaRPr sz="86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863">
                <a:solidFill>
                  <a:schemeClr val="dk1"/>
                </a:solidFill>
              </a:rPr>
              <a:t>Fecha compromiso 12 de junio </a:t>
            </a:r>
            <a:br>
              <a:rPr lang="es" sz="863">
                <a:solidFill>
                  <a:schemeClr val="dk1"/>
                </a:solidFill>
              </a:rPr>
            </a:br>
            <a:endParaRPr b="1" sz="959">
              <a:solidFill>
                <a:srgbClr val="00B05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42">
              <a:solidFill>
                <a:srgbClr val="00B05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863"/>
            </a:br>
            <a:endParaRPr b="1" sz="959">
              <a:solidFill>
                <a:srgbClr val="00B050"/>
              </a:solidFill>
            </a:endParaRPr>
          </a:p>
        </p:txBody>
      </p:sp>
      <p:sp>
        <p:nvSpPr>
          <p:cNvPr id="236" name="Google Shape;236;p59"/>
          <p:cNvSpPr txBox="1"/>
          <p:nvPr/>
        </p:nvSpPr>
        <p:spPr>
          <a:xfrm>
            <a:off x="6242398" y="2713552"/>
            <a:ext cx="16863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25" lIns="87625" spcFirstLastPara="1" rIns="87625" wrap="square" tIns="876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42">
                <a:solidFill>
                  <a:srgbClr val="00B050"/>
                </a:solidFill>
              </a:rPr>
              <a:t>100%</a:t>
            </a:r>
            <a:endParaRPr b="1" sz="1342">
              <a:solidFill>
                <a:srgbClr val="00B05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863">
                <a:solidFill>
                  <a:schemeClr val="dk1"/>
                </a:solidFill>
              </a:rPr>
              <a:t>Pablo Madinaveitia</a:t>
            </a:r>
            <a:endParaRPr sz="86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863">
                <a:solidFill>
                  <a:schemeClr val="dk1"/>
                </a:solidFill>
              </a:rPr>
              <a:t>Fecha compromiso 19 de junio </a:t>
            </a:r>
            <a:br>
              <a:rPr lang="es" sz="863">
                <a:solidFill>
                  <a:schemeClr val="dk1"/>
                </a:solidFill>
              </a:rPr>
            </a:br>
            <a:endParaRPr b="1" sz="959">
              <a:solidFill>
                <a:srgbClr val="00B05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9">
              <a:solidFill>
                <a:srgbClr val="00B050"/>
              </a:solidFill>
            </a:endParaRPr>
          </a:p>
        </p:txBody>
      </p:sp>
      <p:sp>
        <p:nvSpPr>
          <p:cNvPr id="237" name="Google Shape;237;p59"/>
          <p:cNvSpPr txBox="1"/>
          <p:nvPr/>
        </p:nvSpPr>
        <p:spPr>
          <a:xfrm>
            <a:off x="6264225" y="3405705"/>
            <a:ext cx="1686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25" lIns="87625" spcFirstLastPara="1" rIns="87625" wrap="square" tIns="876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42">
                <a:solidFill>
                  <a:srgbClr val="00B050"/>
                </a:solidFill>
              </a:rPr>
              <a:t>100%</a:t>
            </a:r>
            <a:endParaRPr b="1" sz="1342">
              <a:solidFill>
                <a:srgbClr val="00B05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863">
                <a:solidFill>
                  <a:schemeClr val="dk1"/>
                </a:solidFill>
              </a:rPr>
              <a:t>José Luis Bueno</a:t>
            </a:r>
            <a:endParaRPr sz="86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3">
                <a:solidFill>
                  <a:schemeClr val="dk1"/>
                </a:solidFill>
              </a:rPr>
              <a:t>Fecha compromiso 12 de junio </a:t>
            </a:r>
            <a:endParaRPr b="1" sz="959">
              <a:solidFill>
                <a:srgbClr val="00B050"/>
              </a:solidFill>
            </a:endParaRPr>
          </a:p>
        </p:txBody>
      </p:sp>
      <p:grpSp>
        <p:nvGrpSpPr>
          <p:cNvPr id="238" name="Google Shape;238;p59"/>
          <p:cNvGrpSpPr/>
          <p:nvPr/>
        </p:nvGrpSpPr>
        <p:grpSpPr>
          <a:xfrm>
            <a:off x="781985" y="4449906"/>
            <a:ext cx="790294" cy="261461"/>
            <a:chOff x="316780" y="5587813"/>
            <a:chExt cx="1395539" cy="461700"/>
          </a:xfrm>
        </p:grpSpPr>
        <p:grpSp>
          <p:nvGrpSpPr>
            <p:cNvPr id="239" name="Google Shape;239;p59"/>
            <p:cNvGrpSpPr/>
            <p:nvPr/>
          </p:nvGrpSpPr>
          <p:grpSpPr>
            <a:xfrm>
              <a:off x="575146" y="5636659"/>
              <a:ext cx="1137173" cy="363865"/>
              <a:chOff x="234738" y="2373278"/>
              <a:chExt cx="900018" cy="287982"/>
            </a:xfrm>
          </p:grpSpPr>
          <p:sp>
            <p:nvSpPr>
              <p:cNvPr id="240" name="Google Shape;240;p59"/>
              <p:cNvSpPr/>
              <p:nvPr/>
            </p:nvSpPr>
            <p:spPr>
              <a:xfrm>
                <a:off x="234738" y="2373278"/>
                <a:ext cx="900018" cy="287982"/>
              </a:xfrm>
              <a:prstGeom prst="flowChartTerminator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25875" lIns="51775" spcFirstLastPara="1" rIns="51775" wrap="square" tIns="258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2E2E2E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241" name="Google Shape;241;p59"/>
              <p:cNvSpPr txBox="1"/>
              <p:nvPr/>
            </p:nvSpPr>
            <p:spPr>
              <a:xfrm>
                <a:off x="387090" y="2398566"/>
                <a:ext cx="747600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b="1" lang="es" sz="1000">
                    <a:solidFill>
                      <a:srgbClr val="2C2C2C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Apolo</a:t>
                </a:r>
                <a:endParaRPr b="1" i="0" sz="1000" u="none" cap="none" strike="noStrike">
                  <a:solidFill>
                    <a:srgbClr val="2C2C2C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242" name="Google Shape;242;p59"/>
            <p:cNvSpPr/>
            <p:nvPr/>
          </p:nvSpPr>
          <p:spPr>
            <a:xfrm>
              <a:off x="316780" y="5587813"/>
              <a:ext cx="461700" cy="461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51775" lIns="51775" spcFirstLastPara="1" rIns="51775" wrap="square" tIns="51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3" name="Google Shape;243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198" y="4477288"/>
            <a:ext cx="261450" cy="26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9"/>
          <p:cNvSpPr txBox="1"/>
          <p:nvPr/>
        </p:nvSpPr>
        <p:spPr>
          <a:xfrm>
            <a:off x="2637525" y="4314300"/>
            <a:ext cx="5739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/>
              <a:t>• </a:t>
            </a:r>
            <a:r>
              <a:rPr lang="es" sz="900"/>
              <a:t>R4 10 historias de Usuario</a:t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</a:rPr>
              <a:t>•  </a:t>
            </a:r>
            <a:r>
              <a:rPr lang="es" sz="900"/>
              <a:t>Apolo en APP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</a:rPr>
              <a:t>•  </a:t>
            </a:r>
            <a:r>
              <a:rPr lang="es" sz="900"/>
              <a:t>Smart Vista en SIWEB</a:t>
            </a:r>
            <a:endParaRPr sz="700"/>
          </a:p>
        </p:txBody>
      </p:sp>
      <p:sp>
        <p:nvSpPr>
          <p:cNvPr id="245" name="Google Shape;245;p59"/>
          <p:cNvSpPr txBox="1"/>
          <p:nvPr/>
        </p:nvSpPr>
        <p:spPr>
          <a:xfrm>
            <a:off x="6264225" y="4091505"/>
            <a:ext cx="1686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25" lIns="87625" spcFirstLastPara="1" rIns="87625" wrap="square" tIns="876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42">
                <a:solidFill>
                  <a:srgbClr val="00B050"/>
                </a:solidFill>
              </a:rPr>
              <a:t>100%</a:t>
            </a:r>
            <a:endParaRPr b="1" sz="1342">
              <a:solidFill>
                <a:srgbClr val="00B05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3">
                <a:solidFill>
                  <a:schemeClr val="dk1"/>
                </a:solidFill>
              </a:rPr>
              <a:t>Pablo Madinaveitia</a:t>
            </a:r>
            <a:endParaRPr sz="86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3">
                <a:solidFill>
                  <a:schemeClr val="dk1"/>
                </a:solidFill>
              </a:rPr>
              <a:t>Fecha compromiso 17 de junio </a:t>
            </a:r>
            <a:endParaRPr b="1" sz="959">
              <a:solidFill>
                <a:srgbClr val="00B050"/>
              </a:solidFill>
            </a:endParaRPr>
          </a:p>
        </p:txBody>
      </p:sp>
      <p:sp>
        <p:nvSpPr>
          <p:cNvPr id="246" name="Google Shape;246;p59"/>
          <p:cNvSpPr txBox="1"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81754"/>
          </a:solidFill>
          <a:ln>
            <a:noFill/>
          </a:ln>
        </p:spPr>
        <p:txBody>
          <a:bodyPr anchorCtr="0" anchor="ctr" bIns="36575" lIns="201150" spcFirstLastPara="1" rIns="73150" wrap="square" tIns="5485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8FAAD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Release 4  ·  Diciembre 2026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Funciones comprometidas </a:t>
            </a:r>
            <a:r>
              <a:rPr b="1" i="0" lang="es" sz="1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· R4</a:t>
            </a:r>
            <a:endParaRPr/>
          </a:p>
        </p:txBody>
      </p:sp>
      <p:sp>
        <p:nvSpPr>
          <p:cNvPr id="247" name="Google Shape;247;p59"/>
          <p:cNvSpPr txBox="1"/>
          <p:nvPr/>
        </p:nvSpPr>
        <p:spPr>
          <a:xfrm>
            <a:off x="71300" y="4912282"/>
            <a:ext cx="7636500" cy="21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0" spcFirstLastPara="1" rIns="73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7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Smart Vista -</a:t>
            </a:r>
            <a:r>
              <a:rPr b="1" i="1" lang="es" sz="7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Disposici</a:t>
            </a:r>
            <a:r>
              <a:rPr b="1" i="1" lang="es" sz="7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ón de efectivo y MCI se trabajarán en Smart Vista para que en R5 lo consuma la APP</a:t>
            </a:r>
            <a:br>
              <a:rPr b="1" i="1" lang="es" sz="7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1" lang="es" sz="7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*Apolo - Cliente prospecto y retoma de solicitud se libera 2026 (en </a:t>
            </a:r>
            <a:r>
              <a:rPr b="1" i="1" lang="es" sz="7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Análisis</a:t>
            </a:r>
            <a:r>
              <a:rPr b="1" i="1" lang="es" sz="7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1" i="1" sz="700">
              <a:solidFill>
                <a:srgbClr val="42424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0"/>
          <p:cNvSpPr txBox="1"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81754"/>
          </a:solidFill>
          <a:ln>
            <a:noFill/>
          </a:ln>
        </p:spPr>
        <p:txBody>
          <a:bodyPr anchorCtr="0" anchor="ctr" bIns="36575" lIns="201150" spcFirstLastPara="1" rIns="73150" wrap="square" tIns="5485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8FAAD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Release 4  ·  Diciembre 2026 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" sz="1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Tarjeta de Crédito · R4</a:t>
            </a:r>
            <a:endParaRPr/>
          </a:p>
        </p:txBody>
      </p:sp>
      <p:sp>
        <p:nvSpPr>
          <p:cNvPr id="253" name="Google Shape;253;p60"/>
          <p:cNvSpPr txBox="1"/>
          <p:nvPr/>
        </p:nvSpPr>
        <p:spPr>
          <a:xfrm>
            <a:off x="0" y="632764"/>
            <a:ext cx="9144000" cy="25500"/>
          </a:xfrm>
          <a:prstGeom prst="rect">
            <a:avLst/>
          </a:prstGeom>
          <a:solidFill>
            <a:srgbClr val="F0D224"/>
          </a:solidFill>
          <a:ln>
            <a:noFill/>
          </a:ln>
        </p:spPr>
        <p:txBody>
          <a:bodyPr anchorCtr="0" anchor="t" bIns="36575" lIns="73150" spcFirstLastPara="1" rIns="73150" wrap="square" tIns="5485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0"/>
          <p:cNvSpPr txBox="1"/>
          <p:nvPr/>
        </p:nvSpPr>
        <p:spPr>
          <a:xfrm>
            <a:off x="164592" y="731519"/>
            <a:ext cx="1645800" cy="402300"/>
          </a:xfrm>
          <a:prstGeom prst="rect">
            <a:avLst/>
          </a:prstGeom>
          <a:solidFill>
            <a:srgbClr val="1C42E8"/>
          </a:solidFill>
          <a:ln>
            <a:noFill/>
          </a:ln>
        </p:spPr>
        <p:txBody>
          <a:bodyPr anchorCtr="0" anchor="ctr" bIns="36575" lIns="91425" spcFirstLastPara="1" rIns="73150" wrap="square" tIns="3657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" sz="15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s" sz="800" u="none" cap="none" strike="noStrike">
                <a:solidFill>
                  <a:srgbClr val="CCE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funcionalidades</a:t>
            </a:r>
            <a:endParaRPr/>
          </a:p>
        </p:txBody>
      </p:sp>
      <p:sp>
        <p:nvSpPr>
          <p:cNvPr id="255" name="Google Shape;255;p60"/>
          <p:cNvSpPr txBox="1"/>
          <p:nvPr/>
        </p:nvSpPr>
        <p:spPr>
          <a:xfrm>
            <a:off x="1938528" y="731519"/>
            <a:ext cx="1463100" cy="402300"/>
          </a:xfrm>
          <a:prstGeom prst="rect">
            <a:avLst/>
          </a:prstGeom>
          <a:solidFill>
            <a:srgbClr val="05297A"/>
          </a:solidFill>
          <a:ln>
            <a:noFill/>
          </a:ln>
        </p:spPr>
        <p:txBody>
          <a:bodyPr anchorCtr="0" anchor="ctr" bIns="36575" lIns="54850" spcFirstLastPara="1" rIns="73150" wrap="square" tIns="27425">
            <a:normAutofit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F0D22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CCE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SmartVista</a:t>
            </a:r>
            <a:endParaRPr/>
          </a:p>
        </p:txBody>
      </p:sp>
      <p:sp>
        <p:nvSpPr>
          <p:cNvPr id="256" name="Google Shape;256;p60"/>
          <p:cNvSpPr txBox="1"/>
          <p:nvPr/>
        </p:nvSpPr>
        <p:spPr>
          <a:xfrm>
            <a:off x="3474720" y="731519"/>
            <a:ext cx="1463100" cy="402300"/>
          </a:xfrm>
          <a:prstGeom prst="rect">
            <a:avLst/>
          </a:prstGeom>
          <a:solidFill>
            <a:srgbClr val="05297A"/>
          </a:solidFill>
          <a:ln>
            <a:noFill/>
          </a:ln>
        </p:spPr>
        <p:txBody>
          <a:bodyPr anchorCtr="0" anchor="ctr" bIns="36575" lIns="54850" spcFirstLastPara="1" rIns="73150" wrap="square" tIns="27425">
            <a:normAutofit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F0D22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CCE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257" name="Google Shape;257;p60"/>
          <p:cNvSpPr txBox="1"/>
          <p:nvPr/>
        </p:nvSpPr>
        <p:spPr>
          <a:xfrm>
            <a:off x="5010912" y="731519"/>
            <a:ext cx="1463100" cy="402300"/>
          </a:xfrm>
          <a:prstGeom prst="rect">
            <a:avLst/>
          </a:prstGeom>
          <a:solidFill>
            <a:srgbClr val="05297A"/>
          </a:solidFill>
          <a:ln>
            <a:noFill/>
          </a:ln>
        </p:spPr>
        <p:txBody>
          <a:bodyPr anchorCtr="0" anchor="ctr" bIns="36575" lIns="54850" spcFirstLastPara="1" rIns="73150" wrap="square" tIns="27425">
            <a:normAutofit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F0D22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CCE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</a:t>
            </a:r>
            <a:endParaRPr/>
          </a:p>
        </p:txBody>
      </p:sp>
      <p:sp>
        <p:nvSpPr>
          <p:cNvPr id="258" name="Google Shape;258;p60"/>
          <p:cNvSpPr txBox="1"/>
          <p:nvPr/>
        </p:nvSpPr>
        <p:spPr>
          <a:xfrm>
            <a:off x="6547104" y="731519"/>
            <a:ext cx="1463100" cy="402300"/>
          </a:xfrm>
          <a:prstGeom prst="rect">
            <a:avLst/>
          </a:prstGeom>
          <a:solidFill>
            <a:srgbClr val="05297A"/>
          </a:solidFill>
          <a:ln>
            <a:noFill/>
          </a:ln>
        </p:spPr>
        <p:txBody>
          <a:bodyPr anchorCtr="0" anchor="ctr" bIns="36575" lIns="54850" spcFirstLastPara="1" rIns="73150" wrap="square" tIns="27425">
            <a:normAutofit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F0D22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800">
                <a:solidFill>
                  <a:srgbClr val="CCE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Promotoría</a:t>
            </a:r>
            <a:endParaRPr sz="800">
              <a:solidFill>
                <a:srgbClr val="CCE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p60"/>
          <p:cNvSpPr txBox="1"/>
          <p:nvPr/>
        </p:nvSpPr>
        <p:spPr>
          <a:xfrm>
            <a:off x="0" y="1225296"/>
            <a:ext cx="9144000" cy="31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6575" lIns="73150" spcFirstLastPara="1" rIns="73150" wrap="square" tIns="54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60"/>
          <p:cNvSpPr txBox="1"/>
          <p:nvPr/>
        </p:nvSpPr>
        <p:spPr>
          <a:xfrm>
            <a:off x="164592" y="1289304"/>
            <a:ext cx="4316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0" spcFirstLastPara="1" rIns="7315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s" sz="1150" u="none" cap="none" strike="noStrike">
                <a:solidFill>
                  <a:srgbClr val="1C42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Qué puede hacer el cliente</a:t>
            </a:r>
            <a:endParaRPr/>
          </a:p>
        </p:txBody>
      </p:sp>
      <p:sp>
        <p:nvSpPr>
          <p:cNvPr id="261" name="Google Shape;261;p60"/>
          <p:cNvSpPr txBox="1"/>
          <p:nvPr/>
        </p:nvSpPr>
        <p:spPr>
          <a:xfrm>
            <a:off x="164592" y="1618488"/>
            <a:ext cx="4316100" cy="20100"/>
          </a:xfrm>
          <a:prstGeom prst="rect">
            <a:avLst/>
          </a:prstGeom>
          <a:solidFill>
            <a:srgbClr val="1C42E8"/>
          </a:solidFill>
          <a:ln>
            <a:noFill/>
          </a:ln>
        </p:spPr>
        <p:txBody>
          <a:bodyPr anchorCtr="0" anchor="t" bIns="36575" lIns="73150" spcFirstLastPara="1" rIns="73150" wrap="square" tIns="5485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0"/>
          <p:cNvSpPr txBox="1"/>
          <p:nvPr/>
        </p:nvSpPr>
        <p:spPr>
          <a:xfrm>
            <a:off x="4663440" y="1289304"/>
            <a:ext cx="4316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0" spcFirstLastPara="1" rIns="7315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s" sz="1150" u="none" cap="none" strike="noStrike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⏳  Aún no disponible en este release</a:t>
            </a:r>
            <a:endParaRPr/>
          </a:p>
        </p:txBody>
      </p:sp>
      <p:sp>
        <p:nvSpPr>
          <p:cNvPr id="263" name="Google Shape;263;p60"/>
          <p:cNvSpPr txBox="1"/>
          <p:nvPr/>
        </p:nvSpPr>
        <p:spPr>
          <a:xfrm>
            <a:off x="4663440" y="1618488"/>
            <a:ext cx="4316100" cy="20100"/>
          </a:xfrm>
          <a:prstGeom prst="rect">
            <a:avLst/>
          </a:prstGeom>
          <a:solidFill>
            <a:srgbClr val="7A84A8"/>
          </a:solidFill>
          <a:ln>
            <a:noFill/>
          </a:ln>
        </p:spPr>
        <p:txBody>
          <a:bodyPr anchorCtr="0" anchor="t" bIns="36575" lIns="73150" spcFirstLastPara="1" rIns="73150" wrap="square" tIns="5485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0"/>
          <p:cNvSpPr txBox="1"/>
          <p:nvPr/>
        </p:nvSpPr>
        <p:spPr>
          <a:xfrm>
            <a:off x="4553712" y="1271016"/>
            <a:ext cx="36600" cy="3067800"/>
          </a:xfrm>
          <a:prstGeom prst="rect">
            <a:avLst/>
          </a:prstGeom>
          <a:solidFill>
            <a:srgbClr val="F0D224"/>
          </a:solidFill>
          <a:ln>
            <a:noFill/>
          </a:ln>
        </p:spPr>
        <p:txBody>
          <a:bodyPr anchorCtr="0" anchor="t" bIns="36575" lIns="73150" spcFirstLastPara="1" rIns="73150" wrap="square" tIns="54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0"/>
          <p:cNvSpPr txBox="1"/>
          <p:nvPr/>
        </p:nvSpPr>
        <p:spPr>
          <a:xfrm>
            <a:off x="199576" y="1682500"/>
            <a:ext cx="4006800" cy="26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0" spcFirstLastPara="1" rIns="73150" wrap="square" tIns="0">
            <a:normAutofit/>
          </a:bodyPr>
          <a:lstStyle/>
          <a:p>
            <a:pPr indent="-73025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2E8"/>
              </a:buClr>
              <a:buSzPts val="1150"/>
              <a:buFont typeface="Arial"/>
              <a:buChar char="▶"/>
            </a:pPr>
            <a:r>
              <a:rPr b="0" i="0" lang="es" sz="1150" u="none" cap="none" strike="noStrike">
                <a:solidFill>
                  <a:srgbClr val="1C23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Bloquear y desbloquear tarjeta física desde App</a:t>
            </a:r>
            <a:r>
              <a:rPr lang="es" sz="1150">
                <a:solidFill>
                  <a:srgbClr val="1C23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s" sz="1150" u="none" cap="none" strike="noStrike">
                <a:solidFill>
                  <a:srgbClr val="1C23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 y SIWEB por robo/extravío</a:t>
            </a:r>
            <a:endParaRPr/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1C42E8"/>
              </a:buClr>
              <a:buSzPts val="1150"/>
              <a:buFont typeface="Arial"/>
              <a:buChar char="▶"/>
            </a:pPr>
            <a:r>
              <a:rPr b="0" i="0" lang="es" sz="1150" u="none" cap="none" strike="noStrike">
                <a:solidFill>
                  <a:srgbClr val="1C23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Eliminar y generar nueva tarjeta digital por fraude desde la App</a:t>
            </a:r>
            <a:endParaRPr/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1C42E8"/>
              </a:buClr>
              <a:buSzPts val="1150"/>
              <a:buFont typeface="Arial"/>
              <a:buChar char="▶"/>
            </a:pPr>
            <a:r>
              <a:rPr b="0" i="0" lang="es" sz="1150" u="none" cap="none" strike="noStrike">
                <a:solidFill>
                  <a:srgbClr val="1C23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 tarjeta física y digital en el home de la App (submódulo TDC)</a:t>
            </a:r>
            <a:endParaRPr/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1C42E8"/>
              </a:buClr>
              <a:buSzPts val="1150"/>
              <a:buFont typeface="Arial"/>
              <a:buChar char="▶"/>
            </a:pPr>
            <a:r>
              <a:rPr b="0" i="0" lang="es" sz="1150" u="none" cap="none" strike="noStrike">
                <a:solidFill>
                  <a:srgbClr val="1C23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Hacer pagos anticipados y liquidaciones de compras diferidas en sucursal</a:t>
            </a:r>
            <a:endParaRPr/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1C42E8"/>
              </a:buClr>
              <a:buSzPts val="1150"/>
              <a:buFont typeface="Arial"/>
              <a:buChar char="▶"/>
            </a:pPr>
            <a:r>
              <a:rPr b="0" i="0" lang="es" sz="1150" u="none" cap="none" strike="noStrike">
                <a:solidFill>
                  <a:srgbClr val="1C23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88 reglas del autorizador activas </a:t>
            </a:r>
            <a:endParaRPr sz="1150">
              <a:solidFill>
                <a:srgbClr val="1C23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0"/>
          <p:cNvSpPr txBox="1"/>
          <p:nvPr/>
        </p:nvSpPr>
        <p:spPr>
          <a:xfrm>
            <a:off x="4663440" y="1682496"/>
            <a:ext cx="4316100" cy="26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0" spcFirstLastPara="1" rIns="73150" wrap="square" tIns="0">
            <a:normAutofit/>
          </a:bodyPr>
          <a:lstStyle/>
          <a:p>
            <a:pPr indent="-73025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84A8"/>
              </a:buClr>
              <a:buSzPts val="1150"/>
              <a:buFont typeface="Arial"/>
              <a:buChar char="–"/>
            </a:pPr>
            <a:r>
              <a:rPr b="0" i="0" lang="es" sz="1150" u="none" cap="none" strike="noStrike">
                <a:solidFill>
                  <a:srgbClr val="8B3A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⚠ Clientes existentes o de sucursal: permanecen en Legado (solo nuevos digitales)</a:t>
            </a:r>
            <a:endParaRPr/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7A84A8"/>
              </a:buClr>
              <a:buSzPts val="1150"/>
              <a:buFont typeface="Arial"/>
              <a:buChar char="–"/>
            </a:pPr>
            <a:r>
              <a:rPr b="0" i="0" lang="es" sz="1150" u="none" cap="none" strike="noStrike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Operación en ATM BanCoppel → disponible R5</a:t>
            </a:r>
            <a:endParaRPr/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7A84A8"/>
              </a:buClr>
              <a:buSzPts val="1150"/>
              <a:buFont typeface="Arial"/>
              <a:buChar char="–"/>
            </a:pPr>
            <a:r>
              <a:rPr b="0" i="0" lang="es" sz="1150" u="none" cap="none" strike="noStrike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Tarjetas adicionales: solicitud, activación y bloqueo → disponible R5</a:t>
            </a:r>
            <a:endParaRPr/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7A84A8"/>
              </a:buClr>
              <a:buSzPts val="1150"/>
              <a:buFont typeface="Arial"/>
              <a:buChar char="–"/>
            </a:pPr>
            <a:r>
              <a:rPr b="0" i="0" lang="es" sz="1150" u="none" cap="none" strike="noStrike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Incrementos de línea de crédito automatizados → disponible R4.5</a:t>
            </a:r>
            <a:endParaRPr/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7A84A8"/>
              </a:buClr>
              <a:buSzPts val="1150"/>
              <a:buFont typeface="Arial"/>
              <a:buChar char="–"/>
            </a:pPr>
            <a:r>
              <a:rPr b="0" i="0" lang="es" sz="1150" u="none" cap="none" strike="noStrike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Pago en corresponsales → disponible R5</a:t>
            </a:r>
            <a:endParaRPr b="0" i="0" sz="1150" u="none" cap="none" strike="noStrike">
              <a:solidFill>
                <a:srgbClr val="7A84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7A84A8"/>
              </a:buClr>
              <a:buSzPts val="1150"/>
              <a:buFont typeface="Helvetica Neue"/>
              <a:buChar char="–"/>
            </a:pPr>
            <a:r>
              <a:rPr lang="es" sz="1150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 autorizador de transacciones</a:t>
            </a:r>
            <a:endParaRPr sz="1150">
              <a:solidFill>
                <a:srgbClr val="7A84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7A84A8"/>
              </a:buClr>
              <a:buSzPts val="1150"/>
              <a:buFont typeface="Helvetica Neue"/>
              <a:buChar char="–"/>
            </a:pPr>
            <a:r>
              <a:rPr lang="es" sz="1150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Diferimiento de Meses Con Intereses</a:t>
            </a:r>
            <a:endParaRPr sz="1150">
              <a:solidFill>
                <a:srgbClr val="7A84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7" name="Google Shape;267;p60"/>
          <p:cNvSpPr txBox="1"/>
          <p:nvPr/>
        </p:nvSpPr>
        <p:spPr>
          <a:xfrm>
            <a:off x="0" y="4393692"/>
            <a:ext cx="9144000" cy="749700"/>
          </a:xfrm>
          <a:prstGeom prst="rect">
            <a:avLst/>
          </a:prstGeom>
          <a:solidFill>
            <a:srgbClr val="F0D224"/>
          </a:solidFill>
          <a:ln>
            <a:noFill/>
          </a:ln>
        </p:spPr>
        <p:txBody>
          <a:bodyPr anchorCtr="0" anchor="t" bIns="36575" lIns="73150" spcFirstLastPara="1" rIns="73150" wrap="square" tIns="54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0"/>
          <p:cNvSpPr txBox="1"/>
          <p:nvPr/>
        </p:nvSpPr>
        <p:spPr>
          <a:xfrm>
            <a:off x="164550" y="4444967"/>
            <a:ext cx="88149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0" spcFirstLastPara="1" rIns="7315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101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⚠</a:t>
            </a:r>
            <a:r>
              <a:rPr b="1" lang="es" sz="1150">
                <a:solidFill>
                  <a:srgbClr val="D101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Riesgo en R4</a:t>
            </a:r>
            <a:r>
              <a:rPr lang="es" sz="1150">
                <a:solidFill>
                  <a:srgbClr val="D101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>
              <a:solidFill>
                <a:srgbClr val="D10101"/>
              </a:solidFill>
            </a:endParaRPr>
          </a:p>
        </p:txBody>
      </p:sp>
      <p:sp>
        <p:nvSpPr>
          <p:cNvPr id="269" name="Google Shape;269;p60"/>
          <p:cNvSpPr txBox="1"/>
          <p:nvPr/>
        </p:nvSpPr>
        <p:spPr>
          <a:xfrm>
            <a:off x="376106" y="4649825"/>
            <a:ext cx="7636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0" spcFirstLastPara="1" rIns="73150" wrap="square" tIns="0">
            <a:noAutofit/>
          </a:bodyPr>
          <a:lstStyle/>
          <a:p>
            <a:pPr indent="-730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50"/>
              <a:buFont typeface="Helvetica Neue"/>
              <a:buChar char="▶"/>
            </a:pPr>
            <a:r>
              <a:rPr lang="es" sz="1150">
                <a:solidFill>
                  <a:srgbClr val="D101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Tiempo de Mesas de trabajo para generacion de DTMs y DTCs</a:t>
            </a:r>
            <a:endParaRPr sz="1150">
              <a:solidFill>
                <a:srgbClr val="D101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0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0101"/>
              </a:buClr>
              <a:buSzPts val="1150"/>
              <a:buFont typeface="Helvetica Neue"/>
              <a:buChar char="▶"/>
            </a:pPr>
            <a:r>
              <a:rPr lang="es" sz="1150">
                <a:solidFill>
                  <a:srgbClr val="D101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Cobranza</a:t>
            </a:r>
            <a:endParaRPr sz="1150">
              <a:solidFill>
                <a:srgbClr val="D101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C23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1"/>
          <p:cNvSpPr txBox="1"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81754"/>
          </a:solidFill>
          <a:ln>
            <a:noFill/>
          </a:ln>
        </p:spPr>
        <p:txBody>
          <a:bodyPr anchorCtr="0" anchor="ctr" bIns="36575" lIns="201150" spcFirstLastPara="1" rIns="73150" wrap="square" tIns="5485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8FAAD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Release 4  ·  Diciembre 2026  ·  Por liberar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" sz="1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Onboarding Digital · R4</a:t>
            </a:r>
            <a:endParaRPr/>
          </a:p>
        </p:txBody>
      </p:sp>
      <p:sp>
        <p:nvSpPr>
          <p:cNvPr id="275" name="Google Shape;275;p61"/>
          <p:cNvSpPr txBox="1"/>
          <p:nvPr/>
        </p:nvSpPr>
        <p:spPr>
          <a:xfrm>
            <a:off x="0" y="632764"/>
            <a:ext cx="9144000" cy="25500"/>
          </a:xfrm>
          <a:prstGeom prst="rect">
            <a:avLst/>
          </a:prstGeom>
          <a:solidFill>
            <a:srgbClr val="F0D224"/>
          </a:solidFill>
          <a:ln>
            <a:noFill/>
          </a:ln>
        </p:spPr>
        <p:txBody>
          <a:bodyPr anchorCtr="0" anchor="t" bIns="36575" lIns="73150" spcFirstLastPara="1" rIns="73150" wrap="square" tIns="5485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1"/>
          <p:cNvSpPr txBox="1"/>
          <p:nvPr/>
        </p:nvSpPr>
        <p:spPr>
          <a:xfrm>
            <a:off x="164592" y="731519"/>
            <a:ext cx="1645800" cy="402300"/>
          </a:xfrm>
          <a:prstGeom prst="rect">
            <a:avLst/>
          </a:prstGeom>
          <a:solidFill>
            <a:srgbClr val="1C42E8"/>
          </a:solidFill>
          <a:ln>
            <a:noFill/>
          </a:ln>
        </p:spPr>
        <p:txBody>
          <a:bodyPr anchorCtr="0" anchor="ctr" bIns="36575" lIns="91425" spcFirstLastPara="1" rIns="73150" wrap="square" tIns="3657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" sz="15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s" sz="800" u="none" cap="none" strike="noStrike">
                <a:solidFill>
                  <a:srgbClr val="CCE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funcionalidades</a:t>
            </a:r>
            <a:endParaRPr/>
          </a:p>
        </p:txBody>
      </p:sp>
      <p:sp>
        <p:nvSpPr>
          <p:cNvPr id="277" name="Google Shape;277;p61"/>
          <p:cNvSpPr txBox="1"/>
          <p:nvPr/>
        </p:nvSpPr>
        <p:spPr>
          <a:xfrm>
            <a:off x="1938528" y="731519"/>
            <a:ext cx="1463100" cy="402300"/>
          </a:xfrm>
          <a:prstGeom prst="rect">
            <a:avLst/>
          </a:prstGeom>
          <a:solidFill>
            <a:srgbClr val="05297A"/>
          </a:solidFill>
          <a:ln>
            <a:noFill/>
          </a:ln>
        </p:spPr>
        <p:txBody>
          <a:bodyPr anchorCtr="0" anchor="ctr" bIns="36575" lIns="54850" spcFirstLastPara="1" rIns="73150" wrap="square" tIns="27425">
            <a:normAutofit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F0D22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CCE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Apolo</a:t>
            </a:r>
            <a:endParaRPr/>
          </a:p>
        </p:txBody>
      </p:sp>
      <p:sp>
        <p:nvSpPr>
          <p:cNvPr id="278" name="Google Shape;278;p61"/>
          <p:cNvSpPr txBox="1"/>
          <p:nvPr/>
        </p:nvSpPr>
        <p:spPr>
          <a:xfrm>
            <a:off x="0" y="1225296"/>
            <a:ext cx="9144000" cy="31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6575" lIns="73150" spcFirstLastPara="1" rIns="73150" wrap="square" tIns="54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1"/>
          <p:cNvSpPr txBox="1"/>
          <p:nvPr/>
        </p:nvSpPr>
        <p:spPr>
          <a:xfrm>
            <a:off x="164592" y="1289304"/>
            <a:ext cx="4316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0" spcFirstLastPara="1" rIns="7315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s" sz="1150" u="none" cap="none" strike="noStrike">
                <a:solidFill>
                  <a:srgbClr val="1C42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Qué puede hacer el cliente</a:t>
            </a:r>
            <a:endParaRPr/>
          </a:p>
        </p:txBody>
      </p:sp>
      <p:sp>
        <p:nvSpPr>
          <p:cNvPr id="280" name="Google Shape;280;p61"/>
          <p:cNvSpPr txBox="1"/>
          <p:nvPr/>
        </p:nvSpPr>
        <p:spPr>
          <a:xfrm>
            <a:off x="164592" y="1618488"/>
            <a:ext cx="4316100" cy="20100"/>
          </a:xfrm>
          <a:prstGeom prst="rect">
            <a:avLst/>
          </a:prstGeom>
          <a:solidFill>
            <a:srgbClr val="1C42E8"/>
          </a:solidFill>
          <a:ln>
            <a:noFill/>
          </a:ln>
        </p:spPr>
        <p:txBody>
          <a:bodyPr anchorCtr="0" anchor="t" bIns="36575" lIns="73150" spcFirstLastPara="1" rIns="73150" wrap="square" tIns="5485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1"/>
          <p:cNvSpPr txBox="1"/>
          <p:nvPr/>
        </p:nvSpPr>
        <p:spPr>
          <a:xfrm>
            <a:off x="4663440" y="1289304"/>
            <a:ext cx="4316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0" spcFirstLastPara="1" rIns="7315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s" sz="1150" u="none" cap="none" strike="noStrike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⏳  Aún no disponible en este release</a:t>
            </a:r>
            <a:endParaRPr/>
          </a:p>
        </p:txBody>
      </p:sp>
      <p:sp>
        <p:nvSpPr>
          <p:cNvPr id="282" name="Google Shape;282;p61"/>
          <p:cNvSpPr txBox="1"/>
          <p:nvPr/>
        </p:nvSpPr>
        <p:spPr>
          <a:xfrm>
            <a:off x="4663440" y="1618488"/>
            <a:ext cx="4316100" cy="20100"/>
          </a:xfrm>
          <a:prstGeom prst="rect">
            <a:avLst/>
          </a:prstGeom>
          <a:solidFill>
            <a:srgbClr val="7A84A8"/>
          </a:solidFill>
          <a:ln>
            <a:noFill/>
          </a:ln>
        </p:spPr>
        <p:txBody>
          <a:bodyPr anchorCtr="0" anchor="t" bIns="36575" lIns="73150" spcFirstLastPara="1" rIns="73150" wrap="square" tIns="5485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1"/>
          <p:cNvSpPr txBox="1"/>
          <p:nvPr/>
        </p:nvSpPr>
        <p:spPr>
          <a:xfrm>
            <a:off x="4553712" y="1271016"/>
            <a:ext cx="36600" cy="3067800"/>
          </a:xfrm>
          <a:prstGeom prst="rect">
            <a:avLst/>
          </a:prstGeom>
          <a:solidFill>
            <a:srgbClr val="F0D224"/>
          </a:solidFill>
          <a:ln>
            <a:noFill/>
          </a:ln>
        </p:spPr>
        <p:txBody>
          <a:bodyPr anchorCtr="0" anchor="t" bIns="36575" lIns="73150" spcFirstLastPara="1" rIns="73150" wrap="square" tIns="54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1"/>
          <p:cNvSpPr txBox="1"/>
          <p:nvPr/>
        </p:nvSpPr>
        <p:spPr>
          <a:xfrm>
            <a:off x="164592" y="1682496"/>
            <a:ext cx="4316100" cy="26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0" spcFirstLastPara="1" rIns="73150" wrap="square" tIns="0">
            <a:noAutofit/>
          </a:bodyPr>
          <a:lstStyle/>
          <a:p>
            <a:pPr indent="-73025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2E8"/>
              </a:buClr>
              <a:buSzPts val="1150"/>
              <a:buFont typeface="Helvetica Neue"/>
              <a:buChar char="▶"/>
            </a:pPr>
            <a:r>
              <a:rPr lang="es" sz="1150">
                <a:solidFill>
                  <a:srgbClr val="1C23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Registrar su celular, aunque ya se encuentre en la base histórica.</a:t>
            </a:r>
            <a:endParaRPr sz="1150">
              <a:solidFill>
                <a:srgbClr val="1C23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1C42E8"/>
              </a:buClr>
              <a:buSzPts val="1150"/>
              <a:buFont typeface="Helvetica Neue"/>
              <a:buChar char="▶"/>
            </a:pPr>
            <a:r>
              <a:rPr lang="es" sz="1150">
                <a:solidFill>
                  <a:srgbClr val="1C23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Firmar su contrato previo a la activación del crédito en SmartVista.</a:t>
            </a:r>
            <a:endParaRPr sz="1150">
              <a:solidFill>
                <a:srgbClr val="1C23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1C42E8"/>
              </a:buClr>
              <a:buSzPts val="1150"/>
              <a:buFont typeface="Helvetica Neue"/>
              <a:buChar char="▶"/>
            </a:pPr>
            <a:r>
              <a:rPr lang="es" sz="1150">
                <a:solidFill>
                  <a:srgbClr val="1C23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Visualizar CAT y tasa de interés ordinaria vigente.</a:t>
            </a:r>
            <a:endParaRPr sz="1150">
              <a:solidFill>
                <a:srgbClr val="1C23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1C42E8"/>
              </a:buClr>
              <a:buSzPts val="1150"/>
              <a:buFont typeface="Helvetica Neue"/>
              <a:buChar char="▶"/>
            </a:pPr>
            <a:r>
              <a:rPr lang="es" sz="1150">
                <a:solidFill>
                  <a:srgbClr val="1C23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Quedar asignado a una sucursal física (6700).</a:t>
            </a:r>
            <a:endParaRPr sz="1150">
              <a:solidFill>
                <a:srgbClr val="1C23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1C42E8"/>
              </a:buClr>
              <a:buSzPts val="1150"/>
              <a:buFont typeface="Helvetica Neue"/>
              <a:buChar char="▶"/>
            </a:pPr>
            <a:r>
              <a:rPr lang="es" sz="1150">
                <a:solidFill>
                  <a:srgbClr val="1C23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Experimentar la nueva identidad visual de la marca BanCoppel</a:t>
            </a:r>
            <a:r>
              <a:rPr lang="es" sz="1150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150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1C42E8"/>
              </a:buClr>
              <a:buSzPts val="1150"/>
              <a:buFont typeface="Helvetica Neue"/>
              <a:buChar char="▶"/>
            </a:pPr>
            <a:r>
              <a:rPr lang="es" sz="1150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Navegar un flujo optimizado con base en la medición de interacciones y abandono.</a:t>
            </a:r>
            <a:endParaRPr sz="1150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1C42E8"/>
              </a:buClr>
              <a:buSzPts val="1150"/>
              <a:buFont typeface="Helvetica Neue"/>
              <a:buChar char="▶"/>
            </a:pPr>
            <a:r>
              <a:rPr lang="es" sz="1150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Declarar si pertenece a un grupo en situación de vulnerabilidad.</a:t>
            </a:r>
            <a:endParaRPr sz="1150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1C42E8"/>
              </a:buClr>
              <a:buSzPts val="1150"/>
              <a:buFont typeface="Helvetica Neue"/>
              <a:buChar char="▶"/>
            </a:pPr>
            <a:r>
              <a:rPr lang="es" sz="1150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 validado ante listas restrictivas con "Name Matching".</a:t>
            </a:r>
            <a:endParaRPr sz="1150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1C42E8"/>
              </a:buClr>
              <a:buSzPts val="1150"/>
              <a:buFont typeface="Helvetica Neue"/>
              <a:buChar char="▶"/>
            </a:pPr>
            <a:r>
              <a:rPr lang="es" sz="1150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Recibir un rechazo si declara que tiene un Proveedor de recursos.</a:t>
            </a:r>
            <a:endParaRPr sz="1150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5" name="Google Shape;285;p61"/>
          <p:cNvSpPr txBox="1"/>
          <p:nvPr/>
        </p:nvSpPr>
        <p:spPr>
          <a:xfrm>
            <a:off x="0" y="4393692"/>
            <a:ext cx="9144000" cy="749700"/>
          </a:xfrm>
          <a:prstGeom prst="rect">
            <a:avLst/>
          </a:prstGeom>
          <a:solidFill>
            <a:srgbClr val="F0D224"/>
          </a:solidFill>
          <a:ln>
            <a:noFill/>
          </a:ln>
        </p:spPr>
        <p:txBody>
          <a:bodyPr anchorCtr="0" anchor="t" bIns="36575" lIns="73150" spcFirstLastPara="1" rIns="73150" wrap="square" tIns="54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1"/>
          <p:cNvSpPr txBox="1"/>
          <p:nvPr/>
        </p:nvSpPr>
        <p:spPr>
          <a:xfrm>
            <a:off x="4663440" y="1682496"/>
            <a:ext cx="4316100" cy="26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0" spcFirstLastPara="1" rIns="73150" wrap="square" tIns="0">
            <a:normAutofit/>
          </a:bodyPr>
          <a:lstStyle/>
          <a:p>
            <a:pPr indent="-73025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84A8"/>
              </a:buClr>
              <a:buSzPts val="1150"/>
              <a:buChar char="–"/>
            </a:pPr>
            <a:r>
              <a:rPr lang="es" sz="1150">
                <a:solidFill>
                  <a:srgbClr val="8B3A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⚠ Clientes nuevos o existentes desde sucursal: permanecen en Legado (solo nuevos digitales).</a:t>
            </a:r>
            <a:endParaRPr sz="1100">
              <a:solidFill>
                <a:srgbClr val="1C23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7A84A8"/>
              </a:buClr>
              <a:buSzPts val="1150"/>
              <a:buFont typeface="Arial"/>
              <a:buChar char="–"/>
            </a:pPr>
            <a:r>
              <a:rPr lang="es" sz="1150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Solicitud digital de TDC para Clientes existentes (fuera del alcance R2-R4).</a:t>
            </a:r>
            <a:endParaRPr>
              <a:solidFill>
                <a:schemeClr val="dk1"/>
              </a:solidFill>
            </a:endParaRPr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7A84A8"/>
              </a:buClr>
              <a:buSzPts val="1150"/>
              <a:buFont typeface="Arial"/>
              <a:buChar char="–"/>
            </a:pPr>
            <a:r>
              <a:rPr lang="es" sz="1150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Flujo digital de solicitud dentro de la sesión de </a:t>
            </a:r>
            <a:r>
              <a:rPr b="0" i="0" lang="es" sz="1150" u="none" cap="none" strike="noStrike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app BanCoppel (fuera del alcance R2-R4).</a:t>
            </a:r>
            <a:endParaRPr/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7A84A8"/>
              </a:buClr>
              <a:buSzPts val="1150"/>
              <a:buFont typeface="Arial"/>
              <a:buChar char="–"/>
            </a:pPr>
            <a:r>
              <a:rPr lang="es" sz="1150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Registrar A</a:t>
            </a:r>
            <a:r>
              <a:rPr b="0" i="0" lang="es" sz="1150" u="none" cap="none" strike="noStrike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dicionales en el flujo digital </a:t>
            </a:r>
            <a:r>
              <a:rPr lang="es" sz="1150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(fuera del alcance R2-R4).</a:t>
            </a:r>
            <a:endParaRPr sz="1150">
              <a:solidFill>
                <a:srgbClr val="7A84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025" lvl="0" marL="0" marR="0" rtl="0" algn="l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rgbClr val="7A84A8"/>
              </a:buClr>
              <a:buSzPts val="1150"/>
              <a:buFont typeface="Arial"/>
              <a:buChar char="–"/>
            </a:pPr>
            <a:r>
              <a:rPr lang="es" sz="1150">
                <a:solidFill>
                  <a:srgbClr val="7A84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Entrega del plástico a domicilio (fuera del alcance R2-R4).</a:t>
            </a:r>
            <a:endParaRPr sz="1150">
              <a:solidFill>
                <a:srgbClr val="7A84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7" name="Google Shape;287;p61"/>
          <p:cNvSpPr txBox="1"/>
          <p:nvPr/>
        </p:nvSpPr>
        <p:spPr>
          <a:xfrm>
            <a:off x="164550" y="4444967"/>
            <a:ext cx="88149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0" spcFirstLastPara="1" rIns="7315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101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⚠</a:t>
            </a:r>
            <a:r>
              <a:rPr b="1" lang="es" sz="1150">
                <a:solidFill>
                  <a:srgbClr val="D101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Riesgo en R4</a:t>
            </a:r>
            <a:r>
              <a:rPr lang="es" sz="1150">
                <a:solidFill>
                  <a:srgbClr val="D101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salir a Mercado Abierto sin estas funcionalidades compromete la tasa de conversión del </a:t>
            </a:r>
            <a:r>
              <a:rPr lang="es" sz="1150">
                <a:solidFill>
                  <a:srgbClr val="D101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MVP</a:t>
            </a:r>
            <a:r>
              <a:rPr lang="es" sz="1150">
                <a:solidFill>
                  <a:srgbClr val="D101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>
              <a:solidFill>
                <a:srgbClr val="D10101"/>
              </a:solidFill>
            </a:endParaRPr>
          </a:p>
        </p:txBody>
      </p:sp>
      <p:sp>
        <p:nvSpPr>
          <p:cNvPr id="288" name="Google Shape;288;p61"/>
          <p:cNvSpPr txBox="1"/>
          <p:nvPr/>
        </p:nvSpPr>
        <p:spPr>
          <a:xfrm>
            <a:off x="376106" y="4649825"/>
            <a:ext cx="7636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0" spcFirstLastPara="1" rIns="73150" wrap="square" tIns="0">
            <a:noAutofit/>
          </a:bodyPr>
          <a:lstStyle/>
          <a:p>
            <a:pPr indent="-730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50"/>
              <a:buFont typeface="Helvetica Neue"/>
              <a:buChar char="▶"/>
            </a:pPr>
            <a:r>
              <a:rPr lang="es" sz="1150">
                <a:solidFill>
                  <a:srgbClr val="D101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Solicitud desde Apolo aunque ya esté registrado como prospecto o beneficiario (sin producto activo).</a:t>
            </a:r>
            <a:endParaRPr sz="1150">
              <a:solidFill>
                <a:srgbClr val="D101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0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50"/>
              <a:buFont typeface="Helvetica Neue"/>
              <a:buChar char="▶"/>
            </a:pPr>
            <a:r>
              <a:rPr lang="es" sz="1150">
                <a:solidFill>
                  <a:srgbClr val="D101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Retomar una solicitud inconclusa desde el punto donde abandonó el flujo.</a:t>
            </a:r>
            <a:endParaRPr sz="1150">
              <a:solidFill>
                <a:srgbClr val="1C23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3" name="Google Shape;293;p62"/>
          <p:cNvGraphicFramePr/>
          <p:nvPr/>
        </p:nvGraphicFramePr>
        <p:xfrm>
          <a:off x="1266857" y="6162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{8536CE9B-CAEF-477A-A7DA-BC44D836AE07}</a:tableStyleId>
              </a:tblPr>
              <a:tblGrid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</a:tblGrid>
              <a:tr h="16917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ABRIL</a:t>
                      </a:r>
                      <a:endParaRPr sz="7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MAYO</a:t>
                      </a:r>
                      <a:endParaRPr sz="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JUNIO</a:t>
                      </a:r>
                      <a:endParaRPr b="1" sz="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JULIO</a:t>
                      </a:r>
                      <a:endParaRPr b="1" sz="7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AGOSTO</a:t>
                      </a:r>
                      <a:endParaRPr sz="12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6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SEPTIEMBRE</a:t>
                      </a:r>
                      <a:endParaRPr b="1" sz="6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OCTUBRE</a:t>
                      </a:r>
                      <a:endParaRPr b="1" sz="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NOVIEMBRE</a:t>
                      </a:r>
                      <a:endParaRPr b="1" sz="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DICIEMBRE</a:t>
                      </a:r>
                      <a:endParaRPr b="1" sz="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ENERO</a:t>
                      </a:r>
                      <a:endParaRPr b="1" sz="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hMerge="1"/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</a:t>
                      </a: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</a:t>
                      </a: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</a:t>
                      </a: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</a:t>
                      </a: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</a:t>
                      </a: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S5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</a:t>
                      </a: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</a:t>
                      </a: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</a:t>
                      </a: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S1</a:t>
                      </a:r>
                      <a:endParaRPr sz="1200"/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S5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S5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</a:tr>
              <a:tr h="406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62"/>
          <p:cNvSpPr txBox="1"/>
          <p:nvPr/>
        </p:nvSpPr>
        <p:spPr>
          <a:xfrm>
            <a:off x="4882" y="1853"/>
            <a:ext cx="6187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" sz="19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</a:t>
            </a:r>
            <a:r>
              <a:rPr b="1" lang="es" sz="19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s" sz="19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R4</a:t>
            </a:r>
            <a:endParaRPr b="1" i="0" sz="1900" u="none" cap="none" strike="noStrike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5" name="Google Shape;295;p62"/>
          <p:cNvCxnSpPr/>
          <p:nvPr/>
        </p:nvCxnSpPr>
        <p:spPr>
          <a:xfrm rot="10800000">
            <a:off x="1226850" y="2915270"/>
            <a:ext cx="7499100" cy="0"/>
          </a:xfrm>
          <a:prstGeom prst="straightConnector1">
            <a:avLst/>
          </a:prstGeom>
          <a:noFill/>
          <a:ln cap="flat" cmpd="sng" w="71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6" name="Google Shape;296;p62"/>
          <p:cNvCxnSpPr/>
          <p:nvPr/>
        </p:nvCxnSpPr>
        <p:spPr>
          <a:xfrm rot="10800000">
            <a:off x="1222391" y="3526775"/>
            <a:ext cx="7499100" cy="0"/>
          </a:xfrm>
          <a:prstGeom prst="straightConnector1">
            <a:avLst/>
          </a:prstGeom>
          <a:noFill/>
          <a:ln cap="flat" cmpd="sng" w="71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297" name="Google Shape;29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1714" y="4156472"/>
            <a:ext cx="129057" cy="129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62" title="location_1245134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4722" y="4339652"/>
            <a:ext cx="261600" cy="26156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62"/>
          <p:cNvSpPr/>
          <p:nvPr/>
        </p:nvSpPr>
        <p:spPr>
          <a:xfrm>
            <a:off x="8000223" y="4307600"/>
            <a:ext cx="396900" cy="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1" lang="es" sz="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Go-Live R4</a:t>
            </a:r>
            <a:endParaRPr b="1" i="1" sz="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0" name="Google Shape;300;p62"/>
          <p:cNvCxnSpPr/>
          <p:nvPr/>
        </p:nvCxnSpPr>
        <p:spPr>
          <a:xfrm>
            <a:off x="8122925" y="1005850"/>
            <a:ext cx="7800" cy="3263700"/>
          </a:xfrm>
          <a:prstGeom prst="straightConnector1">
            <a:avLst/>
          </a:prstGeom>
          <a:noFill/>
          <a:ln cap="flat" cmpd="sng" w="14300">
            <a:solidFill>
              <a:srgbClr val="FF99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1" name="Google Shape;301;p62"/>
          <p:cNvCxnSpPr/>
          <p:nvPr/>
        </p:nvCxnSpPr>
        <p:spPr>
          <a:xfrm rot="10800000">
            <a:off x="1222391" y="2423144"/>
            <a:ext cx="7499100" cy="0"/>
          </a:xfrm>
          <a:prstGeom prst="straightConnector1">
            <a:avLst/>
          </a:prstGeom>
          <a:noFill/>
          <a:ln cap="flat" cmpd="sng" w="71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2" name="Google Shape;302;p62"/>
          <p:cNvCxnSpPr/>
          <p:nvPr/>
        </p:nvCxnSpPr>
        <p:spPr>
          <a:xfrm rot="10800000">
            <a:off x="1217933" y="1835450"/>
            <a:ext cx="7499100" cy="0"/>
          </a:xfrm>
          <a:prstGeom prst="straightConnector1">
            <a:avLst/>
          </a:prstGeom>
          <a:noFill/>
          <a:ln cap="flat" cmpd="sng" w="71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03" name="Google Shape;303;p62"/>
          <p:cNvSpPr/>
          <p:nvPr/>
        </p:nvSpPr>
        <p:spPr>
          <a:xfrm>
            <a:off x="2957900" y="3709700"/>
            <a:ext cx="1202700" cy="81000"/>
          </a:xfrm>
          <a:prstGeom prst="chevron">
            <a:avLst>
              <a:gd fmla="val 36743" name="adj"/>
            </a:avLst>
          </a:prstGeom>
          <a:solidFill>
            <a:srgbClr val="6FA8DC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550">
                <a:solidFill>
                  <a:schemeClr val="dk2"/>
                </a:solidFill>
              </a:rPr>
              <a:t>Análisis y Diseño</a:t>
            </a:r>
            <a:endParaRPr b="1" i="0" sz="5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2"/>
          <p:cNvSpPr/>
          <p:nvPr/>
        </p:nvSpPr>
        <p:spPr>
          <a:xfrm>
            <a:off x="1612702" y="1894950"/>
            <a:ext cx="2692200" cy="97200"/>
          </a:xfrm>
          <a:prstGeom prst="chevron">
            <a:avLst>
              <a:gd fmla="val 36743" name="adj"/>
            </a:avLst>
          </a:prstGeom>
          <a:solidFill>
            <a:srgbClr val="6FA8DC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550"/>
              <a:t>Análisis y diseño</a:t>
            </a:r>
            <a:endParaRPr i="0" sz="550" u="none" cap="none" strike="noStrike">
              <a:solidFill>
                <a:srgbClr val="000000"/>
              </a:solidFill>
            </a:endParaRPr>
          </a:p>
        </p:txBody>
      </p:sp>
      <p:sp>
        <p:nvSpPr>
          <p:cNvPr id="305" name="Google Shape;305;p62"/>
          <p:cNvSpPr/>
          <p:nvPr/>
        </p:nvSpPr>
        <p:spPr>
          <a:xfrm>
            <a:off x="3675325" y="2062886"/>
            <a:ext cx="3186000" cy="70500"/>
          </a:xfrm>
          <a:prstGeom prst="chevron">
            <a:avLst>
              <a:gd fmla="val 36743" name="adj"/>
            </a:avLst>
          </a:prstGeom>
          <a:solidFill>
            <a:srgbClr val="F1C232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550"/>
              <a:t>Desarrollo</a:t>
            </a:r>
            <a:endParaRPr i="0" sz="55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306" name="Google Shape;306;p62"/>
          <p:cNvCxnSpPr/>
          <p:nvPr/>
        </p:nvCxnSpPr>
        <p:spPr>
          <a:xfrm>
            <a:off x="8745450" y="443263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62"/>
          <p:cNvCxnSpPr/>
          <p:nvPr/>
        </p:nvCxnSpPr>
        <p:spPr>
          <a:xfrm>
            <a:off x="6896632" y="290863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62"/>
          <p:cNvSpPr txBox="1"/>
          <p:nvPr/>
        </p:nvSpPr>
        <p:spPr>
          <a:xfrm>
            <a:off x="6810460" y="361763"/>
            <a:ext cx="7167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Font typeface="Noto Sans Symbols"/>
              <a:buNone/>
            </a:pPr>
            <a:r>
              <a:rPr b="1" lang="es" sz="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Real</a:t>
            </a:r>
            <a:endParaRPr b="1" i="0" sz="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62"/>
          <p:cNvSpPr/>
          <p:nvPr/>
        </p:nvSpPr>
        <p:spPr>
          <a:xfrm>
            <a:off x="6659287" y="351109"/>
            <a:ext cx="109500" cy="97200"/>
          </a:xfrm>
          <a:prstGeom prst="diamond">
            <a:avLst/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2"/>
          <p:cNvSpPr/>
          <p:nvPr/>
        </p:nvSpPr>
        <p:spPr>
          <a:xfrm>
            <a:off x="6659287" y="240115"/>
            <a:ext cx="109500" cy="97200"/>
          </a:xfrm>
          <a:prstGeom prst="diamond">
            <a:avLst/>
          </a:prstGeom>
          <a:solidFill>
            <a:srgbClr val="3DB9E5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2"/>
          <p:cNvSpPr/>
          <p:nvPr/>
        </p:nvSpPr>
        <p:spPr>
          <a:xfrm>
            <a:off x="6659287" y="117241"/>
            <a:ext cx="109500" cy="97200"/>
          </a:xfrm>
          <a:prstGeom prst="diamond">
            <a:avLst/>
          </a:prstGeom>
          <a:solidFill>
            <a:srgbClr val="FF0000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62"/>
          <p:cNvSpPr txBox="1"/>
          <p:nvPr/>
        </p:nvSpPr>
        <p:spPr>
          <a:xfrm>
            <a:off x="6798581" y="260211"/>
            <a:ext cx="7167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Font typeface="Noto Sans Symbols"/>
              <a:buNone/>
            </a:pPr>
            <a:r>
              <a:rPr b="1" lang="es" sz="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Original (FEB)</a:t>
            </a:r>
            <a:endParaRPr b="1" i="0" sz="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62"/>
          <p:cNvSpPr txBox="1"/>
          <p:nvPr/>
        </p:nvSpPr>
        <p:spPr>
          <a:xfrm>
            <a:off x="6798581" y="123023"/>
            <a:ext cx="7167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Font typeface="Noto Sans Symbols"/>
              <a:buNone/>
            </a:pPr>
            <a:r>
              <a:rPr b="1" lang="es" sz="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Riesgo</a:t>
            </a:r>
            <a:endParaRPr b="1" i="0" sz="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62"/>
          <p:cNvSpPr/>
          <p:nvPr/>
        </p:nvSpPr>
        <p:spPr>
          <a:xfrm>
            <a:off x="359689" y="1040056"/>
            <a:ext cx="900000" cy="69000"/>
          </a:xfrm>
          <a:prstGeom prst="parallelogram">
            <a:avLst>
              <a:gd fmla="val 25000" name="adj"/>
            </a:avLst>
          </a:prstGeom>
          <a:solidFill>
            <a:srgbClr val="9B9B9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1" i="0" lang="es" sz="5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Tareas</a:t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15" name="Google Shape;315;p62"/>
          <p:cNvGrpSpPr/>
          <p:nvPr/>
        </p:nvGrpSpPr>
        <p:grpSpPr>
          <a:xfrm>
            <a:off x="300753" y="1255432"/>
            <a:ext cx="696690" cy="261461"/>
            <a:chOff x="331378" y="1382604"/>
            <a:chExt cx="1230249" cy="461700"/>
          </a:xfrm>
        </p:grpSpPr>
        <p:grpSp>
          <p:nvGrpSpPr>
            <p:cNvPr id="316" name="Google Shape;316;p62"/>
            <p:cNvGrpSpPr/>
            <p:nvPr/>
          </p:nvGrpSpPr>
          <p:grpSpPr>
            <a:xfrm>
              <a:off x="589637" y="1431393"/>
              <a:ext cx="971990" cy="363865"/>
              <a:chOff x="246273" y="3723824"/>
              <a:chExt cx="769284" cy="287982"/>
            </a:xfrm>
          </p:grpSpPr>
          <p:sp>
            <p:nvSpPr>
              <p:cNvPr id="317" name="Google Shape;317;p62"/>
              <p:cNvSpPr/>
              <p:nvPr/>
            </p:nvSpPr>
            <p:spPr>
              <a:xfrm>
                <a:off x="246273" y="3723824"/>
                <a:ext cx="769284" cy="287982"/>
              </a:xfrm>
              <a:prstGeom prst="flowChartTerminator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318" name="Google Shape;318;p62"/>
              <p:cNvSpPr txBox="1"/>
              <p:nvPr/>
            </p:nvSpPr>
            <p:spPr>
              <a:xfrm>
                <a:off x="398920" y="3732807"/>
                <a:ext cx="594900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700" u="none" cap="none" strike="noStrike">
                    <a:solidFill>
                      <a:srgbClr val="2C2C2C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Apolo</a:t>
                </a:r>
                <a:endParaRPr b="1" i="0" sz="700" u="none" cap="none" strike="noStrike">
                  <a:solidFill>
                    <a:srgbClr val="2C2C2C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319" name="Google Shape;319;p62"/>
            <p:cNvSpPr/>
            <p:nvPr/>
          </p:nvSpPr>
          <p:spPr>
            <a:xfrm>
              <a:off x="331378" y="1382604"/>
              <a:ext cx="461700" cy="461700"/>
            </a:xfrm>
            <a:prstGeom prst="ellipse">
              <a:avLst/>
            </a:prstGeom>
            <a:solidFill>
              <a:srgbClr val="93D1E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0" name="Google Shape;320;p6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93747" y="1457599"/>
              <a:ext cx="336970" cy="31171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62"/>
          <p:cNvGrpSpPr/>
          <p:nvPr/>
        </p:nvGrpSpPr>
        <p:grpSpPr>
          <a:xfrm>
            <a:off x="296220" y="3028392"/>
            <a:ext cx="771827" cy="261438"/>
            <a:chOff x="459907" y="2217805"/>
            <a:chExt cx="928905" cy="348583"/>
          </a:xfrm>
        </p:grpSpPr>
        <p:grpSp>
          <p:nvGrpSpPr>
            <p:cNvPr id="322" name="Google Shape;322;p62"/>
            <p:cNvGrpSpPr/>
            <p:nvPr/>
          </p:nvGrpSpPr>
          <p:grpSpPr>
            <a:xfrm>
              <a:off x="459907" y="2217805"/>
              <a:ext cx="928905" cy="348583"/>
              <a:chOff x="316803" y="2048854"/>
              <a:chExt cx="1230337" cy="461700"/>
            </a:xfrm>
          </p:grpSpPr>
          <p:grpSp>
            <p:nvGrpSpPr>
              <p:cNvPr id="323" name="Google Shape;323;p62"/>
              <p:cNvGrpSpPr/>
              <p:nvPr/>
            </p:nvGrpSpPr>
            <p:grpSpPr>
              <a:xfrm>
                <a:off x="575150" y="2097698"/>
                <a:ext cx="971990" cy="363865"/>
                <a:chOff x="234738" y="2140647"/>
                <a:chExt cx="769284" cy="287982"/>
              </a:xfrm>
            </p:grpSpPr>
            <p:sp>
              <p:nvSpPr>
                <p:cNvPr id="324" name="Google Shape;324;p62"/>
                <p:cNvSpPr/>
                <p:nvPr/>
              </p:nvSpPr>
              <p:spPr>
                <a:xfrm>
                  <a:off x="234738" y="2140647"/>
                  <a:ext cx="769284" cy="287982"/>
                </a:xfrm>
                <a:prstGeom prst="flowChartTerminator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t/>
                  </a:r>
                  <a:endParaRPr b="0" i="0" sz="800" u="none" cap="none" strike="noStrike">
                    <a:solidFill>
                      <a:srgbClr val="2E2E2E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325" name="Google Shape;325;p62"/>
                <p:cNvSpPr txBox="1"/>
                <p:nvPr/>
              </p:nvSpPr>
              <p:spPr>
                <a:xfrm>
                  <a:off x="412237" y="2158623"/>
                  <a:ext cx="517500" cy="2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1" lang="es" sz="700">
                      <a:solidFill>
                        <a:srgbClr val="2C2C2C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rPr>
                    <a:t>Smart Vista</a:t>
                  </a:r>
                  <a:endParaRPr b="1" i="0" sz="1100" u="none" cap="none" strike="noStrike">
                    <a:solidFill>
                      <a:srgbClr val="2C2C2C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</p:grpSp>
          <p:sp>
            <p:nvSpPr>
              <p:cNvPr id="326" name="Google Shape;326;p62"/>
              <p:cNvSpPr/>
              <p:nvPr/>
            </p:nvSpPr>
            <p:spPr>
              <a:xfrm>
                <a:off x="316803" y="2048854"/>
                <a:ext cx="461700" cy="461700"/>
              </a:xfrm>
              <a:prstGeom prst="ellipse">
                <a:avLst/>
              </a:prstGeom>
              <a:solidFill>
                <a:srgbClr val="FFE40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327" name="Google Shape;327;p6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95454" y="2261808"/>
              <a:ext cx="254424" cy="2353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8" name="Google Shape;328;p62"/>
          <p:cNvGrpSpPr/>
          <p:nvPr/>
        </p:nvGrpSpPr>
        <p:grpSpPr>
          <a:xfrm>
            <a:off x="296246" y="1988891"/>
            <a:ext cx="790296" cy="261461"/>
            <a:chOff x="316780" y="2567867"/>
            <a:chExt cx="1395543" cy="461700"/>
          </a:xfrm>
        </p:grpSpPr>
        <p:grpSp>
          <p:nvGrpSpPr>
            <p:cNvPr id="329" name="Google Shape;329;p62"/>
            <p:cNvGrpSpPr/>
            <p:nvPr/>
          </p:nvGrpSpPr>
          <p:grpSpPr>
            <a:xfrm>
              <a:off x="575150" y="2616696"/>
              <a:ext cx="1137173" cy="363865"/>
              <a:chOff x="234738" y="2426910"/>
              <a:chExt cx="900018" cy="287982"/>
            </a:xfrm>
          </p:grpSpPr>
          <p:sp>
            <p:nvSpPr>
              <p:cNvPr id="330" name="Google Shape;330;p62"/>
              <p:cNvSpPr/>
              <p:nvPr/>
            </p:nvSpPr>
            <p:spPr>
              <a:xfrm>
                <a:off x="234738" y="2426910"/>
                <a:ext cx="900018" cy="287982"/>
              </a:xfrm>
              <a:prstGeom prst="flowChartTerminator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25875" lIns="51775" spcFirstLastPara="1" rIns="51775" wrap="square" tIns="258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331" name="Google Shape;331;p62"/>
              <p:cNvSpPr txBox="1"/>
              <p:nvPr/>
            </p:nvSpPr>
            <p:spPr>
              <a:xfrm>
                <a:off x="406571" y="2444896"/>
                <a:ext cx="658500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b="1" i="0" lang="es" sz="600" u="none" cap="none" strike="noStrike">
                    <a:solidFill>
                      <a:srgbClr val="2C2C2C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App </a:t>
                </a:r>
                <a:endParaRPr b="1" i="0" sz="600" u="none" cap="none" strike="noStrike">
                  <a:solidFill>
                    <a:srgbClr val="2C2C2C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b="1" i="0" lang="es" sz="600" u="none" cap="none" strike="noStrike">
                    <a:solidFill>
                      <a:srgbClr val="2C2C2C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BanCoppel</a:t>
                </a:r>
                <a:endParaRPr b="1" i="0" sz="600" u="none" cap="none" strike="noStrike">
                  <a:solidFill>
                    <a:srgbClr val="2C2C2C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332" name="Google Shape;332;p62"/>
            <p:cNvSpPr/>
            <p:nvPr/>
          </p:nvSpPr>
          <p:spPr>
            <a:xfrm>
              <a:off x="316780" y="2567867"/>
              <a:ext cx="461700" cy="4617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51775" lIns="51775" spcFirstLastPara="1" rIns="51775" wrap="square" tIns="51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3" name="Google Shape;333;p6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91799" y="2639605"/>
              <a:ext cx="311715" cy="3116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4" name="Google Shape;334;p62"/>
          <p:cNvGrpSpPr/>
          <p:nvPr/>
        </p:nvGrpSpPr>
        <p:grpSpPr>
          <a:xfrm>
            <a:off x="296220" y="2580009"/>
            <a:ext cx="771859" cy="255426"/>
            <a:chOff x="412165" y="2722447"/>
            <a:chExt cx="955508" cy="316200"/>
          </a:xfrm>
        </p:grpSpPr>
        <p:grpSp>
          <p:nvGrpSpPr>
            <p:cNvPr id="335" name="Google Shape;335;p62"/>
            <p:cNvGrpSpPr/>
            <p:nvPr/>
          </p:nvGrpSpPr>
          <p:grpSpPr>
            <a:xfrm>
              <a:off x="589067" y="2755908"/>
              <a:ext cx="778606" cy="249133"/>
              <a:chOff x="234738" y="2310360"/>
              <a:chExt cx="900018" cy="287982"/>
            </a:xfrm>
          </p:grpSpPr>
          <p:sp>
            <p:nvSpPr>
              <p:cNvPr id="336" name="Google Shape;336;p62"/>
              <p:cNvSpPr txBox="1"/>
              <p:nvPr/>
            </p:nvSpPr>
            <p:spPr>
              <a:xfrm>
                <a:off x="433798" y="2328348"/>
                <a:ext cx="501900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b="1" i="0" lang="es" sz="600" u="none" cap="none" strike="noStrike">
                    <a:solidFill>
                      <a:srgbClr val="2E2E2E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SiWeb</a:t>
                </a:r>
                <a:endParaRPr b="1" i="0" sz="600" u="none" cap="none" strike="noStrike">
                  <a:solidFill>
                    <a:srgbClr val="2E2E2E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337" name="Google Shape;337;p62"/>
              <p:cNvSpPr/>
              <p:nvPr/>
            </p:nvSpPr>
            <p:spPr>
              <a:xfrm>
                <a:off x="234738" y="2310360"/>
                <a:ext cx="900018" cy="287982"/>
              </a:xfrm>
              <a:prstGeom prst="flowChartTerminator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25300" lIns="50575" spcFirstLastPara="1" rIns="50575" wrap="square" tIns="253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b="1" i="0" lang="es" sz="600" u="none" cap="none" strike="noStrike">
                    <a:solidFill>
                      <a:srgbClr val="2E2E2E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SIWEB</a:t>
                </a:r>
                <a:endParaRPr b="1" i="0" sz="600" u="none" cap="none" strike="noStrike">
                  <a:solidFill>
                    <a:srgbClr val="2E2E2E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338" name="Google Shape;338;p62"/>
            <p:cNvSpPr/>
            <p:nvPr/>
          </p:nvSpPr>
          <p:spPr>
            <a:xfrm>
              <a:off x="412165" y="2722447"/>
              <a:ext cx="316200" cy="31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50575" lIns="50575" spcFirstLastPara="1" rIns="50575" wrap="square" tIns="50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9" name="Google Shape;339;p6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3440" y="2783194"/>
              <a:ext cx="193554" cy="17804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62"/>
          <p:cNvGrpSpPr/>
          <p:nvPr/>
        </p:nvGrpSpPr>
        <p:grpSpPr>
          <a:xfrm>
            <a:off x="442554" y="3557013"/>
            <a:ext cx="643963" cy="206051"/>
            <a:chOff x="234738" y="2373278"/>
            <a:chExt cx="900018" cy="287982"/>
          </a:xfrm>
        </p:grpSpPr>
        <p:sp>
          <p:nvSpPr>
            <p:cNvPr id="341" name="Google Shape;341;p62"/>
            <p:cNvSpPr/>
            <p:nvPr/>
          </p:nvSpPr>
          <p:spPr>
            <a:xfrm>
              <a:off x="234738" y="2373278"/>
              <a:ext cx="900018" cy="287982"/>
            </a:xfrm>
            <a:prstGeom prst="flowChartTerminator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25875" lIns="51775" spcFirstLastPara="1" rIns="51775" wrap="square" tIns="25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rgbClr val="2E2E2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2" name="Google Shape;342;p62"/>
            <p:cNvSpPr txBox="1"/>
            <p:nvPr/>
          </p:nvSpPr>
          <p:spPr>
            <a:xfrm>
              <a:off x="387090" y="2382266"/>
              <a:ext cx="7476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es" sz="800">
                  <a:solidFill>
                    <a:srgbClr val="2C2C2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CAT</a:t>
              </a:r>
              <a:endParaRPr b="1" i="0" sz="800" u="none" cap="none" strike="noStrike">
                <a:solidFill>
                  <a:srgbClr val="2C2C2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43" name="Google Shape;343;p62"/>
          <p:cNvSpPr/>
          <p:nvPr/>
        </p:nvSpPr>
        <p:spPr>
          <a:xfrm>
            <a:off x="296246" y="3529399"/>
            <a:ext cx="261600" cy="26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51775" lIns="51775" spcFirstLastPara="1" rIns="51775" wrap="square" tIns="51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6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8723" y="3574734"/>
            <a:ext cx="176524" cy="176524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62"/>
          <p:cNvSpPr/>
          <p:nvPr/>
        </p:nvSpPr>
        <p:spPr>
          <a:xfrm>
            <a:off x="4487825" y="2205700"/>
            <a:ext cx="2464800" cy="77100"/>
          </a:xfrm>
          <a:prstGeom prst="chevron">
            <a:avLst>
              <a:gd fmla="val 36743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550"/>
              <a:t>Pruebas</a:t>
            </a:r>
            <a:endParaRPr i="0" sz="550" u="none" cap="none" strike="noStrike">
              <a:solidFill>
                <a:srgbClr val="000000"/>
              </a:solidFill>
            </a:endParaRPr>
          </a:p>
        </p:txBody>
      </p:sp>
      <p:sp>
        <p:nvSpPr>
          <p:cNvPr id="346" name="Google Shape;346;p62"/>
          <p:cNvSpPr/>
          <p:nvPr/>
        </p:nvSpPr>
        <p:spPr>
          <a:xfrm>
            <a:off x="4824450" y="3707275"/>
            <a:ext cx="933900" cy="85500"/>
          </a:xfrm>
          <a:prstGeom prst="chevron">
            <a:avLst>
              <a:gd fmla="val 36743" name="adj"/>
            </a:avLst>
          </a:prstGeom>
          <a:solidFill>
            <a:srgbClr val="F1C232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550">
                <a:solidFill>
                  <a:schemeClr val="dk2"/>
                </a:solidFill>
              </a:rPr>
              <a:t>Desarrollo</a:t>
            </a:r>
            <a:endParaRPr b="1" i="0" sz="5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2"/>
          <p:cNvSpPr/>
          <p:nvPr/>
        </p:nvSpPr>
        <p:spPr>
          <a:xfrm>
            <a:off x="0" y="5335300"/>
            <a:ext cx="9144000" cy="133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62"/>
          <p:cNvSpPr/>
          <p:nvPr/>
        </p:nvSpPr>
        <p:spPr>
          <a:xfrm>
            <a:off x="4783437" y="2587032"/>
            <a:ext cx="1331700" cy="96900"/>
          </a:xfrm>
          <a:prstGeom prst="chevron">
            <a:avLst>
              <a:gd fmla="val 36743" name="adj"/>
            </a:avLst>
          </a:prstGeom>
          <a:solidFill>
            <a:srgbClr val="F1C232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i="0" lang="es" sz="550" u="none" cap="none" strike="noStrike">
                <a:solidFill>
                  <a:schemeClr val="dk1"/>
                </a:solidFill>
              </a:rPr>
              <a:t>Desarrollo</a:t>
            </a:r>
            <a:endParaRPr i="0" sz="550" u="none" cap="none" strike="noStrike">
              <a:solidFill>
                <a:schemeClr val="dk1"/>
              </a:solidFill>
            </a:endParaRPr>
          </a:p>
        </p:txBody>
      </p:sp>
      <p:sp>
        <p:nvSpPr>
          <p:cNvPr id="349" name="Google Shape;349;p62"/>
          <p:cNvSpPr/>
          <p:nvPr/>
        </p:nvSpPr>
        <p:spPr>
          <a:xfrm>
            <a:off x="2822750" y="3067834"/>
            <a:ext cx="1426800" cy="85500"/>
          </a:xfrm>
          <a:prstGeom prst="chevron">
            <a:avLst>
              <a:gd fmla="val 36743" name="adj"/>
            </a:avLst>
          </a:prstGeom>
          <a:solidFill>
            <a:srgbClr val="6FA8DC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550">
                <a:solidFill>
                  <a:schemeClr val="dk1"/>
                </a:solidFill>
              </a:rPr>
              <a:t>Análisis y Diseño </a:t>
            </a:r>
            <a:endParaRPr i="0" sz="550" u="none" cap="none" strike="noStrike">
              <a:solidFill>
                <a:schemeClr val="dk1"/>
              </a:solidFill>
            </a:endParaRPr>
          </a:p>
        </p:txBody>
      </p:sp>
      <p:sp>
        <p:nvSpPr>
          <p:cNvPr id="350" name="Google Shape;350;p62"/>
          <p:cNvSpPr/>
          <p:nvPr/>
        </p:nvSpPr>
        <p:spPr>
          <a:xfrm>
            <a:off x="5449201" y="3358460"/>
            <a:ext cx="1202700" cy="77100"/>
          </a:xfrm>
          <a:prstGeom prst="chevron">
            <a:avLst>
              <a:gd fmla="val 36743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500">
                <a:solidFill>
                  <a:schemeClr val="dk1"/>
                </a:solidFill>
              </a:rPr>
              <a:t>Pruebas Unitarias</a:t>
            </a:r>
            <a:endParaRPr i="0" sz="500" u="none" cap="none" strike="noStrike">
              <a:solidFill>
                <a:schemeClr val="dk1"/>
              </a:solidFill>
            </a:endParaRPr>
          </a:p>
        </p:txBody>
      </p:sp>
      <p:sp>
        <p:nvSpPr>
          <p:cNvPr id="351" name="Google Shape;351;p62"/>
          <p:cNvSpPr/>
          <p:nvPr/>
        </p:nvSpPr>
        <p:spPr>
          <a:xfrm>
            <a:off x="3353775" y="1240175"/>
            <a:ext cx="2018100" cy="77100"/>
          </a:xfrm>
          <a:prstGeom prst="chevron">
            <a:avLst>
              <a:gd fmla="val 36743" name="adj"/>
            </a:avLst>
          </a:prstGeom>
          <a:solidFill>
            <a:srgbClr val="6FA8DC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500"/>
              <a:t>Análisis</a:t>
            </a:r>
            <a:r>
              <a:rPr lang="es" sz="500"/>
              <a:t> y </a:t>
            </a:r>
            <a:r>
              <a:rPr lang="es" sz="500"/>
              <a:t>diseño</a:t>
            </a:r>
            <a:endParaRPr i="0" sz="500" u="none" cap="none" strike="noStrike">
              <a:solidFill>
                <a:srgbClr val="000000"/>
              </a:solidFill>
            </a:endParaRPr>
          </a:p>
        </p:txBody>
      </p:sp>
      <p:sp>
        <p:nvSpPr>
          <p:cNvPr id="352" name="Google Shape;352;p62"/>
          <p:cNvSpPr/>
          <p:nvPr/>
        </p:nvSpPr>
        <p:spPr>
          <a:xfrm>
            <a:off x="4118325" y="1408150"/>
            <a:ext cx="2692200" cy="85500"/>
          </a:xfrm>
          <a:prstGeom prst="chevron">
            <a:avLst>
              <a:gd fmla="val 36743" name="adj"/>
            </a:avLst>
          </a:prstGeom>
          <a:solidFill>
            <a:srgbClr val="F1C232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500"/>
              <a:t>Desarrollo</a:t>
            </a:r>
            <a:endParaRPr i="0" sz="500" u="none" cap="none" strike="noStrike">
              <a:solidFill>
                <a:srgbClr val="000000"/>
              </a:solidFill>
            </a:endParaRPr>
          </a:p>
        </p:txBody>
      </p:sp>
      <p:sp>
        <p:nvSpPr>
          <p:cNvPr id="353" name="Google Shape;353;p62"/>
          <p:cNvSpPr/>
          <p:nvPr/>
        </p:nvSpPr>
        <p:spPr>
          <a:xfrm>
            <a:off x="5319513" y="1569900"/>
            <a:ext cx="933900" cy="85500"/>
          </a:xfrm>
          <a:prstGeom prst="chevron">
            <a:avLst>
              <a:gd fmla="val 36743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550"/>
              <a:t>Pruebas Unitarias</a:t>
            </a:r>
            <a:endParaRPr i="0" sz="550" u="none" cap="none" strike="noStrike">
              <a:solidFill>
                <a:srgbClr val="000000"/>
              </a:solidFill>
            </a:endParaRPr>
          </a:p>
        </p:txBody>
      </p:sp>
      <p:sp>
        <p:nvSpPr>
          <p:cNvPr id="354" name="Google Shape;354;p62"/>
          <p:cNvSpPr/>
          <p:nvPr/>
        </p:nvSpPr>
        <p:spPr>
          <a:xfrm>
            <a:off x="427314" y="4075173"/>
            <a:ext cx="643950" cy="206064"/>
          </a:xfrm>
          <a:prstGeom prst="flowChartTerminator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25875" lIns="51775" spcFirstLastPara="1" rIns="51775" wrap="square" tIns="25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2E2E2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p62"/>
          <p:cNvSpPr txBox="1"/>
          <p:nvPr/>
        </p:nvSpPr>
        <p:spPr>
          <a:xfrm>
            <a:off x="582042" y="4096844"/>
            <a:ext cx="5349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s" sz="700">
                <a:solidFill>
                  <a:srgbClr val="2C2C2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</a:t>
            </a:r>
            <a:r>
              <a:rPr b="1" lang="es" sz="700">
                <a:solidFill>
                  <a:srgbClr val="2C2C2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Cobranza</a:t>
            </a:r>
            <a:endParaRPr b="1" i="0" sz="700" u="none" cap="none" strike="noStrike">
              <a:solidFill>
                <a:srgbClr val="2C2C2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6" name="Google Shape;356;p62"/>
          <p:cNvSpPr/>
          <p:nvPr/>
        </p:nvSpPr>
        <p:spPr>
          <a:xfrm>
            <a:off x="7414590" y="4295258"/>
            <a:ext cx="396900" cy="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1" lang="es" sz="500">
                <a:latin typeface="Montserrat"/>
                <a:ea typeface="Montserrat"/>
                <a:cs typeface="Montserrat"/>
                <a:sym typeface="Montserrat"/>
              </a:rPr>
              <a:t>Sing Off</a:t>
            </a:r>
            <a:endParaRPr b="1" i="1" sz="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7" name="Google Shape;357;p62"/>
          <p:cNvCxnSpPr/>
          <p:nvPr/>
        </p:nvCxnSpPr>
        <p:spPr>
          <a:xfrm rot="10800000">
            <a:off x="1222391" y="4041125"/>
            <a:ext cx="7499100" cy="0"/>
          </a:xfrm>
          <a:prstGeom prst="straightConnector1">
            <a:avLst/>
          </a:prstGeom>
          <a:noFill/>
          <a:ln cap="flat" cmpd="sng" w="71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8" name="Google Shape;358;p62"/>
          <p:cNvCxnSpPr/>
          <p:nvPr/>
        </p:nvCxnSpPr>
        <p:spPr>
          <a:xfrm>
            <a:off x="7606155" y="1017660"/>
            <a:ext cx="13800" cy="3333300"/>
          </a:xfrm>
          <a:prstGeom prst="straightConnector1">
            <a:avLst/>
          </a:prstGeom>
          <a:noFill/>
          <a:ln cap="flat" cmpd="sng" w="14300">
            <a:solidFill>
              <a:srgbClr val="6D9E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9" name="Google Shape;359;p62"/>
          <p:cNvSpPr/>
          <p:nvPr/>
        </p:nvSpPr>
        <p:spPr>
          <a:xfrm>
            <a:off x="3572525" y="2581997"/>
            <a:ext cx="1121400" cy="96900"/>
          </a:xfrm>
          <a:prstGeom prst="chevron">
            <a:avLst>
              <a:gd fmla="val 36743" name="adj"/>
            </a:avLst>
          </a:prstGeom>
          <a:solidFill>
            <a:srgbClr val="6FA8DC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550"/>
              <a:t>Análisis y Diseño</a:t>
            </a:r>
            <a:endParaRPr i="0" sz="550" u="none" cap="none" strike="noStrike">
              <a:solidFill>
                <a:srgbClr val="000000"/>
              </a:solidFill>
            </a:endParaRPr>
          </a:p>
        </p:txBody>
      </p:sp>
      <p:sp>
        <p:nvSpPr>
          <p:cNvPr id="360" name="Google Shape;360;p62"/>
          <p:cNvSpPr/>
          <p:nvPr/>
        </p:nvSpPr>
        <p:spPr>
          <a:xfrm>
            <a:off x="5911350" y="2722500"/>
            <a:ext cx="534900" cy="94800"/>
          </a:xfrm>
          <a:prstGeom prst="chevron">
            <a:avLst>
              <a:gd fmla="val 36743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450"/>
              <a:t>Pruebas Unitarias</a:t>
            </a:r>
            <a:endParaRPr i="0" sz="450" u="none" cap="none" strike="noStrike">
              <a:solidFill>
                <a:srgbClr val="000000"/>
              </a:solidFill>
            </a:endParaRPr>
          </a:p>
        </p:txBody>
      </p:sp>
      <p:sp>
        <p:nvSpPr>
          <p:cNvPr id="361" name="Google Shape;361;p62"/>
          <p:cNvSpPr/>
          <p:nvPr/>
        </p:nvSpPr>
        <p:spPr>
          <a:xfrm>
            <a:off x="3300325" y="3236510"/>
            <a:ext cx="2955600" cy="85500"/>
          </a:xfrm>
          <a:prstGeom prst="chevron">
            <a:avLst>
              <a:gd fmla="val 36743" name="adj"/>
            </a:avLst>
          </a:prstGeom>
          <a:solidFill>
            <a:srgbClr val="F1C232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550"/>
              <a:t>Desarrollo</a:t>
            </a:r>
            <a:endParaRPr i="0" sz="550" u="none" cap="none" strike="noStrike">
              <a:solidFill>
                <a:srgbClr val="000000"/>
              </a:solidFill>
            </a:endParaRPr>
          </a:p>
        </p:txBody>
      </p:sp>
      <p:sp>
        <p:nvSpPr>
          <p:cNvPr id="362" name="Google Shape;362;p62"/>
          <p:cNvSpPr/>
          <p:nvPr/>
        </p:nvSpPr>
        <p:spPr>
          <a:xfrm>
            <a:off x="334346" y="4043749"/>
            <a:ext cx="261600" cy="2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775" lIns="51775" spcFirstLastPara="1" rIns="51775" wrap="square" tIns="51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62" title="Captura de pantalla 2026-07-01 a la(s) 10.53.18 a.m.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6400" y="4081631"/>
            <a:ext cx="176525" cy="195094"/>
          </a:xfrm>
          <a:prstGeom prst="rect">
            <a:avLst/>
          </a:prstGeom>
          <a:solidFill>
            <a:srgbClr val="E06666"/>
          </a:solidFill>
          <a:ln>
            <a:noFill/>
          </a:ln>
        </p:spPr>
      </p:pic>
      <p:sp>
        <p:nvSpPr>
          <p:cNvPr id="364" name="Google Shape;364;p62"/>
          <p:cNvSpPr/>
          <p:nvPr/>
        </p:nvSpPr>
        <p:spPr>
          <a:xfrm>
            <a:off x="2767400" y="4176450"/>
            <a:ext cx="1202700" cy="85500"/>
          </a:xfrm>
          <a:prstGeom prst="chevron">
            <a:avLst>
              <a:gd fmla="val 36743" name="adj"/>
            </a:avLst>
          </a:prstGeom>
          <a:solidFill>
            <a:srgbClr val="6FA8DC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550">
                <a:solidFill>
                  <a:schemeClr val="dk2"/>
                </a:solidFill>
              </a:rPr>
              <a:t>Análisis y Diseño</a:t>
            </a:r>
            <a:endParaRPr b="1" i="0" sz="5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2"/>
          <p:cNvSpPr/>
          <p:nvPr/>
        </p:nvSpPr>
        <p:spPr>
          <a:xfrm>
            <a:off x="4009858" y="4164417"/>
            <a:ext cx="3092400" cy="94800"/>
          </a:xfrm>
          <a:prstGeom prst="chevron">
            <a:avLst>
              <a:gd fmla="val 36743" name="adj"/>
            </a:avLst>
          </a:prstGeom>
          <a:solidFill>
            <a:srgbClr val="F1C232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550">
                <a:solidFill>
                  <a:schemeClr val="dk2"/>
                </a:solidFill>
              </a:rPr>
              <a:t>Construcción</a:t>
            </a:r>
            <a:r>
              <a:rPr b="1" lang="es" sz="550">
                <a:solidFill>
                  <a:schemeClr val="dk2"/>
                </a:solidFill>
              </a:rPr>
              <a:t>, Pruebas y </a:t>
            </a:r>
            <a:r>
              <a:rPr b="1" lang="es" sz="550">
                <a:solidFill>
                  <a:schemeClr val="dk2"/>
                </a:solidFill>
              </a:rPr>
              <a:t>Liberación</a:t>
            </a:r>
            <a:endParaRPr b="1" i="0" sz="5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2"/>
          <p:cNvSpPr/>
          <p:nvPr/>
        </p:nvSpPr>
        <p:spPr>
          <a:xfrm>
            <a:off x="6473100" y="2730400"/>
            <a:ext cx="435900" cy="69000"/>
          </a:xfrm>
          <a:prstGeom prst="chevron">
            <a:avLst>
              <a:gd fmla="val 36743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450"/>
              <a:t>Pruebas SIT</a:t>
            </a:r>
            <a:endParaRPr i="0" sz="450" u="none" cap="none" strike="noStrike">
              <a:solidFill>
                <a:srgbClr val="000000"/>
              </a:solidFill>
            </a:endParaRPr>
          </a:p>
        </p:txBody>
      </p:sp>
      <p:sp>
        <p:nvSpPr>
          <p:cNvPr id="367" name="Google Shape;367;p62"/>
          <p:cNvSpPr/>
          <p:nvPr/>
        </p:nvSpPr>
        <p:spPr>
          <a:xfrm>
            <a:off x="6677275" y="3358727"/>
            <a:ext cx="435900" cy="69000"/>
          </a:xfrm>
          <a:prstGeom prst="chevron">
            <a:avLst>
              <a:gd fmla="val 36743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500">
                <a:solidFill>
                  <a:schemeClr val="dk1"/>
                </a:solidFill>
              </a:rPr>
              <a:t>Pruebas SIT</a:t>
            </a:r>
            <a:endParaRPr i="0" sz="500" u="none" cap="none" strike="noStrike">
              <a:solidFill>
                <a:schemeClr val="dk1"/>
              </a:solidFill>
            </a:endParaRPr>
          </a:p>
        </p:txBody>
      </p:sp>
      <p:sp>
        <p:nvSpPr>
          <p:cNvPr id="368" name="Google Shape;368;p62"/>
          <p:cNvSpPr/>
          <p:nvPr/>
        </p:nvSpPr>
        <p:spPr>
          <a:xfrm>
            <a:off x="7133845" y="3358370"/>
            <a:ext cx="445800" cy="69000"/>
          </a:xfrm>
          <a:prstGeom prst="chevron">
            <a:avLst>
              <a:gd fmla="val 36743" name="adj"/>
            </a:avLst>
          </a:prstGeom>
          <a:solidFill>
            <a:srgbClr val="93C47D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400">
                <a:solidFill>
                  <a:schemeClr val="dk1"/>
                </a:solidFill>
              </a:rPr>
              <a:t>Pruebas </a:t>
            </a:r>
            <a:r>
              <a:rPr lang="es" sz="450"/>
              <a:t>UAT</a:t>
            </a:r>
            <a:endParaRPr i="0" sz="400" u="none" cap="none" strike="noStrike">
              <a:solidFill>
                <a:schemeClr val="dk1"/>
              </a:solidFill>
            </a:endParaRPr>
          </a:p>
        </p:txBody>
      </p:sp>
      <p:sp>
        <p:nvSpPr>
          <p:cNvPr id="369" name="Google Shape;369;p62"/>
          <p:cNvSpPr/>
          <p:nvPr/>
        </p:nvSpPr>
        <p:spPr>
          <a:xfrm>
            <a:off x="5794925" y="3702500"/>
            <a:ext cx="534900" cy="97200"/>
          </a:xfrm>
          <a:prstGeom prst="chevron">
            <a:avLst>
              <a:gd fmla="val 36743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450"/>
              <a:t>Pruebas Unitarias</a:t>
            </a:r>
            <a:endParaRPr i="0" sz="450" u="none" cap="none" strike="noStrike">
              <a:solidFill>
                <a:srgbClr val="000000"/>
              </a:solidFill>
            </a:endParaRPr>
          </a:p>
        </p:txBody>
      </p:sp>
      <p:sp>
        <p:nvSpPr>
          <p:cNvPr id="370" name="Google Shape;370;p62"/>
          <p:cNvSpPr/>
          <p:nvPr/>
        </p:nvSpPr>
        <p:spPr>
          <a:xfrm>
            <a:off x="6333568" y="3699977"/>
            <a:ext cx="396900" cy="97200"/>
          </a:xfrm>
          <a:prstGeom prst="chevron">
            <a:avLst>
              <a:gd fmla="val 36743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450"/>
              <a:t>Pruebas SIT</a:t>
            </a:r>
            <a:endParaRPr i="0" sz="450" u="none" cap="none" strike="noStrike">
              <a:solidFill>
                <a:srgbClr val="000000"/>
              </a:solidFill>
            </a:endParaRPr>
          </a:p>
        </p:txBody>
      </p:sp>
      <p:sp>
        <p:nvSpPr>
          <p:cNvPr id="371" name="Google Shape;371;p62"/>
          <p:cNvSpPr/>
          <p:nvPr/>
        </p:nvSpPr>
        <p:spPr>
          <a:xfrm>
            <a:off x="7086290" y="2730407"/>
            <a:ext cx="476100" cy="77100"/>
          </a:xfrm>
          <a:prstGeom prst="chevron">
            <a:avLst>
              <a:gd fmla="val 36743" name="adj"/>
            </a:avLst>
          </a:prstGeom>
          <a:solidFill>
            <a:srgbClr val="93C47D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450"/>
              <a:t>Pruebas UAT</a:t>
            </a:r>
            <a:endParaRPr sz="450"/>
          </a:p>
        </p:txBody>
      </p:sp>
      <p:sp>
        <p:nvSpPr>
          <p:cNvPr id="372" name="Google Shape;372;p62"/>
          <p:cNvSpPr/>
          <p:nvPr/>
        </p:nvSpPr>
        <p:spPr>
          <a:xfrm>
            <a:off x="7086290" y="2175972"/>
            <a:ext cx="476100" cy="77100"/>
          </a:xfrm>
          <a:prstGeom prst="chevron">
            <a:avLst>
              <a:gd fmla="val 36743" name="adj"/>
            </a:avLst>
          </a:prstGeom>
          <a:solidFill>
            <a:srgbClr val="93C47D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450"/>
              <a:t>Pruebas UAT</a:t>
            </a:r>
            <a:endParaRPr i="0" sz="450" u="none" cap="none" strike="noStrike">
              <a:solidFill>
                <a:srgbClr val="000000"/>
              </a:solidFill>
            </a:endParaRPr>
          </a:p>
        </p:txBody>
      </p:sp>
      <p:sp>
        <p:nvSpPr>
          <p:cNvPr id="373" name="Google Shape;373;p62"/>
          <p:cNvSpPr/>
          <p:nvPr/>
        </p:nvSpPr>
        <p:spPr>
          <a:xfrm>
            <a:off x="7137586" y="3721002"/>
            <a:ext cx="476100" cy="77100"/>
          </a:xfrm>
          <a:prstGeom prst="chevron">
            <a:avLst>
              <a:gd fmla="val 36743" name="adj"/>
            </a:avLst>
          </a:prstGeom>
          <a:solidFill>
            <a:srgbClr val="93C47D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450"/>
              <a:t>Pruebas UAT</a:t>
            </a:r>
            <a:endParaRPr sz="450"/>
          </a:p>
        </p:txBody>
      </p:sp>
      <p:sp>
        <p:nvSpPr>
          <p:cNvPr id="374" name="Google Shape;374;p62"/>
          <p:cNvSpPr/>
          <p:nvPr/>
        </p:nvSpPr>
        <p:spPr>
          <a:xfrm>
            <a:off x="7111539" y="1581615"/>
            <a:ext cx="476100" cy="77100"/>
          </a:xfrm>
          <a:prstGeom prst="chevron">
            <a:avLst>
              <a:gd fmla="val 36743" name="adj"/>
            </a:avLst>
          </a:prstGeom>
          <a:solidFill>
            <a:srgbClr val="93C47D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450"/>
              <a:t>Pruebas UAT</a:t>
            </a:r>
            <a:endParaRPr i="0" sz="450" u="none" cap="none" strike="noStrike">
              <a:solidFill>
                <a:srgbClr val="000000"/>
              </a:solidFill>
            </a:endParaRPr>
          </a:p>
        </p:txBody>
      </p:sp>
      <p:sp>
        <p:nvSpPr>
          <p:cNvPr id="375" name="Google Shape;375;p62"/>
          <p:cNvSpPr/>
          <p:nvPr/>
        </p:nvSpPr>
        <p:spPr>
          <a:xfrm>
            <a:off x="7129966" y="4178200"/>
            <a:ext cx="476100" cy="77100"/>
          </a:xfrm>
          <a:prstGeom prst="chevron">
            <a:avLst>
              <a:gd fmla="val 36743" name="adj"/>
            </a:avLst>
          </a:prstGeom>
          <a:solidFill>
            <a:srgbClr val="93C47D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450"/>
              <a:t>Pruebas UAT</a:t>
            </a:r>
            <a:endParaRPr sz="450"/>
          </a:p>
        </p:txBody>
      </p:sp>
      <p:sp>
        <p:nvSpPr>
          <p:cNvPr id="376" name="Google Shape;376;p62"/>
          <p:cNvSpPr/>
          <p:nvPr/>
        </p:nvSpPr>
        <p:spPr>
          <a:xfrm>
            <a:off x="4202350" y="3704975"/>
            <a:ext cx="609600" cy="77100"/>
          </a:xfrm>
          <a:prstGeom prst="chevron">
            <a:avLst>
              <a:gd fmla="val 36743" name="adj"/>
            </a:avLst>
          </a:prstGeom>
          <a:solidFill>
            <a:srgbClr val="FF0000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450">
                <a:solidFill>
                  <a:schemeClr val="lt1"/>
                </a:solidFill>
              </a:rPr>
              <a:t>Equipo de Desarrollo</a:t>
            </a:r>
            <a:endParaRPr i="0" sz="450" u="none" cap="none" strike="noStrike">
              <a:solidFill>
                <a:schemeClr val="lt1"/>
              </a:solidFill>
            </a:endParaRPr>
          </a:p>
        </p:txBody>
      </p:sp>
      <p:sp>
        <p:nvSpPr>
          <p:cNvPr id="377" name="Google Shape;377;p62"/>
          <p:cNvSpPr/>
          <p:nvPr/>
        </p:nvSpPr>
        <p:spPr>
          <a:xfrm>
            <a:off x="6258596" y="1577520"/>
            <a:ext cx="839400" cy="77100"/>
          </a:xfrm>
          <a:prstGeom prst="chevron">
            <a:avLst>
              <a:gd fmla="val 36743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lang="es" sz="550"/>
              <a:t>Pruebas SIT</a:t>
            </a:r>
            <a:endParaRPr i="0" sz="550" u="none" cap="none" strike="noStrike">
              <a:solidFill>
                <a:srgbClr val="000000"/>
              </a:solidFill>
            </a:endParaRPr>
          </a:p>
        </p:txBody>
      </p:sp>
      <p:sp>
        <p:nvSpPr>
          <p:cNvPr id="378" name="Google Shape;378;p62"/>
          <p:cNvSpPr/>
          <p:nvPr/>
        </p:nvSpPr>
        <p:spPr>
          <a:xfrm>
            <a:off x="359700" y="4748800"/>
            <a:ext cx="1882200" cy="1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500"/>
              <a:t>*</a:t>
            </a:r>
            <a:r>
              <a:rPr i="1" lang="es" sz="500"/>
              <a:t>Fecha de plan detallado por parte de cobranza 3 de julio</a:t>
            </a:r>
            <a:endParaRPr i="1" sz="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3"/>
          <p:cNvSpPr txBox="1"/>
          <p:nvPr/>
        </p:nvSpPr>
        <p:spPr>
          <a:xfrm>
            <a:off x="4882" y="-21007"/>
            <a:ext cx="6187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" sz="19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 </a:t>
            </a:r>
            <a:r>
              <a:rPr b="1" lang="es" sz="19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R4</a:t>
            </a:r>
            <a:endParaRPr b="1" i="0" sz="1900" u="none" cap="none" strike="noStrike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84" name="Google Shape;384;p63"/>
          <p:cNvCxnSpPr/>
          <p:nvPr/>
        </p:nvCxnSpPr>
        <p:spPr>
          <a:xfrm>
            <a:off x="8745450" y="443263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" name="Google Shape;385;p63"/>
          <p:cNvCxnSpPr/>
          <p:nvPr/>
        </p:nvCxnSpPr>
        <p:spPr>
          <a:xfrm>
            <a:off x="6896632" y="443263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86" name="Google Shape;38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36458" y="2324612"/>
            <a:ext cx="129057" cy="12905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7" name="Google Shape;387;p63"/>
          <p:cNvGraphicFramePr/>
          <p:nvPr/>
        </p:nvGraphicFramePr>
        <p:xfrm>
          <a:off x="2695698" y="387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{8536CE9B-CAEF-477A-A7DA-BC44D836AE07}</a:tableStyleId>
              </a:tblPr>
              <a:tblGrid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  <a:gridCol w="169525"/>
              </a:tblGrid>
              <a:tr h="169175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JUNIO</a:t>
                      </a:r>
                      <a:endParaRPr b="1" sz="7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JULIO</a:t>
                      </a:r>
                      <a:endParaRPr sz="12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Agosto</a:t>
                      </a:r>
                      <a:endParaRPr b="1" sz="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Septiembre</a:t>
                      </a:r>
                      <a:endParaRPr b="1" sz="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Octubre</a:t>
                      </a:r>
                      <a:endParaRPr b="1" sz="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Noviembre</a:t>
                      </a:r>
                      <a:endParaRPr b="1" sz="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Diciembre</a:t>
                      </a:r>
                      <a:endParaRPr b="1" sz="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AA7"/>
                    </a:solidFill>
                  </a:tcPr>
                </a:tc>
                <a:tc hMerge="1"/>
                <a:tc hMerge="1"/>
                <a:tc hMerge="1"/>
                <a:tc hMerge="1"/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S5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</a:t>
                      </a: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</a:t>
                      </a: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s" sz="7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</a:t>
                      </a: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S1</a:t>
                      </a:r>
                      <a:endParaRPr sz="1200"/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S5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S1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S2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S3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S4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S5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8100" marB="8100" marR="8100" marL="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9B9B"/>
                    </a:solidFill>
                  </a:tcPr>
                </a:tc>
              </a:tr>
              <a:tr h="406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B2B2B2"/>
                        </a:solidFill>
                        <a:highlight>
                          <a:srgbClr val="BCBCBC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B9B9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pSp>
        <p:nvGrpSpPr>
          <p:cNvPr id="388" name="Google Shape;388;p63"/>
          <p:cNvGrpSpPr/>
          <p:nvPr/>
        </p:nvGrpSpPr>
        <p:grpSpPr>
          <a:xfrm>
            <a:off x="247477" y="387594"/>
            <a:ext cx="1235629" cy="387695"/>
            <a:chOff x="459907" y="2217805"/>
            <a:chExt cx="928905" cy="348583"/>
          </a:xfrm>
        </p:grpSpPr>
        <p:grpSp>
          <p:nvGrpSpPr>
            <p:cNvPr id="389" name="Google Shape;389;p63"/>
            <p:cNvGrpSpPr/>
            <p:nvPr/>
          </p:nvGrpSpPr>
          <p:grpSpPr>
            <a:xfrm>
              <a:off x="459907" y="2217805"/>
              <a:ext cx="928905" cy="348583"/>
              <a:chOff x="316803" y="2048854"/>
              <a:chExt cx="1230337" cy="461700"/>
            </a:xfrm>
          </p:grpSpPr>
          <p:grpSp>
            <p:nvGrpSpPr>
              <p:cNvPr id="390" name="Google Shape;390;p63"/>
              <p:cNvGrpSpPr/>
              <p:nvPr/>
            </p:nvGrpSpPr>
            <p:grpSpPr>
              <a:xfrm>
                <a:off x="575150" y="2097698"/>
                <a:ext cx="971990" cy="363865"/>
                <a:chOff x="234738" y="2140647"/>
                <a:chExt cx="769284" cy="287982"/>
              </a:xfrm>
            </p:grpSpPr>
            <p:sp>
              <p:nvSpPr>
                <p:cNvPr id="391" name="Google Shape;391;p63"/>
                <p:cNvSpPr/>
                <p:nvPr/>
              </p:nvSpPr>
              <p:spPr>
                <a:xfrm>
                  <a:off x="234738" y="2140647"/>
                  <a:ext cx="769284" cy="287982"/>
                </a:xfrm>
                <a:prstGeom prst="flowChartTerminator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t/>
                  </a:r>
                  <a:endParaRPr b="0" i="0" sz="800" u="none" cap="none" strike="noStrike">
                    <a:solidFill>
                      <a:srgbClr val="2E2E2E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392" name="Google Shape;392;p63"/>
                <p:cNvSpPr txBox="1"/>
                <p:nvPr/>
              </p:nvSpPr>
              <p:spPr>
                <a:xfrm>
                  <a:off x="412237" y="2158623"/>
                  <a:ext cx="517500" cy="2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1" i="0" lang="es" sz="500" u="none" cap="none" strike="noStrike">
                      <a:solidFill>
                        <a:srgbClr val="2C2C2C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rPr>
                    <a:t>SmartVista</a:t>
                  </a:r>
                  <a:endParaRPr b="1" i="0" sz="500" u="none" cap="none" strike="noStrike">
                    <a:solidFill>
                      <a:srgbClr val="2C2C2C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</p:grpSp>
          <p:sp>
            <p:nvSpPr>
              <p:cNvPr id="393" name="Google Shape;393;p63"/>
              <p:cNvSpPr/>
              <p:nvPr/>
            </p:nvSpPr>
            <p:spPr>
              <a:xfrm>
                <a:off x="316803" y="2048854"/>
                <a:ext cx="461700" cy="461700"/>
              </a:xfrm>
              <a:prstGeom prst="ellipse">
                <a:avLst/>
              </a:prstGeom>
              <a:solidFill>
                <a:srgbClr val="FFE40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394" name="Google Shape;394;p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454" y="2261808"/>
              <a:ext cx="254424" cy="2353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5" name="Google Shape;395;p63"/>
          <p:cNvSpPr txBox="1"/>
          <p:nvPr/>
        </p:nvSpPr>
        <p:spPr>
          <a:xfrm>
            <a:off x="76200" y="9906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Solicitud de Maquila automatizada.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96" name="Google Shape;396;p63"/>
          <p:cNvSpPr txBox="1"/>
          <p:nvPr/>
        </p:nvSpPr>
        <p:spPr>
          <a:xfrm>
            <a:off x="76200" y="2744350"/>
            <a:ext cx="258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Diferimiento de transacciones a Meses Con Intereses por campañas 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397" name="Google Shape;397;p63"/>
          <p:cNvSpPr txBox="1"/>
          <p:nvPr/>
        </p:nvSpPr>
        <p:spPr>
          <a:xfrm>
            <a:off x="76200" y="16764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chemeClr val="dk1"/>
                </a:solidFill>
              </a:rPr>
              <a:t>Disposición</a:t>
            </a:r>
            <a:r>
              <a:rPr lang="es" sz="750">
                <a:solidFill>
                  <a:schemeClr val="dk1"/>
                </a:solidFill>
              </a:rPr>
              <a:t> de efectivo  para App BanCoppel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98" name="Google Shape;398;p63"/>
          <p:cNvSpPr txBox="1"/>
          <p:nvPr/>
        </p:nvSpPr>
        <p:spPr>
          <a:xfrm>
            <a:off x="76200" y="2007113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Homologación de conceptos de comisiones.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99" name="Google Shape;399;p63"/>
          <p:cNvSpPr txBox="1"/>
          <p:nvPr/>
        </p:nvSpPr>
        <p:spPr>
          <a:xfrm>
            <a:off x="76200" y="2235713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Nueva regla de limitar saldo a favor (Auditoría).</a:t>
            </a:r>
            <a:endParaRPr b="1" sz="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00" name="Google Shape;400;p63"/>
          <p:cNvSpPr txBox="1"/>
          <p:nvPr/>
        </p:nvSpPr>
        <p:spPr>
          <a:xfrm>
            <a:off x="76200" y="1233738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Reglas del autorizador (88 reglas).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01" name="Google Shape;401;p63"/>
          <p:cNvSpPr txBox="1"/>
          <p:nvPr/>
        </p:nvSpPr>
        <p:spPr>
          <a:xfrm>
            <a:off x="76200" y="310546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Pruebas contabilidad (R2, R3,)</a:t>
            </a:r>
            <a:endParaRPr b="1" sz="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02" name="Google Shape;402;p63"/>
          <p:cNvSpPr txBox="1"/>
          <p:nvPr/>
        </p:nvSpPr>
        <p:spPr>
          <a:xfrm>
            <a:off x="76200" y="3486468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Cobranza (equipo SV)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Validar cuando entramos con pruebas de contabllidad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03" name="Google Shape;403;p63"/>
          <p:cNvSpPr/>
          <p:nvPr/>
        </p:nvSpPr>
        <p:spPr>
          <a:xfrm>
            <a:off x="3543325" y="1011600"/>
            <a:ext cx="2820600" cy="71700"/>
          </a:xfrm>
          <a:prstGeom prst="chevron">
            <a:avLst>
              <a:gd fmla="val 36743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A</a:t>
            </a:r>
            <a:r>
              <a:rPr b="1" lang="es" sz="400"/>
              <a:t>&amp;D y Desarrollo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63"/>
          <p:cNvSpPr/>
          <p:nvPr/>
        </p:nvSpPr>
        <p:spPr>
          <a:xfrm>
            <a:off x="2705125" y="1392600"/>
            <a:ext cx="4059300" cy="71700"/>
          </a:xfrm>
          <a:prstGeom prst="chevron">
            <a:avLst>
              <a:gd fmla="val 36743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AnálisisPRuebas Bloques 1 y 2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63"/>
          <p:cNvSpPr/>
          <p:nvPr/>
        </p:nvSpPr>
        <p:spPr>
          <a:xfrm>
            <a:off x="3619525" y="2112525"/>
            <a:ext cx="2095500" cy="71700"/>
          </a:xfrm>
          <a:prstGeom prst="chevron">
            <a:avLst>
              <a:gd fmla="val 0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Apificacion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63"/>
          <p:cNvSpPr/>
          <p:nvPr/>
        </p:nvSpPr>
        <p:spPr>
          <a:xfrm>
            <a:off x="5829325" y="1742275"/>
            <a:ext cx="1449000" cy="71700"/>
          </a:xfrm>
          <a:prstGeom prst="chevron">
            <a:avLst>
              <a:gd fmla="val 36743" name="adj"/>
            </a:avLst>
          </a:prstGeom>
          <a:solidFill>
            <a:srgbClr val="FDDA25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Pruebas unitarias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63"/>
          <p:cNvSpPr/>
          <p:nvPr/>
        </p:nvSpPr>
        <p:spPr>
          <a:xfrm>
            <a:off x="4912575" y="2496325"/>
            <a:ext cx="2095500" cy="71700"/>
          </a:xfrm>
          <a:prstGeom prst="chevron">
            <a:avLst>
              <a:gd fmla="val 0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Pruebas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63"/>
          <p:cNvSpPr/>
          <p:nvPr/>
        </p:nvSpPr>
        <p:spPr>
          <a:xfrm>
            <a:off x="4152925" y="3373800"/>
            <a:ext cx="2369700" cy="71700"/>
          </a:xfrm>
          <a:prstGeom prst="chevron">
            <a:avLst>
              <a:gd fmla="val 36743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Análisis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63"/>
          <p:cNvSpPr/>
          <p:nvPr/>
        </p:nvSpPr>
        <p:spPr>
          <a:xfrm>
            <a:off x="5829325" y="3678600"/>
            <a:ext cx="1512600" cy="71700"/>
          </a:xfrm>
          <a:prstGeom prst="chevron">
            <a:avLst>
              <a:gd fmla="val 36743" name="adj"/>
            </a:avLst>
          </a:prstGeom>
          <a:solidFill>
            <a:srgbClr val="87C54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Pruebas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63"/>
          <p:cNvSpPr/>
          <p:nvPr/>
        </p:nvSpPr>
        <p:spPr>
          <a:xfrm>
            <a:off x="3695725" y="1736900"/>
            <a:ext cx="2095500" cy="71700"/>
          </a:xfrm>
          <a:prstGeom prst="chevron">
            <a:avLst>
              <a:gd fmla="val 36743" name="adj"/>
            </a:avLst>
          </a:prstGeom>
          <a:solidFill>
            <a:srgbClr val="76A5AF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Diseño, Desarrollo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63"/>
          <p:cNvSpPr/>
          <p:nvPr/>
        </p:nvSpPr>
        <p:spPr>
          <a:xfrm>
            <a:off x="3619525" y="2987649"/>
            <a:ext cx="1958100" cy="71700"/>
          </a:xfrm>
          <a:prstGeom prst="chevron">
            <a:avLst>
              <a:gd fmla="val 36743" name="adj"/>
            </a:avLst>
          </a:prstGeom>
          <a:solidFill>
            <a:srgbClr val="76A5AF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Desarrollo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63"/>
          <p:cNvSpPr/>
          <p:nvPr/>
        </p:nvSpPr>
        <p:spPr>
          <a:xfrm>
            <a:off x="5600725" y="2984335"/>
            <a:ext cx="1449000" cy="71700"/>
          </a:xfrm>
          <a:prstGeom prst="chevron">
            <a:avLst>
              <a:gd fmla="val 36743" name="adj"/>
            </a:avLst>
          </a:prstGeom>
          <a:solidFill>
            <a:srgbClr val="FDDA25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Pruebas unitarias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63"/>
          <p:cNvSpPr/>
          <p:nvPr/>
        </p:nvSpPr>
        <p:spPr>
          <a:xfrm>
            <a:off x="6391001" y="1009025"/>
            <a:ext cx="1017300" cy="71700"/>
          </a:xfrm>
          <a:prstGeom prst="chevron">
            <a:avLst>
              <a:gd fmla="val 36743" name="adj"/>
            </a:avLst>
          </a:prstGeom>
          <a:solidFill>
            <a:srgbClr val="87C54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Pruebas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63"/>
          <p:cNvSpPr/>
          <p:nvPr/>
        </p:nvSpPr>
        <p:spPr>
          <a:xfrm>
            <a:off x="6767324" y="1390025"/>
            <a:ext cx="564600" cy="71700"/>
          </a:xfrm>
          <a:prstGeom prst="chevron">
            <a:avLst>
              <a:gd fmla="val 36743" name="adj"/>
            </a:avLst>
          </a:prstGeom>
          <a:solidFill>
            <a:srgbClr val="87C54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Pruebas E global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63"/>
          <p:cNvSpPr/>
          <p:nvPr/>
        </p:nvSpPr>
        <p:spPr>
          <a:xfrm>
            <a:off x="4051900" y="2498900"/>
            <a:ext cx="771600" cy="71700"/>
          </a:xfrm>
          <a:prstGeom prst="chevron">
            <a:avLst>
              <a:gd fmla="val 36743" name="adj"/>
            </a:avLst>
          </a:prstGeom>
          <a:solidFill>
            <a:srgbClr val="76A5AF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Análisis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63"/>
          <p:cNvSpPr/>
          <p:nvPr/>
        </p:nvSpPr>
        <p:spPr>
          <a:xfrm>
            <a:off x="5736485" y="2107375"/>
            <a:ext cx="1107600" cy="71700"/>
          </a:xfrm>
          <a:prstGeom prst="chevron">
            <a:avLst>
              <a:gd fmla="val 36743" name="adj"/>
            </a:avLst>
          </a:prstGeom>
          <a:solidFill>
            <a:srgbClr val="87C54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Pruebas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63"/>
          <p:cNvSpPr txBox="1"/>
          <p:nvPr/>
        </p:nvSpPr>
        <p:spPr>
          <a:xfrm>
            <a:off x="0" y="41159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Pagos Anticipados y Liquidaciones de Compras Diferidas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18" name="Google Shape;418;p63"/>
          <p:cNvSpPr/>
          <p:nvPr/>
        </p:nvSpPr>
        <p:spPr>
          <a:xfrm>
            <a:off x="3373800" y="4139900"/>
            <a:ext cx="2369700" cy="71700"/>
          </a:xfrm>
          <a:prstGeom prst="chevron">
            <a:avLst>
              <a:gd fmla="val 36743" name="adj"/>
            </a:avLst>
          </a:prstGeom>
          <a:solidFill>
            <a:schemeClr val="accent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A&amp;D y Desarrollo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63"/>
          <p:cNvSpPr/>
          <p:nvPr/>
        </p:nvSpPr>
        <p:spPr>
          <a:xfrm>
            <a:off x="5760425" y="4139900"/>
            <a:ext cx="1512600" cy="71700"/>
          </a:xfrm>
          <a:prstGeom prst="chevron">
            <a:avLst>
              <a:gd fmla="val 36743" name="adj"/>
            </a:avLst>
          </a:prstGeom>
          <a:solidFill>
            <a:srgbClr val="87C544"/>
          </a:solidFill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00"/>
              <a:buFont typeface="Montserrat"/>
              <a:buNone/>
            </a:pPr>
            <a:r>
              <a:rPr b="1" lang="es" sz="400"/>
              <a:t>Pruebas</a:t>
            </a:r>
            <a:endParaRPr b="1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E19C14E6CE42D4B977263D409F6C8DA" ma:contentTypeVersion="3" ma:contentTypeDescription="Crear nuevo documento." ma:contentTypeScope="" ma:versionID="2f4c844843fc0eaeefe441df60b3155f">
  <xsd:schema xmlns:xsd="http://www.w3.org/2001/XMLSchema" xmlns:xs="http://www.w3.org/2001/XMLSchema" xmlns:p="http://schemas.microsoft.com/office/2006/metadata/properties" xmlns:ns2="2e63f7ca-11da-434c-beda-f4aca14d09b4" targetNamespace="http://schemas.microsoft.com/office/2006/metadata/properties" ma:root="true" ma:fieldsID="060792bb7d35dfa6360dd3fbf1c23d8f" ns2:_="">
    <xsd:import namespace="2e63f7ca-11da-434c-beda-f4aca14d09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63f7ca-11da-434c-beda-f4aca14d09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28A9CB-7591-4834-96B1-76BF9E231AB8}"/>
</file>

<file path=customXml/itemProps2.xml><?xml version="1.0" encoding="utf-8"?>
<ds:datastoreItem xmlns:ds="http://schemas.openxmlformats.org/officeDocument/2006/customXml" ds:itemID="{F0F325AA-518A-49E5-B450-9970CDF75257}"/>
</file>

<file path=customXml/itemProps3.xml><?xml version="1.0" encoding="utf-8"?>
<ds:datastoreItem xmlns:ds="http://schemas.openxmlformats.org/officeDocument/2006/customXml" ds:itemID="{6098FDE4-F358-4A6B-AA73-C8E8D304C2A9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0x0101003E19C14E6CE42D4B977263D409F6C8DA</vt:lpwstr>
  </property>
</Properties>
</file>