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0" r:id="rId4"/>
    <p:sldMasterId id="2147484638" r:id="rId5"/>
  </p:sldMasterIdLst>
  <p:notesMasterIdLst>
    <p:notesMasterId r:id="rId11"/>
  </p:notesMasterIdLst>
  <p:sldIdLst>
    <p:sldId id="2147483644" r:id="rId6"/>
    <p:sldId id="2147483647" r:id="rId7"/>
    <p:sldId id="256" r:id="rId8"/>
    <p:sldId id="263" r:id="rId9"/>
    <p:sldId id="259" r:id="rId10"/>
  </p:sldIdLst>
  <p:sldSz cx="12192000" cy="6858000"/>
  <p:notesSz cx="9388475" cy="7102475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oadmap Integral" id="{7944BA68-C909-4C50-91AF-ACDF8A17C1E1}">
          <p14:sldIdLst>
            <p14:sldId id="2147483644"/>
            <p14:sldId id="2147483647"/>
            <p14:sldId id="256"/>
            <p14:sldId id="263"/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FCCFEC43-BE54-30AF-1E48-68AFF5B3CA67}" name="Lorenzo Díaz, Pablo" initials="PL" userId="S::p.lorenzo.diaz@accenture.com::bac49e77-f39a-40a2-af48-1e84dc2b788f" providerId="AD"/>
  <p188:author id="{C2CB8F46-4628-E379-54D3-655EB118515E}" name="Bilovsky, Pavel" initials="PB" userId="S::pavel.bilovsky@accenture.com::95cf6684-c4cf-4362-8277-1e6ea4b66279" providerId="AD"/>
  <p188:author id="{6771E5C5-D74F-8E8A-4AAC-9AFA63E3500D}" name="Pietrzyk, Lukasz" initials="LP" userId="S::lukasz.pietrzyk@accenture.com::3c523eea-d990-46ae-90d9-b9bf542e405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9FA"/>
    <a:srgbClr val="122FB1"/>
    <a:srgbClr val="FF9393"/>
    <a:srgbClr val="FFDC6D"/>
    <a:srgbClr val="75D1A3"/>
    <a:srgbClr val="778DF1"/>
    <a:srgbClr val="A0B1F6"/>
    <a:srgbClr val="D9E0FB"/>
    <a:srgbClr val="FF5050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D8C064-DD10-465A-8033-C2B7323A6F64}" v="1" dt="2026-07-20T13:54:13.712"/>
  </p1510:revLst>
</p1510:revInfo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78" y="114"/>
      </p:cViewPr>
      <p:guideLst>
        <p:guide orient="horz" pos="61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ales, Daniela" userId="faaedd4a-4fb0-4be0-9ccb-3a03645f3132" providerId="ADAL" clId="{E6C242E2-81BD-4BF8-BD0B-125D290A62DB}"/>
    <pc:docChg chg="undo custSel addSld delSld modSld modSection">
      <pc:chgData name="Morales, Daniela" userId="faaedd4a-4fb0-4be0-9ccb-3a03645f3132" providerId="ADAL" clId="{E6C242E2-81BD-4BF8-BD0B-125D290A62DB}" dt="2026-07-09T01:46:35.205" v="458" actId="207"/>
      <pc:docMkLst>
        <pc:docMk/>
      </pc:docMkLst>
      <pc:sldChg chg="addSp delSp modSp mod">
        <pc:chgData name="Morales, Daniela" userId="faaedd4a-4fb0-4be0-9ccb-3a03645f3132" providerId="ADAL" clId="{E6C242E2-81BD-4BF8-BD0B-125D290A62DB}" dt="2026-07-09T01:36:19.585" v="162" actId="478"/>
        <pc:sldMkLst>
          <pc:docMk/>
          <pc:sldMk cId="3057309035" sldId="2147483644"/>
        </pc:sldMkLst>
        <pc:spChg chg="add mod">
          <ac:chgData name="Morales, Daniela" userId="faaedd4a-4fb0-4be0-9ccb-3a03645f3132" providerId="ADAL" clId="{E6C242E2-81BD-4BF8-BD0B-125D290A62DB}" dt="2026-07-09T01:36:19.585" v="162" actId="478"/>
          <ac:spMkLst>
            <pc:docMk/>
            <pc:sldMk cId="3057309035" sldId="2147483644"/>
            <ac:spMk id="4" creationId="{9EE43C49-27A5-4999-52E9-DDDB4057CA9F}"/>
          </ac:spMkLst>
        </pc:spChg>
        <pc:spChg chg="mod">
          <ac:chgData name="Morales, Daniela" userId="faaedd4a-4fb0-4be0-9ccb-3a03645f3132" providerId="ADAL" clId="{E6C242E2-81BD-4BF8-BD0B-125D290A62DB}" dt="2026-07-09T01:36:16.653" v="161" actId="299"/>
          <ac:spMkLst>
            <pc:docMk/>
            <pc:sldMk cId="3057309035" sldId="2147483644"/>
            <ac:spMk id="5" creationId="{39E837A8-7F88-6603-96C8-99FC36BC5228}"/>
          </ac:spMkLst>
        </pc:spChg>
      </pc:sldChg>
      <pc:sldChg chg="addSp delSp modSp new mod">
        <pc:chgData name="Morales, Daniela" userId="faaedd4a-4fb0-4be0-9ccb-3a03645f3132" providerId="ADAL" clId="{E6C242E2-81BD-4BF8-BD0B-125D290A62DB}" dt="2026-07-09T01:46:35.205" v="458" actId="207"/>
        <pc:sldMkLst>
          <pc:docMk/>
          <pc:sldMk cId="1445257452" sldId="2147483647"/>
        </pc:sldMkLst>
        <pc:spChg chg="mod">
          <ac:chgData name="Morales, Daniela" userId="faaedd4a-4fb0-4be0-9ccb-3a03645f3132" providerId="ADAL" clId="{E6C242E2-81BD-4BF8-BD0B-125D290A62DB}" dt="2026-07-09T01:36:41.579" v="194" actId="299"/>
          <ac:spMkLst>
            <pc:docMk/>
            <pc:sldMk cId="1445257452" sldId="2147483647"/>
            <ac:spMk id="2" creationId="{A8D6AA99-3919-D064-AA26-ED401C9D21A7}"/>
          </ac:spMkLst>
        </pc:spChg>
        <pc:spChg chg="add mod">
          <ac:chgData name="Morales, Daniela" userId="faaedd4a-4fb0-4be0-9ccb-3a03645f3132" providerId="ADAL" clId="{E6C242E2-81BD-4BF8-BD0B-125D290A62DB}" dt="2026-07-09T01:37:12.394" v="197" actId="1076"/>
          <ac:spMkLst>
            <pc:docMk/>
            <pc:sldMk cId="1445257452" sldId="2147483647"/>
            <ac:spMk id="7" creationId="{FC0BF90E-874B-1433-7F70-631E0EEC804B}"/>
          </ac:spMkLst>
        </pc:spChg>
        <pc:graphicFrameChg chg="add mod ord modVis">
          <ac:chgData name="Morales, Daniela" userId="faaedd4a-4fb0-4be0-9ccb-3a03645f3132" providerId="ADAL" clId="{E6C242E2-81BD-4BF8-BD0B-125D290A62DB}" dt="2026-07-09T01:35:57.368" v="96"/>
          <ac:graphicFrameMkLst>
            <pc:docMk/>
            <pc:sldMk cId="1445257452" sldId="2147483647"/>
            <ac:graphicFrameMk id="5" creationId="{C9659C07-AA27-95B0-EB8D-A61B7E1502A6}"/>
          </ac:graphicFrameMkLst>
        </pc:graphicFrameChg>
      </pc:sldChg>
    </pc:docChg>
  </pc:docChgLst>
  <pc:docChgLst>
    <pc:chgData name="Antonio Pichardo, Joaquín Ernesto" userId="c87ddcfd-47b6-4d33-88ec-183604329254" providerId="ADAL" clId="{FEED0C0E-EE09-4E8C-9317-9489866A5FB2}"/>
    <pc:docChg chg="undo custSel addSld delSld modSld sldOrd modSection">
      <pc:chgData name="Antonio Pichardo, Joaquín Ernesto" userId="c87ddcfd-47b6-4d33-88ec-183604329254" providerId="ADAL" clId="{FEED0C0E-EE09-4E8C-9317-9489866A5FB2}" dt="2026-07-20T13:58:49.398" v="2762" actId="1076"/>
      <pc:docMkLst>
        <pc:docMk/>
      </pc:docMkLst>
      <pc:sldChg chg="add">
        <pc:chgData name="Antonio Pichardo, Joaquín Ernesto" userId="c87ddcfd-47b6-4d33-88ec-183604329254" providerId="ADAL" clId="{FEED0C0E-EE09-4E8C-9317-9489866A5FB2}" dt="2026-07-20T13:58:12.057" v="2750" actId="2890"/>
        <pc:sldMkLst>
          <pc:docMk/>
          <pc:sldMk cId="2627563033" sldId="256"/>
        </pc:sldMkLst>
      </pc:sldChg>
      <pc:sldChg chg="delSp modSp add mod ord">
        <pc:chgData name="Antonio Pichardo, Joaquín Ernesto" userId="c87ddcfd-47b6-4d33-88ec-183604329254" providerId="ADAL" clId="{FEED0C0E-EE09-4E8C-9317-9489866A5FB2}" dt="2026-07-18T00:32:09.801" v="1402" actId="404"/>
        <pc:sldMkLst>
          <pc:docMk/>
          <pc:sldMk cId="0" sldId="259"/>
        </pc:sldMkLst>
        <pc:graphicFrameChg chg="modGraphic">
          <ac:chgData name="Antonio Pichardo, Joaquín Ernesto" userId="c87ddcfd-47b6-4d33-88ec-183604329254" providerId="ADAL" clId="{FEED0C0E-EE09-4E8C-9317-9489866A5FB2}" dt="2026-07-18T00:32:09.801" v="1402" actId="404"/>
          <ac:graphicFrameMkLst>
            <pc:docMk/>
            <pc:sldMk cId="0" sldId="259"/>
            <ac:graphicFrameMk id="380" creationId="{CF5CA2EA-0E10-EECD-6208-7B3A173854FC}"/>
          </ac:graphicFrameMkLst>
        </pc:graphicFrameChg>
      </pc:sldChg>
      <pc:sldChg chg="addSp delSp modSp add del mod ord">
        <pc:chgData name="Antonio Pichardo, Joaquín Ernesto" userId="c87ddcfd-47b6-4d33-88ec-183604329254" providerId="ADAL" clId="{FEED0C0E-EE09-4E8C-9317-9489866A5FB2}" dt="2026-07-18T00:56:49.049" v="1459" actId="20577"/>
        <pc:sldMkLst>
          <pc:docMk/>
          <pc:sldMk cId="2161652007" sldId="263"/>
        </pc:sldMkLst>
        <pc:spChg chg="mod">
          <ac:chgData name="Antonio Pichardo, Joaquín Ernesto" userId="c87ddcfd-47b6-4d33-88ec-183604329254" providerId="ADAL" clId="{FEED0C0E-EE09-4E8C-9317-9489866A5FB2}" dt="2026-07-18T00:56:49.049" v="1459" actId="20577"/>
          <ac:spMkLst>
            <pc:docMk/>
            <pc:sldMk cId="2161652007" sldId="263"/>
            <ac:spMk id="381" creationId="{C7303BD6-B937-746D-6B57-587B9ADF5CC1}"/>
          </ac:spMkLst>
        </pc:spChg>
        <pc:graphicFrameChg chg="add mod modGraphic">
          <ac:chgData name="Antonio Pichardo, Joaquín Ernesto" userId="c87ddcfd-47b6-4d33-88ec-183604329254" providerId="ADAL" clId="{FEED0C0E-EE09-4E8C-9317-9489866A5FB2}" dt="2026-07-18T00:51:41.085" v="1433" actId="14100"/>
          <ac:graphicFrameMkLst>
            <pc:docMk/>
            <pc:sldMk cId="2161652007" sldId="263"/>
            <ac:graphicFrameMk id="6" creationId="{5FBBC76E-FD10-BD53-4BAE-6C6DA3EBA5C0}"/>
          </ac:graphicFrameMkLst>
        </pc:graphicFrameChg>
        <pc:graphicFrameChg chg="mod modGraphic">
          <ac:chgData name="Antonio Pichardo, Joaquín Ernesto" userId="c87ddcfd-47b6-4d33-88ec-183604329254" providerId="ADAL" clId="{FEED0C0E-EE09-4E8C-9317-9489866A5FB2}" dt="2026-07-18T00:31:36.638" v="1398" actId="20577"/>
          <ac:graphicFrameMkLst>
            <pc:docMk/>
            <pc:sldMk cId="2161652007" sldId="263"/>
            <ac:graphicFrameMk id="380" creationId="{3C64D8FB-014C-5C8A-C8A4-7E312AA1C0C0}"/>
          </ac:graphicFrameMkLst>
        </pc:graphicFrameChg>
      </pc:sldChg>
      <pc:sldChg chg="addSp delSp modSp mod">
        <pc:chgData name="Antonio Pichardo, Joaquín Ernesto" userId="c87ddcfd-47b6-4d33-88ec-183604329254" providerId="ADAL" clId="{FEED0C0E-EE09-4E8C-9317-9489866A5FB2}" dt="2026-07-20T13:58:49.398" v="2762" actId="1076"/>
        <pc:sldMkLst>
          <pc:docMk/>
          <pc:sldMk cId="1445257452" sldId="2147483647"/>
        </pc:sldMkLst>
        <pc:spChg chg="del">
          <ac:chgData name="Antonio Pichardo, Joaquín Ernesto" userId="c87ddcfd-47b6-4d33-88ec-183604329254" providerId="ADAL" clId="{FEED0C0E-EE09-4E8C-9317-9489866A5FB2}" dt="2026-07-20T13:58:25.497" v="2753" actId="478"/>
          <ac:spMkLst>
            <pc:docMk/>
            <pc:sldMk cId="1445257452" sldId="2147483647"/>
            <ac:spMk id="2" creationId="{A8D6AA99-3919-D064-AA26-ED401C9D21A7}"/>
          </ac:spMkLst>
        </pc:spChg>
        <pc:spChg chg="add del mod">
          <ac:chgData name="Antonio Pichardo, Joaquín Ernesto" userId="c87ddcfd-47b6-4d33-88ec-183604329254" providerId="ADAL" clId="{FEED0C0E-EE09-4E8C-9317-9489866A5FB2}" dt="2026-07-20T13:58:27.786" v="2754" actId="478"/>
          <ac:spMkLst>
            <pc:docMk/>
            <pc:sldMk cId="1445257452" sldId="2147483647"/>
            <ac:spMk id="9" creationId="{0B956678-2DF7-5CFB-CBEA-9491DDA0D666}"/>
          </ac:spMkLst>
        </pc:spChg>
        <pc:spChg chg="add del mod">
          <ac:chgData name="Antonio Pichardo, Joaquín Ernesto" userId="c87ddcfd-47b6-4d33-88ec-183604329254" providerId="ADAL" clId="{FEED0C0E-EE09-4E8C-9317-9489866A5FB2}" dt="2026-07-20T13:58:30.314" v="2755" actId="478"/>
          <ac:spMkLst>
            <pc:docMk/>
            <pc:sldMk cId="1445257452" sldId="2147483647"/>
            <ac:spMk id="35" creationId="{6BDD0AF3-68C7-15E2-9BBA-39DA0F3244D4}"/>
          </ac:spMkLst>
        </pc:spChg>
        <pc:picChg chg="add mod">
          <ac:chgData name="Antonio Pichardo, Joaquín Ernesto" userId="c87ddcfd-47b6-4d33-88ec-183604329254" providerId="ADAL" clId="{FEED0C0E-EE09-4E8C-9317-9489866A5FB2}" dt="2026-07-20T13:58:49.398" v="2762" actId="1076"/>
          <ac:picMkLst>
            <pc:docMk/>
            <pc:sldMk cId="1445257452" sldId="2147483647"/>
            <ac:picMk id="6" creationId="{6CAD4B27-3BBA-B839-F8A8-F60B8D969B3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4068339" cy="356357"/>
          </a:xfrm>
          <a:prstGeom prst="rect">
            <a:avLst/>
          </a:prstGeom>
        </p:spPr>
        <p:txBody>
          <a:bodyPr vert="horz" lIns="94218" tIns="47108" rIns="94218" bIns="47108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6" y="2"/>
            <a:ext cx="4068339" cy="356357"/>
          </a:xfrm>
          <a:prstGeom prst="rect">
            <a:avLst/>
          </a:prstGeom>
        </p:spPr>
        <p:txBody>
          <a:bodyPr vert="horz" lIns="94218" tIns="47108" rIns="94218" bIns="47108" rtlCol="0"/>
          <a:lstStyle>
            <a:lvl1pPr algn="r">
              <a:defRPr sz="1200"/>
            </a:lvl1pPr>
          </a:lstStyle>
          <a:p>
            <a:fld id="{9FC16A05-8790-4117-92B3-5F66A2A22E6C}" type="datetimeFigureOut">
              <a:rPr lang="es-MX" smtClean="0"/>
              <a:t>20/07/2026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18" tIns="47108" rIns="94218" bIns="4710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18" tIns="47108" rIns="94218" bIns="47108" rtlCol="0"/>
          <a:lstStyle/>
          <a:p>
            <a:pPr lvl="0"/>
            <a:r>
              <a:rPr lang="es-MX" err="1"/>
              <a:t>Click</a:t>
            </a:r>
            <a:r>
              <a:rPr lang="es-MX"/>
              <a:t> </a:t>
            </a:r>
            <a:r>
              <a:rPr lang="es-MX" err="1"/>
              <a:t>to</a:t>
            </a:r>
            <a:r>
              <a:rPr lang="es-MX"/>
              <a:t> </a:t>
            </a:r>
            <a:r>
              <a:rPr lang="es-MX" err="1"/>
              <a:t>edit</a:t>
            </a:r>
            <a:r>
              <a:rPr lang="es-MX"/>
              <a:t> Master </a:t>
            </a:r>
            <a:r>
              <a:rPr lang="es-MX" err="1"/>
              <a:t>text</a:t>
            </a:r>
            <a:r>
              <a:rPr lang="es-MX"/>
              <a:t> </a:t>
            </a:r>
            <a:r>
              <a:rPr lang="es-MX" err="1"/>
              <a:t>styles</a:t>
            </a:r>
            <a:endParaRPr lang="es-MX"/>
          </a:p>
          <a:p>
            <a:pPr lvl="1"/>
            <a:r>
              <a:rPr lang="es-MX" err="1"/>
              <a:t>Second</a:t>
            </a:r>
            <a:r>
              <a:rPr lang="es-MX"/>
              <a:t> </a:t>
            </a:r>
            <a:r>
              <a:rPr lang="es-MX" err="1"/>
              <a:t>level</a:t>
            </a:r>
            <a:endParaRPr lang="es-MX"/>
          </a:p>
          <a:p>
            <a:pPr lvl="2"/>
            <a:r>
              <a:rPr lang="es-MX" err="1"/>
              <a:t>Third</a:t>
            </a:r>
            <a:r>
              <a:rPr lang="es-MX"/>
              <a:t> </a:t>
            </a:r>
            <a:r>
              <a:rPr lang="es-MX" err="1"/>
              <a:t>level</a:t>
            </a:r>
            <a:endParaRPr lang="es-MX"/>
          </a:p>
          <a:p>
            <a:pPr lvl="3"/>
            <a:r>
              <a:rPr lang="es-MX" err="1"/>
              <a:t>Fourth</a:t>
            </a:r>
            <a:r>
              <a:rPr lang="es-MX"/>
              <a:t> </a:t>
            </a:r>
            <a:r>
              <a:rPr lang="es-MX" err="1"/>
              <a:t>level</a:t>
            </a:r>
            <a:endParaRPr lang="es-MX"/>
          </a:p>
          <a:p>
            <a:pPr lvl="4"/>
            <a:r>
              <a:rPr lang="es-MX" err="1"/>
              <a:t>Fifth</a:t>
            </a:r>
            <a:r>
              <a:rPr lang="es-MX"/>
              <a:t> </a:t>
            </a:r>
            <a:r>
              <a:rPr lang="es-MX" err="1"/>
              <a:t>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746119"/>
            <a:ext cx="4068339" cy="356356"/>
          </a:xfrm>
          <a:prstGeom prst="rect">
            <a:avLst/>
          </a:prstGeom>
        </p:spPr>
        <p:txBody>
          <a:bodyPr vert="horz" lIns="94218" tIns="47108" rIns="94218" bIns="47108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6" y="6746119"/>
            <a:ext cx="4068339" cy="356356"/>
          </a:xfrm>
          <a:prstGeom prst="rect">
            <a:avLst/>
          </a:prstGeom>
        </p:spPr>
        <p:txBody>
          <a:bodyPr vert="horz" lIns="94218" tIns="47108" rIns="94218" bIns="47108" rtlCol="0" anchor="b"/>
          <a:lstStyle>
            <a:lvl1pPr algn="r">
              <a:defRPr sz="1200"/>
            </a:lvl1pPr>
          </a:lstStyle>
          <a:p>
            <a:fld id="{6072C5D8-91B8-40D4-9C9A-31EB0EF7358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4882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2C5D8-91B8-40D4-9C9A-31EB0EF7358E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653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45D3C-F161-8A8C-2467-756C635AB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013B3-37C2-B988-17C1-2FC6A2650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CF8026-0390-7692-62E8-280F2FCFA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5520B-C42D-B2D5-D3D9-19BF70E876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03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erson using a touch screen device&#10;&#10;AI-generated content may be incorrect.">
            <a:extLst>
              <a:ext uri="{FF2B5EF4-FFF2-40B4-BE49-F238E27FC236}">
                <a16:creationId xmlns:a16="http://schemas.microsoft.com/office/drawing/2014/main" id="{BAE2F574-6D9D-D170-7CC9-D5369BF9F7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B259214-9187-BC39-B7CE-21BF4286F55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6000">
                <a:schemeClr val="bg1">
                  <a:alpha val="0"/>
                </a:schemeClr>
              </a:gs>
              <a:gs pos="99000">
                <a:schemeClr val="bg1">
                  <a:alpha val="50224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7524701-2790-4705-8FD4-F1B02CBB78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1090024" y="2737373"/>
            <a:ext cx="10027921" cy="1459477"/>
          </a:xfrm>
        </p:spPr>
        <p:txBody>
          <a:bodyPr anchor="b"/>
          <a:lstStyle>
            <a:lvl1pPr algn="l">
              <a:lnSpc>
                <a:spcPct val="90000"/>
              </a:lnSpc>
              <a:defRPr sz="4800" b="1">
                <a:solidFill>
                  <a:schemeClr val="tx1"/>
                </a:solidFill>
                <a:latin typeface="Graphik (Body)"/>
              </a:defRPr>
            </a:lvl1pPr>
          </a:lstStyle>
          <a:p>
            <a:r>
              <a:rPr lang="es-MX"/>
              <a:t>Place </a:t>
            </a:r>
            <a:r>
              <a:rPr lang="es-MX" err="1"/>
              <a:t>title</a:t>
            </a:r>
            <a:br>
              <a:rPr lang="es-MX"/>
            </a:br>
            <a:r>
              <a:rPr lang="es-MX" err="1"/>
              <a:t>here</a:t>
            </a:r>
            <a:endParaRPr lang="es-MX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2B04ECA-6F5D-4ABE-B739-A5A4917247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90024" y="4355303"/>
            <a:ext cx="10027921" cy="481496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1200"/>
              </a:spcAft>
              <a:buNone/>
              <a:defRPr sz="2000" b="0" i="0" spc="0">
                <a:solidFill>
                  <a:schemeClr val="tx1"/>
                </a:solidFill>
                <a:latin typeface="Graphik" panose="020B050303020206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s-MX"/>
              <a:t>Place </a:t>
            </a:r>
            <a:r>
              <a:rPr lang="es-MX" err="1"/>
              <a:t>subtitle</a:t>
            </a:r>
            <a:r>
              <a:rPr lang="es-MX"/>
              <a:t> </a:t>
            </a:r>
            <a:r>
              <a:rPr lang="es-MX" err="1"/>
              <a:t>here</a:t>
            </a:r>
            <a:r>
              <a:rPr lang="es-MX"/>
              <a:t> in 20pt</a:t>
            </a:r>
          </a:p>
        </p:txBody>
      </p:sp>
    </p:spTree>
    <p:extLst>
      <p:ext uri="{BB962C8B-B14F-4D97-AF65-F5344CB8AC3E}">
        <p14:creationId xmlns:p14="http://schemas.microsoft.com/office/powerpoint/2010/main" val="2609986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98CCB9B-96E8-04A3-7D20-5CE363AC85B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0823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8CCB9B-96E8-04A3-7D20-5CE363AC85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B7CF7BC-FF1E-5B4B-9A83-BFEA75EC2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9" y="426769"/>
            <a:ext cx="11143252" cy="535256"/>
          </a:xfrm>
        </p:spPr>
        <p:txBody>
          <a:bodyPr vert="horz" rIns="91440" anchor="ctr">
            <a:normAutofit/>
          </a:bodyPr>
          <a:lstStyle>
            <a:lvl1pPr>
              <a:defRPr sz="2400" b="1"/>
            </a:lvl1pPr>
          </a:lstStyle>
          <a:p>
            <a:r>
              <a:rPr lang="es-MX" err="1"/>
              <a:t>Click</a:t>
            </a:r>
            <a:r>
              <a:rPr lang="es-MX"/>
              <a:t> </a:t>
            </a:r>
            <a:r>
              <a:rPr lang="es-MX" err="1"/>
              <a:t>to</a:t>
            </a:r>
            <a:r>
              <a:rPr lang="es-MX"/>
              <a:t> </a:t>
            </a:r>
            <a:r>
              <a:rPr lang="es-MX" err="1"/>
              <a:t>edit</a:t>
            </a:r>
            <a:r>
              <a:rPr lang="es-MX"/>
              <a:t> Master </a:t>
            </a:r>
            <a:r>
              <a:rPr lang="es-MX" err="1"/>
              <a:t>title</a:t>
            </a:r>
            <a:r>
              <a:rPr lang="es-MX"/>
              <a:t> </a:t>
            </a:r>
            <a:r>
              <a:rPr lang="es-MX" err="1"/>
              <a:t>style</a:t>
            </a:r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D2119-EBE8-FD44-BEB1-EBA89E658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D0BE594-FD18-9164-2100-24A0BE678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2256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51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98CCB9B-96E8-04A3-7D20-5CE363AC85B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0823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8CCB9B-96E8-04A3-7D20-5CE363AC85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8996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Same Side Corner Rectangle 4">
            <a:extLst>
              <a:ext uri="{FF2B5EF4-FFF2-40B4-BE49-F238E27FC236}">
                <a16:creationId xmlns:a16="http://schemas.microsoft.com/office/drawing/2014/main" id="{EAFB520D-C066-8D1A-E67B-BDB98A0C7486}"/>
              </a:ext>
            </a:extLst>
          </p:cNvPr>
          <p:cNvSpPr/>
          <p:nvPr userDrawn="1"/>
        </p:nvSpPr>
        <p:spPr>
          <a:xfrm rot="16200000">
            <a:off x="9717391" y="4285641"/>
            <a:ext cx="352494" cy="45967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CE4BEC9-9890-3349-9E67-823D9343ABD2}"/>
              </a:ext>
            </a:extLst>
          </p:cNvPr>
          <p:cNvGraphicFramePr>
            <a:graphicFrameLocks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977923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4" progId="TCLayout.ActiveDocument.1">
                  <p:embed/>
                </p:oleObj>
              </mc:Choice>
              <mc:Fallback>
                <p:oleObj name="think-cell Slide" r:id="rId6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E4BEC9-9890-3349-9E67-823D9343AB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E722738-7C96-E8CF-04DC-3D2F9296DDD7}"/>
              </a:ext>
            </a:extLst>
          </p:cNvPr>
          <p:cNvSpPr txBox="1"/>
          <p:nvPr userDrawn="1"/>
        </p:nvSpPr>
        <p:spPr>
          <a:xfrm>
            <a:off x="7744022" y="6536348"/>
            <a:ext cx="3706394" cy="1293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2026 Accenture.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All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rights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reserved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.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For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internal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use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only</a:t>
            </a:r>
            <a:endParaRPr lang="es-MX" sz="800" b="0" i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F41F2D-1C50-0F94-9101-DA1CBDA3D526}"/>
              </a:ext>
            </a:extLst>
          </p:cNvPr>
          <p:cNvSpPr/>
          <p:nvPr userDrawn="1"/>
        </p:nvSpPr>
        <p:spPr>
          <a:xfrm>
            <a:off x="11458505" y="6407757"/>
            <a:ext cx="352495" cy="3524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10547A-D4D8-E0AE-BA2C-9B1BBFB7EB0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37055" y="6437763"/>
            <a:ext cx="1969699" cy="227899"/>
          </a:xfrm>
          <a:prstGeom prst="rect">
            <a:avLst/>
          </a:prstGeom>
        </p:spPr>
      </p:pic>
      <p:sp>
        <p:nvSpPr>
          <p:cNvPr id="8" name="Round Same Side Corner Rectangle 7">
            <a:extLst>
              <a:ext uri="{FF2B5EF4-FFF2-40B4-BE49-F238E27FC236}">
                <a16:creationId xmlns:a16="http://schemas.microsoft.com/office/drawing/2014/main" id="{9C5277BC-A3BB-C054-BC04-1BAEC5D46FF6}"/>
              </a:ext>
            </a:extLst>
          </p:cNvPr>
          <p:cNvSpPr/>
          <p:nvPr userDrawn="1"/>
        </p:nvSpPr>
        <p:spPr>
          <a:xfrm rot="16200000">
            <a:off x="11752405" y="125598"/>
            <a:ext cx="381000" cy="498191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243CD3F4-7A2D-EAA7-4585-CFC2755F3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0228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  <p:sldLayoutId id="2147484641" r:id="rId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CE4BEC9-9890-3349-9E67-823D9343ABD2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6977923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E4BEC9-9890-3349-9E67-823D9343AB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2831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0" r:id="rId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70D0AC6-E458-5A06-11D9-F04ADA9B1E6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35466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0D0AC6-E458-5A06-11D9-F04ADA9B1E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39E837A8-7F88-6603-96C8-99FC36BC5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1" y="2783381"/>
            <a:ext cx="5715000" cy="1459477"/>
          </a:xfrm>
        </p:spPr>
        <p:txBody>
          <a:bodyPr vert="horz" rIns="91440"/>
          <a:lstStyle/>
          <a:p>
            <a:r>
              <a:rPr lang="es-MX" noProof="0">
                <a:latin typeface="Graphik" panose="020B0503030202060203" pitchFamily="34" charset="77"/>
              </a:rPr>
              <a:t>Arquitectura Plan Director</a:t>
            </a:r>
          </a:p>
        </p:txBody>
      </p:sp>
      <p:sp>
        <p:nvSpPr>
          <p:cNvPr id="16" name="Subtitle 5">
            <a:extLst>
              <a:ext uri="{FF2B5EF4-FFF2-40B4-BE49-F238E27FC236}">
                <a16:creationId xmlns:a16="http://schemas.microsoft.com/office/drawing/2014/main" id="{A5FE71FC-D52B-8760-63A9-F27C8DA5F43C}"/>
              </a:ext>
            </a:extLst>
          </p:cNvPr>
          <p:cNvSpPr txBox="1">
            <a:spLocks/>
          </p:cNvSpPr>
          <p:nvPr/>
        </p:nvSpPr>
        <p:spPr bwMode="black">
          <a:xfrm>
            <a:off x="513271" y="6114211"/>
            <a:ext cx="1756104" cy="2667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i="0" kern="1200" spc="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503030202060203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b="1"/>
              <a:t>Julio 2026</a:t>
            </a:r>
            <a:endParaRPr lang="es-MX" sz="140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EE43C49-27A5-4999-52E9-DDDB4057CA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57309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9659C07-AA27-95B0-EB8D-A61B7E1502A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16206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659C07-AA27-95B0-EB8D-A61B7E1502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0FBA4F-BD1C-0BA1-3E3D-63E21F589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90F471-3972-4120-B8B3-0237DE626C35}" type="slidenum">
              <a:rPr lang="es-MX" smtClean="0"/>
              <a:pPr/>
              <a:t>2</a:t>
            </a:fld>
            <a:endParaRPr lang="es-MX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C0BF90E-874B-1433-7F70-631E0EEC8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2813" y="143011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AD4B27-3BBA-B839-F8A8-F60B8D969B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82" y="38819"/>
            <a:ext cx="12172618" cy="678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25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8BDA3-C579-3D37-5E3C-49ABD9192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F91CC7F-18CB-0136-9DDE-DDF661E8BBB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91CC7F-18CB-0136-9DDE-DDF661E8B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02C0A0-EF00-B125-7E70-BBC051AA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s-MX" dirty="0"/>
              <a:t>Seguimiento de actividades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D44307-B512-958F-6A4F-9649F9424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90F471-3972-4120-B8B3-0237DE626C35}" type="slidenum">
              <a:rPr lang="es-MX" smtClean="0"/>
              <a:pPr/>
              <a:t>3</a:t>
            </a:fld>
            <a:endParaRPr lang="es-MX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33008A5-A9F6-6C4A-E299-B285865C6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2813" y="143011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66A2D4-F550-6728-8562-1A8326E63892}"/>
              </a:ext>
            </a:extLst>
          </p:cNvPr>
          <p:cNvSpPr txBox="1"/>
          <p:nvPr/>
        </p:nvSpPr>
        <p:spPr>
          <a:xfrm>
            <a:off x="267419" y="1430114"/>
            <a:ext cx="10811965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s-MX" sz="16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Los </a:t>
            </a:r>
            <a:r>
              <a:rPr lang="es-MX" sz="16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stakeholders</a:t>
            </a:r>
            <a:r>
              <a:rPr lang="es-MX" sz="16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con los que estamos trabajando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es-MX" sz="1400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Edgar Mejia Almaguer (Head de arquitectura TI)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es-MX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Luis Barragan (</a:t>
            </a:r>
            <a:r>
              <a:rPr lang="es-MX" sz="1400" dirty="0">
                <a:latin typeface="Aptos" panose="020B0004020202020204" pitchFamily="34" charset="0"/>
              </a:rPr>
              <a:t>Gerente Sr - Sistemas Programación </a:t>
            </a:r>
            <a:r>
              <a:rPr lang="es-MX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</a:t>
            </a:r>
            <a:r>
              <a:rPr lang="es-MX" sz="1400" dirty="0">
                <a:latin typeface="Aptos" panose="020B0004020202020204" pitchFamily="34" charset="0"/>
              </a:rPr>
              <a:t>Transformación TI</a:t>
            </a:r>
            <a:r>
              <a:rPr lang="es-MX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)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es-MX" sz="1400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Arcadio Delgado (Gerente Nacional Arquitectura SSFF)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es-MX" sz="1400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Arturo Pérez Quevedo (Subdirector Operaciones TI - Aplicaciones)</a:t>
            </a:r>
            <a:endParaRPr lang="es-MX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s-MX" sz="16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Acciones realizadas hasta ahora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es-MX" sz="1400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Dailys (Lu, Mi, Vi)z, ahora solo con Edgar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es-MX" sz="1400" dirty="0" err="1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Stakeholders</a:t>
            </a:r>
            <a:r>
              <a:rPr lang="es-MX" sz="1400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parcialmente </a:t>
            </a:r>
            <a:r>
              <a:rPr lang="es-MX" sz="1400" dirty="0" err="1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sosializado</a:t>
            </a:r>
            <a:r>
              <a:rPr lang="es-MX" sz="1400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(</a:t>
            </a:r>
            <a:r>
              <a:rPr lang="es-MX" sz="1400" dirty="0" err="1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Design</a:t>
            </a:r>
            <a:r>
              <a:rPr lang="es-MX" sz="1400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s-MX" sz="1400" dirty="0" err="1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Authority</a:t>
            </a:r>
            <a:r>
              <a:rPr lang="es-MX" sz="1400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, Pablo nomino a Luis Barragan)</a:t>
            </a:r>
            <a:endParaRPr lang="es-MX" sz="1400" dirty="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es-MX" sz="1400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Catalogo de aplicaciones del Legado (110 </a:t>
            </a:r>
            <a:r>
              <a:rPr lang="es-MX" sz="1400" dirty="0" err="1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aprox</a:t>
            </a:r>
            <a:r>
              <a:rPr lang="es-MX" sz="1400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),</a:t>
            </a:r>
          </a:p>
          <a:p>
            <a:pPr marL="1257300" lvl="2" indent="-342900">
              <a:buFont typeface="Symbol" panose="05050102010706020507" pitchFamily="18" charset="2"/>
              <a:buChar char=""/>
            </a:pPr>
            <a:r>
              <a:rPr lang="es-MX" sz="1400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Sesiones para validar y complementar legado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es-MX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Avance en el </a:t>
            </a:r>
            <a:r>
              <a:rPr lang="es-MX" sz="1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Design</a:t>
            </a:r>
            <a:r>
              <a:rPr lang="es-MX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s-MX" sz="1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Authority</a:t>
            </a:r>
            <a:endParaRPr lang="es-MX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s-MX" sz="16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Riesgos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es-MX" sz="1400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Edgar recién se incorporo al banco (2 meses)</a:t>
            </a:r>
          </a:p>
          <a:p>
            <a:pPr marL="1257300" lvl="2" indent="-342900">
              <a:buFont typeface="Symbol" panose="05050102010706020507" pitchFamily="18" charset="2"/>
              <a:buChar char=""/>
            </a:pPr>
            <a:r>
              <a:rPr lang="es-MX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Es</a:t>
            </a:r>
            <a:r>
              <a:rPr lang="es-MX" sz="1400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ta sobrecargado de temas (Arquitecturas de Solución, migración a la nube, Datos)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es-MX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El nivel de profundidad de los diagramas de coexistencia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es-MX" sz="1400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Traslape de alcance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es-MX" sz="1400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La dedicación del equipo</a:t>
            </a:r>
            <a:endParaRPr lang="es-MX" sz="14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s-MX" sz="1600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</a:t>
            </a:r>
            <a:r>
              <a:rPr lang="es-MX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iguientes pasos para lograr cumplir con los objetivos y entregables acordados en nuestra propuesta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es-MX" sz="1600" dirty="0">
                <a:latin typeface="Aptos" panose="020B00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27563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F36DC-D39C-884A-AD68-7D5941A82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5A4982C9-928B-5CB5-A0E6-A8CFB0253770}"/>
              </a:ext>
            </a:extLst>
          </p:cNvPr>
          <p:cNvSpPr/>
          <p:nvPr/>
        </p:nvSpPr>
        <p:spPr>
          <a:xfrm>
            <a:off x="477076" y="36576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Unity Programme  |  Terms of Reference</a:t>
            </a:r>
            <a:endParaRPr lang="en-US" sz="1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FCBE693-546C-72EA-26B3-ABC3BE23724F}"/>
              </a:ext>
            </a:extLst>
          </p:cNvPr>
          <p:cNvSpPr/>
          <p:nvPr/>
        </p:nvSpPr>
        <p:spPr>
          <a:xfrm>
            <a:off x="8048308" y="36576"/>
            <a:ext cx="36210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50">
                <a:solidFill>
                  <a:srgbClr val="D2D9FA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PROJECT PLAN – 10 WEEKS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5" name="Shape 373">
            <a:extLst>
              <a:ext uri="{FF2B5EF4-FFF2-40B4-BE49-F238E27FC236}">
                <a16:creationId xmlns:a16="http://schemas.microsoft.com/office/drawing/2014/main" id="{03CB4199-67F1-180D-2185-DDD80A85517F}"/>
              </a:ext>
            </a:extLst>
          </p:cNvPr>
          <p:cNvSpPr/>
          <p:nvPr/>
        </p:nvSpPr>
        <p:spPr>
          <a:xfrm>
            <a:off x="11751628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6" name="Shape 374">
            <a:extLst>
              <a:ext uri="{FF2B5EF4-FFF2-40B4-BE49-F238E27FC236}">
                <a16:creationId xmlns:a16="http://schemas.microsoft.com/office/drawing/2014/main" id="{112DB888-B93D-B8DD-EACC-7DB075016449}"/>
              </a:ext>
            </a:extLst>
          </p:cNvPr>
          <p:cNvSpPr/>
          <p:nvPr/>
        </p:nvSpPr>
        <p:spPr>
          <a:xfrm>
            <a:off x="1588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7" name="Text 375">
            <a:extLst>
              <a:ext uri="{FF2B5EF4-FFF2-40B4-BE49-F238E27FC236}">
                <a16:creationId xmlns:a16="http://schemas.microsoft.com/office/drawing/2014/main" id="{CF5C8DDA-F580-DA07-C346-E0C1FA39B51A}"/>
              </a:ext>
            </a:extLst>
          </p:cNvPr>
          <p:cNvSpPr/>
          <p:nvPr/>
        </p:nvSpPr>
        <p:spPr>
          <a:xfrm>
            <a:off x="275908" y="6665976"/>
            <a:ext cx="11247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Accenture Confidential  |  Unity Programme – Terms of Reference</a:t>
            </a:r>
            <a:endParaRPr lang="en-US"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8" name="Shape 376">
            <a:extLst>
              <a:ext uri="{FF2B5EF4-FFF2-40B4-BE49-F238E27FC236}">
                <a16:creationId xmlns:a16="http://schemas.microsoft.com/office/drawing/2014/main" id="{98F9B2EA-EC0B-A6B9-029E-1FFE5D6DB227}"/>
              </a:ext>
            </a:extLst>
          </p:cNvPr>
          <p:cNvSpPr/>
          <p:nvPr/>
        </p:nvSpPr>
        <p:spPr>
          <a:xfrm>
            <a:off x="11431588" y="6501384"/>
            <a:ext cx="310896" cy="310896"/>
          </a:xfrm>
          <a:prstGeom prst="ellipse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9" name="Text 377">
            <a:extLst>
              <a:ext uri="{FF2B5EF4-FFF2-40B4-BE49-F238E27FC236}">
                <a16:creationId xmlns:a16="http://schemas.microsoft.com/office/drawing/2014/main" id="{F84D0C9D-8C2B-687D-F4A2-CB8F43BD2B89}"/>
              </a:ext>
            </a:extLst>
          </p:cNvPr>
          <p:cNvSpPr/>
          <p:nvPr/>
        </p:nvSpPr>
        <p:spPr>
          <a:xfrm>
            <a:off x="11431588" y="6537960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1A1A2E"/>
                </a:solidFill>
                <a:latin typeface="Graphik" pitchFamily="34" charset="0"/>
              </a:rPr>
              <a:t>5</a:t>
            </a:r>
            <a:endParaRPr lang="en-US" sz="90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380" name="Table 379">
            <a:extLst>
              <a:ext uri="{FF2B5EF4-FFF2-40B4-BE49-F238E27FC236}">
                <a16:creationId xmlns:a16="http://schemas.microsoft.com/office/drawing/2014/main" id="{3C64D8FB-014C-5C8A-C8A4-7E312AA1C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016353"/>
              </p:ext>
            </p:extLst>
          </p:nvPr>
        </p:nvGraphicFramePr>
        <p:xfrm>
          <a:off x="157034" y="1390629"/>
          <a:ext cx="11814050" cy="2569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750">
                  <a:extLst>
                    <a:ext uri="{9D8B030D-6E8A-4147-A177-3AD203B41FA5}">
                      <a16:colId xmlns:a16="http://schemas.microsoft.com/office/drawing/2014/main" val="930143871"/>
                    </a:ext>
                  </a:extLst>
                </a:gridCol>
                <a:gridCol w="3302914">
                  <a:extLst>
                    <a:ext uri="{9D8B030D-6E8A-4147-A177-3AD203B41FA5}">
                      <a16:colId xmlns:a16="http://schemas.microsoft.com/office/drawing/2014/main" val="3034542749"/>
                    </a:ext>
                  </a:extLst>
                </a:gridCol>
                <a:gridCol w="1004877">
                  <a:extLst>
                    <a:ext uri="{9D8B030D-6E8A-4147-A177-3AD203B41FA5}">
                      <a16:colId xmlns:a16="http://schemas.microsoft.com/office/drawing/2014/main" val="3412413597"/>
                    </a:ext>
                  </a:extLst>
                </a:gridCol>
                <a:gridCol w="959402">
                  <a:extLst>
                    <a:ext uri="{9D8B030D-6E8A-4147-A177-3AD203B41FA5}">
                      <a16:colId xmlns:a16="http://schemas.microsoft.com/office/drawing/2014/main" val="2693001061"/>
                    </a:ext>
                  </a:extLst>
                </a:gridCol>
                <a:gridCol w="1006679">
                  <a:extLst>
                    <a:ext uri="{9D8B030D-6E8A-4147-A177-3AD203B41FA5}">
                      <a16:colId xmlns:a16="http://schemas.microsoft.com/office/drawing/2014/main" val="3623212337"/>
                    </a:ext>
                  </a:extLst>
                </a:gridCol>
                <a:gridCol w="637563">
                  <a:extLst>
                    <a:ext uri="{9D8B030D-6E8A-4147-A177-3AD203B41FA5}">
                      <a16:colId xmlns:a16="http://schemas.microsoft.com/office/drawing/2014/main" val="934509493"/>
                    </a:ext>
                  </a:extLst>
                </a:gridCol>
                <a:gridCol w="2122415">
                  <a:extLst>
                    <a:ext uri="{9D8B030D-6E8A-4147-A177-3AD203B41FA5}">
                      <a16:colId xmlns:a16="http://schemas.microsoft.com/office/drawing/2014/main" val="542353525"/>
                    </a:ext>
                  </a:extLst>
                </a:gridCol>
                <a:gridCol w="2105636">
                  <a:extLst>
                    <a:ext uri="{9D8B030D-6E8A-4147-A177-3AD203B41FA5}">
                      <a16:colId xmlns:a16="http://schemas.microsoft.com/office/drawing/2014/main" val="3193530855"/>
                    </a:ext>
                  </a:extLst>
                </a:gridCol>
                <a:gridCol w="411814">
                  <a:extLst>
                    <a:ext uri="{9D8B030D-6E8A-4147-A177-3AD203B41FA5}">
                      <a16:colId xmlns:a16="http://schemas.microsoft.com/office/drawing/2014/main" val="4107651829"/>
                    </a:ext>
                  </a:extLst>
                </a:gridCol>
              </a:tblGrid>
              <a:tr h="2061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+mn-lt"/>
                        </a:rPr>
                        <a:t>ID</a:t>
                      </a: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Program Deliverables</a:t>
                      </a:r>
                      <a:endParaRPr lang="en-US" sz="105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Owner</a:t>
                      </a:r>
                      <a:endParaRPr lang="en-US" sz="105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Due Date</a:t>
                      </a:r>
                      <a:endParaRPr lang="en-US" sz="1050" dirty="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Status</a:t>
                      </a:r>
                      <a:endParaRPr lang="en-US" sz="105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Priority</a:t>
                      </a:r>
                      <a:endParaRPr lang="pt-PT" sz="105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Dependencies</a:t>
                      </a:r>
                      <a:endParaRPr lang="pt-PT" sz="105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Comments / Notes</a:t>
                      </a:r>
                      <a:endParaRPr lang="en-US" sz="1050" dirty="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126786"/>
                  </a:ext>
                </a:extLst>
              </a:tr>
              <a:tr h="393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+mn-lt"/>
                        </a:rPr>
                        <a:t>1.0</a:t>
                      </a: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latin typeface="+mn-lt"/>
                        </a:rPr>
                        <a:t>Template Blueprint de </a:t>
                      </a:r>
                      <a:r>
                        <a:rPr lang="en-US" sz="1050" dirty="0" err="1">
                          <a:latin typeface="+mn-lt"/>
                        </a:rPr>
                        <a:t>Arquitectura</a:t>
                      </a:r>
                      <a:endParaRPr lang="en-US" sz="1050" dirty="0">
                        <a:highlight>
                          <a:srgbClr val="FF00FF"/>
                        </a:highlight>
                        <a:latin typeface="+mn-lt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03/08/2026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● In pro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g</a:t>
                      </a: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ress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Medium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Sin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dependencias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S4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3403474865"/>
                  </a:ext>
                </a:extLst>
              </a:tr>
              <a:tr h="393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+mn-lt"/>
                        </a:rPr>
                        <a:t>2.0</a:t>
                      </a: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err="1">
                          <a:latin typeface="+mn-lt"/>
                        </a:rPr>
                        <a:t>Arquitectura</a:t>
                      </a:r>
                      <a:r>
                        <a:rPr lang="en-US" sz="1050">
                          <a:latin typeface="+mn-lt"/>
                        </a:rPr>
                        <a:t> Legado - Primera </a:t>
                      </a:r>
                      <a:r>
                        <a:rPr lang="en-US" sz="1050" err="1">
                          <a:latin typeface="+mn-lt"/>
                        </a:rPr>
                        <a:t>iteración</a:t>
                      </a:r>
                      <a:endParaRPr lang="en-US" sz="1050">
                        <a:highlight>
                          <a:srgbClr val="FF00FF"/>
                        </a:highlight>
                        <a:latin typeface="+mn-lt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03/08/2026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● In pro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g</a:t>
                      </a: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ress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High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Información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técnica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de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los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sistemas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legados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estan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realizando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sesiones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para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obtener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esta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información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S4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3549179536"/>
                  </a:ext>
                </a:extLst>
              </a:tr>
              <a:tr h="393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3.0</a:t>
                      </a: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Arquitecturas Transitorias por iniciativa al 2026</a:t>
                      </a: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07/09/2026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● Not Started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High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Arquitecuras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indipendientes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cada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sitema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Unity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Edgar Mejía ha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compartido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información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(Validar)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S9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3065864360"/>
                  </a:ext>
                </a:extLst>
              </a:tr>
              <a:tr h="393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4.0</a:t>
                      </a: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Análisis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preliminar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decomiso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F. López-Cantarero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Graphik" pitchFamily="34" charset="-122"/>
                          <a:cs typeface="Graphik" pitchFamily="34" charset="-120"/>
                        </a:rPr>
                        <a:t>11/09/2026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Graphik" pitchFamily="34" charset="-122"/>
                          <a:cs typeface="Graphik" pitchFamily="34" charset="-120"/>
                        </a:rPr>
                        <a:t>● Not Started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Medium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Arquitecturas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transitorias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definidas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y </a:t>
                      </a:r>
                      <a:r>
                        <a:rPr kumimoji="0" 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documentadas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S10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505142635"/>
                  </a:ext>
                </a:extLst>
              </a:tr>
              <a:tr h="393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5.0</a:t>
                      </a: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Modelo de Design Authority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00FFFF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F. López-Cantarero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Graphik" pitchFamily="34" charset="-122"/>
                          <a:cs typeface="Graphik" pitchFamily="34" charset="-120"/>
                        </a:rPr>
                        <a:t>17/08/2026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Graphik" pitchFamily="34" charset="-122"/>
                          <a:cs typeface="Graphik" pitchFamily="34" charset="-120"/>
                        </a:rPr>
                        <a:t>● Not Started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High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Conocer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proceso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los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comites de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arquitectura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actuales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S6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3840777816"/>
                  </a:ext>
                </a:extLst>
              </a:tr>
              <a:tr h="393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6.0</a:t>
                      </a: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Bases de la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estrategia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interoperabilidad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00FFFF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F. López-Cantarero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Graphik" pitchFamily="34" charset="-122"/>
                          <a:cs typeface="Graphik" pitchFamily="34" charset="-120"/>
                        </a:rPr>
                        <a:t>07/09/2026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Graphik" pitchFamily="34" charset="-122"/>
                          <a:cs typeface="Graphik" pitchFamily="34" charset="-120"/>
                        </a:rPr>
                        <a:t>● Not Started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High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S9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21842572"/>
                  </a:ext>
                </a:extLst>
              </a:tr>
            </a:tbl>
          </a:graphicData>
        </a:graphic>
      </p:graphicFrame>
      <p:sp>
        <p:nvSpPr>
          <p:cNvPr id="381" name="TextBox 380">
            <a:extLst>
              <a:ext uri="{FF2B5EF4-FFF2-40B4-BE49-F238E27FC236}">
                <a16:creationId xmlns:a16="http://schemas.microsoft.com/office/drawing/2014/main" id="{C7303BD6-B937-746D-6B57-587B9ADF5CC1}"/>
              </a:ext>
            </a:extLst>
          </p:cNvPr>
          <p:cNvSpPr txBox="1"/>
          <p:nvPr/>
        </p:nvSpPr>
        <p:spPr>
          <a:xfrm>
            <a:off x="275908" y="379060"/>
            <a:ext cx="9807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/>
            <a:r>
              <a:rPr lang="es-MX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Compromisos</a:t>
            </a:r>
            <a:endParaRPr lang="es-MX" dirty="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BBC76E-FD10-BD53-4BAE-6C6DA3EBA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339560"/>
              </p:ext>
            </p:extLst>
          </p:nvPr>
        </p:nvGraphicFramePr>
        <p:xfrm>
          <a:off x="303340" y="4079171"/>
          <a:ext cx="11365968" cy="2144973"/>
        </p:xfrm>
        <a:graphic>
          <a:graphicData uri="http://schemas.openxmlformats.org/drawingml/2006/table">
            <a:tbl>
              <a:tblPr/>
              <a:tblGrid>
                <a:gridCol w="1686918">
                  <a:extLst>
                    <a:ext uri="{9D8B030D-6E8A-4147-A177-3AD203B41FA5}">
                      <a16:colId xmlns:a16="http://schemas.microsoft.com/office/drawing/2014/main" val="3110779040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1552569914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3665032270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797280740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2425718824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3326913426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4134130968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3423093920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643323375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3730751750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97631243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3653985350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2550000050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1445419728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2733727285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2875092950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359295230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366764028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1948578310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1139962180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3650430327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33950687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2665222353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1963461933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162374716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1195298596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1519241970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1944993649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991673745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2395608151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2427139034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2018441483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207907187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1338176840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2150771408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1417294172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2125416308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887442821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1607978958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197367424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1969291859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3581116363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2040318433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2969050381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3840808846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597501133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2682684068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4270008815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833629804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136459653"/>
                    </a:ext>
                  </a:extLst>
                </a:gridCol>
                <a:gridCol w="193581">
                  <a:extLst>
                    <a:ext uri="{9D8B030D-6E8A-4147-A177-3AD203B41FA5}">
                      <a16:colId xmlns:a16="http://schemas.microsoft.com/office/drawing/2014/main" val="3263405687"/>
                    </a:ext>
                  </a:extLst>
                </a:gridCol>
              </a:tblGrid>
              <a:tr h="1565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33CC"/>
                          </a:solidFill>
                          <a:effectLst/>
                          <a:latin typeface="Aptos Narrow" panose="020B0004020202020204" pitchFamily="34" charset="0"/>
                        </a:rPr>
                        <a:t>Vacaciones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2D5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290191"/>
                  </a:ext>
                </a:extLst>
              </a:tr>
              <a:tr h="1559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33CC"/>
                          </a:solidFill>
                          <a:effectLst/>
                          <a:latin typeface="Aptos Narrow" panose="020B0004020202020204" pitchFamily="34" charset="0"/>
                        </a:rPr>
                        <a:t>Trabajo remoto EUROPA, sin horas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700" b="0" i="1" u="none" strike="noStrike">
                          <a:solidFill>
                            <a:srgbClr val="A6A6A6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725098"/>
                  </a:ext>
                </a:extLst>
              </a:tr>
              <a:tr h="1683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A6A6A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1505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Julio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Agosto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Septiembre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2B9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2B9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2B9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2B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218627"/>
                  </a:ext>
                </a:extLst>
              </a:tr>
              <a:tr h="3046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205086"/>
                  </a:ext>
                </a:extLst>
              </a:tr>
              <a:tr h="17675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8417" marR="8417" marT="841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595469"/>
                  </a:ext>
                </a:extLst>
              </a:tr>
              <a:tr h="1683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Lukas Pietrzyk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304414"/>
                  </a:ext>
                </a:extLst>
              </a:tr>
              <a:tr h="1683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Joaquin Pichardo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5676291"/>
                  </a:ext>
                </a:extLst>
              </a:tr>
              <a:tr h="1683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Jose Villena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110288"/>
                  </a:ext>
                </a:extLst>
              </a:tr>
              <a:tr h="1683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Francisco Lopez-Cantarero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963981"/>
                  </a:ext>
                </a:extLst>
              </a:tr>
              <a:tr h="1683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840801"/>
                  </a:ext>
                </a:extLst>
              </a:tr>
              <a:tr h="1683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E1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E5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E3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E4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270422"/>
                  </a:ext>
                </a:extLst>
              </a:tr>
              <a:tr h="1683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E2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E6</a:t>
                      </a:r>
                    </a:p>
                  </a:txBody>
                  <a:tcPr marL="8417" marR="8417" marT="84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17" marR="8417" marT="84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153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1652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0" name="Table 379">
            <a:extLst>
              <a:ext uri="{FF2B5EF4-FFF2-40B4-BE49-F238E27FC236}">
                <a16:creationId xmlns:a16="http://schemas.microsoft.com/office/drawing/2014/main" id="{CF5CA2EA-0E10-EECD-6208-7B3A17385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206065"/>
              </p:ext>
            </p:extLst>
          </p:nvPr>
        </p:nvGraphicFramePr>
        <p:xfrm>
          <a:off x="166180" y="648520"/>
          <a:ext cx="11826532" cy="558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812">
                  <a:extLst>
                    <a:ext uri="{9D8B030D-6E8A-4147-A177-3AD203B41FA5}">
                      <a16:colId xmlns:a16="http://schemas.microsoft.com/office/drawing/2014/main" val="904598393"/>
                    </a:ext>
                  </a:extLst>
                </a:gridCol>
                <a:gridCol w="2664070">
                  <a:extLst>
                    <a:ext uri="{9D8B030D-6E8A-4147-A177-3AD203B41FA5}">
                      <a16:colId xmlns:a16="http://schemas.microsoft.com/office/drawing/2014/main" val="2556113364"/>
                    </a:ext>
                  </a:extLst>
                </a:gridCol>
                <a:gridCol w="1002323">
                  <a:extLst>
                    <a:ext uri="{9D8B030D-6E8A-4147-A177-3AD203B41FA5}">
                      <a16:colId xmlns:a16="http://schemas.microsoft.com/office/drawing/2014/main" val="2466771177"/>
                    </a:ext>
                  </a:extLst>
                </a:gridCol>
                <a:gridCol w="1046284">
                  <a:extLst>
                    <a:ext uri="{9D8B030D-6E8A-4147-A177-3AD203B41FA5}">
                      <a16:colId xmlns:a16="http://schemas.microsoft.com/office/drawing/2014/main" val="1466358974"/>
                    </a:ext>
                  </a:extLst>
                </a:gridCol>
                <a:gridCol w="395238">
                  <a:extLst>
                    <a:ext uri="{9D8B030D-6E8A-4147-A177-3AD203B41FA5}">
                      <a16:colId xmlns:a16="http://schemas.microsoft.com/office/drawing/2014/main" val="2128432690"/>
                    </a:ext>
                  </a:extLst>
                </a:gridCol>
                <a:gridCol w="669281">
                  <a:extLst>
                    <a:ext uri="{9D8B030D-6E8A-4147-A177-3AD203B41FA5}">
                      <a16:colId xmlns:a16="http://schemas.microsoft.com/office/drawing/2014/main" val="3546849520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74021509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1548597958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3209081329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3724844687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1105503065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1142575876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2922806377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97382831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2259967748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789068826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9255341"/>
                    </a:ext>
                  </a:extLst>
                </a:gridCol>
              </a:tblGrid>
              <a:tr h="5520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+mn-lt"/>
                        </a:rPr>
                        <a:t>ID</a:t>
                      </a: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Task / Activity</a:t>
                      </a:r>
                      <a:endParaRPr lang="en-US" sz="105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50">
                          <a:latin typeface="+mn-lt"/>
                        </a:rPr>
                        <a:t>Owner</a:t>
                      </a: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50">
                          <a:latin typeface="+mn-lt"/>
                        </a:rPr>
                        <a:t>Collaborator</a:t>
                      </a: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50">
                          <a:latin typeface="+mn-lt"/>
                        </a:rPr>
                        <a:t>Start Week</a:t>
                      </a: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50">
                          <a:latin typeface="+mn-lt"/>
                        </a:rPr>
                        <a:t>Status</a:t>
                      </a: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W1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Jul 6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W2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Jul 13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W3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Jul 20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Jul 27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W5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Aug 3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W6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Aug 10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W7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Aug 17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W8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Aug 24</a:t>
                      </a:r>
                      <a:endParaRPr kumimoji="0" 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W9</a:t>
                      </a:r>
                      <a:endParaRPr lang="en-US" sz="1050">
                        <a:latin typeface="+mn-lt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Aug 31</a:t>
                      </a:r>
                      <a:endParaRPr lang="en-US" sz="105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W10</a:t>
                      </a:r>
                      <a:endParaRPr lang="en-US" sz="1050">
                        <a:latin typeface="+mn-lt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Sep 7</a:t>
                      </a:r>
                      <a:endParaRPr lang="pt-PT" sz="105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W11</a:t>
                      </a:r>
                      <a:endParaRPr lang="en-US" sz="1050">
                        <a:latin typeface="+mn-lt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Sep 14</a:t>
                      </a:r>
                      <a:endParaRPr lang="en-US" sz="1050">
                        <a:latin typeface="+mn-lt"/>
                      </a:endParaRPr>
                    </a:p>
                  </a:txBody>
                  <a:tcPr marL="18000" marR="18000" marT="18000" marB="1800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30793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Compartir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información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aplicaciones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los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sistemas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Legados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y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participar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sesiónes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BanCoppel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A1A2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Ongoing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84150673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Generar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diagramas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Capacidades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Negocio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y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Arquitectura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aplicativa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1er y 2do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nivel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los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sitemas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legados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F.  López-Cantarero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A1A2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Ongoing</a:t>
                      </a: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10295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Validación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vista de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capacidades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negocio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y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arquitectura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aplicativa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sistemas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legados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E. Mejía / Arturo Pérez/David Angeles</a:t>
                      </a: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A1A2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Not started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7618744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Compartir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información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arquitectura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los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components de Unity (Transact, Apolo,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SmartVista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y canales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involucrados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BanCoppel</a:t>
                      </a: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A1A2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Ongoing</a:t>
                      </a: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266128439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Generar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Arquitecturas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coexistencia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F.  López-Cantarero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/J. </a:t>
                      </a:r>
                      <a:r>
                        <a:rPr kumimoji="0" 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Villenas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A1A2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Not started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0D22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0D22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0D22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0D22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0D22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2268025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Validación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arquiectura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coexistencia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Edgar Mejía</a:t>
                      </a: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  <a:b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</a:b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/J. </a:t>
                      </a:r>
                      <a:r>
                        <a:rPr kumimoji="0" 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Villenas</a:t>
                      </a: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A1A2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W7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Not started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53440199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Definir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proceso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Design Authority 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F.  López-Cantarero</a:t>
                      </a: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/J. </a:t>
                      </a:r>
                      <a:r>
                        <a:rPr kumimoji="0" 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Villenas</a:t>
                      </a: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A1A2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Not started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59159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Definir los bloques que componen la estrategia de interoperabilidad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F.  López-Cantarero</a:t>
                      </a: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/J. </a:t>
                      </a:r>
                      <a:r>
                        <a:rPr kumimoji="0" 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Villenas</a:t>
                      </a: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A1A2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Not started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86152112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Análisis de componentes críticos con identificación preliminar de qué se conserva, que se reduce su uso y que se decomisa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F.  López-Cantarero</a:t>
                      </a: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J. Pichardo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/J. </a:t>
                      </a:r>
                      <a:r>
                        <a:rPr kumimoji="0" 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Villenas</a:t>
                      </a: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A1A2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Not started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D400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1794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Sign off de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definiciones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+mn-lt"/>
                        </a:rPr>
                        <a:t>Arquitectura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+mn-lt"/>
                        </a:rPr>
                        <a:t>Coppel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1A2E"/>
                          </a:solidFill>
                          <a:effectLst/>
                          <a:uLnTx/>
                          <a:uFillTx/>
                          <a:latin typeface="+mn-lt"/>
                          <a:ea typeface="Graphik" pitchFamily="34" charset="-122"/>
                          <a:cs typeface="Graphik" pitchFamily="34" charset="-120"/>
                        </a:rPr>
                        <a:t> F.  López-Cantarero</a:t>
                      </a: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A1A2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W10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Not started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F0D2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21564"/>
                  </a:ext>
                </a:extLst>
              </a:tr>
            </a:tbl>
          </a:graphicData>
        </a:graphic>
      </p:graphicFrame>
      <p:sp>
        <p:nvSpPr>
          <p:cNvPr id="2" name="Shape 0"/>
          <p:cNvSpPr/>
          <p:nvPr/>
        </p:nvSpPr>
        <p:spPr>
          <a:xfrm>
            <a:off x="1588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66180" y="36576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>
                <a:solidFill>
                  <a:srgbClr val="F0D224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&gt;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7076" y="36576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Unity Programme  |  Terms of Reference</a:t>
            </a:r>
            <a:endParaRPr lang="en-US" sz="1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48308" y="36576"/>
            <a:ext cx="36210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50">
                <a:solidFill>
                  <a:srgbClr val="D2D9FA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PROJECT PLAN – 10 WEEKS</a:t>
            </a:r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5" name="Shape 373"/>
          <p:cNvSpPr/>
          <p:nvPr/>
        </p:nvSpPr>
        <p:spPr>
          <a:xfrm>
            <a:off x="11751628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8" name="Shape 376"/>
          <p:cNvSpPr/>
          <p:nvPr/>
        </p:nvSpPr>
        <p:spPr>
          <a:xfrm>
            <a:off x="11431588" y="6501384"/>
            <a:ext cx="310896" cy="310896"/>
          </a:xfrm>
          <a:prstGeom prst="ellipse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s-MX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9" name="Text 377"/>
          <p:cNvSpPr/>
          <p:nvPr/>
        </p:nvSpPr>
        <p:spPr>
          <a:xfrm>
            <a:off x="11431588" y="6537960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1A1A2E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4</a:t>
            </a:r>
            <a:endParaRPr lang="en-US" sz="9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Tex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2020">
  <a:themeElements>
    <a:clrScheme name="BanCoppel_2025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C41E8"/>
      </a:accent1>
      <a:accent2>
        <a:srgbClr val="F0D224"/>
      </a:accent2>
      <a:accent3>
        <a:srgbClr val="052879"/>
      </a:accent3>
      <a:accent4>
        <a:srgbClr val="081754"/>
      </a:accent4>
      <a:accent5>
        <a:srgbClr val="1CA8F7"/>
      </a:accent5>
      <a:accent6>
        <a:srgbClr val="EEE8E3"/>
      </a:accent6>
      <a:hlink>
        <a:srgbClr val="0097A7"/>
      </a:hlink>
      <a:folHlink>
        <a:srgbClr val="0097A7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1_Accenture 2020">
  <a:themeElements>
    <a:clrScheme name="BanCoppel_2025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C41E8"/>
      </a:accent1>
      <a:accent2>
        <a:srgbClr val="F0D224"/>
      </a:accent2>
      <a:accent3>
        <a:srgbClr val="052879"/>
      </a:accent3>
      <a:accent4>
        <a:srgbClr val="081754"/>
      </a:accent4>
      <a:accent5>
        <a:srgbClr val="1CA8F7"/>
      </a:accent5>
      <a:accent6>
        <a:srgbClr val="EEE8E3"/>
      </a:accent6>
      <a:hlink>
        <a:srgbClr val="0097A7"/>
      </a:hlink>
      <a:folHlink>
        <a:srgbClr val="0097A7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5A9715-4822-4D4B-B502-AAF583F78BD8}">
  <ds:schemaRefs>
    <ds:schemaRef ds:uri="http://purl.org/dc/dcmitype/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bcf21e1d-e7b2-4ba8-bb72-ca5e3ff425f9"/>
  </ds:schemaRefs>
</ds:datastoreItem>
</file>

<file path=customXml/itemProps2.xml><?xml version="1.0" encoding="utf-8"?>
<ds:datastoreItem xmlns:ds="http://schemas.openxmlformats.org/officeDocument/2006/customXml" ds:itemID="{BB8ECA8D-0E65-4C45-9A9D-22700FA7CB63}">
  <ds:schemaRefs>
    <ds:schemaRef ds:uri="bcf21e1d-e7b2-4ba8-bb72-ca5e3ff425f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AAF184F-D41D-4152-9453-168A413CA25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1251</TotalTime>
  <Words>1094</Words>
  <Application>Microsoft Office PowerPoint</Application>
  <PresentationFormat>Widescreen</PresentationFormat>
  <Paragraphs>654</Paragraphs>
  <Slides>5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Aptos</vt:lpstr>
      <vt:lpstr>Aptos Narrow</vt:lpstr>
      <vt:lpstr>Arial</vt:lpstr>
      <vt:lpstr>Calibri</vt:lpstr>
      <vt:lpstr>Graphik</vt:lpstr>
      <vt:lpstr>Graphik (Body)</vt:lpstr>
      <vt:lpstr>Symbol</vt:lpstr>
      <vt:lpstr>Accenture 2020</vt:lpstr>
      <vt:lpstr>1_Accenture 2020</vt:lpstr>
      <vt:lpstr>think-cell Slide</vt:lpstr>
      <vt:lpstr>Arquitectura Plan Director</vt:lpstr>
      <vt:lpstr>PowerPoint Presentation</vt:lpstr>
      <vt:lpstr>Seguimiento de actividades</vt:lpstr>
      <vt:lpstr>PowerPoint Presentation</vt:lpstr>
      <vt:lpstr>PowerPoint Presentation</vt:lpstr>
    </vt:vector>
  </TitlesOfParts>
  <Manager/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Banking Modernization</dc:subject>
  <dc:creator>m.a.de.tomas.mures@accenture.com</dc:creator>
  <cp:keywords/>
  <cp:lastModifiedBy>Antonio Pichardo, Joaquín Ernesto</cp:lastModifiedBy>
  <cp:revision>1</cp:revision>
  <cp:lastPrinted>2025-11-14T08:57:03Z</cp:lastPrinted>
  <dcterms:created xsi:type="dcterms:W3CDTF">2022-04-27T16:46:11Z</dcterms:created>
  <dcterms:modified xsi:type="dcterms:W3CDTF">2026-07-20T13:58:56Z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  <property fmtid="{D5CDD505-2E9C-101B-9397-08002B2CF9AE}" pid="3" name="NXPowerLiteLastOptimized">
    <vt:lpwstr>3154886</vt:lpwstr>
  </property>
  <property fmtid="{D5CDD505-2E9C-101B-9397-08002B2CF9AE}" pid="4" name="NXPowerLiteSettings">
    <vt:lpwstr>F78007B004F000</vt:lpwstr>
  </property>
  <property fmtid="{D5CDD505-2E9C-101B-9397-08002B2CF9AE}" pid="5" name="NXPowerLiteVersion">
    <vt:lpwstr>D9.1.2</vt:lpwstr>
  </property>
</Properties>
</file>