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8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  <p:sldMasterId id="2147483686" r:id="rId3"/>
  </p:sldMasterIdLst>
  <p:notesMasterIdLst>
    <p:notesMasterId r:id="rId23"/>
  </p:notesMasterIdLst>
  <p:sldIdLst>
    <p:sldId id="256" r:id="rId4"/>
    <p:sldId id="257" r:id="rId5"/>
    <p:sldId id="258" r:id="rId6"/>
    <p:sldId id="264" r:id="rId7"/>
    <p:sldId id="263" r:id="rId8"/>
    <p:sldId id="266" r:id="rId9"/>
    <p:sldId id="267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</p:sldIdLst>
  <p:sldSz cx="14630400" cy="82296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FreesiaUPC" panose="020B0604020202020204" pitchFamily="34" charset="-34"/>
      <p:regular r:id="rId28"/>
      <p:bold r:id="rId29"/>
      <p:italic r:id="rId30"/>
      <p:boldItalic r:id="rId31"/>
    </p:embeddedFont>
    <p:embeddedFont>
      <p:font typeface="Georgia" panose="02040502050405020303" pitchFamily="18" charset="0"/>
      <p:regular r:id="rId32"/>
      <p:bold r:id="rId33"/>
      <p:italic r:id="rId34"/>
      <p:boldItalic r:id="rId35"/>
    </p:embeddedFont>
    <p:embeddedFont>
      <p:font typeface="MS PGothic" panose="020B0600070205080204" pitchFamily="34" charset="-128"/>
      <p:regular r:id="rId36"/>
    </p:embeddedFont>
    <p:embeddedFont>
      <p:font typeface="Open Sans" panose="020B0606030504020204" pitchFamily="34" charset="0"/>
      <p:regular r:id="rId37"/>
      <p:bold r:id="rId38"/>
      <p:italic r:id="rId39"/>
      <p:boldItalic r:id="rId40"/>
    </p:embeddedFont>
    <p:embeddedFont>
      <p:font typeface="Quattrocento Sans" panose="020B0502050000020003" pitchFamily="34" charset="0"/>
      <p:regular r:id="rId41"/>
      <p:bold r:id="rId42"/>
      <p:italic r:id="rId43"/>
      <p:boldItalic r:id="rId44"/>
    </p:embeddedFont>
    <p:embeddedFont>
      <p:font typeface="Trebuchet MS" panose="020B060302020202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701">
          <p15:clr>
            <a:srgbClr val="A4A3A4"/>
          </p15:clr>
        </p15:guide>
        <p15:guide id="2" pos="45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608">
          <p15:clr>
            <a:srgbClr val="A4A3A4"/>
          </p15:clr>
        </p15:guide>
        <p15:guide id="2" pos="3456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9" roundtripDataSignature="AMtx7mgaFuVuktUROYJ2LzYqXexKi2c3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30866D-E1E7-41C6-A977-DA05C5D4B4E8}">
  <a:tblStyle styleId="{1C30866D-E1E7-41C6-A977-DA05C5D4B4E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DA91EFA-5E9B-4DE8-BE47-FCB692707E3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41404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41404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41404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41404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41404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414042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07" autoAdjust="0"/>
    <p:restoredTop sz="94660"/>
  </p:normalViewPr>
  <p:slideViewPr>
    <p:cSldViewPr snapToGrid="0">
      <p:cViewPr varScale="1">
        <p:scale>
          <a:sx n="88" d="100"/>
          <a:sy n="88" d="100"/>
        </p:scale>
        <p:origin x="1386" y="78"/>
      </p:cViewPr>
      <p:guideLst>
        <p:guide orient="horz" pos="2701"/>
        <p:guide pos="457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4608"/>
        <p:guide pos="345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18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font" Target="fonts/font24.fntdata"/><Relationship Id="rId50" Type="http://schemas.openxmlformats.org/officeDocument/2006/relationships/presProps" Target="presProps.xml"/><Relationship Id="rId55" Type="http://schemas.openxmlformats.org/officeDocument/2006/relationships/customXml" Target="../customXml/item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font" Target="fonts/font6.fntdata"/><Relationship Id="rId11" Type="http://schemas.openxmlformats.org/officeDocument/2006/relationships/slide" Target="slides/slide8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font" Target="fonts/font22.fntdata"/><Relationship Id="rId53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8.fntdata"/><Relationship Id="rId44" Type="http://schemas.openxmlformats.org/officeDocument/2006/relationships/font" Target="fonts/font21.fntdata"/><Relationship Id="rId52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48" Type="http://schemas.openxmlformats.org/officeDocument/2006/relationships/font" Target="fonts/font25.fntdata"/><Relationship Id="rId56" Type="http://schemas.openxmlformats.org/officeDocument/2006/relationships/customXml" Target="../customXml/item3.xml"/><Relationship Id="rId8" Type="http://schemas.openxmlformats.org/officeDocument/2006/relationships/slide" Target="slides/slide5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font" Target="fonts/font23.fntdata"/><Relationship Id="rId20" Type="http://schemas.openxmlformats.org/officeDocument/2006/relationships/slide" Target="slides/slide17.xml"/><Relationship Id="rId41" Type="http://schemas.openxmlformats.org/officeDocument/2006/relationships/font" Target="fonts/font18.fntdata"/><Relationship Id="rId54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4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9" name="Google Shape;9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2ef31ebc59_0_8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7" name="Google Shape;947;g22ef31ebc59_0_8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9" name="Google Shape;959;p4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24" cy="3768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960" name="Google Shape;960;p4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57" cy="46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22ef31ebc5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3" name="Google Shape;1003;g22ef31ebc59_0_59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004" name="Google Shape;1004;g22ef31ebc59_0_59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7" name="Google Shape;9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7" name="Google Shape;1017;p9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24" cy="3768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018" name="Google Shape;1018;p9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57" cy="46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4" name="Google Shape;10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22ef31ebc59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5" name="Google Shape;1065;g22ef31ebc59_0_34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066" name="Google Shape;1066;g22ef31ebc59_0_34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5" name="Google Shape;107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2311ef7f28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1" name="Google Shape;1081;g2311ef7f287_0_0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082" name="Google Shape;1082;g2311ef7f287_0_0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311ef7f28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0" name="Google Shape;1090;g2311ef7f287_0_6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091" name="Google Shape;1091;g2311ef7f287_0_6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2311ef7f28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0" name="Google Shape;1100;g2311ef7f287_0_12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101" name="Google Shape;1101;g2311ef7f287_0_12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0" name="Google Shape;1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2585b2cbdef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6" name="Google Shape;1116;g2585b2cbdef_0_80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117" name="Google Shape;1117;g2585b2cbdef_0_80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2585b2cbdef_0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6" name="Google Shape;1126;g2585b2cbdef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311ef7f287_0_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2" name="Google Shape;1132;g2311ef7f287_0_764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133" name="Google Shape;1133;g2311ef7f287_0_764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311ef7f287_0_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2" name="Google Shape;1132;g2311ef7f287_0_764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133" name="Google Shape;1133;g2311ef7f287_0_764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89508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311ef7f287_0_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2" name="Google Shape;1132;g2311ef7f287_0_764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133" name="Google Shape;1133;g2311ef7f287_0_764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2135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311ef7f287_0_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575" y="574675"/>
            <a:ext cx="6621463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2" name="Google Shape;1132;g2311ef7f287_0_764:notes"/>
          <p:cNvSpPr txBox="1">
            <a:spLocks noGrp="1"/>
          </p:cNvSpPr>
          <p:nvPr>
            <p:ph type="body" idx="1"/>
          </p:nvPr>
        </p:nvSpPr>
        <p:spPr>
          <a:xfrm>
            <a:off x="259519" y="4714653"/>
            <a:ext cx="64134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  <p:sp>
        <p:nvSpPr>
          <p:cNvPr id="1133" name="Google Shape;1133;g2311ef7f287_0_764:notes"/>
          <p:cNvSpPr txBox="1">
            <a:spLocks noGrp="1"/>
          </p:cNvSpPr>
          <p:nvPr>
            <p:ph type="sldNum" idx="12"/>
          </p:nvPr>
        </p:nvSpPr>
        <p:spPr>
          <a:xfrm>
            <a:off x="3936770" y="8744096"/>
            <a:ext cx="2919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 view: </a:t>
            </a:r>
            <a:fld id="{00000000-1234-1234-1234-123412341234}" type="slidenum"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2313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2"/>
          <p:cNvPicPr preferRelativeResize="0"/>
          <p:nvPr/>
        </p:nvPicPr>
        <p:blipFill rotWithShape="1">
          <a:blip r:embed="rId2">
            <a:alphaModFix/>
          </a:blip>
          <a:srcRect t="16607" b="16614"/>
          <a:stretch/>
        </p:blipFill>
        <p:spPr>
          <a:xfrm flipH="1">
            <a:off x="-8279" y="-6720"/>
            <a:ext cx="14639909" cy="652041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2"/>
          <p:cNvSpPr txBox="1"/>
          <p:nvPr/>
        </p:nvSpPr>
        <p:spPr>
          <a:xfrm rot="-5400000">
            <a:off x="-980240" y="6493243"/>
            <a:ext cx="26196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8C8C"/>
              </a:buClr>
              <a:buSzPts val="1800"/>
              <a:buFont typeface="Helvetica Neue"/>
              <a:buNone/>
            </a:pPr>
            <a:r>
              <a:rPr lang="es-MX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NTT DATA</a:t>
            </a:r>
            <a:endParaRPr sz="11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2"/>
          <p:cNvSpPr txBox="1"/>
          <p:nvPr/>
        </p:nvSpPr>
        <p:spPr>
          <a:xfrm rot="-5400000">
            <a:off x="13334905" y="6765406"/>
            <a:ext cx="19314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8C8C"/>
              </a:buClr>
              <a:buSzPts val="1800"/>
              <a:buFont typeface="Helvetica Neue"/>
              <a:buNone/>
            </a:pPr>
            <a:r>
              <a:rPr lang="es-MX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Consulting Services</a:t>
            </a:r>
            <a:endParaRPr sz="11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" name="Google Shape;19;p32"/>
          <p:cNvCxnSpPr/>
          <p:nvPr/>
        </p:nvCxnSpPr>
        <p:spPr>
          <a:xfrm rot="10800000">
            <a:off x="1028040" y="7111223"/>
            <a:ext cx="125742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32"/>
          <p:cNvSpPr txBox="1"/>
          <p:nvPr/>
        </p:nvSpPr>
        <p:spPr>
          <a:xfrm>
            <a:off x="8201874" y="7111229"/>
            <a:ext cx="5400300" cy="116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7450"/>
              </a:srgbClr>
            </a:outerShdw>
          </a:effectLst>
        </p:spPr>
        <p:txBody>
          <a:bodyPr spcFirstLastPara="1" wrap="square" lIns="146275" tIns="146275" rIns="146275" bIns="146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SMNYL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2"/>
          <p:cNvSpPr txBox="1"/>
          <p:nvPr/>
        </p:nvSpPr>
        <p:spPr>
          <a:xfrm>
            <a:off x="5425926" y="7996008"/>
            <a:ext cx="37785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675" tIns="0" rIns="109675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MX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© 2020 NTT DATA, Inc. All rights reserved.</a:t>
            </a: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2"/>
          <p:cNvSpPr/>
          <p:nvPr/>
        </p:nvSpPr>
        <p:spPr>
          <a:xfrm>
            <a:off x="0" y="6516181"/>
            <a:ext cx="14630400" cy="1720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675" tIns="109675" rIns="109675" bIns="109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75480" y="394410"/>
            <a:ext cx="2104139" cy="866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125" y="6643442"/>
            <a:ext cx="3474481" cy="145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>
            <a:spLocks noGrp="1"/>
          </p:cNvSpPr>
          <p:nvPr>
            <p:ph type="ctrTitle"/>
          </p:nvPr>
        </p:nvSpPr>
        <p:spPr>
          <a:xfrm>
            <a:off x="1828800" y="1346835"/>
            <a:ext cx="10972800" cy="28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7200"/>
              <a:buFont typeface="Calibri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3"/>
          <p:cNvSpPr txBox="1">
            <a:spLocks noGrp="1"/>
          </p:cNvSpPr>
          <p:nvPr>
            <p:ph type="subTitle" idx="1"/>
          </p:nvPr>
        </p:nvSpPr>
        <p:spPr>
          <a:xfrm>
            <a:off x="1828800" y="4322445"/>
            <a:ext cx="10972800" cy="19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None/>
              <a:defRPr sz="2900"/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900"/>
              <a:buNone/>
              <a:defRPr sz="19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900"/>
              <a:buNone/>
              <a:defRPr sz="19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28" name="Google Shape;28;p33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Gral">
  <p:cSld name="Diapositiva Gral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2"/>
          <p:cNvSpPr txBox="1">
            <a:spLocks noGrp="1"/>
          </p:cNvSpPr>
          <p:nvPr>
            <p:ph type="sldNum" idx="12"/>
          </p:nvPr>
        </p:nvSpPr>
        <p:spPr>
          <a:xfrm>
            <a:off x="12964160" y="7738366"/>
            <a:ext cx="670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6A7C9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6A7C9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6A7C9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6A7C9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6A7C9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6A7C9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6A7C9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6A7C9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6A7C9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title"/>
          </p:nvPr>
        </p:nvSpPr>
        <p:spPr>
          <a:xfrm>
            <a:off x="868706" y="391744"/>
            <a:ext cx="128931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  <a:defRPr sz="26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2"/>
          <p:cNvSpPr txBox="1">
            <a:spLocks noGrp="1"/>
          </p:cNvSpPr>
          <p:nvPr>
            <p:ph type="body" idx="1"/>
          </p:nvPr>
        </p:nvSpPr>
        <p:spPr>
          <a:xfrm>
            <a:off x="1344194" y="925866"/>
            <a:ext cx="119421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F32A14"/>
              </a:buClr>
              <a:buSzPts val="1800"/>
              <a:buNone/>
              <a:defRPr sz="1800" b="0" i="0">
                <a:solidFill>
                  <a:srgbClr val="F32A14"/>
                </a:solidFill>
              </a:defRPr>
            </a:lvl1pPr>
            <a:lvl2pPr marL="914400" lvl="1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3pPr>
            <a:lvl4pPr marL="1828800" lvl="3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4pPr>
            <a:lvl5pPr marL="2286000" lvl="4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5pPr>
            <a:lvl6pPr marL="2743200" lvl="5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marL="3200400" lvl="6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marL="3657600" lvl="7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marL="4114800" lvl="8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3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2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3"/>
          <p:cNvSpPr txBox="1">
            <a:spLocks noGrp="1"/>
          </p:cNvSpPr>
          <p:nvPr>
            <p:ph type="body" idx="1"/>
          </p:nvPr>
        </p:nvSpPr>
        <p:spPr>
          <a:xfrm>
            <a:off x="1005840" y="2190750"/>
            <a:ext cx="12618600" cy="52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412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1pPr>
            <a:lvl2pPr marL="914400" lvl="1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3pPr>
            <a:lvl4pPr marL="1828800" lvl="3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4pPr>
            <a:lvl5pPr marL="2286000" lvl="4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5pPr>
            <a:lvl6pPr marL="2743200" lvl="5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marL="3200400" lvl="6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marL="3657600" lvl="7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marL="4114800" lvl="8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3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3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4"/>
          <p:cNvSpPr txBox="1">
            <a:spLocks noGrp="1"/>
          </p:cNvSpPr>
          <p:nvPr>
            <p:ph type="title"/>
          </p:nvPr>
        </p:nvSpPr>
        <p:spPr>
          <a:xfrm>
            <a:off x="998221" y="2051686"/>
            <a:ext cx="12618600" cy="3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7200"/>
              <a:buFont typeface="Calibri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4"/>
          <p:cNvSpPr txBox="1">
            <a:spLocks noGrp="1"/>
          </p:cNvSpPr>
          <p:nvPr>
            <p:ph type="body" idx="1"/>
          </p:nvPr>
        </p:nvSpPr>
        <p:spPr>
          <a:xfrm>
            <a:off x="998221" y="5507357"/>
            <a:ext cx="12618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C8E91"/>
              </a:buClr>
              <a:buSzPts val="2900"/>
              <a:buNone/>
              <a:defRPr sz="2900">
                <a:solidFill>
                  <a:srgbClr val="8C8E9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C8E91"/>
              </a:buClr>
              <a:buSzPts val="2400"/>
              <a:buNone/>
              <a:defRPr sz="2400">
                <a:solidFill>
                  <a:srgbClr val="8C8E9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C8E91"/>
              </a:buClr>
              <a:buSzPts val="2200"/>
              <a:buNone/>
              <a:defRPr sz="2200">
                <a:solidFill>
                  <a:srgbClr val="8C8E9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C8E91"/>
              </a:buClr>
              <a:buSzPts val="1900"/>
              <a:buNone/>
              <a:defRPr sz="1900">
                <a:solidFill>
                  <a:srgbClr val="8C8E9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C8E91"/>
              </a:buClr>
              <a:buSzPts val="1900"/>
              <a:buNone/>
              <a:defRPr sz="1900">
                <a:solidFill>
                  <a:srgbClr val="8C8E9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C8E91"/>
              </a:buClr>
              <a:buSzPts val="1900"/>
              <a:buNone/>
              <a:defRPr sz="1900">
                <a:solidFill>
                  <a:srgbClr val="8C8E9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C8E91"/>
              </a:buClr>
              <a:buSzPts val="1900"/>
              <a:buNone/>
              <a:defRPr sz="1900">
                <a:solidFill>
                  <a:srgbClr val="8C8E9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C8E91"/>
              </a:buClr>
              <a:buSzPts val="1900"/>
              <a:buNone/>
              <a:defRPr sz="1900">
                <a:solidFill>
                  <a:srgbClr val="8C8E9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C8E91"/>
              </a:buClr>
              <a:buSzPts val="1900"/>
              <a:buNone/>
              <a:defRPr sz="1900">
                <a:solidFill>
                  <a:srgbClr val="8C8E9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44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4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4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2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5"/>
          <p:cNvSpPr txBox="1">
            <a:spLocks noGrp="1"/>
          </p:cNvSpPr>
          <p:nvPr>
            <p:ph type="body" idx="1"/>
          </p:nvPr>
        </p:nvSpPr>
        <p:spPr>
          <a:xfrm>
            <a:off x="1005840" y="2190750"/>
            <a:ext cx="6217800" cy="52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412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1pPr>
            <a:lvl2pPr marL="914400" lvl="1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3pPr>
            <a:lvl4pPr marL="1828800" lvl="3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4pPr>
            <a:lvl5pPr marL="2286000" lvl="4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5pPr>
            <a:lvl6pPr marL="2743200" lvl="5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marL="3200400" lvl="6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marL="3657600" lvl="7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marL="4114800" lvl="8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45"/>
          <p:cNvSpPr txBox="1">
            <a:spLocks noGrp="1"/>
          </p:cNvSpPr>
          <p:nvPr>
            <p:ph type="body" idx="2"/>
          </p:nvPr>
        </p:nvSpPr>
        <p:spPr>
          <a:xfrm>
            <a:off x="7406640" y="2190750"/>
            <a:ext cx="6217800" cy="52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412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1pPr>
            <a:lvl2pPr marL="914400" lvl="1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3pPr>
            <a:lvl4pPr marL="1828800" lvl="3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4pPr>
            <a:lvl5pPr marL="2286000" lvl="4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5pPr>
            <a:lvl6pPr marL="2743200" lvl="5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marL="3200400" lvl="6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marL="3657600" lvl="7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marL="4114800" lvl="8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45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5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6"/>
          <p:cNvSpPr txBox="1">
            <a:spLocks noGrp="1"/>
          </p:cNvSpPr>
          <p:nvPr>
            <p:ph type="title"/>
          </p:nvPr>
        </p:nvSpPr>
        <p:spPr>
          <a:xfrm>
            <a:off x="1007746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2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6"/>
          <p:cNvSpPr txBox="1">
            <a:spLocks noGrp="1"/>
          </p:cNvSpPr>
          <p:nvPr>
            <p:ph type="body" idx="1"/>
          </p:nvPr>
        </p:nvSpPr>
        <p:spPr>
          <a:xfrm>
            <a:off x="1007747" y="2017395"/>
            <a:ext cx="6189300" cy="9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None/>
              <a:defRPr sz="2900" b="1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400"/>
              <a:buNone/>
              <a:defRPr sz="24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200"/>
              <a:buNone/>
              <a:defRPr sz="22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900"/>
              <a:buNone/>
              <a:defRPr sz="1900" b="1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900"/>
              <a:buNone/>
              <a:defRPr sz="19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9pPr>
          </a:lstStyle>
          <a:p>
            <a:endParaRPr/>
          </a:p>
        </p:txBody>
      </p:sp>
      <p:sp>
        <p:nvSpPr>
          <p:cNvPr id="55" name="Google Shape;55;p46"/>
          <p:cNvSpPr txBox="1">
            <a:spLocks noGrp="1"/>
          </p:cNvSpPr>
          <p:nvPr>
            <p:ph type="body" idx="2"/>
          </p:nvPr>
        </p:nvSpPr>
        <p:spPr>
          <a:xfrm>
            <a:off x="1007747" y="3006090"/>
            <a:ext cx="6189300" cy="44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412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1pPr>
            <a:lvl2pPr marL="914400" lvl="1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3pPr>
            <a:lvl4pPr marL="1828800" lvl="3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4pPr>
            <a:lvl5pPr marL="2286000" lvl="4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5pPr>
            <a:lvl6pPr marL="2743200" lvl="5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marL="3200400" lvl="6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marL="3657600" lvl="7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marL="4114800" lvl="8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46"/>
          <p:cNvSpPr txBox="1">
            <a:spLocks noGrp="1"/>
          </p:cNvSpPr>
          <p:nvPr>
            <p:ph type="body" idx="3"/>
          </p:nvPr>
        </p:nvSpPr>
        <p:spPr>
          <a:xfrm>
            <a:off x="7406640" y="2017395"/>
            <a:ext cx="6219900" cy="9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None/>
              <a:defRPr sz="2900" b="1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400"/>
              <a:buNone/>
              <a:defRPr sz="24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200"/>
              <a:buNone/>
              <a:defRPr sz="22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900"/>
              <a:buNone/>
              <a:defRPr sz="1900" b="1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900"/>
              <a:buNone/>
              <a:defRPr sz="19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9pPr>
          </a:lstStyle>
          <a:p>
            <a:endParaRPr/>
          </a:p>
        </p:txBody>
      </p:sp>
      <p:sp>
        <p:nvSpPr>
          <p:cNvPr id="57" name="Google Shape;57;p46"/>
          <p:cNvSpPr txBox="1">
            <a:spLocks noGrp="1"/>
          </p:cNvSpPr>
          <p:nvPr>
            <p:ph type="body" idx="4"/>
          </p:nvPr>
        </p:nvSpPr>
        <p:spPr>
          <a:xfrm>
            <a:off x="7406640" y="3006090"/>
            <a:ext cx="6219900" cy="44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412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1pPr>
            <a:lvl2pPr marL="914400" lvl="1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3pPr>
            <a:lvl4pPr marL="1828800" lvl="3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4pPr>
            <a:lvl5pPr marL="2286000" lvl="4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5pPr>
            <a:lvl6pPr marL="2743200" lvl="5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marL="3200400" lvl="6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marL="3657600" lvl="7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marL="4114800" lvl="8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46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6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6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7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2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7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7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7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8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8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9"/>
          <p:cNvSpPr txBox="1">
            <a:spLocks noGrp="1"/>
          </p:cNvSpPr>
          <p:nvPr>
            <p:ph type="title"/>
          </p:nvPr>
        </p:nvSpPr>
        <p:spPr>
          <a:xfrm>
            <a:off x="1007746" y="548640"/>
            <a:ext cx="47187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3800"/>
              <a:buFont typeface="Calibri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9"/>
          <p:cNvSpPr txBox="1">
            <a:spLocks noGrp="1"/>
          </p:cNvSpPr>
          <p:nvPr>
            <p:ph type="body" idx="1"/>
          </p:nvPr>
        </p:nvSpPr>
        <p:spPr>
          <a:xfrm>
            <a:off x="6219826" y="1184910"/>
            <a:ext cx="7406700" cy="58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469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3800"/>
              <a:buChar char="•"/>
              <a:defRPr sz="3800"/>
            </a:lvl1pPr>
            <a:lvl2pPr marL="914400" lvl="1" indent="-444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3400"/>
              <a:buChar char="•"/>
              <a:defRPr sz="3400"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 sz="2900"/>
            </a:lvl3pPr>
            <a:lvl4pPr marL="1828800" lvl="3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400"/>
              <a:buChar char="•"/>
              <a:defRPr sz="2400"/>
            </a:lvl4pPr>
            <a:lvl5pPr marL="2286000" lvl="4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400"/>
              <a:buChar char="•"/>
              <a:defRPr sz="2400"/>
            </a:lvl5pPr>
            <a:lvl6pPr marL="2743200" lvl="5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73" name="Google Shape;73;p49"/>
          <p:cNvSpPr txBox="1">
            <a:spLocks noGrp="1"/>
          </p:cNvSpPr>
          <p:nvPr>
            <p:ph type="body" idx="2"/>
          </p:nvPr>
        </p:nvSpPr>
        <p:spPr>
          <a:xfrm>
            <a:off x="1007746" y="2468880"/>
            <a:ext cx="4718700" cy="4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1900"/>
              <a:buNone/>
              <a:defRPr sz="190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700"/>
              <a:buNone/>
              <a:defRPr sz="17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200"/>
              <a:buNone/>
              <a:defRPr sz="12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4" name="Google Shape;74;p49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9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9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0"/>
          <p:cNvSpPr txBox="1">
            <a:spLocks noGrp="1"/>
          </p:cNvSpPr>
          <p:nvPr>
            <p:ph type="title"/>
          </p:nvPr>
        </p:nvSpPr>
        <p:spPr>
          <a:xfrm>
            <a:off x="1007746" y="548640"/>
            <a:ext cx="47187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3800"/>
              <a:buFont typeface="Calibri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0"/>
          <p:cNvSpPr>
            <a:spLocks noGrp="1"/>
          </p:cNvSpPr>
          <p:nvPr>
            <p:ph type="pic" idx="2"/>
          </p:nvPr>
        </p:nvSpPr>
        <p:spPr>
          <a:xfrm>
            <a:off x="6219826" y="1184910"/>
            <a:ext cx="7406700" cy="58485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50"/>
          <p:cNvSpPr txBox="1">
            <a:spLocks noGrp="1"/>
          </p:cNvSpPr>
          <p:nvPr>
            <p:ph type="body" idx="1"/>
          </p:nvPr>
        </p:nvSpPr>
        <p:spPr>
          <a:xfrm>
            <a:off x="1007746" y="2468880"/>
            <a:ext cx="4718700" cy="4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1900"/>
              <a:buNone/>
              <a:defRPr sz="190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700"/>
              <a:buNone/>
              <a:defRPr sz="17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1200"/>
              <a:buNone/>
              <a:defRPr sz="12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1" name="Google Shape;81;p50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0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0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1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2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1"/>
          <p:cNvSpPr txBox="1">
            <a:spLocks noGrp="1"/>
          </p:cNvSpPr>
          <p:nvPr>
            <p:ph type="body" idx="1"/>
          </p:nvPr>
        </p:nvSpPr>
        <p:spPr>
          <a:xfrm rot="5400000">
            <a:off x="4704510" y="-1507800"/>
            <a:ext cx="5221500" cy="12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412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1pPr>
            <a:lvl2pPr marL="914400" lvl="1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3pPr>
            <a:lvl4pPr marL="1828800" lvl="3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4pPr>
            <a:lvl5pPr marL="2286000" lvl="4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5pPr>
            <a:lvl6pPr marL="2743200" lvl="5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marL="3200400" lvl="6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marL="3657600" lvl="7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marL="4114800" lvl="8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51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1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1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2"/>
          <p:cNvSpPr txBox="1">
            <a:spLocks noGrp="1"/>
          </p:cNvSpPr>
          <p:nvPr>
            <p:ph type="title"/>
          </p:nvPr>
        </p:nvSpPr>
        <p:spPr>
          <a:xfrm rot="5400000">
            <a:off x="8560110" y="2347800"/>
            <a:ext cx="6974100" cy="31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2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2"/>
          <p:cNvSpPr txBox="1">
            <a:spLocks noGrp="1"/>
          </p:cNvSpPr>
          <p:nvPr>
            <p:ph type="body" idx="1"/>
          </p:nvPr>
        </p:nvSpPr>
        <p:spPr>
          <a:xfrm rot="5400000">
            <a:off x="2159400" y="-715350"/>
            <a:ext cx="6974100" cy="9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lvl="0" indent="-412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1pPr>
            <a:lvl2pPr marL="914400" lvl="1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3pPr>
            <a:lvl4pPr marL="1828800" lvl="3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4pPr>
            <a:lvl5pPr marL="2286000" lvl="4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Char char="•"/>
              <a:defRPr/>
            </a:lvl5pPr>
            <a:lvl6pPr marL="2743200" lvl="5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marL="3200400" lvl="6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marL="3657600" lvl="7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marL="4114800" lvl="8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52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2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2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photo">
  <p:cSld name="Section title photo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4630400" cy="823018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5"/>
          <p:cNvSpPr txBox="1">
            <a:spLocks noGrp="1"/>
          </p:cNvSpPr>
          <p:nvPr>
            <p:ph type="title"/>
          </p:nvPr>
        </p:nvSpPr>
        <p:spPr>
          <a:xfrm>
            <a:off x="511711" y="1421183"/>
            <a:ext cx="8973586" cy="4242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53"/>
              <a:buFont typeface="Quattrocento Sans"/>
              <a:buNone/>
              <a:defRPr sz="6353" b="0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title slide blue">
  <p:cSld name="Presentation title slide blu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3"/>
          <p:cNvSpPr txBox="1">
            <a:spLocks noGrp="1"/>
          </p:cNvSpPr>
          <p:nvPr>
            <p:ph type="title"/>
          </p:nvPr>
        </p:nvSpPr>
        <p:spPr>
          <a:xfrm>
            <a:off x="521765" y="3048375"/>
            <a:ext cx="11281872" cy="215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828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353"/>
              <a:buFont typeface="Quattrocento Sans"/>
              <a:buNone/>
              <a:defRPr sz="6353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3"/>
          <p:cNvSpPr txBox="1">
            <a:spLocks noGrp="1"/>
          </p:cNvSpPr>
          <p:nvPr>
            <p:ph type="body" idx="1"/>
          </p:nvPr>
        </p:nvSpPr>
        <p:spPr>
          <a:xfrm>
            <a:off x="521765" y="5211388"/>
            <a:ext cx="11281872" cy="1134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6"/>
              <a:buNone/>
              <a:defRPr sz="2118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7" name="Google Shape;107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4417" y="527172"/>
            <a:ext cx="1602808" cy="22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title slide white">
  <p:cSld name="Presentation title slide white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4"/>
          <p:cNvSpPr txBox="1">
            <a:spLocks noGrp="1"/>
          </p:cNvSpPr>
          <p:nvPr>
            <p:ph type="title"/>
          </p:nvPr>
        </p:nvSpPr>
        <p:spPr>
          <a:xfrm>
            <a:off x="521765" y="3048375"/>
            <a:ext cx="11281872" cy="215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828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53"/>
              <a:buFont typeface="Quattrocento Sans"/>
              <a:buNone/>
              <a:defRPr sz="6353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4"/>
          <p:cNvSpPr txBox="1">
            <a:spLocks noGrp="1"/>
          </p:cNvSpPr>
          <p:nvPr>
            <p:ph type="body" idx="1"/>
          </p:nvPr>
        </p:nvSpPr>
        <p:spPr>
          <a:xfrm>
            <a:off x="521765" y="5211388"/>
            <a:ext cx="11281872" cy="1134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2118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1" name="Google Shape;111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4417" y="527172"/>
            <a:ext cx="1602808" cy="22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title MSFT slide white">
  <p:cSld name="Presentation title MSFT slide whit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5"/>
          <p:cNvSpPr txBox="1">
            <a:spLocks noGrp="1"/>
          </p:cNvSpPr>
          <p:nvPr>
            <p:ph type="title"/>
          </p:nvPr>
        </p:nvSpPr>
        <p:spPr>
          <a:xfrm>
            <a:off x="521765" y="3048375"/>
            <a:ext cx="11281872" cy="215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828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53"/>
              <a:buFont typeface="Quattrocento Sans"/>
              <a:buNone/>
              <a:defRPr sz="6353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5"/>
          <p:cNvSpPr txBox="1">
            <a:spLocks noGrp="1"/>
          </p:cNvSpPr>
          <p:nvPr>
            <p:ph type="body" idx="1"/>
          </p:nvPr>
        </p:nvSpPr>
        <p:spPr>
          <a:xfrm>
            <a:off x="521765" y="5211388"/>
            <a:ext cx="11281872" cy="1134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2118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5" name="Google Shape;115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9450" y="302518"/>
            <a:ext cx="2364192" cy="869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title slide white Azure DevOps">
  <p:cSld name="Presentation title slide white Azure DevOps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59369" y="3127096"/>
            <a:ext cx="5852966" cy="502514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6"/>
          <p:cNvSpPr/>
          <p:nvPr/>
        </p:nvSpPr>
        <p:spPr>
          <a:xfrm>
            <a:off x="511711" y="2553916"/>
            <a:ext cx="8973586" cy="4303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5125" tIns="172100" rIns="215125" bIns="1721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23"/>
              <a:buFont typeface="Arial"/>
              <a:buNone/>
            </a:pPr>
            <a:endParaRPr sz="282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6"/>
          <p:cNvSpPr txBox="1">
            <a:spLocks noGrp="1"/>
          </p:cNvSpPr>
          <p:nvPr>
            <p:ph type="title"/>
          </p:nvPr>
        </p:nvSpPr>
        <p:spPr>
          <a:xfrm>
            <a:off x="778769" y="3048375"/>
            <a:ext cx="8434165" cy="215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828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53"/>
              <a:buFont typeface="Quattrocento Sans"/>
              <a:buNone/>
              <a:defRPr sz="6353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56"/>
          <p:cNvSpPr txBox="1">
            <a:spLocks noGrp="1"/>
          </p:cNvSpPr>
          <p:nvPr>
            <p:ph type="body" idx="1"/>
          </p:nvPr>
        </p:nvSpPr>
        <p:spPr>
          <a:xfrm>
            <a:off x="778770" y="5211388"/>
            <a:ext cx="7329423" cy="1134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2118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1" name="Google Shape;121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417" y="527172"/>
            <a:ext cx="1602808" cy="22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7"/>
          <p:cNvSpPr txBox="1">
            <a:spLocks noGrp="1"/>
          </p:cNvSpPr>
          <p:nvPr>
            <p:ph type="title"/>
          </p:nvPr>
        </p:nvSpPr>
        <p:spPr>
          <a:xfrm>
            <a:off x="2833077" y="1427146"/>
            <a:ext cx="4345792" cy="54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8"/>
              <a:buFont typeface="Quattrocento Sans"/>
              <a:buNone/>
              <a:defRPr sz="2118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57"/>
          <p:cNvSpPr txBox="1">
            <a:spLocks noGrp="1"/>
          </p:cNvSpPr>
          <p:nvPr>
            <p:ph type="body" idx="1"/>
          </p:nvPr>
        </p:nvSpPr>
        <p:spPr>
          <a:xfrm>
            <a:off x="2833077" y="1975767"/>
            <a:ext cx="4345792" cy="3947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6"/>
              <a:buFont typeface="Noto Sans Symbols"/>
              <a:buNone/>
              <a:defRPr sz="2118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/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25" name="Google Shape;125;p57"/>
          <p:cNvGrpSpPr/>
          <p:nvPr/>
        </p:nvGrpSpPr>
        <p:grpSpPr>
          <a:xfrm>
            <a:off x="523654" y="7717254"/>
            <a:ext cx="13591302" cy="114006"/>
            <a:chOff x="445128" y="6559056"/>
            <a:chExt cx="11553197" cy="96896"/>
          </a:xfrm>
        </p:grpSpPr>
        <p:sp>
          <p:nvSpPr>
            <p:cNvPr id="126" name="Google Shape;126;p57"/>
            <p:cNvSpPr txBox="1"/>
            <p:nvPr/>
          </p:nvSpPr>
          <p:spPr>
            <a:xfrm>
              <a:off x="445128" y="6559056"/>
              <a:ext cx="953835" cy="96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2"/>
                <a:buFont typeface="Arial"/>
                <a:buNone/>
              </a:pPr>
              <a:r>
                <a:rPr lang="es-MX" sz="822" b="0" i="0" u="none" strike="noStrike" cap="non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© Microsoft Corporation</a:t>
              </a:r>
              <a:endParaRPr sz="941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7"/>
            <p:cNvSpPr/>
            <p:nvPr/>
          </p:nvSpPr>
          <p:spPr>
            <a:xfrm>
              <a:off x="11784176" y="6573241"/>
              <a:ext cx="214149" cy="61668"/>
            </a:xfrm>
            <a:custGeom>
              <a:avLst/>
              <a:gdLst/>
              <a:ahLst/>
              <a:cxnLst/>
              <a:rect l="l" t="t" r="r" b="b"/>
              <a:pathLst>
                <a:path w="306116" h="88152" extrusionOk="0">
                  <a:moveTo>
                    <a:pt x="280481" y="31681"/>
                  </a:moveTo>
                  <a:cubicBezTo>
                    <a:pt x="275805" y="31681"/>
                    <a:pt x="271835" y="33354"/>
                    <a:pt x="268570" y="36700"/>
                  </a:cubicBezTo>
                  <a:cubicBezTo>
                    <a:pt x="265305" y="40045"/>
                    <a:pt x="263290" y="44419"/>
                    <a:pt x="262524" y="49820"/>
                  </a:cubicBezTo>
                  <a:lnTo>
                    <a:pt x="295959" y="49820"/>
                  </a:lnTo>
                  <a:cubicBezTo>
                    <a:pt x="295919" y="44096"/>
                    <a:pt x="294538" y="39642"/>
                    <a:pt x="291817" y="36458"/>
                  </a:cubicBezTo>
                  <a:cubicBezTo>
                    <a:pt x="289096" y="33273"/>
                    <a:pt x="285318" y="31681"/>
                    <a:pt x="280481" y="31681"/>
                  </a:cubicBezTo>
                  <a:close/>
                  <a:moveTo>
                    <a:pt x="140726" y="24789"/>
                  </a:moveTo>
                  <a:lnTo>
                    <a:pt x="150582" y="24789"/>
                  </a:lnTo>
                  <a:lnTo>
                    <a:pt x="150582" y="60219"/>
                  </a:lnTo>
                  <a:cubicBezTo>
                    <a:pt x="150582" y="73279"/>
                    <a:pt x="155580" y="79809"/>
                    <a:pt x="165576" y="79809"/>
                  </a:cubicBezTo>
                  <a:cubicBezTo>
                    <a:pt x="170413" y="79809"/>
                    <a:pt x="174393" y="78025"/>
                    <a:pt x="177517" y="74458"/>
                  </a:cubicBezTo>
                  <a:cubicBezTo>
                    <a:pt x="180641" y="70891"/>
                    <a:pt x="182203" y="66225"/>
                    <a:pt x="182203" y="60461"/>
                  </a:cubicBezTo>
                  <a:lnTo>
                    <a:pt x="182203" y="24789"/>
                  </a:lnTo>
                  <a:lnTo>
                    <a:pt x="192119" y="24789"/>
                  </a:lnTo>
                  <a:lnTo>
                    <a:pt x="192119" y="86701"/>
                  </a:lnTo>
                  <a:lnTo>
                    <a:pt x="182203" y="86701"/>
                  </a:lnTo>
                  <a:lnTo>
                    <a:pt x="182203" y="76906"/>
                  </a:lnTo>
                  <a:lnTo>
                    <a:pt x="181961" y="76906"/>
                  </a:lnTo>
                  <a:cubicBezTo>
                    <a:pt x="177850" y="84404"/>
                    <a:pt x="171481" y="88152"/>
                    <a:pt x="162855" y="88152"/>
                  </a:cubicBezTo>
                  <a:cubicBezTo>
                    <a:pt x="148103" y="88152"/>
                    <a:pt x="140726" y="79365"/>
                    <a:pt x="140726" y="61791"/>
                  </a:cubicBezTo>
                  <a:close/>
                  <a:moveTo>
                    <a:pt x="235093" y="23700"/>
                  </a:moveTo>
                  <a:cubicBezTo>
                    <a:pt x="237672" y="23700"/>
                    <a:pt x="239648" y="23983"/>
                    <a:pt x="241018" y="24547"/>
                  </a:cubicBezTo>
                  <a:lnTo>
                    <a:pt x="241018" y="34825"/>
                  </a:lnTo>
                  <a:cubicBezTo>
                    <a:pt x="239285" y="33495"/>
                    <a:pt x="236786" y="32830"/>
                    <a:pt x="233521" y="32830"/>
                  </a:cubicBezTo>
                  <a:cubicBezTo>
                    <a:pt x="229288" y="32830"/>
                    <a:pt x="225751" y="34825"/>
                    <a:pt x="222910" y="38816"/>
                  </a:cubicBezTo>
                  <a:cubicBezTo>
                    <a:pt x="220068" y="42806"/>
                    <a:pt x="218647" y="48248"/>
                    <a:pt x="218647" y="55140"/>
                  </a:cubicBezTo>
                  <a:lnTo>
                    <a:pt x="218647" y="86701"/>
                  </a:lnTo>
                  <a:lnTo>
                    <a:pt x="208732" y="86701"/>
                  </a:lnTo>
                  <a:lnTo>
                    <a:pt x="208732" y="24789"/>
                  </a:lnTo>
                  <a:lnTo>
                    <a:pt x="218647" y="24789"/>
                  </a:lnTo>
                  <a:lnTo>
                    <a:pt x="218647" y="37546"/>
                  </a:lnTo>
                  <a:lnTo>
                    <a:pt x="218889" y="37546"/>
                  </a:lnTo>
                  <a:cubicBezTo>
                    <a:pt x="220300" y="33193"/>
                    <a:pt x="222456" y="29797"/>
                    <a:pt x="225358" y="27358"/>
                  </a:cubicBezTo>
                  <a:cubicBezTo>
                    <a:pt x="228261" y="24920"/>
                    <a:pt x="231505" y="23700"/>
                    <a:pt x="235093" y="23700"/>
                  </a:cubicBezTo>
                  <a:close/>
                  <a:moveTo>
                    <a:pt x="280662" y="23338"/>
                  </a:moveTo>
                  <a:cubicBezTo>
                    <a:pt x="288764" y="23338"/>
                    <a:pt x="295032" y="25958"/>
                    <a:pt x="299466" y="31198"/>
                  </a:cubicBezTo>
                  <a:cubicBezTo>
                    <a:pt x="303899" y="36438"/>
                    <a:pt x="306116" y="43713"/>
                    <a:pt x="306116" y="53024"/>
                  </a:cubicBezTo>
                  <a:lnTo>
                    <a:pt x="306116" y="58224"/>
                  </a:lnTo>
                  <a:lnTo>
                    <a:pt x="262403" y="58224"/>
                  </a:lnTo>
                  <a:cubicBezTo>
                    <a:pt x="262564" y="65117"/>
                    <a:pt x="264418" y="70437"/>
                    <a:pt x="267965" y="74186"/>
                  </a:cubicBezTo>
                  <a:cubicBezTo>
                    <a:pt x="271512" y="77934"/>
                    <a:pt x="276390" y="79809"/>
                    <a:pt x="282597" y="79809"/>
                  </a:cubicBezTo>
                  <a:cubicBezTo>
                    <a:pt x="289570" y="79809"/>
                    <a:pt x="295979" y="77511"/>
                    <a:pt x="301824" y="72916"/>
                  </a:cubicBezTo>
                  <a:lnTo>
                    <a:pt x="301824" y="82227"/>
                  </a:lnTo>
                  <a:cubicBezTo>
                    <a:pt x="296382" y="86177"/>
                    <a:pt x="289187" y="88152"/>
                    <a:pt x="280239" y="88152"/>
                  </a:cubicBezTo>
                  <a:cubicBezTo>
                    <a:pt x="271492" y="88152"/>
                    <a:pt x="264620" y="85341"/>
                    <a:pt x="259622" y="79718"/>
                  </a:cubicBezTo>
                  <a:cubicBezTo>
                    <a:pt x="254623" y="74095"/>
                    <a:pt x="252124" y="66185"/>
                    <a:pt x="252124" y="55987"/>
                  </a:cubicBezTo>
                  <a:cubicBezTo>
                    <a:pt x="252124" y="46353"/>
                    <a:pt x="254855" y="38503"/>
                    <a:pt x="260317" y="32437"/>
                  </a:cubicBezTo>
                  <a:cubicBezTo>
                    <a:pt x="265778" y="26371"/>
                    <a:pt x="272560" y="23338"/>
                    <a:pt x="280662" y="23338"/>
                  </a:cubicBezTo>
                  <a:close/>
                  <a:moveTo>
                    <a:pt x="38212" y="10520"/>
                  </a:moveTo>
                  <a:cubicBezTo>
                    <a:pt x="37809" y="12979"/>
                    <a:pt x="37345" y="14913"/>
                    <a:pt x="36821" y="16324"/>
                  </a:cubicBezTo>
                  <a:lnTo>
                    <a:pt x="23338" y="53266"/>
                  </a:lnTo>
                  <a:lnTo>
                    <a:pt x="53388" y="53266"/>
                  </a:lnTo>
                  <a:lnTo>
                    <a:pt x="39784" y="16324"/>
                  </a:lnTo>
                  <a:cubicBezTo>
                    <a:pt x="39340" y="15115"/>
                    <a:pt x="38897" y="13180"/>
                    <a:pt x="38454" y="10520"/>
                  </a:cubicBezTo>
                  <a:close/>
                  <a:moveTo>
                    <a:pt x="33254" y="0"/>
                  </a:moveTo>
                  <a:lnTo>
                    <a:pt x="43774" y="0"/>
                  </a:lnTo>
                  <a:lnTo>
                    <a:pt x="76865" y="85964"/>
                  </a:lnTo>
                  <a:lnTo>
                    <a:pt x="76865" y="83618"/>
                  </a:lnTo>
                  <a:lnTo>
                    <a:pt x="113505" y="33253"/>
                  </a:lnTo>
                  <a:lnTo>
                    <a:pt x="80312" y="33253"/>
                  </a:lnTo>
                  <a:lnTo>
                    <a:pt x="80312" y="24789"/>
                  </a:lnTo>
                  <a:lnTo>
                    <a:pt x="128076" y="24789"/>
                  </a:lnTo>
                  <a:lnTo>
                    <a:pt x="128076" y="27630"/>
                  </a:lnTo>
                  <a:lnTo>
                    <a:pt x="91436" y="78237"/>
                  </a:lnTo>
                  <a:lnTo>
                    <a:pt x="127713" y="78237"/>
                  </a:lnTo>
                  <a:lnTo>
                    <a:pt x="127713" y="86701"/>
                  </a:lnTo>
                  <a:lnTo>
                    <a:pt x="77149" y="86701"/>
                  </a:lnTo>
                  <a:lnTo>
                    <a:pt x="76865" y="86701"/>
                  </a:lnTo>
                  <a:lnTo>
                    <a:pt x="65903" y="86701"/>
                  </a:lnTo>
                  <a:lnTo>
                    <a:pt x="56713" y="62396"/>
                  </a:lnTo>
                  <a:lnTo>
                    <a:pt x="19952" y="62396"/>
                  </a:lnTo>
                  <a:lnTo>
                    <a:pt x="11306" y="86701"/>
                  </a:lnTo>
                  <a:lnTo>
                    <a:pt x="0" y="86701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182875" tIns="146300" rIns="182875" bIns="1463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3"/>
                <a:buFont typeface="Arial"/>
                <a:buNone/>
              </a:pPr>
              <a:endParaRPr sz="282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slide">
  <p:cSld name="Title &amp; body slide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8"/>
          <p:cNvSpPr txBox="1">
            <a:spLocks noGrp="1"/>
          </p:cNvSpPr>
          <p:nvPr>
            <p:ph type="body" idx="1"/>
          </p:nvPr>
        </p:nvSpPr>
        <p:spPr>
          <a:xfrm>
            <a:off x="511709" y="1344688"/>
            <a:ext cx="13607729" cy="132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6"/>
              <a:buFont typeface="Noto Sans Symbols"/>
              <a:buNone/>
              <a:defRPr sz="2118" b="1" i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 sz="1645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2118"/>
              <a:buNone/>
              <a:defRPr sz="2353"/>
            </a:lvl4pPr>
            <a:lvl5pPr marL="2286000" lvl="4" indent="-228600" algn="l">
              <a:lnSpc>
                <a:spcPct val="100000"/>
              </a:lnSpc>
              <a:spcBef>
                <a:spcPts val="1529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58"/>
          <p:cNvSpPr txBox="1">
            <a:spLocks noGrp="1"/>
          </p:cNvSpPr>
          <p:nvPr>
            <p:ph type="title"/>
          </p:nvPr>
        </p:nvSpPr>
        <p:spPr>
          <a:xfrm>
            <a:off x="511709" y="267100"/>
            <a:ext cx="13603247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with bullets slide">
  <p:cSld name="Title &amp; body with bullets slide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9"/>
          <p:cNvSpPr txBox="1">
            <a:spLocks noGrp="1"/>
          </p:cNvSpPr>
          <p:nvPr>
            <p:ph type="body" idx="1"/>
          </p:nvPr>
        </p:nvSpPr>
        <p:spPr>
          <a:xfrm>
            <a:off x="524781" y="1344688"/>
            <a:ext cx="13607729" cy="132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4963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6"/>
              <a:buFont typeface="Arial"/>
              <a:buChar char="•"/>
              <a:defRPr sz="2118" b="0" i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9631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906"/>
              <a:buFont typeface="Arial"/>
              <a:buChar char="•"/>
              <a:defRPr sz="2118">
                <a:solidFill>
                  <a:srgbClr val="000000"/>
                </a:solidFill>
              </a:defRPr>
            </a:lvl2pPr>
            <a:lvl3pPr marL="1371600" lvl="2" indent="-322707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Char char="•"/>
              <a:defRPr sz="1645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2118"/>
              <a:buNone/>
              <a:defRPr sz="2353"/>
            </a:lvl4pPr>
            <a:lvl5pPr marL="2286000" lvl="4" indent="-228600" algn="l">
              <a:lnSpc>
                <a:spcPct val="100000"/>
              </a:lnSpc>
              <a:spcBef>
                <a:spcPts val="1529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59"/>
          <p:cNvSpPr txBox="1">
            <a:spLocks noGrp="1"/>
          </p:cNvSpPr>
          <p:nvPr>
            <p:ph type="title"/>
          </p:nvPr>
        </p:nvSpPr>
        <p:spPr>
          <a:xfrm>
            <a:off x="511709" y="267100"/>
            <a:ext cx="13603247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0"/>
          <p:cNvSpPr txBox="1">
            <a:spLocks noGrp="1"/>
          </p:cNvSpPr>
          <p:nvPr>
            <p:ph type="title"/>
          </p:nvPr>
        </p:nvSpPr>
        <p:spPr>
          <a:xfrm>
            <a:off x="511709" y="267100"/>
            <a:ext cx="13603247" cy="909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text">
  <p:cSld name="Three column 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1"/>
          <p:cNvSpPr txBox="1">
            <a:spLocks noGrp="1"/>
          </p:cNvSpPr>
          <p:nvPr>
            <p:ph type="body" idx="1"/>
          </p:nvPr>
        </p:nvSpPr>
        <p:spPr>
          <a:xfrm>
            <a:off x="524781" y="1349628"/>
            <a:ext cx="13607729" cy="977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 b="0" i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 sz="1645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2118"/>
              <a:buNone/>
              <a:defRPr sz="2353"/>
            </a:lvl4pPr>
            <a:lvl5pPr marL="2286000" lvl="4" indent="-228600" algn="l">
              <a:lnSpc>
                <a:spcPct val="100000"/>
              </a:lnSpc>
              <a:spcBef>
                <a:spcPts val="1529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61"/>
          <p:cNvSpPr txBox="1">
            <a:spLocks noGrp="1"/>
          </p:cNvSpPr>
          <p:nvPr>
            <p:ph type="title"/>
          </p:nvPr>
        </p:nvSpPr>
        <p:spPr>
          <a:xfrm>
            <a:off x="511709" y="267100"/>
            <a:ext cx="13603247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61"/>
          <p:cNvSpPr txBox="1">
            <a:spLocks noGrp="1"/>
          </p:cNvSpPr>
          <p:nvPr>
            <p:ph type="body" idx="2"/>
          </p:nvPr>
        </p:nvSpPr>
        <p:spPr>
          <a:xfrm>
            <a:off x="511709" y="2775949"/>
            <a:ext cx="4356625" cy="312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61"/>
          <p:cNvSpPr txBox="1">
            <a:spLocks noGrp="1"/>
          </p:cNvSpPr>
          <p:nvPr>
            <p:ph type="body" idx="3"/>
          </p:nvPr>
        </p:nvSpPr>
        <p:spPr>
          <a:xfrm>
            <a:off x="5137633" y="2775949"/>
            <a:ext cx="4347660" cy="312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61"/>
          <p:cNvSpPr txBox="1">
            <a:spLocks noGrp="1"/>
          </p:cNvSpPr>
          <p:nvPr>
            <p:ph type="body" idx="4"/>
          </p:nvPr>
        </p:nvSpPr>
        <p:spPr>
          <a:xfrm>
            <a:off x="9752356" y="2775950"/>
            <a:ext cx="4356625" cy="3182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text with bullets">
  <p:cSld name="Three column text with bullet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2"/>
          <p:cNvSpPr txBox="1">
            <a:spLocks noGrp="1"/>
          </p:cNvSpPr>
          <p:nvPr>
            <p:ph type="body" idx="1"/>
          </p:nvPr>
        </p:nvSpPr>
        <p:spPr>
          <a:xfrm>
            <a:off x="511709" y="1344689"/>
            <a:ext cx="13607729" cy="977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 b="0" i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 sz="1645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2118"/>
              <a:buNone/>
              <a:defRPr sz="2353"/>
            </a:lvl4pPr>
            <a:lvl5pPr marL="2286000" lvl="4" indent="-228600" algn="l">
              <a:lnSpc>
                <a:spcPct val="100000"/>
              </a:lnSpc>
              <a:spcBef>
                <a:spcPts val="1529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62"/>
          <p:cNvSpPr txBox="1">
            <a:spLocks noGrp="1"/>
          </p:cNvSpPr>
          <p:nvPr>
            <p:ph type="title"/>
          </p:nvPr>
        </p:nvSpPr>
        <p:spPr>
          <a:xfrm>
            <a:off x="511709" y="267100"/>
            <a:ext cx="13603247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62"/>
          <p:cNvSpPr txBox="1">
            <a:spLocks noGrp="1"/>
          </p:cNvSpPr>
          <p:nvPr>
            <p:ph type="body" idx="2"/>
          </p:nvPr>
        </p:nvSpPr>
        <p:spPr>
          <a:xfrm>
            <a:off x="511709" y="2773011"/>
            <a:ext cx="4356625" cy="312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62"/>
          <p:cNvSpPr txBox="1">
            <a:spLocks noGrp="1"/>
          </p:cNvSpPr>
          <p:nvPr>
            <p:ph type="body" idx="3"/>
          </p:nvPr>
        </p:nvSpPr>
        <p:spPr>
          <a:xfrm>
            <a:off x="5137633" y="2773011"/>
            <a:ext cx="4347660" cy="312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62"/>
          <p:cNvSpPr txBox="1">
            <a:spLocks noGrp="1"/>
          </p:cNvSpPr>
          <p:nvPr>
            <p:ph type="body" idx="4"/>
          </p:nvPr>
        </p:nvSpPr>
        <p:spPr>
          <a:xfrm>
            <a:off x="9752356" y="2773010"/>
            <a:ext cx="4356625" cy="310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text">
  <p:cSld name="Two column 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3"/>
          <p:cNvSpPr txBox="1">
            <a:spLocks noGrp="1"/>
          </p:cNvSpPr>
          <p:nvPr>
            <p:ph type="body" idx="1"/>
          </p:nvPr>
        </p:nvSpPr>
        <p:spPr>
          <a:xfrm>
            <a:off x="524781" y="1337859"/>
            <a:ext cx="13607729" cy="977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 b="0" i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 sz="1645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2118"/>
              <a:buNone/>
              <a:defRPr sz="2353"/>
            </a:lvl4pPr>
            <a:lvl5pPr marL="2286000" lvl="4" indent="-228600" algn="l">
              <a:lnSpc>
                <a:spcPct val="100000"/>
              </a:lnSpc>
              <a:spcBef>
                <a:spcPts val="1529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63"/>
          <p:cNvSpPr txBox="1">
            <a:spLocks noGrp="1"/>
          </p:cNvSpPr>
          <p:nvPr>
            <p:ph type="title"/>
          </p:nvPr>
        </p:nvSpPr>
        <p:spPr>
          <a:xfrm>
            <a:off x="511709" y="264859"/>
            <a:ext cx="13603247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63"/>
          <p:cNvSpPr txBox="1">
            <a:spLocks noGrp="1"/>
          </p:cNvSpPr>
          <p:nvPr>
            <p:ph type="body" idx="2"/>
          </p:nvPr>
        </p:nvSpPr>
        <p:spPr>
          <a:xfrm>
            <a:off x="511708" y="2775947"/>
            <a:ext cx="6667160" cy="312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63"/>
          <p:cNvSpPr txBox="1">
            <a:spLocks noGrp="1"/>
          </p:cNvSpPr>
          <p:nvPr>
            <p:ph type="body" idx="3"/>
          </p:nvPr>
        </p:nvSpPr>
        <p:spPr>
          <a:xfrm>
            <a:off x="7451534" y="2775949"/>
            <a:ext cx="6657447" cy="312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text with bullets">
  <p:cSld name="Two column text with bullets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4"/>
          <p:cNvSpPr txBox="1">
            <a:spLocks noGrp="1"/>
          </p:cNvSpPr>
          <p:nvPr>
            <p:ph type="body" idx="1"/>
          </p:nvPr>
        </p:nvSpPr>
        <p:spPr>
          <a:xfrm>
            <a:off x="524781" y="1337859"/>
            <a:ext cx="13607729" cy="977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 b="0" i="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1059"/>
              </a:spcBef>
              <a:spcAft>
                <a:spcPts val="0"/>
              </a:spcAft>
              <a:buClr>
                <a:srgbClr val="000000"/>
              </a:buClr>
              <a:buSzPts val="1906"/>
              <a:buNone/>
              <a:defRPr sz="2118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 sz="1645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2118"/>
              <a:buNone/>
              <a:defRPr sz="2353"/>
            </a:lvl4pPr>
            <a:lvl5pPr marL="2286000" lvl="4" indent="-228600" algn="l">
              <a:lnSpc>
                <a:spcPct val="100000"/>
              </a:lnSpc>
              <a:spcBef>
                <a:spcPts val="1529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64"/>
          <p:cNvSpPr txBox="1">
            <a:spLocks noGrp="1"/>
          </p:cNvSpPr>
          <p:nvPr>
            <p:ph type="title"/>
          </p:nvPr>
        </p:nvSpPr>
        <p:spPr>
          <a:xfrm>
            <a:off x="511709" y="267100"/>
            <a:ext cx="13603247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64"/>
          <p:cNvSpPr txBox="1">
            <a:spLocks noGrp="1"/>
          </p:cNvSpPr>
          <p:nvPr>
            <p:ph type="body" idx="2"/>
          </p:nvPr>
        </p:nvSpPr>
        <p:spPr>
          <a:xfrm>
            <a:off x="511708" y="2775947"/>
            <a:ext cx="6667160" cy="3126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Font typeface="Noto Sans Symbols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22707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Char char="•"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64"/>
          <p:cNvSpPr txBox="1">
            <a:spLocks noGrp="1"/>
          </p:cNvSpPr>
          <p:nvPr>
            <p:ph type="body" idx="3"/>
          </p:nvPr>
        </p:nvSpPr>
        <p:spPr>
          <a:xfrm>
            <a:off x="7451534" y="2775949"/>
            <a:ext cx="6657447" cy="3126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22707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Char char="•"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photo">
  <p:cSld name="Three column photo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5"/>
          <p:cNvSpPr>
            <a:spLocks noGrp="1"/>
          </p:cNvSpPr>
          <p:nvPr>
            <p:ph type="pic" idx="2"/>
          </p:nvPr>
        </p:nvSpPr>
        <p:spPr>
          <a:xfrm>
            <a:off x="511708" y="1415806"/>
            <a:ext cx="4358866" cy="3100576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65"/>
          <p:cNvSpPr>
            <a:spLocks noGrp="1"/>
          </p:cNvSpPr>
          <p:nvPr>
            <p:ph type="pic" idx="3"/>
          </p:nvPr>
        </p:nvSpPr>
        <p:spPr>
          <a:xfrm>
            <a:off x="5137637" y="1415806"/>
            <a:ext cx="4347660" cy="3100576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65"/>
          <p:cNvSpPr>
            <a:spLocks noGrp="1"/>
          </p:cNvSpPr>
          <p:nvPr>
            <p:ph type="pic" idx="4"/>
          </p:nvPr>
        </p:nvSpPr>
        <p:spPr>
          <a:xfrm>
            <a:off x="9752356" y="1415805"/>
            <a:ext cx="4360802" cy="3100577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65"/>
          <p:cNvSpPr txBox="1">
            <a:spLocks noGrp="1"/>
          </p:cNvSpPr>
          <p:nvPr>
            <p:ph type="body" idx="1"/>
          </p:nvPr>
        </p:nvSpPr>
        <p:spPr>
          <a:xfrm>
            <a:off x="511709" y="4783478"/>
            <a:ext cx="4356625" cy="136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65"/>
          <p:cNvSpPr txBox="1">
            <a:spLocks noGrp="1"/>
          </p:cNvSpPr>
          <p:nvPr>
            <p:ph type="body" idx="5"/>
          </p:nvPr>
        </p:nvSpPr>
        <p:spPr>
          <a:xfrm>
            <a:off x="5137633" y="4783478"/>
            <a:ext cx="4347660" cy="136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65"/>
          <p:cNvSpPr txBox="1">
            <a:spLocks noGrp="1"/>
          </p:cNvSpPr>
          <p:nvPr>
            <p:ph type="body" idx="6"/>
          </p:nvPr>
        </p:nvSpPr>
        <p:spPr>
          <a:xfrm>
            <a:off x="9752356" y="4783478"/>
            <a:ext cx="4356625" cy="136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65"/>
          <p:cNvSpPr txBox="1">
            <a:spLocks noGrp="1"/>
          </p:cNvSpPr>
          <p:nvPr>
            <p:ph type="title"/>
          </p:nvPr>
        </p:nvSpPr>
        <p:spPr>
          <a:xfrm>
            <a:off x="505734" y="267100"/>
            <a:ext cx="13603247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photo with bullets">
  <p:cSld name="Three column photo with bullets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6"/>
          <p:cNvSpPr>
            <a:spLocks noGrp="1"/>
          </p:cNvSpPr>
          <p:nvPr>
            <p:ph type="pic" idx="2"/>
          </p:nvPr>
        </p:nvSpPr>
        <p:spPr>
          <a:xfrm>
            <a:off x="511708" y="1415806"/>
            <a:ext cx="4358866" cy="3100576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66"/>
          <p:cNvSpPr>
            <a:spLocks noGrp="1"/>
          </p:cNvSpPr>
          <p:nvPr>
            <p:ph type="pic" idx="3"/>
          </p:nvPr>
        </p:nvSpPr>
        <p:spPr>
          <a:xfrm>
            <a:off x="5137637" y="1415806"/>
            <a:ext cx="4347660" cy="3100576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66"/>
          <p:cNvSpPr>
            <a:spLocks noGrp="1"/>
          </p:cNvSpPr>
          <p:nvPr>
            <p:ph type="pic" idx="4"/>
          </p:nvPr>
        </p:nvSpPr>
        <p:spPr>
          <a:xfrm>
            <a:off x="9752356" y="1415805"/>
            <a:ext cx="4360802" cy="3100577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66"/>
          <p:cNvSpPr txBox="1">
            <a:spLocks noGrp="1"/>
          </p:cNvSpPr>
          <p:nvPr>
            <p:ph type="body" idx="1"/>
          </p:nvPr>
        </p:nvSpPr>
        <p:spPr>
          <a:xfrm>
            <a:off x="511709" y="4783480"/>
            <a:ext cx="4356625" cy="1321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22707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Char char="•"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66"/>
          <p:cNvSpPr txBox="1">
            <a:spLocks noGrp="1"/>
          </p:cNvSpPr>
          <p:nvPr>
            <p:ph type="body" idx="5"/>
          </p:nvPr>
        </p:nvSpPr>
        <p:spPr>
          <a:xfrm>
            <a:off x="5137633" y="4783480"/>
            <a:ext cx="4347660" cy="1321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22707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Char char="•"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66"/>
          <p:cNvSpPr txBox="1">
            <a:spLocks noGrp="1"/>
          </p:cNvSpPr>
          <p:nvPr>
            <p:ph type="body" idx="6"/>
          </p:nvPr>
        </p:nvSpPr>
        <p:spPr>
          <a:xfrm>
            <a:off x="9752356" y="4783480"/>
            <a:ext cx="4356625" cy="1321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22707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Char char="•"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66"/>
          <p:cNvSpPr txBox="1">
            <a:spLocks noGrp="1"/>
          </p:cNvSpPr>
          <p:nvPr>
            <p:ph type="title"/>
          </p:nvPr>
        </p:nvSpPr>
        <p:spPr>
          <a:xfrm>
            <a:off x="511709" y="267100"/>
            <a:ext cx="13603247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 text">
  <p:cSld name="Six column tex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7"/>
          <p:cNvSpPr txBox="1">
            <a:spLocks noGrp="1"/>
          </p:cNvSpPr>
          <p:nvPr>
            <p:ph type="body" idx="1"/>
          </p:nvPr>
        </p:nvSpPr>
        <p:spPr>
          <a:xfrm>
            <a:off x="511710" y="1366495"/>
            <a:ext cx="2052440" cy="491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67"/>
          <p:cNvSpPr txBox="1">
            <a:spLocks noGrp="1"/>
          </p:cNvSpPr>
          <p:nvPr>
            <p:ph type="title"/>
          </p:nvPr>
        </p:nvSpPr>
        <p:spPr>
          <a:xfrm>
            <a:off x="511709" y="264859"/>
            <a:ext cx="13603247" cy="88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67"/>
          <p:cNvSpPr txBox="1">
            <a:spLocks noGrp="1"/>
          </p:cNvSpPr>
          <p:nvPr>
            <p:ph type="body" idx="2"/>
          </p:nvPr>
        </p:nvSpPr>
        <p:spPr>
          <a:xfrm>
            <a:off x="2821447" y="1366495"/>
            <a:ext cx="2052440" cy="491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67"/>
          <p:cNvSpPr txBox="1">
            <a:spLocks noGrp="1"/>
          </p:cNvSpPr>
          <p:nvPr>
            <p:ph type="body" idx="3"/>
          </p:nvPr>
        </p:nvSpPr>
        <p:spPr>
          <a:xfrm>
            <a:off x="5131184" y="1366495"/>
            <a:ext cx="2052440" cy="491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67"/>
          <p:cNvSpPr txBox="1">
            <a:spLocks noGrp="1"/>
          </p:cNvSpPr>
          <p:nvPr>
            <p:ph type="body" idx="4"/>
          </p:nvPr>
        </p:nvSpPr>
        <p:spPr>
          <a:xfrm>
            <a:off x="7440922" y="1366495"/>
            <a:ext cx="2052440" cy="491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67"/>
          <p:cNvSpPr txBox="1">
            <a:spLocks noGrp="1"/>
          </p:cNvSpPr>
          <p:nvPr>
            <p:ph type="body" idx="5"/>
          </p:nvPr>
        </p:nvSpPr>
        <p:spPr>
          <a:xfrm>
            <a:off x="9750659" y="1366495"/>
            <a:ext cx="2052440" cy="491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67"/>
          <p:cNvSpPr txBox="1">
            <a:spLocks noGrp="1"/>
          </p:cNvSpPr>
          <p:nvPr>
            <p:ph type="body" idx="6"/>
          </p:nvPr>
        </p:nvSpPr>
        <p:spPr>
          <a:xfrm>
            <a:off x="12060399" y="1366495"/>
            <a:ext cx="2052440" cy="491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82"/>
              <a:buNone/>
              <a:defRPr sz="1645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Arial"/>
              <a:buNone/>
              <a:defRPr sz="1645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23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light gray">
  <p:cSld name="Section title light gray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8"/>
          <p:cNvSpPr txBox="1">
            <a:spLocks noGrp="1"/>
          </p:cNvSpPr>
          <p:nvPr>
            <p:ph type="title"/>
          </p:nvPr>
        </p:nvSpPr>
        <p:spPr>
          <a:xfrm>
            <a:off x="511711" y="1421183"/>
            <a:ext cx="8973586" cy="4242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53"/>
              <a:buFont typeface="Quattrocento Sans"/>
              <a:buNone/>
              <a:defRPr sz="6353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4" name="Google Shape;184;p68"/>
          <p:cNvGrpSpPr/>
          <p:nvPr/>
        </p:nvGrpSpPr>
        <p:grpSpPr>
          <a:xfrm>
            <a:off x="523654" y="7717254"/>
            <a:ext cx="13591302" cy="114006"/>
            <a:chOff x="445128" y="6559056"/>
            <a:chExt cx="11553197" cy="96896"/>
          </a:xfrm>
        </p:grpSpPr>
        <p:sp>
          <p:nvSpPr>
            <p:cNvPr id="185" name="Google Shape;185;p68"/>
            <p:cNvSpPr txBox="1"/>
            <p:nvPr/>
          </p:nvSpPr>
          <p:spPr>
            <a:xfrm>
              <a:off x="445128" y="6559056"/>
              <a:ext cx="953835" cy="96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2"/>
                <a:buFont typeface="Arial"/>
                <a:buNone/>
              </a:pPr>
              <a:r>
                <a:rPr lang="es-MX" sz="822" b="0" i="0" u="none" strike="noStrike" cap="non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© Microsoft Corporation</a:t>
              </a:r>
              <a:endParaRPr sz="941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68"/>
            <p:cNvSpPr/>
            <p:nvPr/>
          </p:nvSpPr>
          <p:spPr>
            <a:xfrm>
              <a:off x="11784176" y="6573241"/>
              <a:ext cx="214149" cy="61668"/>
            </a:xfrm>
            <a:custGeom>
              <a:avLst/>
              <a:gdLst/>
              <a:ahLst/>
              <a:cxnLst/>
              <a:rect l="l" t="t" r="r" b="b"/>
              <a:pathLst>
                <a:path w="306116" h="88152" extrusionOk="0">
                  <a:moveTo>
                    <a:pt x="280481" y="31681"/>
                  </a:moveTo>
                  <a:cubicBezTo>
                    <a:pt x="275805" y="31681"/>
                    <a:pt x="271835" y="33354"/>
                    <a:pt x="268570" y="36700"/>
                  </a:cubicBezTo>
                  <a:cubicBezTo>
                    <a:pt x="265305" y="40045"/>
                    <a:pt x="263290" y="44419"/>
                    <a:pt x="262524" y="49820"/>
                  </a:cubicBezTo>
                  <a:lnTo>
                    <a:pt x="295959" y="49820"/>
                  </a:lnTo>
                  <a:cubicBezTo>
                    <a:pt x="295919" y="44096"/>
                    <a:pt x="294538" y="39642"/>
                    <a:pt x="291817" y="36458"/>
                  </a:cubicBezTo>
                  <a:cubicBezTo>
                    <a:pt x="289096" y="33273"/>
                    <a:pt x="285318" y="31681"/>
                    <a:pt x="280481" y="31681"/>
                  </a:cubicBezTo>
                  <a:close/>
                  <a:moveTo>
                    <a:pt x="140726" y="24789"/>
                  </a:moveTo>
                  <a:lnTo>
                    <a:pt x="150582" y="24789"/>
                  </a:lnTo>
                  <a:lnTo>
                    <a:pt x="150582" y="60219"/>
                  </a:lnTo>
                  <a:cubicBezTo>
                    <a:pt x="150582" y="73279"/>
                    <a:pt x="155580" y="79809"/>
                    <a:pt x="165576" y="79809"/>
                  </a:cubicBezTo>
                  <a:cubicBezTo>
                    <a:pt x="170413" y="79809"/>
                    <a:pt x="174393" y="78025"/>
                    <a:pt x="177517" y="74458"/>
                  </a:cubicBezTo>
                  <a:cubicBezTo>
                    <a:pt x="180641" y="70891"/>
                    <a:pt x="182203" y="66225"/>
                    <a:pt x="182203" y="60461"/>
                  </a:cubicBezTo>
                  <a:lnTo>
                    <a:pt x="182203" y="24789"/>
                  </a:lnTo>
                  <a:lnTo>
                    <a:pt x="192119" y="24789"/>
                  </a:lnTo>
                  <a:lnTo>
                    <a:pt x="192119" y="86701"/>
                  </a:lnTo>
                  <a:lnTo>
                    <a:pt x="182203" y="86701"/>
                  </a:lnTo>
                  <a:lnTo>
                    <a:pt x="182203" y="76906"/>
                  </a:lnTo>
                  <a:lnTo>
                    <a:pt x="181961" y="76906"/>
                  </a:lnTo>
                  <a:cubicBezTo>
                    <a:pt x="177850" y="84404"/>
                    <a:pt x="171481" y="88152"/>
                    <a:pt x="162855" y="88152"/>
                  </a:cubicBezTo>
                  <a:cubicBezTo>
                    <a:pt x="148103" y="88152"/>
                    <a:pt x="140726" y="79365"/>
                    <a:pt x="140726" y="61791"/>
                  </a:cubicBezTo>
                  <a:close/>
                  <a:moveTo>
                    <a:pt x="235093" y="23700"/>
                  </a:moveTo>
                  <a:cubicBezTo>
                    <a:pt x="237672" y="23700"/>
                    <a:pt x="239648" y="23983"/>
                    <a:pt x="241018" y="24547"/>
                  </a:cubicBezTo>
                  <a:lnTo>
                    <a:pt x="241018" y="34825"/>
                  </a:lnTo>
                  <a:cubicBezTo>
                    <a:pt x="239285" y="33495"/>
                    <a:pt x="236786" y="32830"/>
                    <a:pt x="233521" y="32830"/>
                  </a:cubicBezTo>
                  <a:cubicBezTo>
                    <a:pt x="229288" y="32830"/>
                    <a:pt x="225751" y="34825"/>
                    <a:pt x="222910" y="38816"/>
                  </a:cubicBezTo>
                  <a:cubicBezTo>
                    <a:pt x="220068" y="42806"/>
                    <a:pt x="218647" y="48248"/>
                    <a:pt x="218647" y="55140"/>
                  </a:cubicBezTo>
                  <a:lnTo>
                    <a:pt x="218647" y="86701"/>
                  </a:lnTo>
                  <a:lnTo>
                    <a:pt x="208732" y="86701"/>
                  </a:lnTo>
                  <a:lnTo>
                    <a:pt x="208732" y="24789"/>
                  </a:lnTo>
                  <a:lnTo>
                    <a:pt x="218647" y="24789"/>
                  </a:lnTo>
                  <a:lnTo>
                    <a:pt x="218647" y="37546"/>
                  </a:lnTo>
                  <a:lnTo>
                    <a:pt x="218889" y="37546"/>
                  </a:lnTo>
                  <a:cubicBezTo>
                    <a:pt x="220300" y="33193"/>
                    <a:pt x="222456" y="29797"/>
                    <a:pt x="225358" y="27358"/>
                  </a:cubicBezTo>
                  <a:cubicBezTo>
                    <a:pt x="228261" y="24920"/>
                    <a:pt x="231505" y="23700"/>
                    <a:pt x="235093" y="23700"/>
                  </a:cubicBezTo>
                  <a:close/>
                  <a:moveTo>
                    <a:pt x="280662" y="23338"/>
                  </a:moveTo>
                  <a:cubicBezTo>
                    <a:pt x="288764" y="23338"/>
                    <a:pt x="295032" y="25958"/>
                    <a:pt x="299466" y="31198"/>
                  </a:cubicBezTo>
                  <a:cubicBezTo>
                    <a:pt x="303899" y="36438"/>
                    <a:pt x="306116" y="43713"/>
                    <a:pt x="306116" y="53024"/>
                  </a:cubicBezTo>
                  <a:lnTo>
                    <a:pt x="306116" y="58224"/>
                  </a:lnTo>
                  <a:lnTo>
                    <a:pt x="262403" y="58224"/>
                  </a:lnTo>
                  <a:cubicBezTo>
                    <a:pt x="262564" y="65117"/>
                    <a:pt x="264418" y="70437"/>
                    <a:pt x="267965" y="74186"/>
                  </a:cubicBezTo>
                  <a:cubicBezTo>
                    <a:pt x="271512" y="77934"/>
                    <a:pt x="276390" y="79809"/>
                    <a:pt x="282597" y="79809"/>
                  </a:cubicBezTo>
                  <a:cubicBezTo>
                    <a:pt x="289570" y="79809"/>
                    <a:pt x="295979" y="77511"/>
                    <a:pt x="301824" y="72916"/>
                  </a:cubicBezTo>
                  <a:lnTo>
                    <a:pt x="301824" y="82227"/>
                  </a:lnTo>
                  <a:cubicBezTo>
                    <a:pt x="296382" y="86177"/>
                    <a:pt x="289187" y="88152"/>
                    <a:pt x="280239" y="88152"/>
                  </a:cubicBezTo>
                  <a:cubicBezTo>
                    <a:pt x="271492" y="88152"/>
                    <a:pt x="264620" y="85341"/>
                    <a:pt x="259622" y="79718"/>
                  </a:cubicBezTo>
                  <a:cubicBezTo>
                    <a:pt x="254623" y="74095"/>
                    <a:pt x="252124" y="66185"/>
                    <a:pt x="252124" y="55987"/>
                  </a:cubicBezTo>
                  <a:cubicBezTo>
                    <a:pt x="252124" y="46353"/>
                    <a:pt x="254855" y="38503"/>
                    <a:pt x="260317" y="32437"/>
                  </a:cubicBezTo>
                  <a:cubicBezTo>
                    <a:pt x="265778" y="26371"/>
                    <a:pt x="272560" y="23338"/>
                    <a:pt x="280662" y="23338"/>
                  </a:cubicBezTo>
                  <a:close/>
                  <a:moveTo>
                    <a:pt x="38212" y="10520"/>
                  </a:moveTo>
                  <a:cubicBezTo>
                    <a:pt x="37809" y="12979"/>
                    <a:pt x="37345" y="14913"/>
                    <a:pt x="36821" y="16324"/>
                  </a:cubicBezTo>
                  <a:lnTo>
                    <a:pt x="23338" y="53266"/>
                  </a:lnTo>
                  <a:lnTo>
                    <a:pt x="53388" y="53266"/>
                  </a:lnTo>
                  <a:lnTo>
                    <a:pt x="39784" y="16324"/>
                  </a:lnTo>
                  <a:cubicBezTo>
                    <a:pt x="39340" y="15115"/>
                    <a:pt x="38897" y="13180"/>
                    <a:pt x="38454" y="10520"/>
                  </a:cubicBezTo>
                  <a:close/>
                  <a:moveTo>
                    <a:pt x="33254" y="0"/>
                  </a:moveTo>
                  <a:lnTo>
                    <a:pt x="43774" y="0"/>
                  </a:lnTo>
                  <a:lnTo>
                    <a:pt x="76865" y="85964"/>
                  </a:lnTo>
                  <a:lnTo>
                    <a:pt x="76865" y="83618"/>
                  </a:lnTo>
                  <a:lnTo>
                    <a:pt x="113505" y="33253"/>
                  </a:lnTo>
                  <a:lnTo>
                    <a:pt x="80312" y="33253"/>
                  </a:lnTo>
                  <a:lnTo>
                    <a:pt x="80312" y="24789"/>
                  </a:lnTo>
                  <a:lnTo>
                    <a:pt x="128076" y="24789"/>
                  </a:lnTo>
                  <a:lnTo>
                    <a:pt x="128076" y="27630"/>
                  </a:lnTo>
                  <a:lnTo>
                    <a:pt x="91436" y="78237"/>
                  </a:lnTo>
                  <a:lnTo>
                    <a:pt x="127713" y="78237"/>
                  </a:lnTo>
                  <a:lnTo>
                    <a:pt x="127713" y="86701"/>
                  </a:lnTo>
                  <a:lnTo>
                    <a:pt x="77149" y="86701"/>
                  </a:lnTo>
                  <a:lnTo>
                    <a:pt x="76865" y="86701"/>
                  </a:lnTo>
                  <a:lnTo>
                    <a:pt x="65903" y="86701"/>
                  </a:lnTo>
                  <a:lnTo>
                    <a:pt x="56713" y="62396"/>
                  </a:lnTo>
                  <a:lnTo>
                    <a:pt x="19952" y="62396"/>
                  </a:lnTo>
                  <a:lnTo>
                    <a:pt x="11306" y="86701"/>
                  </a:lnTo>
                  <a:lnTo>
                    <a:pt x="0" y="86701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182875" tIns="146300" rIns="182875" bIns="1463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3"/>
                <a:buFont typeface="Arial"/>
                <a:buNone/>
              </a:pPr>
              <a:endParaRPr sz="282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white">
  <p:cSld name="Section title whit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9"/>
          <p:cNvSpPr txBox="1">
            <a:spLocks noGrp="1"/>
          </p:cNvSpPr>
          <p:nvPr>
            <p:ph type="title"/>
          </p:nvPr>
        </p:nvSpPr>
        <p:spPr>
          <a:xfrm>
            <a:off x="511711" y="1421183"/>
            <a:ext cx="8973586" cy="4242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53"/>
              <a:buFont typeface="Quattrocento Sans"/>
              <a:buNone/>
              <a:defRPr sz="6353" b="0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9" name="Google Shape;189;p69"/>
          <p:cNvGrpSpPr/>
          <p:nvPr/>
        </p:nvGrpSpPr>
        <p:grpSpPr>
          <a:xfrm>
            <a:off x="523654" y="7717254"/>
            <a:ext cx="13591302" cy="114006"/>
            <a:chOff x="445128" y="6559056"/>
            <a:chExt cx="11553197" cy="96896"/>
          </a:xfrm>
        </p:grpSpPr>
        <p:sp>
          <p:nvSpPr>
            <p:cNvPr id="190" name="Google Shape;190;p69"/>
            <p:cNvSpPr txBox="1"/>
            <p:nvPr/>
          </p:nvSpPr>
          <p:spPr>
            <a:xfrm>
              <a:off x="445128" y="6559056"/>
              <a:ext cx="953835" cy="96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2"/>
                <a:buFont typeface="Arial"/>
                <a:buNone/>
              </a:pPr>
              <a:r>
                <a:rPr lang="es-MX" sz="822" b="0" i="0" u="none" strike="noStrike" cap="non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© Microsoft Corporation</a:t>
              </a:r>
              <a:endParaRPr sz="941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69"/>
            <p:cNvSpPr/>
            <p:nvPr/>
          </p:nvSpPr>
          <p:spPr>
            <a:xfrm>
              <a:off x="11784176" y="6573241"/>
              <a:ext cx="214149" cy="61668"/>
            </a:xfrm>
            <a:custGeom>
              <a:avLst/>
              <a:gdLst/>
              <a:ahLst/>
              <a:cxnLst/>
              <a:rect l="l" t="t" r="r" b="b"/>
              <a:pathLst>
                <a:path w="306116" h="88152" extrusionOk="0">
                  <a:moveTo>
                    <a:pt x="280481" y="31681"/>
                  </a:moveTo>
                  <a:cubicBezTo>
                    <a:pt x="275805" y="31681"/>
                    <a:pt x="271835" y="33354"/>
                    <a:pt x="268570" y="36700"/>
                  </a:cubicBezTo>
                  <a:cubicBezTo>
                    <a:pt x="265305" y="40045"/>
                    <a:pt x="263290" y="44419"/>
                    <a:pt x="262524" y="49820"/>
                  </a:cubicBezTo>
                  <a:lnTo>
                    <a:pt x="295959" y="49820"/>
                  </a:lnTo>
                  <a:cubicBezTo>
                    <a:pt x="295919" y="44096"/>
                    <a:pt x="294538" y="39642"/>
                    <a:pt x="291817" y="36458"/>
                  </a:cubicBezTo>
                  <a:cubicBezTo>
                    <a:pt x="289096" y="33273"/>
                    <a:pt x="285318" y="31681"/>
                    <a:pt x="280481" y="31681"/>
                  </a:cubicBezTo>
                  <a:close/>
                  <a:moveTo>
                    <a:pt x="140726" y="24789"/>
                  </a:moveTo>
                  <a:lnTo>
                    <a:pt x="150582" y="24789"/>
                  </a:lnTo>
                  <a:lnTo>
                    <a:pt x="150582" y="60219"/>
                  </a:lnTo>
                  <a:cubicBezTo>
                    <a:pt x="150582" y="73279"/>
                    <a:pt x="155580" y="79809"/>
                    <a:pt x="165576" y="79809"/>
                  </a:cubicBezTo>
                  <a:cubicBezTo>
                    <a:pt x="170413" y="79809"/>
                    <a:pt x="174393" y="78025"/>
                    <a:pt x="177517" y="74458"/>
                  </a:cubicBezTo>
                  <a:cubicBezTo>
                    <a:pt x="180641" y="70891"/>
                    <a:pt x="182203" y="66225"/>
                    <a:pt x="182203" y="60461"/>
                  </a:cubicBezTo>
                  <a:lnTo>
                    <a:pt x="182203" y="24789"/>
                  </a:lnTo>
                  <a:lnTo>
                    <a:pt x="192119" y="24789"/>
                  </a:lnTo>
                  <a:lnTo>
                    <a:pt x="192119" y="86701"/>
                  </a:lnTo>
                  <a:lnTo>
                    <a:pt x="182203" y="86701"/>
                  </a:lnTo>
                  <a:lnTo>
                    <a:pt x="182203" y="76906"/>
                  </a:lnTo>
                  <a:lnTo>
                    <a:pt x="181961" y="76906"/>
                  </a:lnTo>
                  <a:cubicBezTo>
                    <a:pt x="177850" y="84404"/>
                    <a:pt x="171481" y="88152"/>
                    <a:pt x="162855" y="88152"/>
                  </a:cubicBezTo>
                  <a:cubicBezTo>
                    <a:pt x="148103" y="88152"/>
                    <a:pt x="140726" y="79365"/>
                    <a:pt x="140726" y="61791"/>
                  </a:cubicBezTo>
                  <a:close/>
                  <a:moveTo>
                    <a:pt x="235093" y="23700"/>
                  </a:moveTo>
                  <a:cubicBezTo>
                    <a:pt x="237672" y="23700"/>
                    <a:pt x="239648" y="23983"/>
                    <a:pt x="241018" y="24547"/>
                  </a:cubicBezTo>
                  <a:lnTo>
                    <a:pt x="241018" y="34825"/>
                  </a:lnTo>
                  <a:cubicBezTo>
                    <a:pt x="239285" y="33495"/>
                    <a:pt x="236786" y="32830"/>
                    <a:pt x="233521" y="32830"/>
                  </a:cubicBezTo>
                  <a:cubicBezTo>
                    <a:pt x="229288" y="32830"/>
                    <a:pt x="225751" y="34825"/>
                    <a:pt x="222910" y="38816"/>
                  </a:cubicBezTo>
                  <a:cubicBezTo>
                    <a:pt x="220068" y="42806"/>
                    <a:pt x="218647" y="48248"/>
                    <a:pt x="218647" y="55140"/>
                  </a:cubicBezTo>
                  <a:lnTo>
                    <a:pt x="218647" y="86701"/>
                  </a:lnTo>
                  <a:lnTo>
                    <a:pt x="208732" y="86701"/>
                  </a:lnTo>
                  <a:lnTo>
                    <a:pt x="208732" y="24789"/>
                  </a:lnTo>
                  <a:lnTo>
                    <a:pt x="218647" y="24789"/>
                  </a:lnTo>
                  <a:lnTo>
                    <a:pt x="218647" y="37546"/>
                  </a:lnTo>
                  <a:lnTo>
                    <a:pt x="218889" y="37546"/>
                  </a:lnTo>
                  <a:cubicBezTo>
                    <a:pt x="220300" y="33193"/>
                    <a:pt x="222456" y="29797"/>
                    <a:pt x="225358" y="27358"/>
                  </a:cubicBezTo>
                  <a:cubicBezTo>
                    <a:pt x="228261" y="24920"/>
                    <a:pt x="231505" y="23700"/>
                    <a:pt x="235093" y="23700"/>
                  </a:cubicBezTo>
                  <a:close/>
                  <a:moveTo>
                    <a:pt x="280662" y="23338"/>
                  </a:moveTo>
                  <a:cubicBezTo>
                    <a:pt x="288764" y="23338"/>
                    <a:pt x="295032" y="25958"/>
                    <a:pt x="299466" y="31198"/>
                  </a:cubicBezTo>
                  <a:cubicBezTo>
                    <a:pt x="303899" y="36438"/>
                    <a:pt x="306116" y="43713"/>
                    <a:pt x="306116" y="53024"/>
                  </a:cubicBezTo>
                  <a:lnTo>
                    <a:pt x="306116" y="58224"/>
                  </a:lnTo>
                  <a:lnTo>
                    <a:pt x="262403" y="58224"/>
                  </a:lnTo>
                  <a:cubicBezTo>
                    <a:pt x="262564" y="65117"/>
                    <a:pt x="264418" y="70437"/>
                    <a:pt x="267965" y="74186"/>
                  </a:cubicBezTo>
                  <a:cubicBezTo>
                    <a:pt x="271512" y="77934"/>
                    <a:pt x="276390" y="79809"/>
                    <a:pt x="282597" y="79809"/>
                  </a:cubicBezTo>
                  <a:cubicBezTo>
                    <a:pt x="289570" y="79809"/>
                    <a:pt x="295979" y="77511"/>
                    <a:pt x="301824" y="72916"/>
                  </a:cubicBezTo>
                  <a:lnTo>
                    <a:pt x="301824" y="82227"/>
                  </a:lnTo>
                  <a:cubicBezTo>
                    <a:pt x="296382" y="86177"/>
                    <a:pt x="289187" y="88152"/>
                    <a:pt x="280239" y="88152"/>
                  </a:cubicBezTo>
                  <a:cubicBezTo>
                    <a:pt x="271492" y="88152"/>
                    <a:pt x="264620" y="85341"/>
                    <a:pt x="259622" y="79718"/>
                  </a:cubicBezTo>
                  <a:cubicBezTo>
                    <a:pt x="254623" y="74095"/>
                    <a:pt x="252124" y="66185"/>
                    <a:pt x="252124" y="55987"/>
                  </a:cubicBezTo>
                  <a:cubicBezTo>
                    <a:pt x="252124" y="46353"/>
                    <a:pt x="254855" y="38503"/>
                    <a:pt x="260317" y="32437"/>
                  </a:cubicBezTo>
                  <a:cubicBezTo>
                    <a:pt x="265778" y="26371"/>
                    <a:pt x="272560" y="23338"/>
                    <a:pt x="280662" y="23338"/>
                  </a:cubicBezTo>
                  <a:close/>
                  <a:moveTo>
                    <a:pt x="38212" y="10520"/>
                  </a:moveTo>
                  <a:cubicBezTo>
                    <a:pt x="37809" y="12979"/>
                    <a:pt x="37345" y="14913"/>
                    <a:pt x="36821" y="16324"/>
                  </a:cubicBezTo>
                  <a:lnTo>
                    <a:pt x="23338" y="53266"/>
                  </a:lnTo>
                  <a:lnTo>
                    <a:pt x="53388" y="53266"/>
                  </a:lnTo>
                  <a:lnTo>
                    <a:pt x="39784" y="16324"/>
                  </a:lnTo>
                  <a:cubicBezTo>
                    <a:pt x="39340" y="15115"/>
                    <a:pt x="38897" y="13180"/>
                    <a:pt x="38454" y="10520"/>
                  </a:cubicBezTo>
                  <a:close/>
                  <a:moveTo>
                    <a:pt x="33254" y="0"/>
                  </a:moveTo>
                  <a:lnTo>
                    <a:pt x="43774" y="0"/>
                  </a:lnTo>
                  <a:lnTo>
                    <a:pt x="76865" y="85964"/>
                  </a:lnTo>
                  <a:lnTo>
                    <a:pt x="76865" y="83618"/>
                  </a:lnTo>
                  <a:lnTo>
                    <a:pt x="113505" y="33253"/>
                  </a:lnTo>
                  <a:lnTo>
                    <a:pt x="80312" y="33253"/>
                  </a:lnTo>
                  <a:lnTo>
                    <a:pt x="80312" y="24789"/>
                  </a:lnTo>
                  <a:lnTo>
                    <a:pt x="128076" y="24789"/>
                  </a:lnTo>
                  <a:lnTo>
                    <a:pt x="128076" y="27630"/>
                  </a:lnTo>
                  <a:lnTo>
                    <a:pt x="91436" y="78237"/>
                  </a:lnTo>
                  <a:lnTo>
                    <a:pt x="127713" y="78237"/>
                  </a:lnTo>
                  <a:lnTo>
                    <a:pt x="127713" y="86701"/>
                  </a:lnTo>
                  <a:lnTo>
                    <a:pt x="77149" y="86701"/>
                  </a:lnTo>
                  <a:lnTo>
                    <a:pt x="76865" y="86701"/>
                  </a:lnTo>
                  <a:lnTo>
                    <a:pt x="65903" y="86701"/>
                  </a:lnTo>
                  <a:lnTo>
                    <a:pt x="56713" y="62396"/>
                  </a:lnTo>
                  <a:lnTo>
                    <a:pt x="19952" y="62396"/>
                  </a:lnTo>
                  <a:lnTo>
                    <a:pt x="11306" y="86701"/>
                  </a:lnTo>
                  <a:lnTo>
                    <a:pt x="0" y="86701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182875" tIns="146300" rIns="182875" bIns="1463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3"/>
                <a:buFont typeface="Arial"/>
                <a:buNone/>
              </a:pPr>
              <a:endParaRPr sz="282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blue">
  <p:cSld name="Section title blue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0"/>
          <p:cNvSpPr txBox="1">
            <a:spLocks noGrp="1"/>
          </p:cNvSpPr>
          <p:nvPr>
            <p:ph type="title"/>
          </p:nvPr>
        </p:nvSpPr>
        <p:spPr>
          <a:xfrm>
            <a:off x="511711" y="1421183"/>
            <a:ext cx="8973586" cy="4242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53"/>
              <a:buFont typeface="Quattrocento Sans"/>
              <a:buNone/>
              <a:defRPr sz="6353" b="0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70"/>
          <p:cNvGrpSpPr/>
          <p:nvPr/>
        </p:nvGrpSpPr>
        <p:grpSpPr>
          <a:xfrm>
            <a:off x="523654" y="7717254"/>
            <a:ext cx="13591302" cy="114006"/>
            <a:chOff x="445128" y="6559056"/>
            <a:chExt cx="11553197" cy="96896"/>
          </a:xfrm>
        </p:grpSpPr>
        <p:sp>
          <p:nvSpPr>
            <p:cNvPr id="195" name="Google Shape;195;p70"/>
            <p:cNvSpPr txBox="1"/>
            <p:nvPr/>
          </p:nvSpPr>
          <p:spPr>
            <a:xfrm>
              <a:off x="445128" y="6559056"/>
              <a:ext cx="953835" cy="96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2"/>
                <a:buFont typeface="Arial"/>
                <a:buNone/>
              </a:pPr>
              <a:r>
                <a:rPr lang="es-MX" sz="822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© Microsoft Corporation</a:t>
              </a:r>
              <a:endParaRPr sz="941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70"/>
            <p:cNvSpPr/>
            <p:nvPr/>
          </p:nvSpPr>
          <p:spPr>
            <a:xfrm>
              <a:off x="11784176" y="6573241"/>
              <a:ext cx="214149" cy="61668"/>
            </a:xfrm>
            <a:custGeom>
              <a:avLst/>
              <a:gdLst/>
              <a:ahLst/>
              <a:cxnLst/>
              <a:rect l="l" t="t" r="r" b="b"/>
              <a:pathLst>
                <a:path w="306116" h="88152" extrusionOk="0">
                  <a:moveTo>
                    <a:pt x="280481" y="31681"/>
                  </a:moveTo>
                  <a:cubicBezTo>
                    <a:pt x="275805" y="31681"/>
                    <a:pt x="271835" y="33354"/>
                    <a:pt x="268570" y="36700"/>
                  </a:cubicBezTo>
                  <a:cubicBezTo>
                    <a:pt x="265305" y="40045"/>
                    <a:pt x="263290" y="44419"/>
                    <a:pt x="262524" y="49820"/>
                  </a:cubicBezTo>
                  <a:lnTo>
                    <a:pt x="295959" y="49820"/>
                  </a:lnTo>
                  <a:cubicBezTo>
                    <a:pt x="295919" y="44096"/>
                    <a:pt x="294538" y="39642"/>
                    <a:pt x="291817" y="36458"/>
                  </a:cubicBezTo>
                  <a:cubicBezTo>
                    <a:pt x="289096" y="33273"/>
                    <a:pt x="285318" y="31681"/>
                    <a:pt x="280481" y="31681"/>
                  </a:cubicBezTo>
                  <a:close/>
                  <a:moveTo>
                    <a:pt x="140726" y="24789"/>
                  </a:moveTo>
                  <a:lnTo>
                    <a:pt x="150582" y="24789"/>
                  </a:lnTo>
                  <a:lnTo>
                    <a:pt x="150582" y="60219"/>
                  </a:lnTo>
                  <a:cubicBezTo>
                    <a:pt x="150582" y="73279"/>
                    <a:pt x="155580" y="79809"/>
                    <a:pt x="165576" y="79809"/>
                  </a:cubicBezTo>
                  <a:cubicBezTo>
                    <a:pt x="170413" y="79809"/>
                    <a:pt x="174393" y="78025"/>
                    <a:pt x="177517" y="74458"/>
                  </a:cubicBezTo>
                  <a:cubicBezTo>
                    <a:pt x="180641" y="70891"/>
                    <a:pt x="182203" y="66225"/>
                    <a:pt x="182203" y="60461"/>
                  </a:cubicBezTo>
                  <a:lnTo>
                    <a:pt x="182203" y="24789"/>
                  </a:lnTo>
                  <a:lnTo>
                    <a:pt x="192119" y="24789"/>
                  </a:lnTo>
                  <a:lnTo>
                    <a:pt x="192119" y="86701"/>
                  </a:lnTo>
                  <a:lnTo>
                    <a:pt x="182203" y="86701"/>
                  </a:lnTo>
                  <a:lnTo>
                    <a:pt x="182203" y="76906"/>
                  </a:lnTo>
                  <a:lnTo>
                    <a:pt x="181961" y="76906"/>
                  </a:lnTo>
                  <a:cubicBezTo>
                    <a:pt x="177850" y="84404"/>
                    <a:pt x="171481" y="88152"/>
                    <a:pt x="162855" y="88152"/>
                  </a:cubicBezTo>
                  <a:cubicBezTo>
                    <a:pt x="148103" y="88152"/>
                    <a:pt x="140726" y="79365"/>
                    <a:pt x="140726" y="61791"/>
                  </a:cubicBezTo>
                  <a:close/>
                  <a:moveTo>
                    <a:pt x="235093" y="23700"/>
                  </a:moveTo>
                  <a:cubicBezTo>
                    <a:pt x="237672" y="23700"/>
                    <a:pt x="239648" y="23983"/>
                    <a:pt x="241018" y="24547"/>
                  </a:cubicBezTo>
                  <a:lnTo>
                    <a:pt x="241018" y="34825"/>
                  </a:lnTo>
                  <a:cubicBezTo>
                    <a:pt x="239285" y="33495"/>
                    <a:pt x="236786" y="32830"/>
                    <a:pt x="233521" y="32830"/>
                  </a:cubicBezTo>
                  <a:cubicBezTo>
                    <a:pt x="229288" y="32830"/>
                    <a:pt x="225751" y="34825"/>
                    <a:pt x="222910" y="38816"/>
                  </a:cubicBezTo>
                  <a:cubicBezTo>
                    <a:pt x="220068" y="42806"/>
                    <a:pt x="218647" y="48248"/>
                    <a:pt x="218647" y="55140"/>
                  </a:cubicBezTo>
                  <a:lnTo>
                    <a:pt x="218647" y="86701"/>
                  </a:lnTo>
                  <a:lnTo>
                    <a:pt x="208732" y="86701"/>
                  </a:lnTo>
                  <a:lnTo>
                    <a:pt x="208732" y="24789"/>
                  </a:lnTo>
                  <a:lnTo>
                    <a:pt x="218647" y="24789"/>
                  </a:lnTo>
                  <a:lnTo>
                    <a:pt x="218647" y="37546"/>
                  </a:lnTo>
                  <a:lnTo>
                    <a:pt x="218889" y="37546"/>
                  </a:lnTo>
                  <a:cubicBezTo>
                    <a:pt x="220300" y="33193"/>
                    <a:pt x="222456" y="29797"/>
                    <a:pt x="225358" y="27358"/>
                  </a:cubicBezTo>
                  <a:cubicBezTo>
                    <a:pt x="228261" y="24920"/>
                    <a:pt x="231505" y="23700"/>
                    <a:pt x="235093" y="23700"/>
                  </a:cubicBezTo>
                  <a:close/>
                  <a:moveTo>
                    <a:pt x="280662" y="23338"/>
                  </a:moveTo>
                  <a:cubicBezTo>
                    <a:pt x="288764" y="23338"/>
                    <a:pt x="295032" y="25958"/>
                    <a:pt x="299466" y="31198"/>
                  </a:cubicBezTo>
                  <a:cubicBezTo>
                    <a:pt x="303899" y="36438"/>
                    <a:pt x="306116" y="43713"/>
                    <a:pt x="306116" y="53024"/>
                  </a:cubicBezTo>
                  <a:lnTo>
                    <a:pt x="306116" y="58224"/>
                  </a:lnTo>
                  <a:lnTo>
                    <a:pt x="262403" y="58224"/>
                  </a:lnTo>
                  <a:cubicBezTo>
                    <a:pt x="262564" y="65117"/>
                    <a:pt x="264418" y="70437"/>
                    <a:pt x="267965" y="74186"/>
                  </a:cubicBezTo>
                  <a:cubicBezTo>
                    <a:pt x="271512" y="77934"/>
                    <a:pt x="276390" y="79809"/>
                    <a:pt x="282597" y="79809"/>
                  </a:cubicBezTo>
                  <a:cubicBezTo>
                    <a:pt x="289570" y="79809"/>
                    <a:pt x="295979" y="77511"/>
                    <a:pt x="301824" y="72916"/>
                  </a:cubicBezTo>
                  <a:lnTo>
                    <a:pt x="301824" y="82227"/>
                  </a:lnTo>
                  <a:cubicBezTo>
                    <a:pt x="296382" y="86177"/>
                    <a:pt x="289187" y="88152"/>
                    <a:pt x="280239" y="88152"/>
                  </a:cubicBezTo>
                  <a:cubicBezTo>
                    <a:pt x="271492" y="88152"/>
                    <a:pt x="264620" y="85341"/>
                    <a:pt x="259622" y="79718"/>
                  </a:cubicBezTo>
                  <a:cubicBezTo>
                    <a:pt x="254623" y="74095"/>
                    <a:pt x="252124" y="66185"/>
                    <a:pt x="252124" y="55987"/>
                  </a:cubicBezTo>
                  <a:cubicBezTo>
                    <a:pt x="252124" y="46353"/>
                    <a:pt x="254855" y="38503"/>
                    <a:pt x="260317" y="32437"/>
                  </a:cubicBezTo>
                  <a:cubicBezTo>
                    <a:pt x="265778" y="26371"/>
                    <a:pt x="272560" y="23338"/>
                    <a:pt x="280662" y="23338"/>
                  </a:cubicBezTo>
                  <a:close/>
                  <a:moveTo>
                    <a:pt x="38212" y="10520"/>
                  </a:moveTo>
                  <a:cubicBezTo>
                    <a:pt x="37809" y="12979"/>
                    <a:pt x="37345" y="14913"/>
                    <a:pt x="36821" y="16324"/>
                  </a:cubicBezTo>
                  <a:lnTo>
                    <a:pt x="23338" y="53266"/>
                  </a:lnTo>
                  <a:lnTo>
                    <a:pt x="53388" y="53266"/>
                  </a:lnTo>
                  <a:lnTo>
                    <a:pt x="39784" y="16324"/>
                  </a:lnTo>
                  <a:cubicBezTo>
                    <a:pt x="39340" y="15115"/>
                    <a:pt x="38897" y="13180"/>
                    <a:pt x="38454" y="10520"/>
                  </a:cubicBezTo>
                  <a:close/>
                  <a:moveTo>
                    <a:pt x="33254" y="0"/>
                  </a:moveTo>
                  <a:lnTo>
                    <a:pt x="43774" y="0"/>
                  </a:lnTo>
                  <a:lnTo>
                    <a:pt x="76865" y="85964"/>
                  </a:lnTo>
                  <a:lnTo>
                    <a:pt x="76865" y="83618"/>
                  </a:lnTo>
                  <a:lnTo>
                    <a:pt x="113505" y="33253"/>
                  </a:lnTo>
                  <a:lnTo>
                    <a:pt x="80312" y="33253"/>
                  </a:lnTo>
                  <a:lnTo>
                    <a:pt x="80312" y="24789"/>
                  </a:lnTo>
                  <a:lnTo>
                    <a:pt x="128076" y="24789"/>
                  </a:lnTo>
                  <a:lnTo>
                    <a:pt x="128076" y="27630"/>
                  </a:lnTo>
                  <a:lnTo>
                    <a:pt x="91436" y="78237"/>
                  </a:lnTo>
                  <a:lnTo>
                    <a:pt x="127713" y="78237"/>
                  </a:lnTo>
                  <a:lnTo>
                    <a:pt x="127713" y="86701"/>
                  </a:lnTo>
                  <a:lnTo>
                    <a:pt x="77149" y="86701"/>
                  </a:lnTo>
                  <a:lnTo>
                    <a:pt x="76865" y="86701"/>
                  </a:lnTo>
                  <a:lnTo>
                    <a:pt x="65903" y="86701"/>
                  </a:lnTo>
                  <a:lnTo>
                    <a:pt x="56713" y="62396"/>
                  </a:lnTo>
                  <a:lnTo>
                    <a:pt x="19952" y="62396"/>
                  </a:lnTo>
                  <a:lnTo>
                    <a:pt x="11306" y="86701"/>
                  </a:lnTo>
                  <a:lnTo>
                    <a:pt x="0" y="8670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75" tIns="146300" rIns="182875" bIns="1463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23"/>
                <a:buFont typeface="Arial"/>
                <a:buNone/>
              </a:pPr>
              <a:endParaRPr sz="282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blue">
  <p:cSld name="Closing blue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2"/>
          <p:cNvSpPr txBox="1"/>
          <p:nvPr/>
        </p:nvSpPr>
        <p:spPr>
          <a:xfrm>
            <a:off x="514193" y="7582154"/>
            <a:ext cx="5378549" cy="1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s-MX" sz="822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Microsoft Corporation. All rights reserved.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4418" y="3840829"/>
            <a:ext cx="3776053" cy="537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dark gray">
  <p:cSld name="Closing dark gray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3"/>
          <p:cNvSpPr txBox="1"/>
          <p:nvPr/>
        </p:nvSpPr>
        <p:spPr>
          <a:xfrm>
            <a:off x="514193" y="7582154"/>
            <a:ext cx="5378549" cy="1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lang="es-MX" sz="822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Microsoft Corporation. All rights reserved.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4418" y="3840829"/>
            <a:ext cx="3776053" cy="537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4"/>
          <p:cNvSpPr txBox="1">
            <a:spLocks noGrp="1"/>
          </p:cNvSpPr>
          <p:nvPr>
            <p:ph type="title"/>
          </p:nvPr>
        </p:nvSpPr>
        <p:spPr>
          <a:xfrm>
            <a:off x="511709" y="268935"/>
            <a:ext cx="13603247" cy="892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74"/>
          <p:cNvSpPr txBox="1">
            <a:spLocks noGrp="1"/>
          </p:cNvSpPr>
          <p:nvPr>
            <p:ph type="body" idx="1"/>
          </p:nvPr>
        </p:nvSpPr>
        <p:spPr>
          <a:xfrm>
            <a:off x="323163" y="1425173"/>
            <a:ext cx="13986094" cy="241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62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Title Only">
  <p:cSld name="D. Title Only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>
            <a:spLocks noGrp="1"/>
          </p:cNvSpPr>
          <p:nvPr>
            <p:ph type="title"/>
          </p:nvPr>
        </p:nvSpPr>
        <p:spPr>
          <a:xfrm>
            <a:off x="756000" y="747361"/>
            <a:ext cx="13120020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37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9" name="Google Shape;219;p37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7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1" name="Google Shape;22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Slide -  (White Logotype)">
  <p:cSld name="3_Title Slide -  (White Logotype)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3103"/>
            <a:ext cx="14631840" cy="566711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8"/>
          <p:cNvSpPr/>
          <p:nvPr/>
        </p:nvSpPr>
        <p:spPr>
          <a:xfrm>
            <a:off x="7" y="5657041"/>
            <a:ext cx="14630543" cy="25857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endParaRPr sz="216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441"/>
            <a:ext cx="4291198" cy="772416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8"/>
          <p:cNvSpPr txBox="1"/>
          <p:nvPr/>
        </p:nvSpPr>
        <p:spPr>
          <a:xfrm>
            <a:off x="3218187" y="2270767"/>
            <a:ext cx="184731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8"/>
          <p:cNvSpPr txBox="1">
            <a:spLocks noGrp="1"/>
          </p:cNvSpPr>
          <p:nvPr>
            <p:ph type="body" idx="1"/>
          </p:nvPr>
        </p:nvSpPr>
        <p:spPr>
          <a:xfrm>
            <a:off x="4663440" y="5836369"/>
            <a:ext cx="9235440" cy="1196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4400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5400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2400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38"/>
          <p:cNvSpPr txBox="1">
            <a:spLocks noGrp="1"/>
          </p:cNvSpPr>
          <p:nvPr>
            <p:ph type="body" idx="2"/>
          </p:nvPr>
        </p:nvSpPr>
        <p:spPr>
          <a:xfrm>
            <a:off x="4663440" y="7119419"/>
            <a:ext cx="9235440" cy="95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92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4400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5400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2400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pic>
        <p:nvPicPr>
          <p:cNvPr id="230" name="Google Shape;230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38560" y="505441"/>
            <a:ext cx="2834959" cy="93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8"/>
          <p:cNvSpPr txBox="1"/>
          <p:nvPr/>
        </p:nvSpPr>
        <p:spPr>
          <a:xfrm>
            <a:off x="11430001" y="7916823"/>
            <a:ext cx="302865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"/>
              <a:buFont typeface="Arial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2020 NTT DATA,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Title Slide -  (White Logotype)">
  <p:cSld name="4_Title Slide -  (White Logotype)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2976"/>
            <a:ext cx="14630400" cy="570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9"/>
          <p:cNvSpPr/>
          <p:nvPr/>
        </p:nvSpPr>
        <p:spPr>
          <a:xfrm>
            <a:off x="7" y="5657041"/>
            <a:ext cx="14630543" cy="25857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endParaRPr sz="216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441"/>
            <a:ext cx="4291198" cy="772416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9"/>
          <p:cNvSpPr txBox="1"/>
          <p:nvPr/>
        </p:nvSpPr>
        <p:spPr>
          <a:xfrm>
            <a:off x="3218187" y="2270767"/>
            <a:ext cx="184731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9"/>
          <p:cNvSpPr txBox="1">
            <a:spLocks noGrp="1"/>
          </p:cNvSpPr>
          <p:nvPr>
            <p:ph type="body" idx="1"/>
          </p:nvPr>
        </p:nvSpPr>
        <p:spPr>
          <a:xfrm>
            <a:off x="4663440" y="5836369"/>
            <a:ext cx="9235440" cy="1196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4400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5400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2400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39"/>
          <p:cNvSpPr txBox="1">
            <a:spLocks noGrp="1"/>
          </p:cNvSpPr>
          <p:nvPr>
            <p:ph type="body" idx="2"/>
          </p:nvPr>
        </p:nvSpPr>
        <p:spPr>
          <a:xfrm>
            <a:off x="4663440" y="7119419"/>
            <a:ext cx="9235440" cy="95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92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4400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5400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2400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pic>
        <p:nvPicPr>
          <p:cNvPr id="239" name="Google Shape;239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38560" y="505441"/>
            <a:ext cx="2834959" cy="93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9"/>
          <p:cNvSpPr txBox="1"/>
          <p:nvPr/>
        </p:nvSpPr>
        <p:spPr>
          <a:xfrm>
            <a:off x="11430001" y="7916823"/>
            <a:ext cx="302865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"/>
              <a:buFont typeface="Arial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2020 NTT DATA,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Title Slide B (Human Blue Logotype)">
  <p:cSld name="4_Title Slide B (Human Blue Logotype)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2975"/>
            <a:ext cx="14627520" cy="572421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0"/>
          <p:cNvSpPr/>
          <p:nvPr/>
        </p:nvSpPr>
        <p:spPr>
          <a:xfrm>
            <a:off x="1" y="5656852"/>
            <a:ext cx="14630543" cy="25857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endParaRPr sz="216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441"/>
            <a:ext cx="4291198" cy="7724161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0"/>
          <p:cNvSpPr txBox="1"/>
          <p:nvPr/>
        </p:nvSpPr>
        <p:spPr>
          <a:xfrm>
            <a:off x="3218187" y="2270767"/>
            <a:ext cx="184731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0"/>
          <p:cNvSpPr txBox="1">
            <a:spLocks noGrp="1"/>
          </p:cNvSpPr>
          <p:nvPr>
            <p:ph type="body" idx="1"/>
          </p:nvPr>
        </p:nvSpPr>
        <p:spPr>
          <a:xfrm>
            <a:off x="4663440" y="5842992"/>
            <a:ext cx="9235440" cy="1196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4400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5400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2400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247" name="Google Shape;247;p40"/>
          <p:cNvSpPr txBox="1">
            <a:spLocks noGrp="1"/>
          </p:cNvSpPr>
          <p:nvPr>
            <p:ph type="body" idx="2"/>
          </p:nvPr>
        </p:nvSpPr>
        <p:spPr>
          <a:xfrm>
            <a:off x="4663440" y="7126041"/>
            <a:ext cx="9235440" cy="95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92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4400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5400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2400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grpSp>
        <p:nvGrpSpPr>
          <p:cNvPr id="248" name="Google Shape;248;p40"/>
          <p:cNvGrpSpPr/>
          <p:nvPr/>
        </p:nvGrpSpPr>
        <p:grpSpPr>
          <a:xfrm>
            <a:off x="11338561" y="504826"/>
            <a:ext cx="2834641" cy="935356"/>
            <a:chOff x="9448800" y="420688"/>
            <a:chExt cx="2362201" cy="779463"/>
          </a:xfrm>
        </p:grpSpPr>
        <p:sp>
          <p:nvSpPr>
            <p:cNvPr id="249" name="Google Shape;249;p40"/>
            <p:cNvSpPr/>
            <p:nvPr/>
          </p:nvSpPr>
          <p:spPr>
            <a:xfrm>
              <a:off x="10166350" y="862013"/>
              <a:ext cx="254000" cy="338138"/>
            </a:xfrm>
            <a:custGeom>
              <a:avLst/>
              <a:gdLst/>
              <a:ahLst/>
              <a:cxnLst/>
              <a:rect l="l" t="t" r="r" b="b"/>
              <a:pathLst>
                <a:path w="278" h="368" extrusionOk="0">
                  <a:moveTo>
                    <a:pt x="35" y="245"/>
                  </a:moveTo>
                  <a:cubicBezTo>
                    <a:pt x="35" y="263"/>
                    <a:pt x="37" y="278"/>
                    <a:pt x="43" y="290"/>
                  </a:cubicBezTo>
                  <a:cubicBezTo>
                    <a:pt x="49" y="302"/>
                    <a:pt x="58" y="312"/>
                    <a:pt x="68" y="319"/>
                  </a:cubicBezTo>
                  <a:cubicBezTo>
                    <a:pt x="78" y="327"/>
                    <a:pt x="91" y="332"/>
                    <a:pt x="105" y="335"/>
                  </a:cubicBezTo>
                  <a:cubicBezTo>
                    <a:pt x="119" y="338"/>
                    <a:pt x="134" y="340"/>
                    <a:pt x="150" y="340"/>
                  </a:cubicBezTo>
                  <a:cubicBezTo>
                    <a:pt x="160" y="340"/>
                    <a:pt x="170" y="338"/>
                    <a:pt x="181" y="336"/>
                  </a:cubicBezTo>
                  <a:cubicBezTo>
                    <a:pt x="191" y="333"/>
                    <a:pt x="202" y="329"/>
                    <a:pt x="211" y="323"/>
                  </a:cubicBezTo>
                  <a:cubicBezTo>
                    <a:pt x="220" y="317"/>
                    <a:pt x="228" y="310"/>
                    <a:pt x="235" y="301"/>
                  </a:cubicBezTo>
                  <a:cubicBezTo>
                    <a:pt x="241" y="292"/>
                    <a:pt x="244" y="281"/>
                    <a:pt x="244" y="268"/>
                  </a:cubicBezTo>
                  <a:cubicBezTo>
                    <a:pt x="244" y="258"/>
                    <a:pt x="242" y="249"/>
                    <a:pt x="237" y="242"/>
                  </a:cubicBezTo>
                  <a:cubicBezTo>
                    <a:pt x="233" y="235"/>
                    <a:pt x="227" y="229"/>
                    <a:pt x="220" y="224"/>
                  </a:cubicBezTo>
                  <a:cubicBezTo>
                    <a:pt x="213" y="219"/>
                    <a:pt x="205" y="215"/>
                    <a:pt x="196" y="212"/>
                  </a:cubicBezTo>
                  <a:cubicBezTo>
                    <a:pt x="188" y="209"/>
                    <a:pt x="179" y="206"/>
                    <a:pt x="171" y="204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82" y="182"/>
                    <a:pt x="72" y="179"/>
                    <a:pt x="62" y="175"/>
                  </a:cubicBezTo>
                  <a:cubicBezTo>
                    <a:pt x="53" y="171"/>
                    <a:pt x="44" y="166"/>
                    <a:pt x="37" y="159"/>
                  </a:cubicBezTo>
                  <a:cubicBezTo>
                    <a:pt x="30" y="152"/>
                    <a:pt x="24" y="144"/>
                    <a:pt x="19" y="135"/>
                  </a:cubicBezTo>
                  <a:cubicBezTo>
                    <a:pt x="15" y="125"/>
                    <a:pt x="13" y="113"/>
                    <a:pt x="13" y="99"/>
                  </a:cubicBezTo>
                  <a:cubicBezTo>
                    <a:pt x="13" y="91"/>
                    <a:pt x="14" y="81"/>
                    <a:pt x="18" y="69"/>
                  </a:cubicBezTo>
                  <a:cubicBezTo>
                    <a:pt x="21" y="58"/>
                    <a:pt x="27" y="47"/>
                    <a:pt x="36" y="37"/>
                  </a:cubicBezTo>
                  <a:cubicBezTo>
                    <a:pt x="45" y="26"/>
                    <a:pt x="58" y="18"/>
                    <a:pt x="74" y="11"/>
                  </a:cubicBezTo>
                  <a:cubicBezTo>
                    <a:pt x="89" y="3"/>
                    <a:pt x="110" y="0"/>
                    <a:pt x="135" y="0"/>
                  </a:cubicBezTo>
                  <a:cubicBezTo>
                    <a:pt x="152" y="0"/>
                    <a:pt x="169" y="2"/>
                    <a:pt x="185" y="7"/>
                  </a:cubicBezTo>
                  <a:cubicBezTo>
                    <a:pt x="200" y="12"/>
                    <a:pt x="214" y="18"/>
                    <a:pt x="226" y="28"/>
                  </a:cubicBezTo>
                  <a:cubicBezTo>
                    <a:pt x="238" y="37"/>
                    <a:pt x="248" y="48"/>
                    <a:pt x="255" y="62"/>
                  </a:cubicBezTo>
                  <a:cubicBezTo>
                    <a:pt x="262" y="76"/>
                    <a:pt x="265" y="92"/>
                    <a:pt x="265" y="110"/>
                  </a:cubicBezTo>
                  <a:cubicBezTo>
                    <a:pt x="232" y="110"/>
                    <a:pt x="232" y="110"/>
                    <a:pt x="232" y="110"/>
                  </a:cubicBezTo>
                  <a:cubicBezTo>
                    <a:pt x="231" y="96"/>
                    <a:pt x="228" y="85"/>
                    <a:pt x="223" y="74"/>
                  </a:cubicBezTo>
                  <a:cubicBezTo>
                    <a:pt x="217" y="64"/>
                    <a:pt x="210" y="56"/>
                    <a:pt x="201" y="49"/>
                  </a:cubicBezTo>
                  <a:cubicBezTo>
                    <a:pt x="192" y="42"/>
                    <a:pt x="182" y="37"/>
                    <a:pt x="171" y="34"/>
                  </a:cubicBezTo>
                  <a:cubicBezTo>
                    <a:pt x="160" y="30"/>
                    <a:pt x="148" y="29"/>
                    <a:pt x="135" y="29"/>
                  </a:cubicBezTo>
                  <a:cubicBezTo>
                    <a:pt x="123" y="29"/>
                    <a:pt x="112" y="30"/>
                    <a:pt x="102" y="32"/>
                  </a:cubicBezTo>
                  <a:cubicBezTo>
                    <a:pt x="91" y="35"/>
                    <a:pt x="81" y="39"/>
                    <a:pt x="73" y="44"/>
                  </a:cubicBezTo>
                  <a:cubicBezTo>
                    <a:pt x="65" y="50"/>
                    <a:pt x="59" y="57"/>
                    <a:pt x="54" y="66"/>
                  </a:cubicBezTo>
                  <a:cubicBezTo>
                    <a:pt x="49" y="75"/>
                    <a:pt x="46" y="86"/>
                    <a:pt x="46" y="99"/>
                  </a:cubicBezTo>
                  <a:cubicBezTo>
                    <a:pt x="46" y="107"/>
                    <a:pt x="48" y="114"/>
                    <a:pt x="51" y="121"/>
                  </a:cubicBezTo>
                  <a:cubicBezTo>
                    <a:pt x="53" y="127"/>
                    <a:pt x="57" y="132"/>
                    <a:pt x="62" y="136"/>
                  </a:cubicBezTo>
                  <a:cubicBezTo>
                    <a:pt x="67" y="140"/>
                    <a:pt x="73" y="143"/>
                    <a:pt x="79" y="146"/>
                  </a:cubicBezTo>
                  <a:cubicBezTo>
                    <a:pt x="86" y="149"/>
                    <a:pt x="93" y="151"/>
                    <a:pt x="100" y="153"/>
                  </a:cubicBezTo>
                  <a:cubicBezTo>
                    <a:pt x="186" y="174"/>
                    <a:pt x="186" y="174"/>
                    <a:pt x="186" y="174"/>
                  </a:cubicBezTo>
                  <a:cubicBezTo>
                    <a:pt x="199" y="178"/>
                    <a:pt x="210" y="182"/>
                    <a:pt x="221" y="186"/>
                  </a:cubicBezTo>
                  <a:cubicBezTo>
                    <a:pt x="232" y="191"/>
                    <a:pt x="242" y="197"/>
                    <a:pt x="251" y="204"/>
                  </a:cubicBezTo>
                  <a:cubicBezTo>
                    <a:pt x="259" y="211"/>
                    <a:pt x="266" y="220"/>
                    <a:pt x="270" y="230"/>
                  </a:cubicBezTo>
                  <a:cubicBezTo>
                    <a:pt x="275" y="240"/>
                    <a:pt x="278" y="253"/>
                    <a:pt x="278" y="267"/>
                  </a:cubicBezTo>
                  <a:cubicBezTo>
                    <a:pt x="278" y="271"/>
                    <a:pt x="277" y="277"/>
                    <a:pt x="276" y="283"/>
                  </a:cubicBezTo>
                  <a:cubicBezTo>
                    <a:pt x="276" y="290"/>
                    <a:pt x="274" y="297"/>
                    <a:pt x="270" y="304"/>
                  </a:cubicBezTo>
                  <a:cubicBezTo>
                    <a:pt x="267" y="312"/>
                    <a:pt x="263" y="319"/>
                    <a:pt x="257" y="327"/>
                  </a:cubicBezTo>
                  <a:cubicBezTo>
                    <a:pt x="251" y="334"/>
                    <a:pt x="243" y="341"/>
                    <a:pt x="233" y="348"/>
                  </a:cubicBezTo>
                  <a:cubicBezTo>
                    <a:pt x="223" y="354"/>
                    <a:pt x="211" y="359"/>
                    <a:pt x="196" y="363"/>
                  </a:cubicBezTo>
                  <a:cubicBezTo>
                    <a:pt x="181" y="366"/>
                    <a:pt x="163" y="368"/>
                    <a:pt x="142" y="368"/>
                  </a:cubicBezTo>
                  <a:cubicBezTo>
                    <a:pt x="122" y="368"/>
                    <a:pt x="102" y="366"/>
                    <a:pt x="85" y="361"/>
                  </a:cubicBezTo>
                  <a:cubicBezTo>
                    <a:pt x="67" y="356"/>
                    <a:pt x="51" y="349"/>
                    <a:pt x="39" y="339"/>
                  </a:cubicBezTo>
                  <a:cubicBezTo>
                    <a:pt x="26" y="329"/>
                    <a:pt x="17" y="316"/>
                    <a:pt x="10" y="300"/>
                  </a:cubicBezTo>
                  <a:cubicBezTo>
                    <a:pt x="3" y="285"/>
                    <a:pt x="0" y="266"/>
                    <a:pt x="1" y="245"/>
                  </a:cubicBezTo>
                  <a:lnTo>
                    <a:pt x="35" y="24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40"/>
            <p:cNvSpPr/>
            <p:nvPr/>
          </p:nvSpPr>
          <p:spPr>
            <a:xfrm>
              <a:off x="10452100" y="952501"/>
              <a:ext cx="209550" cy="247650"/>
            </a:xfrm>
            <a:custGeom>
              <a:avLst/>
              <a:gdLst/>
              <a:ahLst/>
              <a:cxnLst/>
              <a:rect l="l" t="t" r="r" b="b"/>
              <a:pathLst>
                <a:path w="229" h="270" extrusionOk="0">
                  <a:moveTo>
                    <a:pt x="31" y="144"/>
                  </a:moveTo>
                  <a:cubicBezTo>
                    <a:pt x="31" y="155"/>
                    <a:pt x="33" y="167"/>
                    <a:pt x="36" y="179"/>
                  </a:cubicBezTo>
                  <a:cubicBezTo>
                    <a:pt x="40" y="191"/>
                    <a:pt x="45" y="201"/>
                    <a:pt x="51" y="211"/>
                  </a:cubicBezTo>
                  <a:cubicBezTo>
                    <a:pt x="58" y="221"/>
                    <a:pt x="67" y="228"/>
                    <a:pt x="77" y="235"/>
                  </a:cubicBezTo>
                  <a:cubicBezTo>
                    <a:pt x="88" y="241"/>
                    <a:pt x="101" y="244"/>
                    <a:pt x="116" y="244"/>
                  </a:cubicBezTo>
                  <a:cubicBezTo>
                    <a:pt x="138" y="244"/>
                    <a:pt x="156" y="238"/>
                    <a:pt x="169" y="226"/>
                  </a:cubicBezTo>
                  <a:cubicBezTo>
                    <a:pt x="182" y="214"/>
                    <a:pt x="191" y="198"/>
                    <a:pt x="196" y="179"/>
                  </a:cubicBezTo>
                  <a:cubicBezTo>
                    <a:pt x="227" y="179"/>
                    <a:pt x="227" y="179"/>
                    <a:pt x="227" y="179"/>
                  </a:cubicBezTo>
                  <a:cubicBezTo>
                    <a:pt x="220" y="208"/>
                    <a:pt x="208" y="230"/>
                    <a:pt x="191" y="246"/>
                  </a:cubicBezTo>
                  <a:cubicBezTo>
                    <a:pt x="173" y="262"/>
                    <a:pt x="148" y="270"/>
                    <a:pt x="116" y="270"/>
                  </a:cubicBezTo>
                  <a:cubicBezTo>
                    <a:pt x="95" y="270"/>
                    <a:pt x="78" y="267"/>
                    <a:pt x="63" y="259"/>
                  </a:cubicBezTo>
                  <a:cubicBezTo>
                    <a:pt x="49" y="252"/>
                    <a:pt x="37" y="242"/>
                    <a:pt x="28" y="230"/>
                  </a:cubicBezTo>
                  <a:cubicBezTo>
                    <a:pt x="18" y="218"/>
                    <a:pt x="11" y="203"/>
                    <a:pt x="7" y="187"/>
                  </a:cubicBezTo>
                  <a:cubicBezTo>
                    <a:pt x="3" y="171"/>
                    <a:pt x="0" y="153"/>
                    <a:pt x="0" y="135"/>
                  </a:cubicBezTo>
                  <a:cubicBezTo>
                    <a:pt x="0" y="118"/>
                    <a:pt x="3" y="102"/>
                    <a:pt x="7" y="86"/>
                  </a:cubicBezTo>
                  <a:cubicBezTo>
                    <a:pt x="11" y="69"/>
                    <a:pt x="18" y="55"/>
                    <a:pt x="28" y="42"/>
                  </a:cubicBezTo>
                  <a:cubicBezTo>
                    <a:pt x="37" y="30"/>
                    <a:pt x="49" y="19"/>
                    <a:pt x="63" y="12"/>
                  </a:cubicBezTo>
                  <a:cubicBezTo>
                    <a:pt x="78" y="4"/>
                    <a:pt x="95" y="0"/>
                    <a:pt x="116" y="0"/>
                  </a:cubicBezTo>
                  <a:cubicBezTo>
                    <a:pt x="136" y="0"/>
                    <a:pt x="154" y="4"/>
                    <a:pt x="168" y="12"/>
                  </a:cubicBezTo>
                  <a:cubicBezTo>
                    <a:pt x="183" y="21"/>
                    <a:pt x="194" y="31"/>
                    <a:pt x="204" y="45"/>
                  </a:cubicBezTo>
                  <a:cubicBezTo>
                    <a:pt x="213" y="58"/>
                    <a:pt x="219" y="74"/>
                    <a:pt x="223" y="91"/>
                  </a:cubicBezTo>
                  <a:cubicBezTo>
                    <a:pt x="227" y="108"/>
                    <a:pt x="229" y="126"/>
                    <a:pt x="228" y="144"/>
                  </a:cubicBezTo>
                  <a:lnTo>
                    <a:pt x="31" y="144"/>
                  </a:lnTo>
                  <a:close/>
                  <a:moveTo>
                    <a:pt x="197" y="117"/>
                  </a:moveTo>
                  <a:cubicBezTo>
                    <a:pt x="197" y="105"/>
                    <a:pt x="194" y="94"/>
                    <a:pt x="191" y="83"/>
                  </a:cubicBezTo>
                  <a:cubicBezTo>
                    <a:pt x="187" y="72"/>
                    <a:pt x="182" y="63"/>
                    <a:pt x="175" y="54"/>
                  </a:cubicBezTo>
                  <a:cubicBezTo>
                    <a:pt x="168" y="46"/>
                    <a:pt x="159" y="39"/>
                    <a:pt x="149" y="34"/>
                  </a:cubicBezTo>
                  <a:cubicBezTo>
                    <a:pt x="139" y="29"/>
                    <a:pt x="128" y="26"/>
                    <a:pt x="116" y="26"/>
                  </a:cubicBezTo>
                  <a:cubicBezTo>
                    <a:pt x="103" y="26"/>
                    <a:pt x="91" y="29"/>
                    <a:pt x="82" y="34"/>
                  </a:cubicBezTo>
                  <a:cubicBezTo>
                    <a:pt x="72" y="39"/>
                    <a:pt x="63" y="46"/>
                    <a:pt x="56" y="54"/>
                  </a:cubicBezTo>
                  <a:cubicBezTo>
                    <a:pt x="49" y="63"/>
                    <a:pt x="44" y="72"/>
                    <a:pt x="40" y="83"/>
                  </a:cubicBezTo>
                  <a:cubicBezTo>
                    <a:pt x="36" y="95"/>
                    <a:pt x="33" y="106"/>
                    <a:pt x="31" y="117"/>
                  </a:cubicBezTo>
                  <a:lnTo>
                    <a:pt x="197" y="11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40"/>
            <p:cNvSpPr/>
            <p:nvPr/>
          </p:nvSpPr>
          <p:spPr>
            <a:xfrm>
              <a:off x="10698163" y="955676"/>
              <a:ext cx="115888" cy="238125"/>
            </a:xfrm>
            <a:custGeom>
              <a:avLst/>
              <a:gdLst/>
              <a:ahLst/>
              <a:cxnLst/>
              <a:rect l="l" t="t" r="r" b="b"/>
              <a:pathLst>
                <a:path w="126" h="260" extrusionOk="0">
                  <a:moveTo>
                    <a:pt x="0" y="4"/>
                  </a:moveTo>
                  <a:cubicBezTo>
                    <a:pt x="29" y="4"/>
                    <a:pt x="29" y="4"/>
                    <a:pt x="29" y="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8" y="44"/>
                    <a:pt x="50" y="28"/>
                    <a:pt x="67" y="16"/>
                  </a:cubicBezTo>
                  <a:cubicBezTo>
                    <a:pt x="83" y="5"/>
                    <a:pt x="103" y="0"/>
                    <a:pt x="126" y="1"/>
                  </a:cubicBezTo>
                  <a:cubicBezTo>
                    <a:pt x="126" y="32"/>
                    <a:pt x="126" y="32"/>
                    <a:pt x="126" y="32"/>
                  </a:cubicBezTo>
                  <a:cubicBezTo>
                    <a:pt x="112" y="31"/>
                    <a:pt x="99" y="33"/>
                    <a:pt x="88" y="38"/>
                  </a:cubicBezTo>
                  <a:cubicBezTo>
                    <a:pt x="76" y="42"/>
                    <a:pt x="66" y="49"/>
                    <a:pt x="58" y="57"/>
                  </a:cubicBezTo>
                  <a:cubicBezTo>
                    <a:pt x="49" y="65"/>
                    <a:pt x="43" y="75"/>
                    <a:pt x="38" y="87"/>
                  </a:cubicBezTo>
                  <a:cubicBezTo>
                    <a:pt x="34" y="98"/>
                    <a:pt x="31" y="111"/>
                    <a:pt x="31" y="124"/>
                  </a:cubicBezTo>
                  <a:cubicBezTo>
                    <a:pt x="31" y="260"/>
                    <a:pt x="31" y="260"/>
                    <a:pt x="31" y="260"/>
                  </a:cubicBezTo>
                  <a:cubicBezTo>
                    <a:pt x="0" y="260"/>
                    <a:pt x="0" y="260"/>
                    <a:pt x="0" y="26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0"/>
            <p:cNvSpPr/>
            <p:nvPr/>
          </p:nvSpPr>
          <p:spPr>
            <a:xfrm>
              <a:off x="10837863" y="958851"/>
              <a:ext cx="207963" cy="234950"/>
            </a:xfrm>
            <a:custGeom>
              <a:avLst/>
              <a:gdLst/>
              <a:ahLst/>
              <a:cxnLst/>
              <a:rect l="l" t="t" r="r" b="b"/>
              <a:pathLst>
                <a:path w="131" h="148" extrusionOk="0">
                  <a:moveTo>
                    <a:pt x="0" y="0"/>
                  </a:moveTo>
                  <a:lnTo>
                    <a:pt x="20" y="0"/>
                  </a:lnTo>
                  <a:lnTo>
                    <a:pt x="66" y="130"/>
                  </a:lnTo>
                  <a:lnTo>
                    <a:pt x="67" y="130"/>
                  </a:lnTo>
                  <a:lnTo>
                    <a:pt x="112" y="0"/>
                  </a:lnTo>
                  <a:lnTo>
                    <a:pt x="131" y="0"/>
                  </a:lnTo>
                  <a:lnTo>
                    <a:pt x="76" y="148"/>
                  </a:lnTo>
                  <a:lnTo>
                    <a:pt x="57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0"/>
            <p:cNvSpPr/>
            <p:nvPr/>
          </p:nvSpPr>
          <p:spPr>
            <a:xfrm>
              <a:off x="11074400" y="868363"/>
              <a:ext cx="28575" cy="325438"/>
            </a:xfrm>
            <a:custGeom>
              <a:avLst/>
              <a:gdLst/>
              <a:ahLst/>
              <a:cxnLst/>
              <a:rect l="l" t="t" r="r" b="b"/>
              <a:pathLst>
                <a:path w="18" h="205" extrusionOk="0">
                  <a:moveTo>
                    <a:pt x="0" y="0"/>
                  </a:moveTo>
                  <a:lnTo>
                    <a:pt x="18" y="0"/>
                  </a:lnTo>
                  <a:lnTo>
                    <a:pt x="18" y="29"/>
                  </a:lnTo>
                  <a:lnTo>
                    <a:pt x="0" y="29"/>
                  </a:lnTo>
                  <a:lnTo>
                    <a:pt x="0" y="0"/>
                  </a:lnTo>
                  <a:close/>
                  <a:moveTo>
                    <a:pt x="0" y="57"/>
                  </a:moveTo>
                  <a:lnTo>
                    <a:pt x="18" y="57"/>
                  </a:lnTo>
                  <a:lnTo>
                    <a:pt x="18" y="205"/>
                  </a:lnTo>
                  <a:lnTo>
                    <a:pt x="0" y="205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0"/>
            <p:cNvSpPr/>
            <p:nvPr/>
          </p:nvSpPr>
          <p:spPr>
            <a:xfrm>
              <a:off x="11145838" y="952501"/>
              <a:ext cx="207963" cy="247650"/>
            </a:xfrm>
            <a:custGeom>
              <a:avLst/>
              <a:gdLst/>
              <a:ahLst/>
              <a:cxnLst/>
              <a:rect l="l" t="t" r="r" b="b"/>
              <a:pathLst>
                <a:path w="226" h="270" extrusionOk="0">
                  <a:moveTo>
                    <a:pt x="193" y="88"/>
                  </a:moveTo>
                  <a:cubicBezTo>
                    <a:pt x="189" y="69"/>
                    <a:pt x="181" y="53"/>
                    <a:pt x="169" y="43"/>
                  </a:cubicBezTo>
                  <a:cubicBezTo>
                    <a:pt x="157" y="32"/>
                    <a:pt x="141" y="26"/>
                    <a:pt x="121" y="26"/>
                  </a:cubicBezTo>
                  <a:cubicBezTo>
                    <a:pt x="106" y="26"/>
                    <a:pt x="93" y="29"/>
                    <a:pt x="82" y="36"/>
                  </a:cubicBezTo>
                  <a:cubicBezTo>
                    <a:pt x="70" y="42"/>
                    <a:pt x="61" y="50"/>
                    <a:pt x="54" y="60"/>
                  </a:cubicBezTo>
                  <a:cubicBezTo>
                    <a:pt x="46" y="71"/>
                    <a:pt x="41" y="82"/>
                    <a:pt x="37" y="95"/>
                  </a:cubicBezTo>
                  <a:cubicBezTo>
                    <a:pt x="33" y="108"/>
                    <a:pt x="31" y="122"/>
                    <a:pt x="31" y="135"/>
                  </a:cubicBezTo>
                  <a:cubicBezTo>
                    <a:pt x="31" y="149"/>
                    <a:pt x="33" y="162"/>
                    <a:pt x="37" y="175"/>
                  </a:cubicBezTo>
                  <a:cubicBezTo>
                    <a:pt x="41" y="188"/>
                    <a:pt x="46" y="200"/>
                    <a:pt x="54" y="210"/>
                  </a:cubicBezTo>
                  <a:cubicBezTo>
                    <a:pt x="61" y="220"/>
                    <a:pt x="70" y="228"/>
                    <a:pt x="82" y="235"/>
                  </a:cubicBezTo>
                  <a:cubicBezTo>
                    <a:pt x="93" y="241"/>
                    <a:pt x="106" y="244"/>
                    <a:pt x="121" y="244"/>
                  </a:cubicBezTo>
                  <a:cubicBezTo>
                    <a:pt x="130" y="244"/>
                    <a:pt x="139" y="242"/>
                    <a:pt x="148" y="239"/>
                  </a:cubicBezTo>
                  <a:cubicBezTo>
                    <a:pt x="157" y="235"/>
                    <a:pt x="164" y="230"/>
                    <a:pt x="171" y="224"/>
                  </a:cubicBezTo>
                  <a:cubicBezTo>
                    <a:pt x="177" y="217"/>
                    <a:pt x="183" y="209"/>
                    <a:pt x="187" y="201"/>
                  </a:cubicBezTo>
                  <a:cubicBezTo>
                    <a:pt x="191" y="192"/>
                    <a:pt x="194" y="182"/>
                    <a:pt x="195" y="171"/>
                  </a:cubicBezTo>
                  <a:cubicBezTo>
                    <a:pt x="226" y="171"/>
                    <a:pt x="226" y="171"/>
                    <a:pt x="226" y="171"/>
                  </a:cubicBezTo>
                  <a:cubicBezTo>
                    <a:pt x="222" y="202"/>
                    <a:pt x="210" y="227"/>
                    <a:pt x="192" y="244"/>
                  </a:cubicBezTo>
                  <a:cubicBezTo>
                    <a:pt x="173" y="262"/>
                    <a:pt x="149" y="270"/>
                    <a:pt x="121" y="270"/>
                  </a:cubicBezTo>
                  <a:cubicBezTo>
                    <a:pt x="101" y="270"/>
                    <a:pt x="84" y="267"/>
                    <a:pt x="69" y="259"/>
                  </a:cubicBezTo>
                  <a:cubicBezTo>
                    <a:pt x="54" y="252"/>
                    <a:pt x="41" y="242"/>
                    <a:pt x="31" y="230"/>
                  </a:cubicBezTo>
                  <a:cubicBezTo>
                    <a:pt x="21" y="218"/>
                    <a:pt x="13" y="204"/>
                    <a:pt x="8" y="187"/>
                  </a:cubicBezTo>
                  <a:cubicBezTo>
                    <a:pt x="3" y="171"/>
                    <a:pt x="0" y="154"/>
                    <a:pt x="0" y="135"/>
                  </a:cubicBezTo>
                  <a:cubicBezTo>
                    <a:pt x="0" y="117"/>
                    <a:pt x="3" y="100"/>
                    <a:pt x="8" y="83"/>
                  </a:cubicBezTo>
                  <a:cubicBezTo>
                    <a:pt x="13" y="67"/>
                    <a:pt x="21" y="52"/>
                    <a:pt x="31" y="40"/>
                  </a:cubicBezTo>
                  <a:cubicBezTo>
                    <a:pt x="41" y="28"/>
                    <a:pt x="54" y="18"/>
                    <a:pt x="69" y="11"/>
                  </a:cubicBezTo>
                  <a:cubicBezTo>
                    <a:pt x="84" y="4"/>
                    <a:pt x="101" y="0"/>
                    <a:pt x="121" y="0"/>
                  </a:cubicBezTo>
                  <a:cubicBezTo>
                    <a:pt x="148" y="0"/>
                    <a:pt x="171" y="7"/>
                    <a:pt x="190" y="22"/>
                  </a:cubicBezTo>
                  <a:cubicBezTo>
                    <a:pt x="209" y="36"/>
                    <a:pt x="221" y="58"/>
                    <a:pt x="224" y="88"/>
                  </a:cubicBezTo>
                  <a:lnTo>
                    <a:pt x="193" y="8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0"/>
            <p:cNvSpPr/>
            <p:nvPr/>
          </p:nvSpPr>
          <p:spPr>
            <a:xfrm>
              <a:off x="11382375" y="952501"/>
              <a:ext cx="207963" cy="247650"/>
            </a:xfrm>
            <a:custGeom>
              <a:avLst/>
              <a:gdLst/>
              <a:ahLst/>
              <a:cxnLst/>
              <a:rect l="l" t="t" r="r" b="b"/>
              <a:pathLst>
                <a:path w="228" h="270" extrusionOk="0">
                  <a:moveTo>
                    <a:pt x="31" y="144"/>
                  </a:moveTo>
                  <a:cubicBezTo>
                    <a:pt x="31" y="155"/>
                    <a:pt x="33" y="167"/>
                    <a:pt x="36" y="179"/>
                  </a:cubicBezTo>
                  <a:cubicBezTo>
                    <a:pt x="39" y="191"/>
                    <a:pt x="44" y="201"/>
                    <a:pt x="51" y="211"/>
                  </a:cubicBezTo>
                  <a:cubicBezTo>
                    <a:pt x="58" y="221"/>
                    <a:pt x="66" y="228"/>
                    <a:pt x="77" y="235"/>
                  </a:cubicBezTo>
                  <a:cubicBezTo>
                    <a:pt x="88" y="241"/>
                    <a:pt x="100" y="244"/>
                    <a:pt x="115" y="244"/>
                  </a:cubicBezTo>
                  <a:cubicBezTo>
                    <a:pt x="138" y="244"/>
                    <a:pt x="156" y="238"/>
                    <a:pt x="169" y="226"/>
                  </a:cubicBezTo>
                  <a:cubicBezTo>
                    <a:pt x="182" y="214"/>
                    <a:pt x="191" y="198"/>
                    <a:pt x="196" y="179"/>
                  </a:cubicBezTo>
                  <a:cubicBezTo>
                    <a:pt x="227" y="179"/>
                    <a:pt x="227" y="179"/>
                    <a:pt x="227" y="179"/>
                  </a:cubicBezTo>
                  <a:cubicBezTo>
                    <a:pt x="220" y="208"/>
                    <a:pt x="208" y="230"/>
                    <a:pt x="190" y="246"/>
                  </a:cubicBezTo>
                  <a:cubicBezTo>
                    <a:pt x="173" y="262"/>
                    <a:pt x="148" y="270"/>
                    <a:pt x="115" y="270"/>
                  </a:cubicBezTo>
                  <a:cubicBezTo>
                    <a:pt x="95" y="270"/>
                    <a:pt x="77" y="267"/>
                    <a:pt x="63" y="259"/>
                  </a:cubicBezTo>
                  <a:cubicBezTo>
                    <a:pt x="48" y="252"/>
                    <a:pt x="36" y="242"/>
                    <a:pt x="27" y="230"/>
                  </a:cubicBezTo>
                  <a:cubicBezTo>
                    <a:pt x="18" y="218"/>
                    <a:pt x="11" y="203"/>
                    <a:pt x="7" y="187"/>
                  </a:cubicBezTo>
                  <a:cubicBezTo>
                    <a:pt x="2" y="171"/>
                    <a:pt x="0" y="153"/>
                    <a:pt x="0" y="135"/>
                  </a:cubicBezTo>
                  <a:cubicBezTo>
                    <a:pt x="0" y="118"/>
                    <a:pt x="2" y="102"/>
                    <a:pt x="7" y="86"/>
                  </a:cubicBezTo>
                  <a:cubicBezTo>
                    <a:pt x="11" y="69"/>
                    <a:pt x="18" y="55"/>
                    <a:pt x="27" y="42"/>
                  </a:cubicBezTo>
                  <a:cubicBezTo>
                    <a:pt x="36" y="30"/>
                    <a:pt x="48" y="19"/>
                    <a:pt x="63" y="12"/>
                  </a:cubicBezTo>
                  <a:cubicBezTo>
                    <a:pt x="77" y="4"/>
                    <a:pt x="95" y="0"/>
                    <a:pt x="115" y="0"/>
                  </a:cubicBezTo>
                  <a:cubicBezTo>
                    <a:pt x="136" y="0"/>
                    <a:pt x="153" y="4"/>
                    <a:pt x="168" y="12"/>
                  </a:cubicBezTo>
                  <a:cubicBezTo>
                    <a:pt x="182" y="21"/>
                    <a:pt x="194" y="31"/>
                    <a:pt x="203" y="45"/>
                  </a:cubicBezTo>
                  <a:cubicBezTo>
                    <a:pt x="212" y="58"/>
                    <a:pt x="219" y="74"/>
                    <a:pt x="223" y="91"/>
                  </a:cubicBezTo>
                  <a:cubicBezTo>
                    <a:pt x="227" y="108"/>
                    <a:pt x="228" y="126"/>
                    <a:pt x="228" y="144"/>
                  </a:cubicBezTo>
                  <a:lnTo>
                    <a:pt x="31" y="144"/>
                  </a:lnTo>
                  <a:close/>
                  <a:moveTo>
                    <a:pt x="197" y="117"/>
                  </a:moveTo>
                  <a:cubicBezTo>
                    <a:pt x="196" y="105"/>
                    <a:pt x="194" y="94"/>
                    <a:pt x="190" y="83"/>
                  </a:cubicBezTo>
                  <a:cubicBezTo>
                    <a:pt x="187" y="72"/>
                    <a:pt x="181" y="63"/>
                    <a:pt x="174" y="54"/>
                  </a:cubicBezTo>
                  <a:cubicBezTo>
                    <a:pt x="167" y="46"/>
                    <a:pt x="159" y="39"/>
                    <a:pt x="149" y="34"/>
                  </a:cubicBezTo>
                  <a:cubicBezTo>
                    <a:pt x="139" y="29"/>
                    <a:pt x="128" y="26"/>
                    <a:pt x="115" y="26"/>
                  </a:cubicBezTo>
                  <a:cubicBezTo>
                    <a:pt x="102" y="26"/>
                    <a:pt x="91" y="29"/>
                    <a:pt x="81" y="34"/>
                  </a:cubicBezTo>
                  <a:cubicBezTo>
                    <a:pt x="71" y="39"/>
                    <a:pt x="63" y="46"/>
                    <a:pt x="56" y="54"/>
                  </a:cubicBezTo>
                  <a:cubicBezTo>
                    <a:pt x="49" y="63"/>
                    <a:pt x="43" y="72"/>
                    <a:pt x="39" y="83"/>
                  </a:cubicBezTo>
                  <a:cubicBezTo>
                    <a:pt x="35" y="95"/>
                    <a:pt x="32" y="106"/>
                    <a:pt x="31" y="117"/>
                  </a:cubicBezTo>
                  <a:lnTo>
                    <a:pt x="197" y="11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0"/>
            <p:cNvSpPr/>
            <p:nvPr/>
          </p:nvSpPr>
          <p:spPr>
            <a:xfrm>
              <a:off x="11615738" y="952501"/>
              <a:ext cx="190500" cy="247650"/>
            </a:xfrm>
            <a:custGeom>
              <a:avLst/>
              <a:gdLst/>
              <a:ahLst/>
              <a:cxnLst/>
              <a:rect l="l" t="t" r="r" b="b"/>
              <a:pathLst>
                <a:path w="208" h="270" extrusionOk="0">
                  <a:moveTo>
                    <a:pt x="168" y="82"/>
                  </a:moveTo>
                  <a:cubicBezTo>
                    <a:pt x="168" y="73"/>
                    <a:pt x="166" y="64"/>
                    <a:pt x="162" y="57"/>
                  </a:cubicBezTo>
                  <a:cubicBezTo>
                    <a:pt x="158" y="50"/>
                    <a:pt x="153" y="44"/>
                    <a:pt x="147" y="40"/>
                  </a:cubicBezTo>
                  <a:cubicBezTo>
                    <a:pt x="141" y="35"/>
                    <a:pt x="134" y="32"/>
                    <a:pt x="126" y="29"/>
                  </a:cubicBezTo>
                  <a:cubicBezTo>
                    <a:pt x="118" y="27"/>
                    <a:pt x="110" y="26"/>
                    <a:pt x="101" y="26"/>
                  </a:cubicBezTo>
                  <a:cubicBezTo>
                    <a:pt x="94" y="26"/>
                    <a:pt x="87" y="27"/>
                    <a:pt x="80" y="28"/>
                  </a:cubicBezTo>
                  <a:cubicBezTo>
                    <a:pt x="73" y="30"/>
                    <a:pt x="66" y="32"/>
                    <a:pt x="60" y="36"/>
                  </a:cubicBezTo>
                  <a:cubicBezTo>
                    <a:pt x="54" y="39"/>
                    <a:pt x="50" y="44"/>
                    <a:pt x="46" y="50"/>
                  </a:cubicBezTo>
                  <a:cubicBezTo>
                    <a:pt x="42" y="55"/>
                    <a:pt x="41" y="62"/>
                    <a:pt x="41" y="70"/>
                  </a:cubicBezTo>
                  <a:cubicBezTo>
                    <a:pt x="41" y="77"/>
                    <a:pt x="42" y="83"/>
                    <a:pt x="46" y="88"/>
                  </a:cubicBezTo>
                  <a:cubicBezTo>
                    <a:pt x="49" y="93"/>
                    <a:pt x="54" y="97"/>
                    <a:pt x="59" y="100"/>
                  </a:cubicBezTo>
                  <a:cubicBezTo>
                    <a:pt x="64" y="103"/>
                    <a:pt x="70" y="106"/>
                    <a:pt x="76" y="108"/>
                  </a:cubicBezTo>
                  <a:cubicBezTo>
                    <a:pt x="83" y="110"/>
                    <a:pt x="88" y="112"/>
                    <a:pt x="94" y="113"/>
                  </a:cubicBezTo>
                  <a:cubicBezTo>
                    <a:pt x="135" y="123"/>
                    <a:pt x="135" y="123"/>
                    <a:pt x="135" y="123"/>
                  </a:cubicBezTo>
                  <a:cubicBezTo>
                    <a:pt x="144" y="124"/>
                    <a:pt x="153" y="127"/>
                    <a:pt x="162" y="130"/>
                  </a:cubicBezTo>
                  <a:cubicBezTo>
                    <a:pt x="170" y="133"/>
                    <a:pt x="178" y="138"/>
                    <a:pt x="185" y="144"/>
                  </a:cubicBezTo>
                  <a:cubicBezTo>
                    <a:pt x="192" y="149"/>
                    <a:pt x="197" y="156"/>
                    <a:pt x="202" y="164"/>
                  </a:cubicBezTo>
                  <a:cubicBezTo>
                    <a:pt x="206" y="173"/>
                    <a:pt x="208" y="182"/>
                    <a:pt x="208" y="194"/>
                  </a:cubicBezTo>
                  <a:cubicBezTo>
                    <a:pt x="208" y="207"/>
                    <a:pt x="205" y="219"/>
                    <a:pt x="199" y="229"/>
                  </a:cubicBezTo>
                  <a:cubicBezTo>
                    <a:pt x="192" y="239"/>
                    <a:pt x="184" y="247"/>
                    <a:pt x="175" y="253"/>
                  </a:cubicBezTo>
                  <a:cubicBezTo>
                    <a:pt x="165" y="259"/>
                    <a:pt x="154" y="263"/>
                    <a:pt x="142" y="266"/>
                  </a:cubicBezTo>
                  <a:cubicBezTo>
                    <a:pt x="129" y="269"/>
                    <a:pt x="117" y="270"/>
                    <a:pt x="105" y="270"/>
                  </a:cubicBezTo>
                  <a:cubicBezTo>
                    <a:pt x="75" y="270"/>
                    <a:pt x="51" y="263"/>
                    <a:pt x="32" y="249"/>
                  </a:cubicBezTo>
                  <a:cubicBezTo>
                    <a:pt x="14" y="234"/>
                    <a:pt x="3" y="212"/>
                    <a:pt x="0" y="180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3" y="201"/>
                    <a:pt x="41" y="217"/>
                    <a:pt x="55" y="228"/>
                  </a:cubicBezTo>
                  <a:cubicBezTo>
                    <a:pt x="69" y="239"/>
                    <a:pt x="86" y="244"/>
                    <a:pt x="107" y="244"/>
                  </a:cubicBezTo>
                  <a:cubicBezTo>
                    <a:pt x="114" y="244"/>
                    <a:pt x="122" y="243"/>
                    <a:pt x="130" y="242"/>
                  </a:cubicBezTo>
                  <a:cubicBezTo>
                    <a:pt x="138" y="240"/>
                    <a:pt x="146" y="237"/>
                    <a:pt x="153" y="233"/>
                  </a:cubicBezTo>
                  <a:cubicBezTo>
                    <a:pt x="160" y="229"/>
                    <a:pt x="166" y="224"/>
                    <a:pt x="170" y="218"/>
                  </a:cubicBezTo>
                  <a:cubicBezTo>
                    <a:pt x="175" y="212"/>
                    <a:pt x="177" y="205"/>
                    <a:pt x="177" y="196"/>
                  </a:cubicBezTo>
                  <a:cubicBezTo>
                    <a:pt x="177" y="188"/>
                    <a:pt x="175" y="182"/>
                    <a:pt x="172" y="177"/>
                  </a:cubicBezTo>
                  <a:cubicBezTo>
                    <a:pt x="169" y="171"/>
                    <a:pt x="165" y="167"/>
                    <a:pt x="159" y="164"/>
                  </a:cubicBezTo>
                  <a:cubicBezTo>
                    <a:pt x="154" y="160"/>
                    <a:pt x="148" y="157"/>
                    <a:pt x="141" y="155"/>
                  </a:cubicBezTo>
                  <a:cubicBezTo>
                    <a:pt x="135" y="153"/>
                    <a:pt x="128" y="151"/>
                    <a:pt x="121" y="149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70" y="138"/>
                    <a:pt x="61" y="134"/>
                    <a:pt x="52" y="131"/>
                  </a:cubicBezTo>
                  <a:cubicBezTo>
                    <a:pt x="44" y="128"/>
                    <a:pt x="36" y="123"/>
                    <a:pt x="30" y="118"/>
                  </a:cubicBezTo>
                  <a:cubicBezTo>
                    <a:pt x="23" y="113"/>
                    <a:pt x="18" y="107"/>
                    <a:pt x="15" y="99"/>
                  </a:cubicBezTo>
                  <a:cubicBezTo>
                    <a:pt x="11" y="92"/>
                    <a:pt x="9" y="83"/>
                    <a:pt x="9" y="72"/>
                  </a:cubicBezTo>
                  <a:cubicBezTo>
                    <a:pt x="9" y="59"/>
                    <a:pt x="12" y="48"/>
                    <a:pt x="18" y="39"/>
                  </a:cubicBezTo>
                  <a:cubicBezTo>
                    <a:pt x="24" y="29"/>
                    <a:pt x="31" y="22"/>
                    <a:pt x="41" y="16"/>
                  </a:cubicBezTo>
                  <a:cubicBezTo>
                    <a:pt x="50" y="11"/>
                    <a:pt x="60" y="7"/>
                    <a:pt x="72" y="4"/>
                  </a:cubicBezTo>
                  <a:cubicBezTo>
                    <a:pt x="83" y="1"/>
                    <a:pt x="94" y="0"/>
                    <a:pt x="105" y="0"/>
                  </a:cubicBezTo>
                  <a:cubicBezTo>
                    <a:pt x="118" y="0"/>
                    <a:pt x="130" y="2"/>
                    <a:pt x="141" y="5"/>
                  </a:cubicBezTo>
                  <a:cubicBezTo>
                    <a:pt x="152" y="8"/>
                    <a:pt x="162" y="13"/>
                    <a:pt x="171" y="20"/>
                  </a:cubicBezTo>
                  <a:cubicBezTo>
                    <a:pt x="179" y="27"/>
                    <a:pt x="186" y="36"/>
                    <a:pt x="191" y="46"/>
                  </a:cubicBezTo>
                  <a:cubicBezTo>
                    <a:pt x="196" y="56"/>
                    <a:pt x="198" y="68"/>
                    <a:pt x="199" y="82"/>
                  </a:cubicBezTo>
                  <a:lnTo>
                    <a:pt x="168" y="8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0"/>
            <p:cNvSpPr/>
            <p:nvPr/>
          </p:nvSpPr>
          <p:spPr>
            <a:xfrm>
              <a:off x="10855325" y="423863"/>
              <a:ext cx="320675" cy="334963"/>
            </a:xfrm>
            <a:custGeom>
              <a:avLst/>
              <a:gdLst/>
              <a:ahLst/>
              <a:cxnLst/>
              <a:rect l="l" t="t" r="r" b="b"/>
              <a:pathLst>
                <a:path w="349" h="364" extrusionOk="0">
                  <a:moveTo>
                    <a:pt x="23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25" y="77"/>
                    <a:pt x="225" y="77"/>
                    <a:pt x="225" y="77"/>
                  </a:cubicBezTo>
                  <a:cubicBezTo>
                    <a:pt x="255" y="77"/>
                    <a:pt x="267" y="91"/>
                    <a:pt x="267" y="126"/>
                  </a:cubicBezTo>
                  <a:cubicBezTo>
                    <a:pt x="267" y="139"/>
                    <a:pt x="267" y="139"/>
                    <a:pt x="267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32" y="139"/>
                    <a:pt x="0" y="171"/>
                    <a:pt x="0" y="243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335"/>
                    <a:pt x="33" y="364"/>
                    <a:pt x="100" y="364"/>
                  </a:cubicBezTo>
                  <a:cubicBezTo>
                    <a:pt x="349" y="364"/>
                    <a:pt x="349" y="364"/>
                    <a:pt x="349" y="364"/>
                  </a:cubicBezTo>
                  <a:cubicBezTo>
                    <a:pt x="349" y="125"/>
                    <a:pt x="349" y="125"/>
                    <a:pt x="349" y="125"/>
                  </a:cubicBezTo>
                  <a:cubicBezTo>
                    <a:pt x="349" y="33"/>
                    <a:pt x="319" y="0"/>
                    <a:pt x="230" y="0"/>
                  </a:cubicBezTo>
                  <a:moveTo>
                    <a:pt x="109" y="287"/>
                  </a:moveTo>
                  <a:cubicBezTo>
                    <a:pt x="96" y="287"/>
                    <a:pt x="82" y="280"/>
                    <a:pt x="82" y="249"/>
                  </a:cubicBezTo>
                  <a:cubicBezTo>
                    <a:pt x="82" y="218"/>
                    <a:pt x="96" y="212"/>
                    <a:pt x="109" y="212"/>
                  </a:cubicBezTo>
                  <a:cubicBezTo>
                    <a:pt x="267" y="212"/>
                    <a:pt x="267" y="212"/>
                    <a:pt x="267" y="212"/>
                  </a:cubicBezTo>
                  <a:cubicBezTo>
                    <a:pt x="267" y="287"/>
                    <a:pt x="267" y="287"/>
                    <a:pt x="267" y="287"/>
                  </a:cubicBezTo>
                  <a:lnTo>
                    <a:pt x="109" y="2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0"/>
            <p:cNvSpPr/>
            <p:nvPr/>
          </p:nvSpPr>
          <p:spPr>
            <a:xfrm>
              <a:off x="11491913" y="423863"/>
              <a:ext cx="319088" cy="334963"/>
            </a:xfrm>
            <a:custGeom>
              <a:avLst/>
              <a:gdLst/>
              <a:ahLst/>
              <a:cxnLst/>
              <a:rect l="l" t="t" r="r" b="b"/>
              <a:pathLst>
                <a:path w="349" h="364" extrusionOk="0">
                  <a:moveTo>
                    <a:pt x="23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25" y="77"/>
                    <a:pt x="225" y="77"/>
                    <a:pt x="225" y="77"/>
                  </a:cubicBezTo>
                  <a:cubicBezTo>
                    <a:pt x="255" y="77"/>
                    <a:pt x="267" y="91"/>
                    <a:pt x="267" y="126"/>
                  </a:cubicBezTo>
                  <a:cubicBezTo>
                    <a:pt x="267" y="139"/>
                    <a:pt x="267" y="139"/>
                    <a:pt x="267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32" y="139"/>
                    <a:pt x="0" y="171"/>
                    <a:pt x="0" y="243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335"/>
                    <a:pt x="33" y="364"/>
                    <a:pt x="100" y="364"/>
                  </a:cubicBezTo>
                  <a:cubicBezTo>
                    <a:pt x="349" y="364"/>
                    <a:pt x="349" y="364"/>
                    <a:pt x="349" y="364"/>
                  </a:cubicBezTo>
                  <a:cubicBezTo>
                    <a:pt x="349" y="125"/>
                    <a:pt x="349" y="125"/>
                    <a:pt x="349" y="125"/>
                  </a:cubicBezTo>
                  <a:cubicBezTo>
                    <a:pt x="349" y="33"/>
                    <a:pt x="319" y="0"/>
                    <a:pt x="230" y="0"/>
                  </a:cubicBezTo>
                  <a:moveTo>
                    <a:pt x="109" y="287"/>
                  </a:moveTo>
                  <a:cubicBezTo>
                    <a:pt x="96" y="287"/>
                    <a:pt x="82" y="280"/>
                    <a:pt x="82" y="249"/>
                  </a:cubicBezTo>
                  <a:cubicBezTo>
                    <a:pt x="82" y="218"/>
                    <a:pt x="96" y="212"/>
                    <a:pt x="109" y="212"/>
                  </a:cubicBezTo>
                  <a:cubicBezTo>
                    <a:pt x="267" y="212"/>
                    <a:pt x="267" y="212"/>
                    <a:pt x="267" y="212"/>
                  </a:cubicBezTo>
                  <a:cubicBezTo>
                    <a:pt x="267" y="287"/>
                    <a:pt x="267" y="287"/>
                    <a:pt x="267" y="287"/>
                  </a:cubicBezTo>
                  <a:lnTo>
                    <a:pt x="109" y="2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0"/>
            <p:cNvSpPr/>
            <p:nvPr/>
          </p:nvSpPr>
          <p:spPr>
            <a:xfrm>
              <a:off x="10123488" y="423863"/>
              <a:ext cx="293688" cy="334963"/>
            </a:xfrm>
            <a:custGeom>
              <a:avLst/>
              <a:gdLst/>
              <a:ahLst/>
              <a:cxnLst/>
              <a:rect l="l" t="t" r="r" b="b"/>
              <a:pathLst>
                <a:path w="185" h="211" extrusionOk="0">
                  <a:moveTo>
                    <a:pt x="0" y="0"/>
                  </a:moveTo>
                  <a:lnTo>
                    <a:pt x="0" y="45"/>
                  </a:lnTo>
                  <a:lnTo>
                    <a:pt x="68" y="45"/>
                  </a:lnTo>
                  <a:lnTo>
                    <a:pt x="68" y="211"/>
                  </a:lnTo>
                  <a:lnTo>
                    <a:pt x="117" y="211"/>
                  </a:lnTo>
                  <a:lnTo>
                    <a:pt x="117" y="45"/>
                  </a:lnTo>
                  <a:lnTo>
                    <a:pt x="185" y="45"/>
                  </a:lnTo>
                  <a:lnTo>
                    <a:pt x="1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0"/>
            <p:cNvSpPr/>
            <p:nvPr/>
          </p:nvSpPr>
          <p:spPr>
            <a:xfrm>
              <a:off x="11191875" y="423863"/>
              <a:ext cx="292100" cy="334963"/>
            </a:xfrm>
            <a:custGeom>
              <a:avLst/>
              <a:gdLst/>
              <a:ahLst/>
              <a:cxnLst/>
              <a:rect l="l" t="t" r="r" b="b"/>
              <a:pathLst>
                <a:path w="184" h="211" extrusionOk="0">
                  <a:moveTo>
                    <a:pt x="0" y="0"/>
                  </a:moveTo>
                  <a:lnTo>
                    <a:pt x="0" y="45"/>
                  </a:lnTo>
                  <a:lnTo>
                    <a:pt x="68" y="45"/>
                  </a:lnTo>
                  <a:lnTo>
                    <a:pt x="68" y="211"/>
                  </a:lnTo>
                  <a:lnTo>
                    <a:pt x="116" y="211"/>
                  </a:lnTo>
                  <a:lnTo>
                    <a:pt x="116" y="45"/>
                  </a:lnTo>
                  <a:lnTo>
                    <a:pt x="184" y="45"/>
                  </a:lnTo>
                  <a:lnTo>
                    <a:pt x="1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0"/>
            <p:cNvSpPr/>
            <p:nvPr/>
          </p:nvSpPr>
          <p:spPr>
            <a:xfrm>
              <a:off x="10509250" y="423863"/>
              <a:ext cx="315913" cy="334963"/>
            </a:xfrm>
            <a:custGeom>
              <a:avLst/>
              <a:gdLst/>
              <a:ahLst/>
              <a:cxnLst/>
              <a:rect l="l" t="t" r="r" b="b"/>
              <a:pathLst>
                <a:path w="345" h="364" extrusionOk="0">
                  <a:moveTo>
                    <a:pt x="345" y="237"/>
                  </a:moveTo>
                  <a:cubicBezTo>
                    <a:pt x="345" y="128"/>
                    <a:pt x="345" y="128"/>
                    <a:pt x="345" y="128"/>
                  </a:cubicBezTo>
                  <a:cubicBezTo>
                    <a:pt x="345" y="33"/>
                    <a:pt x="308" y="0"/>
                    <a:pt x="22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4"/>
                    <a:pt x="0" y="364"/>
                    <a:pt x="0" y="364"/>
                  </a:cubicBezTo>
                  <a:cubicBezTo>
                    <a:pt x="228" y="364"/>
                    <a:pt x="228" y="364"/>
                    <a:pt x="228" y="364"/>
                  </a:cubicBezTo>
                  <a:cubicBezTo>
                    <a:pt x="317" y="364"/>
                    <a:pt x="345" y="320"/>
                    <a:pt x="345" y="237"/>
                  </a:cubicBezTo>
                  <a:moveTo>
                    <a:pt x="260" y="238"/>
                  </a:moveTo>
                  <a:cubicBezTo>
                    <a:pt x="260" y="273"/>
                    <a:pt x="248" y="287"/>
                    <a:pt x="218" y="287"/>
                  </a:cubicBezTo>
                  <a:cubicBezTo>
                    <a:pt x="84" y="287"/>
                    <a:pt x="84" y="287"/>
                    <a:pt x="84" y="287"/>
                  </a:cubicBezTo>
                  <a:cubicBezTo>
                    <a:pt x="84" y="78"/>
                    <a:pt x="84" y="78"/>
                    <a:pt x="84" y="78"/>
                  </a:cubicBezTo>
                  <a:cubicBezTo>
                    <a:pt x="218" y="78"/>
                    <a:pt x="218" y="78"/>
                    <a:pt x="218" y="78"/>
                  </a:cubicBezTo>
                  <a:cubicBezTo>
                    <a:pt x="248" y="78"/>
                    <a:pt x="260" y="91"/>
                    <a:pt x="260" y="126"/>
                  </a:cubicBezTo>
                  <a:lnTo>
                    <a:pt x="260" y="23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0"/>
            <p:cNvSpPr/>
            <p:nvPr/>
          </p:nvSpPr>
          <p:spPr>
            <a:xfrm>
              <a:off x="9448800" y="420688"/>
              <a:ext cx="331788" cy="342900"/>
            </a:xfrm>
            <a:custGeom>
              <a:avLst/>
              <a:gdLst/>
              <a:ahLst/>
              <a:cxnLst/>
              <a:rect l="l" t="t" r="r" b="b"/>
              <a:pathLst>
                <a:path w="363" h="373" extrusionOk="0">
                  <a:moveTo>
                    <a:pt x="273" y="282"/>
                  </a:moveTo>
                  <a:cubicBezTo>
                    <a:pt x="271" y="278"/>
                    <a:pt x="160" y="63"/>
                    <a:pt x="146" y="42"/>
                  </a:cubicBezTo>
                  <a:cubicBezTo>
                    <a:pt x="130" y="17"/>
                    <a:pt x="111" y="0"/>
                    <a:pt x="74" y="0"/>
                  </a:cubicBezTo>
                  <a:cubicBezTo>
                    <a:pt x="40" y="0"/>
                    <a:pt x="0" y="15"/>
                    <a:pt x="0" y="96"/>
                  </a:cubicBezTo>
                  <a:cubicBezTo>
                    <a:pt x="0" y="369"/>
                    <a:pt x="0" y="369"/>
                    <a:pt x="0" y="369"/>
                  </a:cubicBezTo>
                  <a:cubicBezTo>
                    <a:pt x="82" y="369"/>
                    <a:pt x="82" y="369"/>
                    <a:pt x="82" y="369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25"/>
                    <a:pt x="81" y="101"/>
                    <a:pt x="81" y="96"/>
                  </a:cubicBezTo>
                  <a:cubicBezTo>
                    <a:pt x="81" y="92"/>
                    <a:pt x="81" y="88"/>
                    <a:pt x="83" y="87"/>
                  </a:cubicBezTo>
                  <a:cubicBezTo>
                    <a:pt x="85" y="86"/>
                    <a:pt x="88" y="88"/>
                    <a:pt x="89" y="91"/>
                  </a:cubicBezTo>
                  <a:cubicBezTo>
                    <a:pt x="91" y="94"/>
                    <a:pt x="195" y="297"/>
                    <a:pt x="217" y="331"/>
                  </a:cubicBezTo>
                  <a:cubicBezTo>
                    <a:pt x="232" y="355"/>
                    <a:pt x="251" y="373"/>
                    <a:pt x="288" y="373"/>
                  </a:cubicBezTo>
                  <a:cubicBezTo>
                    <a:pt x="322" y="373"/>
                    <a:pt x="363" y="357"/>
                    <a:pt x="363" y="276"/>
                  </a:cubicBezTo>
                  <a:cubicBezTo>
                    <a:pt x="363" y="4"/>
                    <a:pt x="363" y="4"/>
                    <a:pt x="363" y="4"/>
                  </a:cubicBezTo>
                  <a:cubicBezTo>
                    <a:pt x="280" y="4"/>
                    <a:pt x="280" y="4"/>
                    <a:pt x="280" y="4"/>
                  </a:cubicBezTo>
                  <a:cubicBezTo>
                    <a:pt x="280" y="231"/>
                    <a:pt x="280" y="231"/>
                    <a:pt x="280" y="231"/>
                  </a:cubicBezTo>
                  <a:cubicBezTo>
                    <a:pt x="280" y="248"/>
                    <a:pt x="281" y="272"/>
                    <a:pt x="282" y="277"/>
                  </a:cubicBezTo>
                  <a:cubicBezTo>
                    <a:pt x="282" y="281"/>
                    <a:pt x="282" y="284"/>
                    <a:pt x="279" y="286"/>
                  </a:cubicBezTo>
                  <a:cubicBezTo>
                    <a:pt x="277" y="287"/>
                    <a:pt x="275" y="285"/>
                    <a:pt x="273" y="282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0"/>
            <p:cNvSpPr/>
            <p:nvPr/>
          </p:nvSpPr>
          <p:spPr>
            <a:xfrm>
              <a:off x="9807575" y="423863"/>
              <a:ext cx="292100" cy="334963"/>
            </a:xfrm>
            <a:custGeom>
              <a:avLst/>
              <a:gdLst/>
              <a:ahLst/>
              <a:cxnLst/>
              <a:rect l="l" t="t" r="r" b="b"/>
              <a:pathLst>
                <a:path w="184" h="211" extrusionOk="0">
                  <a:moveTo>
                    <a:pt x="0" y="0"/>
                  </a:moveTo>
                  <a:lnTo>
                    <a:pt x="0" y="45"/>
                  </a:lnTo>
                  <a:lnTo>
                    <a:pt x="68" y="45"/>
                  </a:lnTo>
                  <a:lnTo>
                    <a:pt x="68" y="211"/>
                  </a:lnTo>
                  <a:lnTo>
                    <a:pt x="116" y="211"/>
                  </a:lnTo>
                  <a:lnTo>
                    <a:pt x="116" y="45"/>
                  </a:lnTo>
                  <a:lnTo>
                    <a:pt x="184" y="45"/>
                  </a:lnTo>
                  <a:lnTo>
                    <a:pt x="1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79"/>
                <a:buFont typeface="Arial"/>
                <a:buNone/>
              </a:pP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4" name="Google Shape;264;p40"/>
          <p:cNvSpPr txBox="1"/>
          <p:nvPr/>
        </p:nvSpPr>
        <p:spPr>
          <a:xfrm>
            <a:off x="11430001" y="7916823"/>
            <a:ext cx="302865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"/>
              <a:buFont typeface="Arial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2020 NTT DATA, Inc.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Slide - Gray">
  <p:cSld name="Divider Slide - Gray">
    <p:bg>
      <p:bgPr>
        <a:solidFill>
          <a:srgbClr val="6F6F6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/>
          <p:nvPr/>
        </p:nvSpPr>
        <p:spPr>
          <a:xfrm>
            <a:off x="3810" y="0"/>
            <a:ext cx="6269256" cy="8229600"/>
          </a:xfrm>
          <a:custGeom>
            <a:avLst/>
            <a:gdLst/>
            <a:ahLst/>
            <a:cxnLst/>
            <a:rect l="l" t="t" r="r" b="b"/>
            <a:pathLst>
              <a:path w="1691" h="2215" extrusionOk="0">
                <a:moveTo>
                  <a:pt x="1111" y="1108"/>
                </a:moveTo>
                <a:cubicBezTo>
                  <a:pt x="1108" y="1108"/>
                  <a:pt x="1108" y="1108"/>
                  <a:pt x="1108" y="1108"/>
                </a:cubicBezTo>
                <a:cubicBezTo>
                  <a:pt x="1108" y="1102"/>
                  <a:pt x="1108" y="1102"/>
                  <a:pt x="1108" y="1102"/>
                </a:cubicBezTo>
                <a:cubicBezTo>
                  <a:pt x="965" y="833"/>
                  <a:pt x="857" y="635"/>
                  <a:pt x="815" y="569"/>
                </a:cubicBezTo>
                <a:cubicBezTo>
                  <a:pt x="624" y="269"/>
                  <a:pt x="397" y="50"/>
                  <a:pt x="0" y="0"/>
                </a:cubicBezTo>
                <a:cubicBezTo>
                  <a:pt x="0" y="1108"/>
                  <a:pt x="0" y="1108"/>
                  <a:pt x="0" y="1108"/>
                </a:cubicBezTo>
                <a:cubicBezTo>
                  <a:pt x="0" y="1213"/>
                  <a:pt x="0" y="1213"/>
                  <a:pt x="0" y="1213"/>
                </a:cubicBezTo>
                <a:cubicBezTo>
                  <a:pt x="13" y="1224"/>
                  <a:pt x="24" y="1239"/>
                  <a:pt x="34" y="1257"/>
                </a:cubicBezTo>
                <a:cubicBezTo>
                  <a:pt x="42" y="1273"/>
                  <a:pt x="250" y="1684"/>
                  <a:pt x="522" y="2215"/>
                </a:cubicBezTo>
                <a:cubicBezTo>
                  <a:pt x="1108" y="2215"/>
                  <a:pt x="1108" y="2215"/>
                  <a:pt x="1108" y="2215"/>
                </a:cubicBezTo>
                <a:cubicBezTo>
                  <a:pt x="1691" y="2215"/>
                  <a:pt x="1691" y="2215"/>
                  <a:pt x="1691" y="2215"/>
                </a:cubicBezTo>
                <a:cubicBezTo>
                  <a:pt x="1483" y="1814"/>
                  <a:pt x="1274" y="1415"/>
                  <a:pt x="1111" y="1108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</p:spPr>
        <p:txBody>
          <a:bodyPr spcFirstLastPara="1" wrap="square" lIns="109725" tIns="54850" rIns="109725" bIns="54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1"/>
          <p:cNvSpPr txBox="1">
            <a:spLocks noGrp="1"/>
          </p:cNvSpPr>
          <p:nvPr>
            <p:ph type="sldNum" idx="12"/>
          </p:nvPr>
        </p:nvSpPr>
        <p:spPr>
          <a:xfrm>
            <a:off x="6914693" y="7867498"/>
            <a:ext cx="80101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268" name="Google Shape;268;p41"/>
          <p:cNvSpPr txBox="1">
            <a:spLocks noGrp="1"/>
          </p:cNvSpPr>
          <p:nvPr>
            <p:ph type="body" idx="1"/>
          </p:nvPr>
        </p:nvSpPr>
        <p:spPr>
          <a:xfrm>
            <a:off x="4754880" y="1554480"/>
            <a:ext cx="9052560" cy="521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marL="2743200" lvl="5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508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4400"/>
              <a:buChar char="​"/>
              <a:defRPr/>
            </a:lvl7pPr>
            <a:lvl8pPr marL="3657600" lvl="7" indent="-5715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5400"/>
              <a:buChar char="​"/>
              <a:defRPr/>
            </a:lvl8pPr>
            <a:lvl9pPr marL="4114800" lvl="8" indent="-3810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ts val="2400"/>
              <a:buChar char="​"/>
              <a:defRPr/>
            </a:lvl9pPr>
          </a:lstStyle>
          <a:p>
            <a:endParaRPr/>
          </a:p>
        </p:txBody>
      </p:sp>
      <p:sp>
        <p:nvSpPr>
          <p:cNvPr id="269" name="Google Shape;269;p41"/>
          <p:cNvSpPr/>
          <p:nvPr/>
        </p:nvSpPr>
        <p:spPr>
          <a:xfrm>
            <a:off x="13024486" y="7865176"/>
            <a:ext cx="1225867" cy="181544"/>
          </a:xfrm>
          <a:custGeom>
            <a:avLst/>
            <a:gdLst/>
            <a:ahLst/>
            <a:cxnLst/>
            <a:rect l="l" t="t" r="r" b="b"/>
            <a:pathLst>
              <a:path w="1361" h="199" extrusionOk="0">
                <a:moveTo>
                  <a:pt x="375" y="2"/>
                </a:moveTo>
                <a:cubicBezTo>
                  <a:pt x="375" y="43"/>
                  <a:pt x="375" y="43"/>
                  <a:pt x="375" y="43"/>
                </a:cubicBezTo>
                <a:cubicBezTo>
                  <a:pt x="375" y="43"/>
                  <a:pt x="318" y="43"/>
                  <a:pt x="313" y="43"/>
                </a:cubicBezTo>
                <a:cubicBezTo>
                  <a:pt x="313" y="48"/>
                  <a:pt x="313" y="196"/>
                  <a:pt x="313" y="196"/>
                </a:cubicBezTo>
                <a:cubicBezTo>
                  <a:pt x="269" y="196"/>
                  <a:pt x="269" y="196"/>
                  <a:pt x="269" y="196"/>
                </a:cubicBezTo>
                <a:cubicBezTo>
                  <a:pt x="269" y="196"/>
                  <a:pt x="269" y="48"/>
                  <a:pt x="269" y="43"/>
                </a:cubicBezTo>
                <a:cubicBezTo>
                  <a:pt x="265" y="43"/>
                  <a:pt x="207" y="43"/>
                  <a:pt x="207" y="43"/>
                </a:cubicBezTo>
                <a:cubicBezTo>
                  <a:pt x="207" y="2"/>
                  <a:pt x="207" y="2"/>
                  <a:pt x="207" y="2"/>
                </a:cubicBezTo>
                <a:lnTo>
                  <a:pt x="375" y="2"/>
                </a:lnTo>
                <a:close/>
                <a:moveTo>
                  <a:pt x="995" y="69"/>
                </a:moveTo>
                <a:cubicBezTo>
                  <a:pt x="995" y="196"/>
                  <a:pt x="995" y="196"/>
                  <a:pt x="995" y="196"/>
                </a:cubicBezTo>
                <a:cubicBezTo>
                  <a:pt x="864" y="196"/>
                  <a:pt x="864" y="196"/>
                  <a:pt x="864" y="196"/>
                </a:cubicBezTo>
                <a:cubicBezTo>
                  <a:pt x="828" y="196"/>
                  <a:pt x="811" y="181"/>
                  <a:pt x="811" y="141"/>
                </a:cubicBezTo>
                <a:cubicBezTo>
                  <a:pt x="811" y="132"/>
                  <a:pt x="811" y="132"/>
                  <a:pt x="811" y="132"/>
                </a:cubicBezTo>
                <a:cubicBezTo>
                  <a:pt x="811" y="93"/>
                  <a:pt x="828" y="76"/>
                  <a:pt x="862" y="76"/>
                </a:cubicBezTo>
                <a:cubicBezTo>
                  <a:pt x="862" y="76"/>
                  <a:pt x="947" y="76"/>
                  <a:pt x="951" y="76"/>
                </a:cubicBezTo>
                <a:cubicBezTo>
                  <a:pt x="951" y="75"/>
                  <a:pt x="951" y="69"/>
                  <a:pt x="951" y="69"/>
                </a:cubicBezTo>
                <a:cubicBezTo>
                  <a:pt x="951" y="51"/>
                  <a:pt x="945" y="44"/>
                  <a:pt x="929" y="44"/>
                </a:cubicBezTo>
                <a:cubicBezTo>
                  <a:pt x="821" y="44"/>
                  <a:pt x="821" y="44"/>
                  <a:pt x="821" y="44"/>
                </a:cubicBezTo>
                <a:cubicBezTo>
                  <a:pt x="821" y="2"/>
                  <a:pt x="821" y="2"/>
                  <a:pt x="821" y="2"/>
                </a:cubicBezTo>
                <a:cubicBezTo>
                  <a:pt x="932" y="2"/>
                  <a:pt x="932" y="2"/>
                  <a:pt x="932" y="2"/>
                </a:cubicBezTo>
                <a:cubicBezTo>
                  <a:pt x="979" y="2"/>
                  <a:pt x="995" y="20"/>
                  <a:pt x="995" y="69"/>
                </a:cubicBezTo>
                <a:close/>
                <a:moveTo>
                  <a:pt x="951" y="155"/>
                </a:moveTo>
                <a:cubicBezTo>
                  <a:pt x="951" y="115"/>
                  <a:pt x="951" y="115"/>
                  <a:pt x="951" y="115"/>
                </a:cubicBezTo>
                <a:cubicBezTo>
                  <a:pt x="947" y="115"/>
                  <a:pt x="868" y="115"/>
                  <a:pt x="868" y="115"/>
                </a:cubicBezTo>
                <a:cubicBezTo>
                  <a:pt x="862" y="115"/>
                  <a:pt x="854" y="118"/>
                  <a:pt x="854" y="135"/>
                </a:cubicBezTo>
                <a:cubicBezTo>
                  <a:pt x="854" y="152"/>
                  <a:pt x="862" y="155"/>
                  <a:pt x="868" y="155"/>
                </a:cubicBezTo>
                <a:cubicBezTo>
                  <a:pt x="868" y="155"/>
                  <a:pt x="947" y="155"/>
                  <a:pt x="951" y="155"/>
                </a:cubicBezTo>
                <a:close/>
                <a:moveTo>
                  <a:pt x="1361" y="69"/>
                </a:moveTo>
                <a:cubicBezTo>
                  <a:pt x="1361" y="196"/>
                  <a:pt x="1361" y="196"/>
                  <a:pt x="1361" y="196"/>
                </a:cubicBezTo>
                <a:cubicBezTo>
                  <a:pt x="1230" y="196"/>
                  <a:pt x="1230" y="196"/>
                  <a:pt x="1230" y="196"/>
                </a:cubicBezTo>
                <a:cubicBezTo>
                  <a:pt x="1194" y="196"/>
                  <a:pt x="1177" y="181"/>
                  <a:pt x="1177" y="141"/>
                </a:cubicBezTo>
                <a:cubicBezTo>
                  <a:pt x="1177" y="132"/>
                  <a:pt x="1177" y="132"/>
                  <a:pt x="1177" y="132"/>
                </a:cubicBezTo>
                <a:cubicBezTo>
                  <a:pt x="1177" y="93"/>
                  <a:pt x="1194" y="76"/>
                  <a:pt x="1228" y="76"/>
                </a:cubicBezTo>
                <a:cubicBezTo>
                  <a:pt x="1228" y="76"/>
                  <a:pt x="1313" y="76"/>
                  <a:pt x="1317" y="76"/>
                </a:cubicBezTo>
                <a:cubicBezTo>
                  <a:pt x="1317" y="75"/>
                  <a:pt x="1317" y="69"/>
                  <a:pt x="1317" y="69"/>
                </a:cubicBezTo>
                <a:cubicBezTo>
                  <a:pt x="1317" y="51"/>
                  <a:pt x="1311" y="44"/>
                  <a:pt x="1295" y="44"/>
                </a:cubicBezTo>
                <a:cubicBezTo>
                  <a:pt x="1187" y="44"/>
                  <a:pt x="1187" y="44"/>
                  <a:pt x="1187" y="44"/>
                </a:cubicBezTo>
                <a:cubicBezTo>
                  <a:pt x="1187" y="2"/>
                  <a:pt x="1187" y="2"/>
                  <a:pt x="1187" y="2"/>
                </a:cubicBezTo>
                <a:cubicBezTo>
                  <a:pt x="1298" y="2"/>
                  <a:pt x="1298" y="2"/>
                  <a:pt x="1298" y="2"/>
                </a:cubicBezTo>
                <a:cubicBezTo>
                  <a:pt x="1345" y="2"/>
                  <a:pt x="1361" y="20"/>
                  <a:pt x="1361" y="69"/>
                </a:cubicBezTo>
                <a:close/>
                <a:moveTo>
                  <a:pt x="1317" y="155"/>
                </a:moveTo>
                <a:cubicBezTo>
                  <a:pt x="1317" y="115"/>
                  <a:pt x="1317" y="115"/>
                  <a:pt x="1317" y="115"/>
                </a:cubicBezTo>
                <a:cubicBezTo>
                  <a:pt x="1313" y="115"/>
                  <a:pt x="1234" y="115"/>
                  <a:pt x="1234" y="115"/>
                </a:cubicBezTo>
                <a:cubicBezTo>
                  <a:pt x="1228" y="115"/>
                  <a:pt x="1220" y="118"/>
                  <a:pt x="1220" y="135"/>
                </a:cubicBezTo>
                <a:cubicBezTo>
                  <a:pt x="1220" y="152"/>
                  <a:pt x="1228" y="155"/>
                  <a:pt x="1234" y="155"/>
                </a:cubicBezTo>
                <a:cubicBezTo>
                  <a:pt x="1234" y="155"/>
                  <a:pt x="1313" y="155"/>
                  <a:pt x="1317" y="155"/>
                </a:cubicBezTo>
                <a:close/>
                <a:moveTo>
                  <a:pt x="389" y="2"/>
                </a:moveTo>
                <a:cubicBezTo>
                  <a:pt x="389" y="43"/>
                  <a:pt x="389" y="43"/>
                  <a:pt x="389" y="43"/>
                </a:cubicBezTo>
                <a:cubicBezTo>
                  <a:pt x="389" y="43"/>
                  <a:pt x="447" y="43"/>
                  <a:pt x="452" y="43"/>
                </a:cubicBezTo>
                <a:cubicBezTo>
                  <a:pt x="452" y="48"/>
                  <a:pt x="452" y="196"/>
                  <a:pt x="452" y="196"/>
                </a:cubicBezTo>
                <a:cubicBezTo>
                  <a:pt x="496" y="196"/>
                  <a:pt x="496" y="196"/>
                  <a:pt x="496" y="196"/>
                </a:cubicBezTo>
                <a:cubicBezTo>
                  <a:pt x="496" y="196"/>
                  <a:pt x="496" y="48"/>
                  <a:pt x="496" y="43"/>
                </a:cubicBezTo>
                <a:cubicBezTo>
                  <a:pt x="500" y="43"/>
                  <a:pt x="558" y="43"/>
                  <a:pt x="558" y="43"/>
                </a:cubicBezTo>
                <a:cubicBezTo>
                  <a:pt x="558" y="2"/>
                  <a:pt x="558" y="2"/>
                  <a:pt x="558" y="2"/>
                </a:cubicBezTo>
                <a:lnTo>
                  <a:pt x="389" y="2"/>
                </a:lnTo>
                <a:close/>
                <a:moveTo>
                  <a:pt x="1004" y="2"/>
                </a:moveTo>
                <a:cubicBezTo>
                  <a:pt x="1004" y="43"/>
                  <a:pt x="1004" y="43"/>
                  <a:pt x="1004" y="43"/>
                </a:cubicBezTo>
                <a:cubicBezTo>
                  <a:pt x="1004" y="43"/>
                  <a:pt x="1062" y="43"/>
                  <a:pt x="1066" y="43"/>
                </a:cubicBezTo>
                <a:cubicBezTo>
                  <a:pt x="1066" y="48"/>
                  <a:pt x="1066" y="196"/>
                  <a:pt x="1066" y="196"/>
                </a:cubicBezTo>
                <a:cubicBezTo>
                  <a:pt x="1110" y="196"/>
                  <a:pt x="1110" y="196"/>
                  <a:pt x="1110" y="196"/>
                </a:cubicBezTo>
                <a:cubicBezTo>
                  <a:pt x="1110" y="196"/>
                  <a:pt x="1110" y="48"/>
                  <a:pt x="1110" y="43"/>
                </a:cubicBezTo>
                <a:cubicBezTo>
                  <a:pt x="1115" y="43"/>
                  <a:pt x="1173" y="43"/>
                  <a:pt x="1173" y="43"/>
                </a:cubicBezTo>
                <a:cubicBezTo>
                  <a:pt x="1173" y="2"/>
                  <a:pt x="1173" y="2"/>
                  <a:pt x="1173" y="2"/>
                </a:cubicBezTo>
                <a:lnTo>
                  <a:pt x="1004" y="2"/>
                </a:lnTo>
                <a:close/>
                <a:moveTo>
                  <a:pt x="732" y="196"/>
                </a:moveTo>
                <a:cubicBezTo>
                  <a:pt x="612" y="196"/>
                  <a:pt x="612" y="196"/>
                  <a:pt x="612" y="196"/>
                </a:cubicBezTo>
                <a:cubicBezTo>
                  <a:pt x="612" y="2"/>
                  <a:pt x="612" y="2"/>
                  <a:pt x="612" y="2"/>
                </a:cubicBezTo>
                <a:cubicBezTo>
                  <a:pt x="730" y="2"/>
                  <a:pt x="730" y="2"/>
                  <a:pt x="730" y="2"/>
                </a:cubicBezTo>
                <a:cubicBezTo>
                  <a:pt x="774" y="2"/>
                  <a:pt x="794" y="20"/>
                  <a:pt x="794" y="70"/>
                </a:cubicBezTo>
                <a:cubicBezTo>
                  <a:pt x="794" y="128"/>
                  <a:pt x="794" y="128"/>
                  <a:pt x="794" y="128"/>
                </a:cubicBezTo>
                <a:cubicBezTo>
                  <a:pt x="794" y="173"/>
                  <a:pt x="779" y="196"/>
                  <a:pt x="732" y="196"/>
                </a:cubicBezTo>
                <a:close/>
                <a:moveTo>
                  <a:pt x="749" y="70"/>
                </a:moveTo>
                <a:cubicBezTo>
                  <a:pt x="749" y="51"/>
                  <a:pt x="743" y="44"/>
                  <a:pt x="727" y="44"/>
                </a:cubicBezTo>
                <a:cubicBezTo>
                  <a:pt x="727" y="44"/>
                  <a:pt x="660" y="44"/>
                  <a:pt x="656" y="44"/>
                </a:cubicBezTo>
                <a:cubicBezTo>
                  <a:pt x="656" y="155"/>
                  <a:pt x="656" y="155"/>
                  <a:pt x="656" y="155"/>
                </a:cubicBezTo>
                <a:cubicBezTo>
                  <a:pt x="660" y="155"/>
                  <a:pt x="727" y="155"/>
                  <a:pt x="727" y="155"/>
                </a:cubicBezTo>
                <a:cubicBezTo>
                  <a:pt x="743" y="155"/>
                  <a:pt x="749" y="148"/>
                  <a:pt x="749" y="129"/>
                </a:cubicBezTo>
                <a:cubicBezTo>
                  <a:pt x="749" y="129"/>
                  <a:pt x="749" y="70"/>
                  <a:pt x="749" y="70"/>
                </a:cubicBezTo>
                <a:close/>
                <a:moveTo>
                  <a:pt x="145" y="150"/>
                </a:moveTo>
                <a:cubicBezTo>
                  <a:pt x="144" y="148"/>
                  <a:pt x="85" y="34"/>
                  <a:pt x="78" y="22"/>
                </a:cubicBezTo>
                <a:cubicBezTo>
                  <a:pt x="69" y="9"/>
                  <a:pt x="59" y="0"/>
                  <a:pt x="40" y="0"/>
                </a:cubicBezTo>
                <a:cubicBezTo>
                  <a:pt x="22" y="0"/>
                  <a:pt x="0" y="8"/>
                  <a:pt x="0" y="51"/>
                </a:cubicBezTo>
                <a:cubicBezTo>
                  <a:pt x="0" y="197"/>
                  <a:pt x="0" y="197"/>
                  <a:pt x="0" y="197"/>
                </a:cubicBezTo>
                <a:cubicBezTo>
                  <a:pt x="44" y="197"/>
                  <a:pt x="44" y="197"/>
                  <a:pt x="44" y="197"/>
                </a:cubicBezTo>
                <a:cubicBezTo>
                  <a:pt x="44" y="197"/>
                  <a:pt x="44" y="84"/>
                  <a:pt x="44" y="76"/>
                </a:cubicBezTo>
                <a:cubicBezTo>
                  <a:pt x="44" y="67"/>
                  <a:pt x="43" y="54"/>
                  <a:pt x="43" y="51"/>
                </a:cubicBezTo>
                <a:cubicBezTo>
                  <a:pt x="43" y="49"/>
                  <a:pt x="43" y="47"/>
                  <a:pt x="44" y="47"/>
                </a:cubicBezTo>
                <a:cubicBezTo>
                  <a:pt x="46" y="46"/>
                  <a:pt x="47" y="47"/>
                  <a:pt x="48" y="49"/>
                </a:cubicBezTo>
                <a:cubicBezTo>
                  <a:pt x="49" y="50"/>
                  <a:pt x="103" y="158"/>
                  <a:pt x="115" y="177"/>
                </a:cubicBezTo>
                <a:cubicBezTo>
                  <a:pt x="123" y="190"/>
                  <a:pt x="133" y="199"/>
                  <a:pt x="153" y="199"/>
                </a:cubicBezTo>
                <a:cubicBezTo>
                  <a:pt x="171" y="199"/>
                  <a:pt x="192" y="191"/>
                  <a:pt x="192" y="147"/>
                </a:cubicBezTo>
                <a:cubicBezTo>
                  <a:pt x="192" y="2"/>
                  <a:pt x="192" y="2"/>
                  <a:pt x="192" y="2"/>
                </a:cubicBezTo>
                <a:cubicBezTo>
                  <a:pt x="148" y="2"/>
                  <a:pt x="148" y="2"/>
                  <a:pt x="148" y="2"/>
                </a:cubicBezTo>
                <a:cubicBezTo>
                  <a:pt x="148" y="2"/>
                  <a:pt x="148" y="115"/>
                  <a:pt x="148" y="123"/>
                </a:cubicBezTo>
                <a:cubicBezTo>
                  <a:pt x="148" y="132"/>
                  <a:pt x="149" y="145"/>
                  <a:pt x="149" y="148"/>
                </a:cubicBezTo>
                <a:cubicBezTo>
                  <a:pt x="149" y="150"/>
                  <a:pt x="149" y="152"/>
                  <a:pt x="148" y="152"/>
                </a:cubicBezTo>
                <a:cubicBezTo>
                  <a:pt x="147" y="153"/>
                  <a:pt x="145" y="152"/>
                  <a:pt x="145" y="1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09725" tIns="54850" rIns="109725" bIns="54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9"/>
              <a:buFont typeface="Arial"/>
              <a:buNone/>
            </a:pP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1"/>
          <p:cNvSpPr txBox="1">
            <a:spLocks noGrp="1"/>
          </p:cNvSpPr>
          <p:nvPr>
            <p:ph type="ftr" idx="11"/>
          </p:nvPr>
        </p:nvSpPr>
        <p:spPr>
          <a:xfrm>
            <a:off x="274320" y="7867498"/>
            <a:ext cx="26334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488">
          <p15:clr>
            <a:srgbClr val="FBAE40"/>
          </p15:clr>
        </p15:guide>
        <p15:guide id="3" pos="19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" y="-1"/>
            <a:ext cx="14630543" cy="565685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75"/>
          <p:cNvSpPr/>
          <p:nvPr/>
        </p:nvSpPr>
        <p:spPr>
          <a:xfrm>
            <a:off x="7" y="5657041"/>
            <a:ext cx="14630543" cy="2585708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endParaRPr sz="216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74" name="Google Shape;274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441"/>
            <a:ext cx="4291198" cy="772416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75"/>
          <p:cNvSpPr txBox="1"/>
          <p:nvPr/>
        </p:nvSpPr>
        <p:spPr>
          <a:xfrm>
            <a:off x="3218187" y="2270767"/>
            <a:ext cx="22167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6" name="Google Shape;276;p75"/>
          <p:cNvSpPr txBox="1">
            <a:spLocks noGrp="1"/>
          </p:cNvSpPr>
          <p:nvPr>
            <p:ph type="body" idx="1"/>
          </p:nvPr>
        </p:nvSpPr>
        <p:spPr>
          <a:xfrm>
            <a:off x="4663440" y="5836369"/>
            <a:ext cx="9235440" cy="1196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400" b="0" i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867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67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108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p75"/>
          <p:cNvSpPr txBox="1">
            <a:spLocks noGrp="1"/>
          </p:cNvSpPr>
          <p:nvPr>
            <p:ph type="body" idx="2"/>
          </p:nvPr>
        </p:nvSpPr>
        <p:spPr>
          <a:xfrm>
            <a:off x="4663440" y="7119419"/>
            <a:ext cx="9235440" cy="95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920" b="0" i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867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67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108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278" name="Google Shape;278;p75"/>
          <p:cNvSpPr txBox="1"/>
          <p:nvPr/>
        </p:nvSpPr>
        <p:spPr>
          <a:xfrm>
            <a:off x="11795761" y="7916823"/>
            <a:ext cx="266289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38560" y="505441"/>
            <a:ext cx="2834959" cy="935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6"/>
          <p:cNvSpPr txBox="1">
            <a:spLocks noGrp="1"/>
          </p:cNvSpPr>
          <p:nvPr>
            <p:ph type="title"/>
          </p:nvPr>
        </p:nvSpPr>
        <p:spPr>
          <a:xfrm>
            <a:off x="756000" y="747360"/>
            <a:ext cx="13119840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5A96"/>
              </a:buClr>
              <a:buSzPts val="3400"/>
              <a:buFont typeface="Trebuchet MS"/>
              <a:buNone/>
              <a:defRPr sz="4080" b="0" i="0" u="none">
                <a:solidFill>
                  <a:srgbClr val="3C5A9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76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3" name="Google Shape;283;p76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6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85" name="Google Shape;285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7"/>
          <p:cNvSpPr txBox="1">
            <a:spLocks noGrp="1"/>
          </p:cNvSpPr>
          <p:nvPr>
            <p:ph type="title"/>
          </p:nvPr>
        </p:nvSpPr>
        <p:spPr>
          <a:xfrm>
            <a:off x="756000" y="747360"/>
            <a:ext cx="13120020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Trebuchet MS"/>
              <a:buNone/>
              <a:defRPr sz="4080"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77"/>
          <p:cNvSpPr txBox="1">
            <a:spLocks noGrp="1"/>
          </p:cNvSpPr>
          <p:nvPr>
            <p:ph type="body" idx="1"/>
          </p:nvPr>
        </p:nvSpPr>
        <p:spPr>
          <a:xfrm>
            <a:off x="755280" y="2502754"/>
            <a:ext cx="13120561" cy="490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​"/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​"/>
              <a:defRPr sz="3359"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​"/>
              <a:defRPr sz="3359"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dk2"/>
              </a:buClr>
              <a:buSzPts val="1800"/>
              <a:buChar char="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1080"/>
              </a:spcAft>
              <a:buClr>
                <a:schemeClr val="dk2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290" name="Google Shape;290;p77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1" name="Google Shape;291;p77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7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93" name="Google Shape;293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 slice heading">
  <p:cSld name="Gray slice heading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8"/>
          <p:cNvSpPr/>
          <p:nvPr/>
        </p:nvSpPr>
        <p:spPr>
          <a:xfrm>
            <a:off x="1" y="-1570"/>
            <a:ext cx="5633280" cy="82311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7" name="Google Shape;297;p78"/>
          <p:cNvSpPr txBox="1">
            <a:spLocks noGrp="1"/>
          </p:cNvSpPr>
          <p:nvPr>
            <p:ph type="title"/>
          </p:nvPr>
        </p:nvSpPr>
        <p:spPr>
          <a:xfrm>
            <a:off x="756000" y="1853129"/>
            <a:ext cx="4142880" cy="179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320025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rebuchet MS"/>
              <a:buNone/>
              <a:defRPr sz="384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78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9" name="Google Shape;299;p78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8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1" name="Google Shape;301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box">
  <p:cSld name="Section header box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9"/>
          <p:cNvSpPr txBox="1">
            <a:spLocks noGrp="1"/>
          </p:cNvSpPr>
          <p:nvPr>
            <p:ph type="title"/>
          </p:nvPr>
        </p:nvSpPr>
        <p:spPr>
          <a:xfrm>
            <a:off x="1541691" y="3201649"/>
            <a:ext cx="11544589" cy="384123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274300" rIns="274300" bIns="137150" anchor="b" anchorCtr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64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79"/>
          <p:cNvSpPr/>
          <p:nvPr/>
        </p:nvSpPr>
        <p:spPr>
          <a:xfrm>
            <a:off x="1541692" y="1713757"/>
            <a:ext cx="1137206" cy="1137206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6" name="Google Shape;306;p79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7" name="Google Shape;307;p79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9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9" name="Google Shape;309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line">
  <p:cSld name="Section header line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80"/>
          <p:cNvSpPr txBox="1">
            <a:spLocks noGrp="1"/>
          </p:cNvSpPr>
          <p:nvPr>
            <p:ph type="title"/>
          </p:nvPr>
        </p:nvSpPr>
        <p:spPr>
          <a:xfrm>
            <a:off x="756000" y="4592160"/>
            <a:ext cx="13124160" cy="244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64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13" name="Google Shape;313;p80"/>
          <p:cNvCxnSpPr/>
          <p:nvPr/>
        </p:nvCxnSpPr>
        <p:spPr>
          <a:xfrm>
            <a:off x="742678" y="4416019"/>
            <a:ext cx="13891565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4" name="Google Shape;314;p80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5" name="Google Shape;315;p80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80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7" name="Google Shape;317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one third">
  <p:cSld name="White one third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81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rot="10800000" flipH="1">
            <a:off x="4877994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81"/>
          <p:cNvSpPr/>
          <p:nvPr/>
        </p:nvSpPr>
        <p:spPr>
          <a:xfrm>
            <a:off x="0" y="0"/>
            <a:ext cx="4895410" cy="822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2" name="Google Shape;322;p81"/>
          <p:cNvSpPr txBox="1">
            <a:spLocks noGrp="1"/>
          </p:cNvSpPr>
          <p:nvPr>
            <p:ph type="title"/>
          </p:nvPr>
        </p:nvSpPr>
        <p:spPr>
          <a:xfrm>
            <a:off x="756001" y="3217324"/>
            <a:ext cx="3753457" cy="179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rebuchet MS"/>
              <a:buNone/>
              <a:defRPr sz="384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81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4" name="Google Shape;324;p81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1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6" name="Google Shape;326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8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highlight">
  <p:cSld name="Green highlight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82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rot="10800000" flipH="1">
            <a:off x="8598728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82"/>
          <p:cNvSpPr/>
          <p:nvPr/>
        </p:nvSpPr>
        <p:spPr>
          <a:xfrm>
            <a:off x="0" y="0"/>
            <a:ext cx="8606347" cy="822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1" name="Google Shape;331;p82"/>
          <p:cNvSpPr txBox="1">
            <a:spLocks noGrp="1"/>
          </p:cNvSpPr>
          <p:nvPr>
            <p:ph type="title"/>
          </p:nvPr>
        </p:nvSpPr>
        <p:spPr>
          <a:xfrm>
            <a:off x="756000" y="747360"/>
            <a:ext cx="7508160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5A96"/>
              </a:buClr>
              <a:buSzPts val="3400"/>
              <a:buFont typeface="Trebuchet MS"/>
              <a:buNone/>
              <a:defRPr sz="4080" b="0" i="0" u="none">
                <a:solidFill>
                  <a:srgbClr val="3C5A9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82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3" name="Google Shape;333;p82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2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5" name="Google Shape;335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one third">
  <p:cSld name="Green one third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83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flipH="1">
            <a:off x="4405282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83"/>
          <p:cNvSpPr txBox="1">
            <a:spLocks noGrp="1"/>
          </p:cNvSpPr>
          <p:nvPr>
            <p:ph type="title"/>
          </p:nvPr>
        </p:nvSpPr>
        <p:spPr>
          <a:xfrm>
            <a:off x="756001" y="3217324"/>
            <a:ext cx="3753457" cy="179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84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83"/>
          <p:cNvSpPr/>
          <p:nvPr/>
        </p:nvSpPr>
        <p:spPr>
          <a:xfrm>
            <a:off x="4896916" y="-1570"/>
            <a:ext cx="9733484" cy="82311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1" name="Google Shape;341;p83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2" name="Google Shape;342;p83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83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4" name="Google Shape;344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half">
  <p:cSld name="Green half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84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flipH="1">
            <a:off x="6827499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84"/>
          <p:cNvSpPr/>
          <p:nvPr/>
        </p:nvSpPr>
        <p:spPr>
          <a:xfrm>
            <a:off x="7315200" y="0"/>
            <a:ext cx="7315200" cy="82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9" name="Google Shape;349;p84"/>
          <p:cNvSpPr>
            <a:spLocks noGrp="1"/>
          </p:cNvSpPr>
          <p:nvPr>
            <p:ph type="pic" idx="2"/>
          </p:nvPr>
        </p:nvSpPr>
        <p:spPr>
          <a:xfrm>
            <a:off x="7310426" y="0"/>
            <a:ext cx="7319972" cy="822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50" name="Google Shape;350;p84"/>
          <p:cNvSpPr txBox="1">
            <a:spLocks noGrp="1"/>
          </p:cNvSpPr>
          <p:nvPr>
            <p:ph type="title"/>
          </p:nvPr>
        </p:nvSpPr>
        <p:spPr>
          <a:xfrm>
            <a:off x="756000" y="2142720"/>
            <a:ext cx="5266080" cy="39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3200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rebuchet MS"/>
              <a:buNone/>
              <a:defRPr sz="52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84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2" name="Google Shape;352;p84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4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54" name="Google Shape;354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8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two third">
  <p:cSld name="Green two third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85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flipH="1">
            <a:off x="8891820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85"/>
          <p:cNvSpPr/>
          <p:nvPr/>
        </p:nvSpPr>
        <p:spPr>
          <a:xfrm>
            <a:off x="9383452" y="0"/>
            <a:ext cx="5246948" cy="82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9" name="Google Shape;359;p85"/>
          <p:cNvSpPr>
            <a:spLocks noGrp="1"/>
          </p:cNvSpPr>
          <p:nvPr>
            <p:ph type="pic" idx="2"/>
          </p:nvPr>
        </p:nvSpPr>
        <p:spPr>
          <a:xfrm>
            <a:off x="9384031" y="0"/>
            <a:ext cx="5246370" cy="822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0" name="Google Shape;360;p85"/>
          <p:cNvSpPr txBox="1">
            <a:spLocks noGrp="1"/>
          </p:cNvSpPr>
          <p:nvPr>
            <p:ph type="title"/>
          </p:nvPr>
        </p:nvSpPr>
        <p:spPr>
          <a:xfrm>
            <a:off x="756000" y="2165580"/>
            <a:ext cx="7497062" cy="39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rebuchet MS"/>
              <a:buNone/>
              <a:defRPr sz="52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85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2" name="Google Shape;362;p85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85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64" name="Google Shape;36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 arrow">
  <p:cSld name="Left arrow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86"/>
          <p:cNvSpPr/>
          <p:nvPr/>
        </p:nvSpPr>
        <p:spPr>
          <a:xfrm>
            <a:off x="1829" y="1572"/>
            <a:ext cx="4905974" cy="8229600"/>
          </a:xfrm>
          <a:custGeom>
            <a:avLst/>
            <a:gdLst/>
            <a:ahLst/>
            <a:cxnLst/>
            <a:rect l="l" t="t" r="r" b="b"/>
            <a:pathLst>
              <a:path w="4088312" h="6858000" extrusionOk="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8" name="Google Shape;368;p86"/>
          <p:cNvSpPr txBox="1">
            <a:spLocks noGrp="1"/>
          </p:cNvSpPr>
          <p:nvPr>
            <p:ph type="title"/>
          </p:nvPr>
        </p:nvSpPr>
        <p:spPr>
          <a:xfrm>
            <a:off x="756000" y="3317044"/>
            <a:ext cx="2974366" cy="1577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rebuchet MS"/>
              <a:buNone/>
              <a:defRPr sz="384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69" name="Google Shape;369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8930" y="4308479"/>
            <a:ext cx="1638300" cy="4059554"/>
          </a:xfrm>
          <a:custGeom>
            <a:avLst/>
            <a:gdLst/>
            <a:ahLst/>
            <a:cxnLst/>
            <a:rect l="l" t="t" r="r" b="b"/>
            <a:pathLst>
              <a:path w="1365250" h="3382962" extrusionOk="0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70" name="Google Shape;370;p86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1" name="Google Shape;371;p86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6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73" name="Google Shape;373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8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eft arrow">
  <p:cSld name="Green left arrow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87"/>
          <p:cNvSpPr/>
          <p:nvPr/>
        </p:nvSpPr>
        <p:spPr>
          <a:xfrm>
            <a:off x="0" y="0"/>
            <a:ext cx="4905974" cy="8229600"/>
          </a:xfrm>
          <a:custGeom>
            <a:avLst/>
            <a:gdLst/>
            <a:ahLst/>
            <a:cxnLst/>
            <a:rect l="l" t="t" r="r" b="b"/>
            <a:pathLst>
              <a:path w="4088312" h="6858000" extrusionOk="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7" name="Google Shape;377;p87"/>
          <p:cNvSpPr txBox="1">
            <a:spLocks noGrp="1"/>
          </p:cNvSpPr>
          <p:nvPr>
            <p:ph type="title"/>
          </p:nvPr>
        </p:nvSpPr>
        <p:spPr>
          <a:xfrm>
            <a:off x="756000" y="3317044"/>
            <a:ext cx="2974366" cy="1577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  <a:defRPr sz="384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78" name="Google Shape;378;p87"/>
          <p:cNvPicPr preferRelativeResize="0"/>
          <p:nvPr/>
        </p:nvPicPr>
        <p:blipFill rotWithShape="1">
          <a:blip r:embed="rId2">
            <a:alphaModFix/>
          </a:blip>
          <a:srcRect t="6215" b="7714"/>
          <a:stretch/>
        </p:blipFill>
        <p:spPr>
          <a:xfrm rot="120000">
            <a:off x="2609571" y="4083394"/>
            <a:ext cx="3233599" cy="4154094"/>
          </a:xfrm>
          <a:custGeom>
            <a:avLst/>
            <a:gdLst/>
            <a:ahLst/>
            <a:cxnLst/>
            <a:rect l="l" t="t" r="r" b="b"/>
            <a:pathLst>
              <a:path w="2694666" h="3461745" extrusionOk="0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79" name="Google Shape;379;p87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0" name="Google Shape;380;p87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87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2" name="Google Shape;382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rrow one third">
  <p:cSld name="Arrow one third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88"/>
          <p:cNvSpPr/>
          <p:nvPr/>
        </p:nvSpPr>
        <p:spPr>
          <a:xfrm>
            <a:off x="1" y="0"/>
            <a:ext cx="6512304" cy="82296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6" name="Google Shape;386;p88"/>
          <p:cNvSpPr txBox="1">
            <a:spLocks noGrp="1"/>
          </p:cNvSpPr>
          <p:nvPr>
            <p:ph type="title"/>
          </p:nvPr>
        </p:nvSpPr>
        <p:spPr>
          <a:xfrm>
            <a:off x="756001" y="2142720"/>
            <a:ext cx="4874682" cy="39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  <a:defRPr sz="5280" b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87" name="Google Shape;387;p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97831" y="4073271"/>
            <a:ext cx="1558290" cy="4286250"/>
          </a:xfrm>
          <a:custGeom>
            <a:avLst/>
            <a:gdLst/>
            <a:ahLst/>
            <a:cxnLst/>
            <a:rect l="l" t="t" r="r" b="b"/>
            <a:pathLst>
              <a:path w="1298575" h="3571875" extrusionOk="0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88" name="Google Shape;388;p88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9" name="Google Shape;389;p88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88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1" name="Google Shape;391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8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arrow one third">
  <p:cSld name="Green arrow one third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89"/>
          <p:cNvSpPr/>
          <p:nvPr/>
        </p:nvSpPr>
        <p:spPr>
          <a:xfrm>
            <a:off x="1" y="0"/>
            <a:ext cx="6512304" cy="82296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5" name="Google Shape;395;p89"/>
          <p:cNvSpPr txBox="1">
            <a:spLocks noGrp="1"/>
          </p:cNvSpPr>
          <p:nvPr>
            <p:ph type="title"/>
          </p:nvPr>
        </p:nvSpPr>
        <p:spPr>
          <a:xfrm>
            <a:off x="756001" y="2142720"/>
            <a:ext cx="4874682" cy="39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  <a:defRPr sz="5280" b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6" name="Google Shape;396;p89"/>
          <p:cNvPicPr preferRelativeResize="0"/>
          <p:nvPr/>
        </p:nvPicPr>
        <p:blipFill rotWithShape="1">
          <a:blip r:embed="rId2">
            <a:alphaModFix/>
          </a:blip>
          <a:srcRect t="7561" b="6866"/>
          <a:stretch/>
        </p:blipFill>
        <p:spPr>
          <a:xfrm>
            <a:off x="4293671" y="4099560"/>
            <a:ext cx="3233599" cy="4130040"/>
          </a:xfrm>
          <a:custGeom>
            <a:avLst/>
            <a:gdLst/>
            <a:ahLst/>
            <a:cxnLst/>
            <a:rect l="l" t="t" r="r" b="b"/>
            <a:pathLst>
              <a:path w="2694666" h="3441700" extrusionOk="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97" name="Google Shape;397;p89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8" name="Google Shape;398;p89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89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00" name="Google Shape;400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8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rrow half">
  <p:cSld name="Arrow half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90"/>
          <p:cNvSpPr/>
          <p:nvPr/>
        </p:nvSpPr>
        <p:spPr>
          <a:xfrm>
            <a:off x="0" y="0"/>
            <a:ext cx="7636255" cy="82296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4" name="Google Shape;404;p90"/>
          <p:cNvSpPr txBox="1">
            <a:spLocks noGrp="1"/>
          </p:cNvSpPr>
          <p:nvPr>
            <p:ph type="title"/>
          </p:nvPr>
        </p:nvSpPr>
        <p:spPr>
          <a:xfrm>
            <a:off x="756000" y="747360"/>
            <a:ext cx="5608375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5A96"/>
              </a:buClr>
              <a:buSzPts val="3400"/>
              <a:buFont typeface="Trebuchet MS"/>
              <a:buNone/>
              <a:defRPr sz="4080" b="0" i="0" u="none">
                <a:solidFill>
                  <a:srgbClr val="3C5A9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5" name="Google Shape;405;p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77367" y="4307527"/>
            <a:ext cx="1638300" cy="4059554"/>
          </a:xfrm>
          <a:custGeom>
            <a:avLst/>
            <a:gdLst/>
            <a:ahLst/>
            <a:cxnLst/>
            <a:rect l="l" t="t" r="r" b="b"/>
            <a:pathLst>
              <a:path w="1365250" h="3382962" extrusionOk="0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06" name="Google Shape;406;p90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7" name="Google Shape;407;p90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90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09" name="Google Shape;409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arrow half">
  <p:cSld name="Green arrow half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91"/>
          <p:cNvSpPr/>
          <p:nvPr/>
        </p:nvSpPr>
        <p:spPr>
          <a:xfrm>
            <a:off x="0" y="0"/>
            <a:ext cx="7636255" cy="82296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3" name="Google Shape;413;p91"/>
          <p:cNvSpPr txBox="1">
            <a:spLocks noGrp="1"/>
          </p:cNvSpPr>
          <p:nvPr>
            <p:ph type="title"/>
          </p:nvPr>
        </p:nvSpPr>
        <p:spPr>
          <a:xfrm>
            <a:off x="756000" y="747360"/>
            <a:ext cx="5608375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  <a:defRPr sz="4080" b="0" i="0" u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14" name="Google Shape;414;p91"/>
          <p:cNvPicPr preferRelativeResize="0"/>
          <p:nvPr/>
        </p:nvPicPr>
        <p:blipFill rotWithShape="1">
          <a:blip r:embed="rId2">
            <a:alphaModFix/>
          </a:blip>
          <a:srcRect t="9052" b="6865"/>
          <a:stretch/>
        </p:blipFill>
        <p:spPr>
          <a:xfrm rot="120000">
            <a:off x="5352207" y="4089364"/>
            <a:ext cx="3233599" cy="4147861"/>
          </a:xfrm>
          <a:custGeom>
            <a:avLst/>
            <a:gdLst/>
            <a:ahLst/>
            <a:cxnLst/>
            <a:rect l="l" t="t" r="r" b="b"/>
            <a:pathLst>
              <a:path w="2694666" h="3456551" extrusionOk="0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15" name="Google Shape;415;p91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6" name="Google Shape;416;p91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91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18" name="Google Shape;418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rrow two third">
  <p:cSld name="Arrow two third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2"/>
          <p:cNvSpPr/>
          <p:nvPr/>
        </p:nvSpPr>
        <p:spPr>
          <a:xfrm>
            <a:off x="1" y="0"/>
            <a:ext cx="10135487" cy="8229600"/>
          </a:xfrm>
          <a:custGeom>
            <a:avLst/>
            <a:gdLst/>
            <a:ahLst/>
            <a:cxnLst/>
            <a:rect l="l" t="t" r="r" b="b"/>
            <a:pathLst>
              <a:path w="8446239" h="6858000" extrusionOk="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2" name="Google Shape;422;p92"/>
          <p:cNvSpPr txBox="1">
            <a:spLocks noGrp="1"/>
          </p:cNvSpPr>
          <p:nvPr>
            <p:ph type="title"/>
          </p:nvPr>
        </p:nvSpPr>
        <p:spPr>
          <a:xfrm>
            <a:off x="756000" y="747360"/>
            <a:ext cx="7508160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5A96"/>
              </a:buClr>
              <a:buSzPts val="3400"/>
              <a:buFont typeface="Trebuchet MS"/>
              <a:buNone/>
              <a:defRPr sz="4080" b="0" i="0" u="none">
                <a:solidFill>
                  <a:srgbClr val="3C5A9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23" name="Google Shape;423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8407" y="4307527"/>
            <a:ext cx="1638300" cy="4059554"/>
          </a:xfrm>
          <a:custGeom>
            <a:avLst/>
            <a:gdLst/>
            <a:ahLst/>
            <a:cxnLst/>
            <a:rect l="l" t="t" r="r" b="b"/>
            <a:pathLst>
              <a:path w="1365250" h="3382962" extrusionOk="0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24" name="Google Shape;424;p92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5" name="Google Shape;425;p92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92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27" name="Google Shape;427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9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arrow two third">
  <p:cSld name="Green arrow two third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93"/>
          <p:cNvSpPr/>
          <p:nvPr/>
        </p:nvSpPr>
        <p:spPr>
          <a:xfrm>
            <a:off x="1" y="0"/>
            <a:ext cx="10135487" cy="8229600"/>
          </a:xfrm>
          <a:custGeom>
            <a:avLst/>
            <a:gdLst/>
            <a:ahLst/>
            <a:cxnLst/>
            <a:rect l="l" t="t" r="r" b="b"/>
            <a:pathLst>
              <a:path w="8446239" h="6858000" extrusionOk="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1" name="Google Shape;431;p93"/>
          <p:cNvSpPr txBox="1">
            <a:spLocks noGrp="1"/>
          </p:cNvSpPr>
          <p:nvPr>
            <p:ph type="title"/>
          </p:nvPr>
        </p:nvSpPr>
        <p:spPr>
          <a:xfrm>
            <a:off x="756000" y="747360"/>
            <a:ext cx="7508160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  <a:defRPr sz="4080" b="0" i="0" u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32" name="Google Shape;432;p93"/>
          <p:cNvPicPr preferRelativeResize="0"/>
          <p:nvPr/>
        </p:nvPicPr>
        <p:blipFill rotWithShape="1">
          <a:blip r:embed="rId2">
            <a:alphaModFix/>
          </a:blip>
          <a:srcRect t="9052" b="6865"/>
          <a:stretch/>
        </p:blipFill>
        <p:spPr>
          <a:xfrm rot="120000">
            <a:off x="7881154" y="4089364"/>
            <a:ext cx="3233599" cy="4147861"/>
          </a:xfrm>
          <a:custGeom>
            <a:avLst/>
            <a:gdLst/>
            <a:ahLst/>
            <a:cxnLst/>
            <a:rect l="l" t="t" r="r" b="b"/>
            <a:pathLst>
              <a:path w="2694666" h="3456551" extrusionOk="0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33" name="Google Shape;433;p93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4" name="Google Shape;434;p93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93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36" name="Google Shape;436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green">
  <p:cSld name="Big statement gree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4"/>
          <p:cNvSpPr txBox="1">
            <a:spLocks noGrp="1"/>
          </p:cNvSpPr>
          <p:nvPr>
            <p:ph type="title"/>
          </p:nvPr>
        </p:nvSpPr>
        <p:spPr>
          <a:xfrm>
            <a:off x="756000" y="4591600"/>
            <a:ext cx="13119840" cy="192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64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94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1" name="Google Shape;441;p94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94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43" name="Google Shape;443;p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icon">
  <p:cSld name="Big statement icon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95"/>
          <p:cNvSpPr/>
          <p:nvPr/>
        </p:nvSpPr>
        <p:spPr>
          <a:xfrm>
            <a:off x="756000" y="750570"/>
            <a:ext cx="1119226" cy="1119226"/>
          </a:xfrm>
          <a:prstGeom prst="rect">
            <a:avLst/>
          </a:prstGeom>
          <a:noFill/>
          <a:ln w="10775" cap="flat" cmpd="sng">
            <a:solidFill>
              <a:srgbClr val="7C96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7" name="Google Shape;447;p95"/>
          <p:cNvSpPr txBox="1">
            <a:spLocks noGrp="1"/>
          </p:cNvSpPr>
          <p:nvPr>
            <p:ph type="title"/>
          </p:nvPr>
        </p:nvSpPr>
        <p:spPr>
          <a:xfrm>
            <a:off x="756000" y="4591600"/>
            <a:ext cx="13119840" cy="192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7C96CA"/>
              </a:buClr>
              <a:buSzPts val="5400"/>
              <a:buFont typeface="Trebuchet MS"/>
              <a:buNone/>
              <a:defRPr sz="6480">
                <a:solidFill>
                  <a:srgbClr val="7C96C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95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9" name="Google Shape;449;p95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95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51" name="Google Shape;451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96"/>
          <p:cNvPicPr preferRelativeResize="0"/>
          <p:nvPr/>
        </p:nvPicPr>
        <p:blipFill rotWithShape="1">
          <a:blip r:embed="rId2">
            <a:alphaModFix/>
          </a:blip>
          <a:srcRect r="3634" b="1253"/>
          <a:stretch/>
        </p:blipFill>
        <p:spPr>
          <a:xfrm rot="-5400000" flipH="1">
            <a:off x="8156954" y="121732"/>
            <a:ext cx="923108" cy="12023785"/>
          </a:xfrm>
          <a:custGeom>
            <a:avLst/>
            <a:gdLst/>
            <a:ahLst/>
            <a:cxnLst/>
            <a:rect l="l" t="t" r="r" b="b"/>
            <a:pathLst>
              <a:path w="769257" h="10019821" extrusionOk="0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55" name="Google Shape;455;p96"/>
          <p:cNvSpPr/>
          <p:nvPr/>
        </p:nvSpPr>
        <p:spPr>
          <a:xfrm flipH="1">
            <a:off x="0" y="1"/>
            <a:ext cx="14630400" cy="7040802"/>
          </a:xfrm>
          <a:custGeom>
            <a:avLst/>
            <a:gdLst/>
            <a:ahLst/>
            <a:cxnLst/>
            <a:rect l="l" t="t" r="r" b="b"/>
            <a:pathLst>
              <a:path w="12192000" h="5867335" extrusionOk="0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endParaRPr sz="216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6" name="Google Shape;456;p96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7" name="Google Shape;457;p96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96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59" name="Google Shape;459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9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cial gray">
  <p:cSld name="Special gray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97"/>
          <p:cNvSpPr txBox="1">
            <a:spLocks noGrp="1"/>
          </p:cNvSpPr>
          <p:nvPr>
            <p:ph type="title"/>
          </p:nvPr>
        </p:nvSpPr>
        <p:spPr>
          <a:xfrm>
            <a:off x="756000" y="747360"/>
            <a:ext cx="13119840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Trebuchet MS"/>
              <a:buNone/>
              <a:defRPr sz="40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97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4" name="Google Shape;464;p97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97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66" name="Google Shape;466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98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0" name="Google Shape;470;p98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98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72" name="Google Shape;472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green">
  <p:cSld name="Blank green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99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6" name="Google Shape;476;p99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99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78" name="Google Shape;478;p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laimer">
  <p:cSld name="Disclaimer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00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2" name="Google Shape;482;p100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00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84" name="Google Shape;484;p1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>
  <p:cSld name="End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3736428"/>
            <a:ext cx="2496205" cy="4493172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01"/>
          <p:cNvSpPr txBox="1"/>
          <p:nvPr/>
        </p:nvSpPr>
        <p:spPr>
          <a:xfrm>
            <a:off x="11887201" y="7916823"/>
            <a:ext cx="257145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9" name="Google Shape;489;p101"/>
          <p:cNvGrpSpPr/>
          <p:nvPr/>
        </p:nvGrpSpPr>
        <p:grpSpPr>
          <a:xfrm>
            <a:off x="5113888" y="3395357"/>
            <a:ext cx="4423361" cy="1459586"/>
            <a:chOff x="4261573" y="2829464"/>
            <a:chExt cx="3686134" cy="1216322"/>
          </a:xfrm>
        </p:grpSpPr>
        <p:sp>
          <p:nvSpPr>
            <p:cNvPr id="490" name="Google Shape;490;p101"/>
            <p:cNvSpPr/>
            <p:nvPr/>
          </p:nvSpPr>
          <p:spPr>
            <a:xfrm>
              <a:off x="5381285" y="3518135"/>
              <a:ext cx="396358" cy="527651"/>
            </a:xfrm>
            <a:custGeom>
              <a:avLst/>
              <a:gdLst/>
              <a:ahLst/>
              <a:cxnLst/>
              <a:rect l="l" t="t" r="r" b="b"/>
              <a:pathLst>
                <a:path w="278" h="368" extrusionOk="0">
                  <a:moveTo>
                    <a:pt x="35" y="245"/>
                  </a:moveTo>
                  <a:cubicBezTo>
                    <a:pt x="35" y="263"/>
                    <a:pt x="37" y="278"/>
                    <a:pt x="43" y="290"/>
                  </a:cubicBezTo>
                  <a:cubicBezTo>
                    <a:pt x="49" y="302"/>
                    <a:pt x="58" y="312"/>
                    <a:pt x="68" y="319"/>
                  </a:cubicBezTo>
                  <a:cubicBezTo>
                    <a:pt x="78" y="327"/>
                    <a:pt x="91" y="332"/>
                    <a:pt x="105" y="335"/>
                  </a:cubicBezTo>
                  <a:cubicBezTo>
                    <a:pt x="119" y="338"/>
                    <a:pt x="134" y="340"/>
                    <a:pt x="150" y="340"/>
                  </a:cubicBezTo>
                  <a:cubicBezTo>
                    <a:pt x="160" y="340"/>
                    <a:pt x="170" y="338"/>
                    <a:pt x="181" y="336"/>
                  </a:cubicBezTo>
                  <a:cubicBezTo>
                    <a:pt x="191" y="333"/>
                    <a:pt x="202" y="329"/>
                    <a:pt x="211" y="323"/>
                  </a:cubicBezTo>
                  <a:cubicBezTo>
                    <a:pt x="220" y="317"/>
                    <a:pt x="228" y="310"/>
                    <a:pt x="235" y="301"/>
                  </a:cubicBezTo>
                  <a:cubicBezTo>
                    <a:pt x="241" y="292"/>
                    <a:pt x="244" y="281"/>
                    <a:pt x="244" y="268"/>
                  </a:cubicBezTo>
                  <a:cubicBezTo>
                    <a:pt x="244" y="258"/>
                    <a:pt x="242" y="249"/>
                    <a:pt x="237" y="242"/>
                  </a:cubicBezTo>
                  <a:cubicBezTo>
                    <a:pt x="233" y="235"/>
                    <a:pt x="227" y="229"/>
                    <a:pt x="220" y="224"/>
                  </a:cubicBezTo>
                  <a:cubicBezTo>
                    <a:pt x="213" y="219"/>
                    <a:pt x="205" y="215"/>
                    <a:pt x="196" y="212"/>
                  </a:cubicBezTo>
                  <a:cubicBezTo>
                    <a:pt x="188" y="209"/>
                    <a:pt x="179" y="206"/>
                    <a:pt x="171" y="204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82" y="182"/>
                    <a:pt x="72" y="179"/>
                    <a:pt x="62" y="175"/>
                  </a:cubicBezTo>
                  <a:cubicBezTo>
                    <a:pt x="53" y="171"/>
                    <a:pt x="44" y="166"/>
                    <a:pt x="37" y="159"/>
                  </a:cubicBezTo>
                  <a:cubicBezTo>
                    <a:pt x="30" y="152"/>
                    <a:pt x="24" y="144"/>
                    <a:pt x="19" y="135"/>
                  </a:cubicBezTo>
                  <a:cubicBezTo>
                    <a:pt x="15" y="125"/>
                    <a:pt x="13" y="113"/>
                    <a:pt x="13" y="99"/>
                  </a:cubicBezTo>
                  <a:cubicBezTo>
                    <a:pt x="13" y="91"/>
                    <a:pt x="14" y="81"/>
                    <a:pt x="18" y="69"/>
                  </a:cubicBezTo>
                  <a:cubicBezTo>
                    <a:pt x="21" y="58"/>
                    <a:pt x="27" y="47"/>
                    <a:pt x="36" y="37"/>
                  </a:cubicBezTo>
                  <a:cubicBezTo>
                    <a:pt x="45" y="26"/>
                    <a:pt x="58" y="18"/>
                    <a:pt x="74" y="11"/>
                  </a:cubicBezTo>
                  <a:cubicBezTo>
                    <a:pt x="89" y="3"/>
                    <a:pt x="110" y="0"/>
                    <a:pt x="135" y="0"/>
                  </a:cubicBezTo>
                  <a:cubicBezTo>
                    <a:pt x="152" y="0"/>
                    <a:pt x="169" y="2"/>
                    <a:pt x="185" y="7"/>
                  </a:cubicBezTo>
                  <a:cubicBezTo>
                    <a:pt x="200" y="12"/>
                    <a:pt x="214" y="18"/>
                    <a:pt x="226" y="28"/>
                  </a:cubicBezTo>
                  <a:cubicBezTo>
                    <a:pt x="238" y="37"/>
                    <a:pt x="248" y="48"/>
                    <a:pt x="255" y="62"/>
                  </a:cubicBezTo>
                  <a:cubicBezTo>
                    <a:pt x="262" y="76"/>
                    <a:pt x="265" y="92"/>
                    <a:pt x="265" y="110"/>
                  </a:cubicBezTo>
                  <a:cubicBezTo>
                    <a:pt x="232" y="110"/>
                    <a:pt x="232" y="110"/>
                    <a:pt x="232" y="110"/>
                  </a:cubicBezTo>
                  <a:cubicBezTo>
                    <a:pt x="231" y="96"/>
                    <a:pt x="228" y="85"/>
                    <a:pt x="223" y="74"/>
                  </a:cubicBezTo>
                  <a:cubicBezTo>
                    <a:pt x="217" y="64"/>
                    <a:pt x="210" y="56"/>
                    <a:pt x="201" y="49"/>
                  </a:cubicBezTo>
                  <a:cubicBezTo>
                    <a:pt x="192" y="42"/>
                    <a:pt x="182" y="37"/>
                    <a:pt x="171" y="34"/>
                  </a:cubicBezTo>
                  <a:cubicBezTo>
                    <a:pt x="160" y="30"/>
                    <a:pt x="148" y="29"/>
                    <a:pt x="135" y="29"/>
                  </a:cubicBezTo>
                  <a:cubicBezTo>
                    <a:pt x="123" y="29"/>
                    <a:pt x="112" y="30"/>
                    <a:pt x="102" y="32"/>
                  </a:cubicBezTo>
                  <a:cubicBezTo>
                    <a:pt x="91" y="35"/>
                    <a:pt x="81" y="39"/>
                    <a:pt x="73" y="44"/>
                  </a:cubicBezTo>
                  <a:cubicBezTo>
                    <a:pt x="65" y="50"/>
                    <a:pt x="59" y="57"/>
                    <a:pt x="54" y="66"/>
                  </a:cubicBezTo>
                  <a:cubicBezTo>
                    <a:pt x="49" y="75"/>
                    <a:pt x="46" y="86"/>
                    <a:pt x="46" y="99"/>
                  </a:cubicBezTo>
                  <a:cubicBezTo>
                    <a:pt x="46" y="107"/>
                    <a:pt x="48" y="114"/>
                    <a:pt x="51" y="121"/>
                  </a:cubicBezTo>
                  <a:cubicBezTo>
                    <a:pt x="53" y="127"/>
                    <a:pt x="57" y="132"/>
                    <a:pt x="62" y="136"/>
                  </a:cubicBezTo>
                  <a:cubicBezTo>
                    <a:pt x="67" y="140"/>
                    <a:pt x="73" y="143"/>
                    <a:pt x="79" y="146"/>
                  </a:cubicBezTo>
                  <a:cubicBezTo>
                    <a:pt x="86" y="149"/>
                    <a:pt x="93" y="151"/>
                    <a:pt x="100" y="153"/>
                  </a:cubicBezTo>
                  <a:cubicBezTo>
                    <a:pt x="186" y="174"/>
                    <a:pt x="186" y="174"/>
                    <a:pt x="186" y="174"/>
                  </a:cubicBezTo>
                  <a:cubicBezTo>
                    <a:pt x="199" y="178"/>
                    <a:pt x="210" y="182"/>
                    <a:pt x="221" y="186"/>
                  </a:cubicBezTo>
                  <a:cubicBezTo>
                    <a:pt x="232" y="191"/>
                    <a:pt x="242" y="197"/>
                    <a:pt x="251" y="204"/>
                  </a:cubicBezTo>
                  <a:cubicBezTo>
                    <a:pt x="259" y="211"/>
                    <a:pt x="266" y="220"/>
                    <a:pt x="270" y="230"/>
                  </a:cubicBezTo>
                  <a:cubicBezTo>
                    <a:pt x="275" y="240"/>
                    <a:pt x="278" y="253"/>
                    <a:pt x="278" y="267"/>
                  </a:cubicBezTo>
                  <a:cubicBezTo>
                    <a:pt x="278" y="271"/>
                    <a:pt x="277" y="277"/>
                    <a:pt x="276" y="283"/>
                  </a:cubicBezTo>
                  <a:cubicBezTo>
                    <a:pt x="276" y="290"/>
                    <a:pt x="274" y="297"/>
                    <a:pt x="270" y="304"/>
                  </a:cubicBezTo>
                  <a:cubicBezTo>
                    <a:pt x="267" y="312"/>
                    <a:pt x="263" y="319"/>
                    <a:pt x="257" y="327"/>
                  </a:cubicBezTo>
                  <a:cubicBezTo>
                    <a:pt x="251" y="334"/>
                    <a:pt x="243" y="341"/>
                    <a:pt x="233" y="348"/>
                  </a:cubicBezTo>
                  <a:cubicBezTo>
                    <a:pt x="223" y="354"/>
                    <a:pt x="211" y="359"/>
                    <a:pt x="196" y="363"/>
                  </a:cubicBezTo>
                  <a:cubicBezTo>
                    <a:pt x="181" y="366"/>
                    <a:pt x="163" y="368"/>
                    <a:pt x="142" y="368"/>
                  </a:cubicBezTo>
                  <a:cubicBezTo>
                    <a:pt x="122" y="368"/>
                    <a:pt x="102" y="366"/>
                    <a:pt x="85" y="361"/>
                  </a:cubicBezTo>
                  <a:cubicBezTo>
                    <a:pt x="67" y="356"/>
                    <a:pt x="51" y="349"/>
                    <a:pt x="39" y="339"/>
                  </a:cubicBezTo>
                  <a:cubicBezTo>
                    <a:pt x="26" y="329"/>
                    <a:pt x="17" y="316"/>
                    <a:pt x="10" y="300"/>
                  </a:cubicBezTo>
                  <a:cubicBezTo>
                    <a:pt x="3" y="285"/>
                    <a:pt x="0" y="266"/>
                    <a:pt x="1" y="245"/>
                  </a:cubicBezTo>
                  <a:lnTo>
                    <a:pt x="35" y="245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1" name="Google Shape;491;p101"/>
            <p:cNvSpPr/>
            <p:nvPr/>
          </p:nvSpPr>
          <p:spPr>
            <a:xfrm>
              <a:off x="5827188" y="3659338"/>
              <a:ext cx="326996" cy="386448"/>
            </a:xfrm>
            <a:custGeom>
              <a:avLst/>
              <a:gdLst/>
              <a:ahLst/>
              <a:cxnLst/>
              <a:rect l="l" t="t" r="r" b="b"/>
              <a:pathLst>
                <a:path w="229" h="270" extrusionOk="0">
                  <a:moveTo>
                    <a:pt x="31" y="144"/>
                  </a:moveTo>
                  <a:cubicBezTo>
                    <a:pt x="31" y="155"/>
                    <a:pt x="33" y="167"/>
                    <a:pt x="36" y="179"/>
                  </a:cubicBezTo>
                  <a:cubicBezTo>
                    <a:pt x="40" y="191"/>
                    <a:pt x="45" y="201"/>
                    <a:pt x="51" y="211"/>
                  </a:cubicBezTo>
                  <a:cubicBezTo>
                    <a:pt x="58" y="221"/>
                    <a:pt x="67" y="228"/>
                    <a:pt x="77" y="235"/>
                  </a:cubicBezTo>
                  <a:cubicBezTo>
                    <a:pt x="88" y="241"/>
                    <a:pt x="101" y="244"/>
                    <a:pt x="116" y="244"/>
                  </a:cubicBezTo>
                  <a:cubicBezTo>
                    <a:pt x="138" y="244"/>
                    <a:pt x="156" y="238"/>
                    <a:pt x="169" y="226"/>
                  </a:cubicBezTo>
                  <a:cubicBezTo>
                    <a:pt x="182" y="214"/>
                    <a:pt x="191" y="198"/>
                    <a:pt x="196" y="179"/>
                  </a:cubicBezTo>
                  <a:cubicBezTo>
                    <a:pt x="227" y="179"/>
                    <a:pt x="227" y="179"/>
                    <a:pt x="227" y="179"/>
                  </a:cubicBezTo>
                  <a:cubicBezTo>
                    <a:pt x="220" y="208"/>
                    <a:pt x="208" y="230"/>
                    <a:pt x="191" y="246"/>
                  </a:cubicBezTo>
                  <a:cubicBezTo>
                    <a:pt x="173" y="262"/>
                    <a:pt x="148" y="270"/>
                    <a:pt x="116" y="270"/>
                  </a:cubicBezTo>
                  <a:cubicBezTo>
                    <a:pt x="95" y="270"/>
                    <a:pt x="78" y="267"/>
                    <a:pt x="63" y="259"/>
                  </a:cubicBezTo>
                  <a:cubicBezTo>
                    <a:pt x="49" y="252"/>
                    <a:pt x="37" y="242"/>
                    <a:pt x="28" y="230"/>
                  </a:cubicBezTo>
                  <a:cubicBezTo>
                    <a:pt x="18" y="218"/>
                    <a:pt x="11" y="203"/>
                    <a:pt x="7" y="187"/>
                  </a:cubicBezTo>
                  <a:cubicBezTo>
                    <a:pt x="3" y="171"/>
                    <a:pt x="0" y="153"/>
                    <a:pt x="0" y="135"/>
                  </a:cubicBezTo>
                  <a:cubicBezTo>
                    <a:pt x="0" y="118"/>
                    <a:pt x="3" y="102"/>
                    <a:pt x="7" y="86"/>
                  </a:cubicBezTo>
                  <a:cubicBezTo>
                    <a:pt x="11" y="69"/>
                    <a:pt x="18" y="55"/>
                    <a:pt x="28" y="42"/>
                  </a:cubicBezTo>
                  <a:cubicBezTo>
                    <a:pt x="37" y="30"/>
                    <a:pt x="49" y="19"/>
                    <a:pt x="63" y="12"/>
                  </a:cubicBezTo>
                  <a:cubicBezTo>
                    <a:pt x="78" y="4"/>
                    <a:pt x="95" y="0"/>
                    <a:pt x="116" y="0"/>
                  </a:cubicBezTo>
                  <a:cubicBezTo>
                    <a:pt x="136" y="0"/>
                    <a:pt x="154" y="4"/>
                    <a:pt x="168" y="12"/>
                  </a:cubicBezTo>
                  <a:cubicBezTo>
                    <a:pt x="183" y="21"/>
                    <a:pt x="194" y="31"/>
                    <a:pt x="204" y="45"/>
                  </a:cubicBezTo>
                  <a:cubicBezTo>
                    <a:pt x="213" y="58"/>
                    <a:pt x="219" y="74"/>
                    <a:pt x="223" y="91"/>
                  </a:cubicBezTo>
                  <a:cubicBezTo>
                    <a:pt x="227" y="108"/>
                    <a:pt x="229" y="126"/>
                    <a:pt x="228" y="144"/>
                  </a:cubicBezTo>
                  <a:lnTo>
                    <a:pt x="31" y="144"/>
                  </a:lnTo>
                  <a:close/>
                  <a:moveTo>
                    <a:pt x="197" y="117"/>
                  </a:moveTo>
                  <a:cubicBezTo>
                    <a:pt x="197" y="105"/>
                    <a:pt x="194" y="94"/>
                    <a:pt x="191" y="83"/>
                  </a:cubicBezTo>
                  <a:cubicBezTo>
                    <a:pt x="187" y="72"/>
                    <a:pt x="182" y="63"/>
                    <a:pt x="175" y="54"/>
                  </a:cubicBezTo>
                  <a:cubicBezTo>
                    <a:pt x="168" y="46"/>
                    <a:pt x="159" y="39"/>
                    <a:pt x="149" y="34"/>
                  </a:cubicBezTo>
                  <a:cubicBezTo>
                    <a:pt x="139" y="29"/>
                    <a:pt x="128" y="26"/>
                    <a:pt x="116" y="26"/>
                  </a:cubicBezTo>
                  <a:cubicBezTo>
                    <a:pt x="103" y="26"/>
                    <a:pt x="91" y="29"/>
                    <a:pt x="82" y="34"/>
                  </a:cubicBezTo>
                  <a:cubicBezTo>
                    <a:pt x="72" y="39"/>
                    <a:pt x="63" y="46"/>
                    <a:pt x="56" y="54"/>
                  </a:cubicBezTo>
                  <a:cubicBezTo>
                    <a:pt x="49" y="63"/>
                    <a:pt x="44" y="72"/>
                    <a:pt x="40" y="83"/>
                  </a:cubicBezTo>
                  <a:cubicBezTo>
                    <a:pt x="36" y="95"/>
                    <a:pt x="33" y="106"/>
                    <a:pt x="31" y="117"/>
                  </a:cubicBezTo>
                  <a:lnTo>
                    <a:pt x="197" y="11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2" name="Google Shape;492;p101"/>
            <p:cNvSpPr/>
            <p:nvPr/>
          </p:nvSpPr>
          <p:spPr>
            <a:xfrm>
              <a:off x="6211161" y="3664292"/>
              <a:ext cx="180839" cy="371585"/>
            </a:xfrm>
            <a:custGeom>
              <a:avLst/>
              <a:gdLst/>
              <a:ahLst/>
              <a:cxnLst/>
              <a:rect l="l" t="t" r="r" b="b"/>
              <a:pathLst>
                <a:path w="126" h="260" extrusionOk="0">
                  <a:moveTo>
                    <a:pt x="0" y="4"/>
                  </a:moveTo>
                  <a:cubicBezTo>
                    <a:pt x="29" y="4"/>
                    <a:pt x="29" y="4"/>
                    <a:pt x="29" y="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8" y="44"/>
                    <a:pt x="50" y="28"/>
                    <a:pt x="67" y="16"/>
                  </a:cubicBezTo>
                  <a:cubicBezTo>
                    <a:pt x="83" y="5"/>
                    <a:pt x="103" y="0"/>
                    <a:pt x="126" y="1"/>
                  </a:cubicBezTo>
                  <a:cubicBezTo>
                    <a:pt x="126" y="32"/>
                    <a:pt x="126" y="32"/>
                    <a:pt x="126" y="32"/>
                  </a:cubicBezTo>
                  <a:cubicBezTo>
                    <a:pt x="112" y="31"/>
                    <a:pt x="99" y="33"/>
                    <a:pt x="88" y="38"/>
                  </a:cubicBezTo>
                  <a:cubicBezTo>
                    <a:pt x="76" y="42"/>
                    <a:pt x="66" y="49"/>
                    <a:pt x="58" y="57"/>
                  </a:cubicBezTo>
                  <a:cubicBezTo>
                    <a:pt x="49" y="65"/>
                    <a:pt x="43" y="75"/>
                    <a:pt x="38" y="87"/>
                  </a:cubicBezTo>
                  <a:cubicBezTo>
                    <a:pt x="34" y="98"/>
                    <a:pt x="31" y="111"/>
                    <a:pt x="31" y="124"/>
                  </a:cubicBezTo>
                  <a:cubicBezTo>
                    <a:pt x="31" y="260"/>
                    <a:pt x="31" y="260"/>
                    <a:pt x="31" y="260"/>
                  </a:cubicBezTo>
                  <a:cubicBezTo>
                    <a:pt x="0" y="260"/>
                    <a:pt x="0" y="260"/>
                    <a:pt x="0" y="26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3" name="Google Shape;493;p101"/>
            <p:cNvSpPr/>
            <p:nvPr/>
          </p:nvSpPr>
          <p:spPr>
            <a:xfrm>
              <a:off x="6429158" y="3669247"/>
              <a:ext cx="324519" cy="366630"/>
            </a:xfrm>
            <a:custGeom>
              <a:avLst/>
              <a:gdLst/>
              <a:ahLst/>
              <a:cxnLst/>
              <a:rect l="l" t="t" r="r" b="b"/>
              <a:pathLst>
                <a:path w="131" h="148" extrusionOk="0">
                  <a:moveTo>
                    <a:pt x="0" y="0"/>
                  </a:moveTo>
                  <a:lnTo>
                    <a:pt x="20" y="0"/>
                  </a:lnTo>
                  <a:lnTo>
                    <a:pt x="66" y="130"/>
                  </a:lnTo>
                  <a:lnTo>
                    <a:pt x="67" y="130"/>
                  </a:lnTo>
                  <a:lnTo>
                    <a:pt x="112" y="0"/>
                  </a:lnTo>
                  <a:lnTo>
                    <a:pt x="131" y="0"/>
                  </a:lnTo>
                  <a:lnTo>
                    <a:pt x="76" y="148"/>
                  </a:lnTo>
                  <a:lnTo>
                    <a:pt x="57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4" name="Google Shape;494;p101"/>
            <p:cNvSpPr/>
            <p:nvPr/>
          </p:nvSpPr>
          <p:spPr>
            <a:xfrm>
              <a:off x="6798266" y="3528044"/>
              <a:ext cx="44590" cy="507833"/>
            </a:xfrm>
            <a:custGeom>
              <a:avLst/>
              <a:gdLst/>
              <a:ahLst/>
              <a:cxnLst/>
              <a:rect l="l" t="t" r="r" b="b"/>
              <a:pathLst>
                <a:path w="18" h="205" extrusionOk="0">
                  <a:moveTo>
                    <a:pt x="0" y="0"/>
                  </a:moveTo>
                  <a:lnTo>
                    <a:pt x="18" y="0"/>
                  </a:lnTo>
                  <a:lnTo>
                    <a:pt x="18" y="29"/>
                  </a:lnTo>
                  <a:lnTo>
                    <a:pt x="0" y="29"/>
                  </a:lnTo>
                  <a:lnTo>
                    <a:pt x="0" y="0"/>
                  </a:lnTo>
                  <a:close/>
                  <a:moveTo>
                    <a:pt x="0" y="57"/>
                  </a:moveTo>
                  <a:lnTo>
                    <a:pt x="18" y="57"/>
                  </a:lnTo>
                  <a:lnTo>
                    <a:pt x="18" y="205"/>
                  </a:lnTo>
                  <a:lnTo>
                    <a:pt x="0" y="205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5" name="Google Shape;495;p101"/>
            <p:cNvSpPr/>
            <p:nvPr/>
          </p:nvSpPr>
          <p:spPr>
            <a:xfrm>
              <a:off x="6909743" y="3659338"/>
              <a:ext cx="324519" cy="386448"/>
            </a:xfrm>
            <a:custGeom>
              <a:avLst/>
              <a:gdLst/>
              <a:ahLst/>
              <a:cxnLst/>
              <a:rect l="l" t="t" r="r" b="b"/>
              <a:pathLst>
                <a:path w="226" h="270" extrusionOk="0">
                  <a:moveTo>
                    <a:pt x="193" y="88"/>
                  </a:moveTo>
                  <a:cubicBezTo>
                    <a:pt x="189" y="69"/>
                    <a:pt x="181" y="53"/>
                    <a:pt x="169" y="43"/>
                  </a:cubicBezTo>
                  <a:cubicBezTo>
                    <a:pt x="157" y="32"/>
                    <a:pt x="141" y="26"/>
                    <a:pt x="121" y="26"/>
                  </a:cubicBezTo>
                  <a:cubicBezTo>
                    <a:pt x="106" y="26"/>
                    <a:pt x="93" y="29"/>
                    <a:pt x="82" y="36"/>
                  </a:cubicBezTo>
                  <a:cubicBezTo>
                    <a:pt x="70" y="42"/>
                    <a:pt x="61" y="50"/>
                    <a:pt x="54" y="60"/>
                  </a:cubicBezTo>
                  <a:cubicBezTo>
                    <a:pt x="46" y="71"/>
                    <a:pt x="41" y="82"/>
                    <a:pt x="37" y="95"/>
                  </a:cubicBezTo>
                  <a:cubicBezTo>
                    <a:pt x="33" y="108"/>
                    <a:pt x="31" y="122"/>
                    <a:pt x="31" y="135"/>
                  </a:cubicBezTo>
                  <a:cubicBezTo>
                    <a:pt x="31" y="149"/>
                    <a:pt x="33" y="162"/>
                    <a:pt x="37" y="175"/>
                  </a:cubicBezTo>
                  <a:cubicBezTo>
                    <a:pt x="41" y="188"/>
                    <a:pt x="46" y="200"/>
                    <a:pt x="54" y="210"/>
                  </a:cubicBezTo>
                  <a:cubicBezTo>
                    <a:pt x="61" y="220"/>
                    <a:pt x="70" y="228"/>
                    <a:pt x="82" y="235"/>
                  </a:cubicBezTo>
                  <a:cubicBezTo>
                    <a:pt x="93" y="241"/>
                    <a:pt x="106" y="244"/>
                    <a:pt x="121" y="244"/>
                  </a:cubicBezTo>
                  <a:cubicBezTo>
                    <a:pt x="130" y="244"/>
                    <a:pt x="139" y="242"/>
                    <a:pt x="148" y="239"/>
                  </a:cubicBezTo>
                  <a:cubicBezTo>
                    <a:pt x="157" y="235"/>
                    <a:pt x="164" y="230"/>
                    <a:pt x="171" y="224"/>
                  </a:cubicBezTo>
                  <a:cubicBezTo>
                    <a:pt x="177" y="217"/>
                    <a:pt x="183" y="209"/>
                    <a:pt x="187" y="201"/>
                  </a:cubicBezTo>
                  <a:cubicBezTo>
                    <a:pt x="191" y="192"/>
                    <a:pt x="194" y="182"/>
                    <a:pt x="195" y="171"/>
                  </a:cubicBezTo>
                  <a:cubicBezTo>
                    <a:pt x="226" y="171"/>
                    <a:pt x="226" y="171"/>
                    <a:pt x="226" y="171"/>
                  </a:cubicBezTo>
                  <a:cubicBezTo>
                    <a:pt x="222" y="202"/>
                    <a:pt x="210" y="227"/>
                    <a:pt x="192" y="244"/>
                  </a:cubicBezTo>
                  <a:cubicBezTo>
                    <a:pt x="173" y="262"/>
                    <a:pt x="149" y="270"/>
                    <a:pt x="121" y="270"/>
                  </a:cubicBezTo>
                  <a:cubicBezTo>
                    <a:pt x="101" y="270"/>
                    <a:pt x="84" y="267"/>
                    <a:pt x="69" y="259"/>
                  </a:cubicBezTo>
                  <a:cubicBezTo>
                    <a:pt x="54" y="252"/>
                    <a:pt x="41" y="242"/>
                    <a:pt x="31" y="230"/>
                  </a:cubicBezTo>
                  <a:cubicBezTo>
                    <a:pt x="21" y="218"/>
                    <a:pt x="13" y="204"/>
                    <a:pt x="8" y="187"/>
                  </a:cubicBezTo>
                  <a:cubicBezTo>
                    <a:pt x="3" y="171"/>
                    <a:pt x="0" y="154"/>
                    <a:pt x="0" y="135"/>
                  </a:cubicBezTo>
                  <a:cubicBezTo>
                    <a:pt x="0" y="117"/>
                    <a:pt x="3" y="100"/>
                    <a:pt x="8" y="83"/>
                  </a:cubicBezTo>
                  <a:cubicBezTo>
                    <a:pt x="13" y="67"/>
                    <a:pt x="21" y="52"/>
                    <a:pt x="31" y="40"/>
                  </a:cubicBezTo>
                  <a:cubicBezTo>
                    <a:pt x="41" y="28"/>
                    <a:pt x="54" y="18"/>
                    <a:pt x="69" y="11"/>
                  </a:cubicBezTo>
                  <a:cubicBezTo>
                    <a:pt x="84" y="4"/>
                    <a:pt x="101" y="0"/>
                    <a:pt x="121" y="0"/>
                  </a:cubicBezTo>
                  <a:cubicBezTo>
                    <a:pt x="148" y="0"/>
                    <a:pt x="171" y="7"/>
                    <a:pt x="190" y="22"/>
                  </a:cubicBezTo>
                  <a:cubicBezTo>
                    <a:pt x="209" y="36"/>
                    <a:pt x="221" y="58"/>
                    <a:pt x="224" y="88"/>
                  </a:cubicBezTo>
                  <a:lnTo>
                    <a:pt x="193" y="88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6" name="Google Shape;496;p101"/>
            <p:cNvSpPr/>
            <p:nvPr/>
          </p:nvSpPr>
          <p:spPr>
            <a:xfrm>
              <a:off x="7278851" y="3659338"/>
              <a:ext cx="324519" cy="386448"/>
            </a:xfrm>
            <a:custGeom>
              <a:avLst/>
              <a:gdLst/>
              <a:ahLst/>
              <a:cxnLst/>
              <a:rect l="l" t="t" r="r" b="b"/>
              <a:pathLst>
                <a:path w="228" h="270" extrusionOk="0">
                  <a:moveTo>
                    <a:pt x="31" y="144"/>
                  </a:moveTo>
                  <a:cubicBezTo>
                    <a:pt x="31" y="155"/>
                    <a:pt x="33" y="167"/>
                    <a:pt x="36" y="179"/>
                  </a:cubicBezTo>
                  <a:cubicBezTo>
                    <a:pt x="39" y="191"/>
                    <a:pt x="44" y="201"/>
                    <a:pt x="51" y="211"/>
                  </a:cubicBezTo>
                  <a:cubicBezTo>
                    <a:pt x="58" y="221"/>
                    <a:pt x="66" y="228"/>
                    <a:pt x="77" y="235"/>
                  </a:cubicBezTo>
                  <a:cubicBezTo>
                    <a:pt x="88" y="241"/>
                    <a:pt x="100" y="244"/>
                    <a:pt x="115" y="244"/>
                  </a:cubicBezTo>
                  <a:cubicBezTo>
                    <a:pt x="138" y="244"/>
                    <a:pt x="156" y="238"/>
                    <a:pt x="169" y="226"/>
                  </a:cubicBezTo>
                  <a:cubicBezTo>
                    <a:pt x="182" y="214"/>
                    <a:pt x="191" y="198"/>
                    <a:pt x="196" y="179"/>
                  </a:cubicBezTo>
                  <a:cubicBezTo>
                    <a:pt x="227" y="179"/>
                    <a:pt x="227" y="179"/>
                    <a:pt x="227" y="179"/>
                  </a:cubicBezTo>
                  <a:cubicBezTo>
                    <a:pt x="220" y="208"/>
                    <a:pt x="208" y="230"/>
                    <a:pt x="190" y="246"/>
                  </a:cubicBezTo>
                  <a:cubicBezTo>
                    <a:pt x="173" y="262"/>
                    <a:pt x="148" y="270"/>
                    <a:pt x="115" y="270"/>
                  </a:cubicBezTo>
                  <a:cubicBezTo>
                    <a:pt x="95" y="270"/>
                    <a:pt x="77" y="267"/>
                    <a:pt x="63" y="259"/>
                  </a:cubicBezTo>
                  <a:cubicBezTo>
                    <a:pt x="48" y="252"/>
                    <a:pt x="36" y="242"/>
                    <a:pt x="27" y="230"/>
                  </a:cubicBezTo>
                  <a:cubicBezTo>
                    <a:pt x="18" y="218"/>
                    <a:pt x="11" y="203"/>
                    <a:pt x="7" y="187"/>
                  </a:cubicBezTo>
                  <a:cubicBezTo>
                    <a:pt x="2" y="171"/>
                    <a:pt x="0" y="153"/>
                    <a:pt x="0" y="135"/>
                  </a:cubicBezTo>
                  <a:cubicBezTo>
                    <a:pt x="0" y="118"/>
                    <a:pt x="2" y="102"/>
                    <a:pt x="7" y="86"/>
                  </a:cubicBezTo>
                  <a:cubicBezTo>
                    <a:pt x="11" y="69"/>
                    <a:pt x="18" y="55"/>
                    <a:pt x="27" y="42"/>
                  </a:cubicBezTo>
                  <a:cubicBezTo>
                    <a:pt x="36" y="30"/>
                    <a:pt x="48" y="19"/>
                    <a:pt x="63" y="12"/>
                  </a:cubicBezTo>
                  <a:cubicBezTo>
                    <a:pt x="77" y="4"/>
                    <a:pt x="95" y="0"/>
                    <a:pt x="115" y="0"/>
                  </a:cubicBezTo>
                  <a:cubicBezTo>
                    <a:pt x="136" y="0"/>
                    <a:pt x="153" y="4"/>
                    <a:pt x="168" y="12"/>
                  </a:cubicBezTo>
                  <a:cubicBezTo>
                    <a:pt x="182" y="21"/>
                    <a:pt x="194" y="31"/>
                    <a:pt x="203" y="45"/>
                  </a:cubicBezTo>
                  <a:cubicBezTo>
                    <a:pt x="212" y="58"/>
                    <a:pt x="219" y="74"/>
                    <a:pt x="223" y="91"/>
                  </a:cubicBezTo>
                  <a:cubicBezTo>
                    <a:pt x="227" y="108"/>
                    <a:pt x="228" y="126"/>
                    <a:pt x="228" y="144"/>
                  </a:cubicBezTo>
                  <a:lnTo>
                    <a:pt x="31" y="144"/>
                  </a:lnTo>
                  <a:close/>
                  <a:moveTo>
                    <a:pt x="197" y="117"/>
                  </a:moveTo>
                  <a:cubicBezTo>
                    <a:pt x="196" y="105"/>
                    <a:pt x="194" y="94"/>
                    <a:pt x="190" y="83"/>
                  </a:cubicBezTo>
                  <a:cubicBezTo>
                    <a:pt x="187" y="72"/>
                    <a:pt x="181" y="63"/>
                    <a:pt x="174" y="54"/>
                  </a:cubicBezTo>
                  <a:cubicBezTo>
                    <a:pt x="167" y="46"/>
                    <a:pt x="159" y="39"/>
                    <a:pt x="149" y="34"/>
                  </a:cubicBezTo>
                  <a:cubicBezTo>
                    <a:pt x="139" y="29"/>
                    <a:pt x="128" y="26"/>
                    <a:pt x="115" y="26"/>
                  </a:cubicBezTo>
                  <a:cubicBezTo>
                    <a:pt x="102" y="26"/>
                    <a:pt x="91" y="29"/>
                    <a:pt x="81" y="34"/>
                  </a:cubicBezTo>
                  <a:cubicBezTo>
                    <a:pt x="71" y="39"/>
                    <a:pt x="63" y="46"/>
                    <a:pt x="56" y="54"/>
                  </a:cubicBezTo>
                  <a:cubicBezTo>
                    <a:pt x="49" y="63"/>
                    <a:pt x="43" y="72"/>
                    <a:pt x="39" y="83"/>
                  </a:cubicBezTo>
                  <a:cubicBezTo>
                    <a:pt x="35" y="95"/>
                    <a:pt x="32" y="106"/>
                    <a:pt x="31" y="117"/>
                  </a:cubicBezTo>
                  <a:lnTo>
                    <a:pt x="197" y="11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7" name="Google Shape;497;p101"/>
            <p:cNvSpPr/>
            <p:nvPr/>
          </p:nvSpPr>
          <p:spPr>
            <a:xfrm>
              <a:off x="7643006" y="3659338"/>
              <a:ext cx="297269" cy="386448"/>
            </a:xfrm>
            <a:custGeom>
              <a:avLst/>
              <a:gdLst/>
              <a:ahLst/>
              <a:cxnLst/>
              <a:rect l="l" t="t" r="r" b="b"/>
              <a:pathLst>
                <a:path w="208" h="270" extrusionOk="0">
                  <a:moveTo>
                    <a:pt x="168" y="82"/>
                  </a:moveTo>
                  <a:cubicBezTo>
                    <a:pt x="168" y="73"/>
                    <a:pt x="166" y="64"/>
                    <a:pt x="162" y="57"/>
                  </a:cubicBezTo>
                  <a:cubicBezTo>
                    <a:pt x="158" y="50"/>
                    <a:pt x="153" y="44"/>
                    <a:pt x="147" y="40"/>
                  </a:cubicBezTo>
                  <a:cubicBezTo>
                    <a:pt x="141" y="35"/>
                    <a:pt x="134" y="32"/>
                    <a:pt x="126" y="29"/>
                  </a:cubicBezTo>
                  <a:cubicBezTo>
                    <a:pt x="118" y="27"/>
                    <a:pt x="110" y="26"/>
                    <a:pt x="101" y="26"/>
                  </a:cubicBezTo>
                  <a:cubicBezTo>
                    <a:pt x="94" y="26"/>
                    <a:pt x="87" y="27"/>
                    <a:pt x="80" y="28"/>
                  </a:cubicBezTo>
                  <a:cubicBezTo>
                    <a:pt x="73" y="30"/>
                    <a:pt x="66" y="32"/>
                    <a:pt x="60" y="36"/>
                  </a:cubicBezTo>
                  <a:cubicBezTo>
                    <a:pt x="54" y="39"/>
                    <a:pt x="50" y="44"/>
                    <a:pt x="46" y="50"/>
                  </a:cubicBezTo>
                  <a:cubicBezTo>
                    <a:pt x="42" y="55"/>
                    <a:pt x="41" y="62"/>
                    <a:pt x="41" y="70"/>
                  </a:cubicBezTo>
                  <a:cubicBezTo>
                    <a:pt x="41" y="77"/>
                    <a:pt x="42" y="83"/>
                    <a:pt x="46" y="88"/>
                  </a:cubicBezTo>
                  <a:cubicBezTo>
                    <a:pt x="49" y="93"/>
                    <a:pt x="54" y="97"/>
                    <a:pt x="59" y="100"/>
                  </a:cubicBezTo>
                  <a:cubicBezTo>
                    <a:pt x="64" y="103"/>
                    <a:pt x="70" y="106"/>
                    <a:pt x="76" y="108"/>
                  </a:cubicBezTo>
                  <a:cubicBezTo>
                    <a:pt x="83" y="110"/>
                    <a:pt x="88" y="112"/>
                    <a:pt x="94" y="113"/>
                  </a:cubicBezTo>
                  <a:cubicBezTo>
                    <a:pt x="135" y="123"/>
                    <a:pt x="135" y="123"/>
                    <a:pt x="135" y="123"/>
                  </a:cubicBezTo>
                  <a:cubicBezTo>
                    <a:pt x="144" y="124"/>
                    <a:pt x="153" y="127"/>
                    <a:pt x="162" y="130"/>
                  </a:cubicBezTo>
                  <a:cubicBezTo>
                    <a:pt x="170" y="133"/>
                    <a:pt x="178" y="138"/>
                    <a:pt x="185" y="144"/>
                  </a:cubicBezTo>
                  <a:cubicBezTo>
                    <a:pt x="192" y="149"/>
                    <a:pt x="197" y="156"/>
                    <a:pt x="202" y="164"/>
                  </a:cubicBezTo>
                  <a:cubicBezTo>
                    <a:pt x="206" y="173"/>
                    <a:pt x="208" y="182"/>
                    <a:pt x="208" y="194"/>
                  </a:cubicBezTo>
                  <a:cubicBezTo>
                    <a:pt x="208" y="207"/>
                    <a:pt x="205" y="219"/>
                    <a:pt x="199" y="229"/>
                  </a:cubicBezTo>
                  <a:cubicBezTo>
                    <a:pt x="192" y="239"/>
                    <a:pt x="184" y="247"/>
                    <a:pt x="175" y="253"/>
                  </a:cubicBezTo>
                  <a:cubicBezTo>
                    <a:pt x="165" y="259"/>
                    <a:pt x="154" y="263"/>
                    <a:pt x="142" y="266"/>
                  </a:cubicBezTo>
                  <a:cubicBezTo>
                    <a:pt x="129" y="269"/>
                    <a:pt x="117" y="270"/>
                    <a:pt x="105" y="270"/>
                  </a:cubicBezTo>
                  <a:cubicBezTo>
                    <a:pt x="75" y="270"/>
                    <a:pt x="51" y="263"/>
                    <a:pt x="32" y="249"/>
                  </a:cubicBezTo>
                  <a:cubicBezTo>
                    <a:pt x="14" y="234"/>
                    <a:pt x="3" y="212"/>
                    <a:pt x="0" y="180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3" y="201"/>
                    <a:pt x="41" y="217"/>
                    <a:pt x="55" y="228"/>
                  </a:cubicBezTo>
                  <a:cubicBezTo>
                    <a:pt x="69" y="239"/>
                    <a:pt x="86" y="244"/>
                    <a:pt x="107" y="244"/>
                  </a:cubicBezTo>
                  <a:cubicBezTo>
                    <a:pt x="114" y="244"/>
                    <a:pt x="122" y="243"/>
                    <a:pt x="130" y="242"/>
                  </a:cubicBezTo>
                  <a:cubicBezTo>
                    <a:pt x="138" y="240"/>
                    <a:pt x="146" y="237"/>
                    <a:pt x="153" y="233"/>
                  </a:cubicBezTo>
                  <a:cubicBezTo>
                    <a:pt x="160" y="229"/>
                    <a:pt x="166" y="224"/>
                    <a:pt x="170" y="218"/>
                  </a:cubicBezTo>
                  <a:cubicBezTo>
                    <a:pt x="175" y="212"/>
                    <a:pt x="177" y="205"/>
                    <a:pt x="177" y="196"/>
                  </a:cubicBezTo>
                  <a:cubicBezTo>
                    <a:pt x="177" y="188"/>
                    <a:pt x="175" y="182"/>
                    <a:pt x="172" y="177"/>
                  </a:cubicBezTo>
                  <a:cubicBezTo>
                    <a:pt x="169" y="171"/>
                    <a:pt x="165" y="167"/>
                    <a:pt x="159" y="164"/>
                  </a:cubicBezTo>
                  <a:cubicBezTo>
                    <a:pt x="154" y="160"/>
                    <a:pt x="148" y="157"/>
                    <a:pt x="141" y="155"/>
                  </a:cubicBezTo>
                  <a:cubicBezTo>
                    <a:pt x="135" y="153"/>
                    <a:pt x="128" y="151"/>
                    <a:pt x="121" y="149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70" y="138"/>
                    <a:pt x="61" y="134"/>
                    <a:pt x="52" y="131"/>
                  </a:cubicBezTo>
                  <a:cubicBezTo>
                    <a:pt x="44" y="128"/>
                    <a:pt x="36" y="123"/>
                    <a:pt x="30" y="118"/>
                  </a:cubicBezTo>
                  <a:cubicBezTo>
                    <a:pt x="23" y="113"/>
                    <a:pt x="18" y="107"/>
                    <a:pt x="15" y="99"/>
                  </a:cubicBezTo>
                  <a:cubicBezTo>
                    <a:pt x="11" y="92"/>
                    <a:pt x="9" y="83"/>
                    <a:pt x="9" y="72"/>
                  </a:cubicBezTo>
                  <a:cubicBezTo>
                    <a:pt x="9" y="59"/>
                    <a:pt x="12" y="48"/>
                    <a:pt x="18" y="39"/>
                  </a:cubicBezTo>
                  <a:cubicBezTo>
                    <a:pt x="24" y="29"/>
                    <a:pt x="31" y="22"/>
                    <a:pt x="41" y="16"/>
                  </a:cubicBezTo>
                  <a:cubicBezTo>
                    <a:pt x="50" y="11"/>
                    <a:pt x="60" y="7"/>
                    <a:pt x="72" y="4"/>
                  </a:cubicBezTo>
                  <a:cubicBezTo>
                    <a:pt x="83" y="1"/>
                    <a:pt x="94" y="0"/>
                    <a:pt x="105" y="0"/>
                  </a:cubicBezTo>
                  <a:cubicBezTo>
                    <a:pt x="118" y="0"/>
                    <a:pt x="130" y="2"/>
                    <a:pt x="141" y="5"/>
                  </a:cubicBezTo>
                  <a:cubicBezTo>
                    <a:pt x="152" y="8"/>
                    <a:pt x="162" y="13"/>
                    <a:pt x="171" y="20"/>
                  </a:cubicBezTo>
                  <a:cubicBezTo>
                    <a:pt x="179" y="27"/>
                    <a:pt x="186" y="36"/>
                    <a:pt x="191" y="46"/>
                  </a:cubicBezTo>
                  <a:cubicBezTo>
                    <a:pt x="196" y="56"/>
                    <a:pt x="198" y="68"/>
                    <a:pt x="199" y="82"/>
                  </a:cubicBezTo>
                  <a:lnTo>
                    <a:pt x="168" y="82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8" name="Google Shape;498;p101"/>
            <p:cNvSpPr/>
            <p:nvPr/>
          </p:nvSpPr>
          <p:spPr>
            <a:xfrm>
              <a:off x="6456407" y="2834418"/>
              <a:ext cx="500402" cy="522697"/>
            </a:xfrm>
            <a:custGeom>
              <a:avLst/>
              <a:gdLst/>
              <a:ahLst/>
              <a:cxnLst/>
              <a:rect l="l" t="t" r="r" b="b"/>
              <a:pathLst>
                <a:path w="349" h="364" extrusionOk="0">
                  <a:moveTo>
                    <a:pt x="23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25" y="77"/>
                    <a:pt x="225" y="77"/>
                    <a:pt x="225" y="77"/>
                  </a:cubicBezTo>
                  <a:cubicBezTo>
                    <a:pt x="255" y="77"/>
                    <a:pt x="267" y="91"/>
                    <a:pt x="267" y="126"/>
                  </a:cubicBezTo>
                  <a:cubicBezTo>
                    <a:pt x="267" y="139"/>
                    <a:pt x="267" y="139"/>
                    <a:pt x="267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32" y="139"/>
                    <a:pt x="0" y="171"/>
                    <a:pt x="0" y="243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335"/>
                    <a:pt x="33" y="364"/>
                    <a:pt x="100" y="364"/>
                  </a:cubicBezTo>
                  <a:cubicBezTo>
                    <a:pt x="349" y="364"/>
                    <a:pt x="349" y="364"/>
                    <a:pt x="349" y="364"/>
                  </a:cubicBezTo>
                  <a:cubicBezTo>
                    <a:pt x="349" y="125"/>
                    <a:pt x="349" y="125"/>
                    <a:pt x="349" y="125"/>
                  </a:cubicBezTo>
                  <a:cubicBezTo>
                    <a:pt x="349" y="33"/>
                    <a:pt x="319" y="0"/>
                    <a:pt x="230" y="0"/>
                  </a:cubicBezTo>
                  <a:moveTo>
                    <a:pt x="109" y="287"/>
                  </a:moveTo>
                  <a:cubicBezTo>
                    <a:pt x="96" y="287"/>
                    <a:pt x="82" y="280"/>
                    <a:pt x="82" y="249"/>
                  </a:cubicBezTo>
                  <a:cubicBezTo>
                    <a:pt x="82" y="218"/>
                    <a:pt x="96" y="212"/>
                    <a:pt x="109" y="212"/>
                  </a:cubicBezTo>
                  <a:cubicBezTo>
                    <a:pt x="267" y="212"/>
                    <a:pt x="267" y="212"/>
                    <a:pt x="267" y="212"/>
                  </a:cubicBezTo>
                  <a:cubicBezTo>
                    <a:pt x="267" y="287"/>
                    <a:pt x="267" y="287"/>
                    <a:pt x="267" y="287"/>
                  </a:cubicBezTo>
                  <a:lnTo>
                    <a:pt x="109" y="28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9" name="Google Shape;499;p101"/>
            <p:cNvSpPr/>
            <p:nvPr/>
          </p:nvSpPr>
          <p:spPr>
            <a:xfrm>
              <a:off x="7449781" y="2834418"/>
              <a:ext cx="497926" cy="522697"/>
            </a:xfrm>
            <a:custGeom>
              <a:avLst/>
              <a:gdLst/>
              <a:ahLst/>
              <a:cxnLst/>
              <a:rect l="l" t="t" r="r" b="b"/>
              <a:pathLst>
                <a:path w="349" h="364" extrusionOk="0">
                  <a:moveTo>
                    <a:pt x="23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25" y="77"/>
                    <a:pt x="225" y="77"/>
                    <a:pt x="225" y="77"/>
                  </a:cubicBezTo>
                  <a:cubicBezTo>
                    <a:pt x="255" y="77"/>
                    <a:pt x="267" y="91"/>
                    <a:pt x="267" y="126"/>
                  </a:cubicBezTo>
                  <a:cubicBezTo>
                    <a:pt x="267" y="139"/>
                    <a:pt x="267" y="139"/>
                    <a:pt x="267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32" y="139"/>
                    <a:pt x="0" y="171"/>
                    <a:pt x="0" y="243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335"/>
                    <a:pt x="33" y="364"/>
                    <a:pt x="100" y="364"/>
                  </a:cubicBezTo>
                  <a:cubicBezTo>
                    <a:pt x="349" y="364"/>
                    <a:pt x="349" y="364"/>
                    <a:pt x="349" y="364"/>
                  </a:cubicBezTo>
                  <a:cubicBezTo>
                    <a:pt x="349" y="125"/>
                    <a:pt x="349" y="125"/>
                    <a:pt x="349" y="125"/>
                  </a:cubicBezTo>
                  <a:cubicBezTo>
                    <a:pt x="349" y="33"/>
                    <a:pt x="319" y="0"/>
                    <a:pt x="230" y="0"/>
                  </a:cubicBezTo>
                  <a:moveTo>
                    <a:pt x="109" y="287"/>
                  </a:moveTo>
                  <a:cubicBezTo>
                    <a:pt x="96" y="287"/>
                    <a:pt x="82" y="280"/>
                    <a:pt x="82" y="249"/>
                  </a:cubicBezTo>
                  <a:cubicBezTo>
                    <a:pt x="82" y="218"/>
                    <a:pt x="96" y="212"/>
                    <a:pt x="109" y="212"/>
                  </a:cubicBezTo>
                  <a:cubicBezTo>
                    <a:pt x="267" y="212"/>
                    <a:pt x="267" y="212"/>
                    <a:pt x="267" y="212"/>
                  </a:cubicBezTo>
                  <a:cubicBezTo>
                    <a:pt x="267" y="287"/>
                    <a:pt x="267" y="287"/>
                    <a:pt x="267" y="287"/>
                  </a:cubicBezTo>
                  <a:lnTo>
                    <a:pt x="109" y="28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0" name="Google Shape;500;p101"/>
            <p:cNvSpPr/>
            <p:nvPr/>
          </p:nvSpPr>
          <p:spPr>
            <a:xfrm>
              <a:off x="5314401" y="2834418"/>
              <a:ext cx="458290" cy="522697"/>
            </a:xfrm>
            <a:custGeom>
              <a:avLst/>
              <a:gdLst/>
              <a:ahLst/>
              <a:cxnLst/>
              <a:rect l="l" t="t" r="r" b="b"/>
              <a:pathLst>
                <a:path w="185" h="211" extrusionOk="0">
                  <a:moveTo>
                    <a:pt x="0" y="0"/>
                  </a:moveTo>
                  <a:lnTo>
                    <a:pt x="0" y="45"/>
                  </a:lnTo>
                  <a:lnTo>
                    <a:pt x="68" y="45"/>
                  </a:lnTo>
                  <a:lnTo>
                    <a:pt x="68" y="211"/>
                  </a:lnTo>
                  <a:lnTo>
                    <a:pt x="117" y="211"/>
                  </a:lnTo>
                  <a:lnTo>
                    <a:pt x="117" y="45"/>
                  </a:lnTo>
                  <a:lnTo>
                    <a:pt x="185" y="45"/>
                  </a:lnTo>
                  <a:lnTo>
                    <a:pt x="1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1" name="Google Shape;501;p101"/>
            <p:cNvSpPr/>
            <p:nvPr/>
          </p:nvSpPr>
          <p:spPr>
            <a:xfrm>
              <a:off x="6981582" y="2834418"/>
              <a:ext cx="455812" cy="522697"/>
            </a:xfrm>
            <a:custGeom>
              <a:avLst/>
              <a:gdLst/>
              <a:ahLst/>
              <a:cxnLst/>
              <a:rect l="l" t="t" r="r" b="b"/>
              <a:pathLst>
                <a:path w="184" h="211" extrusionOk="0">
                  <a:moveTo>
                    <a:pt x="0" y="0"/>
                  </a:moveTo>
                  <a:lnTo>
                    <a:pt x="0" y="45"/>
                  </a:lnTo>
                  <a:lnTo>
                    <a:pt x="68" y="45"/>
                  </a:lnTo>
                  <a:lnTo>
                    <a:pt x="68" y="211"/>
                  </a:lnTo>
                  <a:lnTo>
                    <a:pt x="116" y="211"/>
                  </a:lnTo>
                  <a:lnTo>
                    <a:pt x="116" y="45"/>
                  </a:lnTo>
                  <a:lnTo>
                    <a:pt x="184" y="45"/>
                  </a:lnTo>
                  <a:lnTo>
                    <a:pt x="1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2" name="Google Shape;502;p101"/>
            <p:cNvSpPr/>
            <p:nvPr/>
          </p:nvSpPr>
          <p:spPr>
            <a:xfrm>
              <a:off x="5916369" y="2834418"/>
              <a:ext cx="492971" cy="522697"/>
            </a:xfrm>
            <a:custGeom>
              <a:avLst/>
              <a:gdLst/>
              <a:ahLst/>
              <a:cxnLst/>
              <a:rect l="l" t="t" r="r" b="b"/>
              <a:pathLst>
                <a:path w="345" h="364" extrusionOk="0">
                  <a:moveTo>
                    <a:pt x="345" y="237"/>
                  </a:moveTo>
                  <a:cubicBezTo>
                    <a:pt x="345" y="128"/>
                    <a:pt x="345" y="128"/>
                    <a:pt x="345" y="128"/>
                  </a:cubicBezTo>
                  <a:cubicBezTo>
                    <a:pt x="345" y="33"/>
                    <a:pt x="308" y="0"/>
                    <a:pt x="22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4"/>
                    <a:pt x="0" y="364"/>
                    <a:pt x="0" y="364"/>
                  </a:cubicBezTo>
                  <a:cubicBezTo>
                    <a:pt x="228" y="364"/>
                    <a:pt x="228" y="364"/>
                    <a:pt x="228" y="364"/>
                  </a:cubicBezTo>
                  <a:cubicBezTo>
                    <a:pt x="317" y="364"/>
                    <a:pt x="345" y="320"/>
                    <a:pt x="345" y="237"/>
                  </a:cubicBezTo>
                  <a:moveTo>
                    <a:pt x="260" y="238"/>
                  </a:moveTo>
                  <a:cubicBezTo>
                    <a:pt x="260" y="273"/>
                    <a:pt x="248" y="287"/>
                    <a:pt x="218" y="287"/>
                  </a:cubicBezTo>
                  <a:cubicBezTo>
                    <a:pt x="84" y="287"/>
                    <a:pt x="84" y="287"/>
                    <a:pt x="84" y="287"/>
                  </a:cubicBezTo>
                  <a:cubicBezTo>
                    <a:pt x="84" y="78"/>
                    <a:pt x="84" y="78"/>
                    <a:pt x="84" y="78"/>
                  </a:cubicBezTo>
                  <a:cubicBezTo>
                    <a:pt x="218" y="78"/>
                    <a:pt x="218" y="78"/>
                    <a:pt x="218" y="78"/>
                  </a:cubicBezTo>
                  <a:cubicBezTo>
                    <a:pt x="248" y="78"/>
                    <a:pt x="260" y="91"/>
                    <a:pt x="260" y="126"/>
                  </a:cubicBezTo>
                  <a:lnTo>
                    <a:pt x="260" y="238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3" name="Google Shape;503;p101"/>
            <p:cNvSpPr/>
            <p:nvPr/>
          </p:nvSpPr>
          <p:spPr>
            <a:xfrm>
              <a:off x="4261573" y="2829464"/>
              <a:ext cx="517744" cy="535082"/>
            </a:xfrm>
            <a:custGeom>
              <a:avLst/>
              <a:gdLst/>
              <a:ahLst/>
              <a:cxnLst/>
              <a:rect l="l" t="t" r="r" b="b"/>
              <a:pathLst>
                <a:path w="363" h="373" extrusionOk="0">
                  <a:moveTo>
                    <a:pt x="273" y="282"/>
                  </a:moveTo>
                  <a:cubicBezTo>
                    <a:pt x="271" y="278"/>
                    <a:pt x="160" y="63"/>
                    <a:pt x="146" y="42"/>
                  </a:cubicBezTo>
                  <a:cubicBezTo>
                    <a:pt x="130" y="17"/>
                    <a:pt x="111" y="0"/>
                    <a:pt x="74" y="0"/>
                  </a:cubicBezTo>
                  <a:cubicBezTo>
                    <a:pt x="40" y="0"/>
                    <a:pt x="0" y="15"/>
                    <a:pt x="0" y="96"/>
                  </a:cubicBezTo>
                  <a:cubicBezTo>
                    <a:pt x="0" y="369"/>
                    <a:pt x="0" y="369"/>
                    <a:pt x="0" y="369"/>
                  </a:cubicBezTo>
                  <a:cubicBezTo>
                    <a:pt x="82" y="369"/>
                    <a:pt x="82" y="369"/>
                    <a:pt x="82" y="369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25"/>
                    <a:pt x="81" y="101"/>
                    <a:pt x="81" y="96"/>
                  </a:cubicBezTo>
                  <a:cubicBezTo>
                    <a:pt x="81" y="92"/>
                    <a:pt x="81" y="88"/>
                    <a:pt x="83" y="87"/>
                  </a:cubicBezTo>
                  <a:cubicBezTo>
                    <a:pt x="85" y="86"/>
                    <a:pt x="88" y="88"/>
                    <a:pt x="89" y="91"/>
                  </a:cubicBezTo>
                  <a:cubicBezTo>
                    <a:pt x="91" y="94"/>
                    <a:pt x="195" y="297"/>
                    <a:pt x="217" y="331"/>
                  </a:cubicBezTo>
                  <a:cubicBezTo>
                    <a:pt x="232" y="355"/>
                    <a:pt x="251" y="373"/>
                    <a:pt x="288" y="373"/>
                  </a:cubicBezTo>
                  <a:cubicBezTo>
                    <a:pt x="322" y="373"/>
                    <a:pt x="363" y="357"/>
                    <a:pt x="363" y="276"/>
                  </a:cubicBezTo>
                  <a:cubicBezTo>
                    <a:pt x="363" y="4"/>
                    <a:pt x="363" y="4"/>
                    <a:pt x="363" y="4"/>
                  </a:cubicBezTo>
                  <a:cubicBezTo>
                    <a:pt x="280" y="4"/>
                    <a:pt x="280" y="4"/>
                    <a:pt x="280" y="4"/>
                  </a:cubicBezTo>
                  <a:cubicBezTo>
                    <a:pt x="280" y="231"/>
                    <a:pt x="280" y="231"/>
                    <a:pt x="280" y="231"/>
                  </a:cubicBezTo>
                  <a:cubicBezTo>
                    <a:pt x="280" y="248"/>
                    <a:pt x="281" y="272"/>
                    <a:pt x="282" y="277"/>
                  </a:cubicBezTo>
                  <a:cubicBezTo>
                    <a:pt x="282" y="281"/>
                    <a:pt x="282" y="284"/>
                    <a:pt x="279" y="286"/>
                  </a:cubicBezTo>
                  <a:cubicBezTo>
                    <a:pt x="277" y="287"/>
                    <a:pt x="275" y="285"/>
                    <a:pt x="273" y="282"/>
                  </a:cubicBezTo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4" name="Google Shape;504;p101"/>
            <p:cNvSpPr/>
            <p:nvPr/>
          </p:nvSpPr>
          <p:spPr>
            <a:xfrm>
              <a:off x="4821429" y="2834418"/>
              <a:ext cx="455812" cy="522697"/>
            </a:xfrm>
            <a:custGeom>
              <a:avLst/>
              <a:gdLst/>
              <a:ahLst/>
              <a:cxnLst/>
              <a:rect l="l" t="t" r="r" b="b"/>
              <a:pathLst>
                <a:path w="184" h="211" extrusionOk="0">
                  <a:moveTo>
                    <a:pt x="0" y="0"/>
                  </a:moveTo>
                  <a:lnTo>
                    <a:pt x="0" y="45"/>
                  </a:lnTo>
                  <a:lnTo>
                    <a:pt x="68" y="45"/>
                  </a:lnTo>
                  <a:lnTo>
                    <a:pt x="68" y="211"/>
                  </a:lnTo>
                  <a:lnTo>
                    <a:pt x="116" y="211"/>
                  </a:lnTo>
                  <a:lnTo>
                    <a:pt x="116" y="45"/>
                  </a:lnTo>
                  <a:lnTo>
                    <a:pt x="184" y="45"/>
                  </a:lnTo>
                  <a:lnTo>
                    <a:pt x="1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guide">
  <p:cSld name="Layout guide"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02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8" name="Google Shape;508;p102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02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10" name="Google Shape;510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02"/>
          <p:cNvSpPr txBox="1"/>
          <p:nvPr/>
        </p:nvSpPr>
        <p:spPr>
          <a:xfrm>
            <a:off x="6913386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2" name="Google Shape;512;p102"/>
          <p:cNvSpPr/>
          <p:nvPr/>
        </p:nvSpPr>
        <p:spPr>
          <a:xfrm>
            <a:off x="-720" y="0"/>
            <a:ext cx="14631840" cy="8229600"/>
          </a:xfrm>
          <a:custGeom>
            <a:avLst/>
            <a:gdLst/>
            <a:ahLst/>
            <a:cxnLst/>
            <a:rect l="l" t="t" r="r" b="b"/>
            <a:pathLst>
              <a:path w="6026" h="3396" extrusionOk="0">
                <a:moveTo>
                  <a:pt x="6024" y="3394"/>
                </a:moveTo>
                <a:lnTo>
                  <a:pt x="6024" y="3391"/>
                </a:lnTo>
                <a:lnTo>
                  <a:pt x="5" y="3391"/>
                </a:lnTo>
                <a:lnTo>
                  <a:pt x="5" y="5"/>
                </a:lnTo>
                <a:lnTo>
                  <a:pt x="6021" y="5"/>
                </a:lnTo>
                <a:lnTo>
                  <a:pt x="6021" y="3394"/>
                </a:lnTo>
                <a:lnTo>
                  <a:pt x="6024" y="3394"/>
                </a:lnTo>
                <a:lnTo>
                  <a:pt x="6024" y="3391"/>
                </a:lnTo>
                <a:lnTo>
                  <a:pt x="6024" y="3394"/>
                </a:lnTo>
                <a:lnTo>
                  <a:pt x="6026" y="3394"/>
                </a:lnTo>
                <a:lnTo>
                  <a:pt x="6026" y="0"/>
                </a:lnTo>
                <a:lnTo>
                  <a:pt x="0" y="0"/>
                </a:lnTo>
                <a:lnTo>
                  <a:pt x="0" y="3396"/>
                </a:lnTo>
                <a:lnTo>
                  <a:pt x="6026" y="3396"/>
                </a:lnTo>
                <a:lnTo>
                  <a:pt x="6026" y="3394"/>
                </a:lnTo>
                <a:lnTo>
                  <a:pt x="6024" y="339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endParaRPr sz="2160" b="0" i="0" u="none" strike="noStrike" cap="none">
              <a:solidFill>
                <a:srgbClr val="57575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513" name="Google Shape;513;p102"/>
          <p:cNvGrpSpPr/>
          <p:nvPr/>
        </p:nvGrpSpPr>
        <p:grpSpPr>
          <a:xfrm>
            <a:off x="-720" y="-1"/>
            <a:ext cx="14632560" cy="8229600"/>
            <a:chOff x="-600" y="-1"/>
            <a:chExt cx="12193800" cy="6858000"/>
          </a:xfrm>
        </p:grpSpPr>
        <p:sp>
          <p:nvSpPr>
            <p:cNvPr id="514" name="Google Shape;514;p102"/>
            <p:cNvSpPr/>
            <p:nvPr/>
          </p:nvSpPr>
          <p:spPr>
            <a:xfrm>
              <a:off x="0" y="-1"/>
              <a:ext cx="12193200" cy="6858000"/>
            </a:xfrm>
            <a:custGeom>
              <a:avLst/>
              <a:gdLst/>
              <a:ahLst/>
              <a:cxnLst/>
              <a:rect l="l" t="t" r="r" b="b"/>
              <a:pathLst>
                <a:path w="12193200" h="6858000" extrusionOk="0">
                  <a:moveTo>
                    <a:pt x="630001" y="622800"/>
                  </a:moveTo>
                  <a:lnTo>
                    <a:pt x="630001" y="6160597"/>
                  </a:lnTo>
                  <a:lnTo>
                    <a:pt x="11562000" y="6160597"/>
                  </a:lnTo>
                  <a:lnTo>
                    <a:pt x="11562000" y="622800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22800"/>
                  </a:lnTo>
                  <a:lnTo>
                    <a:pt x="12192000" y="622800"/>
                  </a:lnTo>
                  <a:lnTo>
                    <a:pt x="12192000" y="6160597"/>
                  </a:lnTo>
                  <a:lnTo>
                    <a:pt x="12193200" y="6160597"/>
                  </a:lnTo>
                  <a:lnTo>
                    <a:pt x="12193200" y="6858000"/>
                  </a:lnTo>
                  <a:lnTo>
                    <a:pt x="12192000" y="6858000"/>
                  </a:lnTo>
                  <a:lnTo>
                    <a:pt x="11562000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515" name="Google Shape;515;p102"/>
            <p:cNvGrpSpPr/>
            <p:nvPr/>
          </p:nvGrpSpPr>
          <p:grpSpPr>
            <a:xfrm>
              <a:off x="-600" y="622800"/>
              <a:ext cx="12193200" cy="5305742"/>
              <a:chOff x="12623800" y="622800"/>
              <a:chExt cx="11176000" cy="5536800"/>
            </a:xfrm>
          </p:grpSpPr>
          <p:cxnSp>
            <p:nvCxnSpPr>
              <p:cNvPr id="516" name="Google Shape;516;p102"/>
              <p:cNvCxnSpPr/>
              <p:nvPr/>
            </p:nvCxnSpPr>
            <p:spPr>
              <a:xfrm>
                <a:off x="12623800" y="622800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7" name="Google Shape;517;p102"/>
              <p:cNvCxnSpPr/>
              <p:nvPr/>
            </p:nvCxnSpPr>
            <p:spPr>
              <a:xfrm>
                <a:off x="12623800" y="914211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8" name="Google Shape;518;p102"/>
              <p:cNvCxnSpPr/>
              <p:nvPr/>
            </p:nvCxnSpPr>
            <p:spPr>
              <a:xfrm>
                <a:off x="12623800" y="1205622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9" name="Google Shape;519;p102"/>
              <p:cNvCxnSpPr/>
              <p:nvPr/>
            </p:nvCxnSpPr>
            <p:spPr>
              <a:xfrm>
                <a:off x="12623800" y="1497600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0" name="Google Shape;520;p102"/>
              <p:cNvCxnSpPr/>
              <p:nvPr/>
            </p:nvCxnSpPr>
            <p:spPr>
              <a:xfrm>
                <a:off x="12623800" y="1788444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1" name="Google Shape;521;p102"/>
              <p:cNvCxnSpPr/>
              <p:nvPr/>
            </p:nvCxnSpPr>
            <p:spPr>
              <a:xfrm>
                <a:off x="12623800" y="2079855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2" name="Google Shape;522;p102"/>
              <p:cNvCxnSpPr/>
              <p:nvPr/>
            </p:nvCxnSpPr>
            <p:spPr>
              <a:xfrm>
                <a:off x="12623800" y="2371266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3" name="Google Shape;523;p102"/>
              <p:cNvCxnSpPr/>
              <p:nvPr/>
            </p:nvCxnSpPr>
            <p:spPr>
              <a:xfrm>
                <a:off x="12623800" y="2662677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4" name="Google Shape;524;p102"/>
              <p:cNvCxnSpPr/>
              <p:nvPr/>
            </p:nvCxnSpPr>
            <p:spPr>
              <a:xfrm>
                <a:off x="12623800" y="2954088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5" name="Google Shape;525;p102"/>
              <p:cNvCxnSpPr/>
              <p:nvPr/>
            </p:nvCxnSpPr>
            <p:spPr>
              <a:xfrm>
                <a:off x="12623800" y="3245499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6" name="Google Shape;526;p102"/>
              <p:cNvCxnSpPr/>
              <p:nvPr/>
            </p:nvCxnSpPr>
            <p:spPr>
              <a:xfrm>
                <a:off x="12623800" y="3536910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7" name="Google Shape;527;p102"/>
              <p:cNvCxnSpPr/>
              <p:nvPr/>
            </p:nvCxnSpPr>
            <p:spPr>
              <a:xfrm>
                <a:off x="12623800" y="3828321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8" name="Google Shape;528;p102"/>
              <p:cNvCxnSpPr/>
              <p:nvPr/>
            </p:nvCxnSpPr>
            <p:spPr>
              <a:xfrm>
                <a:off x="12623800" y="4119732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9" name="Google Shape;529;p102"/>
              <p:cNvCxnSpPr/>
              <p:nvPr/>
            </p:nvCxnSpPr>
            <p:spPr>
              <a:xfrm>
                <a:off x="12623800" y="4411143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0" name="Google Shape;530;p102"/>
              <p:cNvCxnSpPr/>
              <p:nvPr/>
            </p:nvCxnSpPr>
            <p:spPr>
              <a:xfrm>
                <a:off x="12623800" y="4702554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1" name="Google Shape;531;p102"/>
              <p:cNvCxnSpPr/>
              <p:nvPr/>
            </p:nvCxnSpPr>
            <p:spPr>
              <a:xfrm>
                <a:off x="12623800" y="4993965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2" name="Google Shape;532;p102"/>
              <p:cNvCxnSpPr/>
              <p:nvPr/>
            </p:nvCxnSpPr>
            <p:spPr>
              <a:xfrm>
                <a:off x="12623800" y="5285376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3" name="Google Shape;533;p102"/>
              <p:cNvCxnSpPr/>
              <p:nvPr/>
            </p:nvCxnSpPr>
            <p:spPr>
              <a:xfrm>
                <a:off x="12623800" y="5576787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4" name="Google Shape;534;p102"/>
              <p:cNvCxnSpPr/>
              <p:nvPr/>
            </p:nvCxnSpPr>
            <p:spPr>
              <a:xfrm>
                <a:off x="12623800" y="5868198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5" name="Google Shape;535;p102"/>
              <p:cNvCxnSpPr/>
              <p:nvPr/>
            </p:nvCxnSpPr>
            <p:spPr>
              <a:xfrm>
                <a:off x="12623800" y="6159600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536" name="Google Shape;536;p102"/>
            <p:cNvGrpSpPr/>
            <p:nvPr/>
          </p:nvGrpSpPr>
          <p:grpSpPr>
            <a:xfrm>
              <a:off x="1277000" y="623550"/>
              <a:ext cx="9638000" cy="5537047"/>
              <a:chOff x="1277000" y="623550"/>
              <a:chExt cx="9638000" cy="5537047"/>
            </a:xfrm>
          </p:grpSpPr>
          <p:sp>
            <p:nvSpPr>
              <p:cNvPr id="537" name="Google Shape;537;p102"/>
              <p:cNvSpPr/>
              <p:nvPr/>
            </p:nvSpPr>
            <p:spPr>
              <a:xfrm>
                <a:off x="688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38" name="Google Shape;538;p102"/>
              <p:cNvSpPr/>
              <p:nvPr/>
            </p:nvSpPr>
            <p:spPr>
              <a:xfrm>
                <a:off x="875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39" name="Google Shape;539;p102"/>
              <p:cNvSpPr/>
              <p:nvPr/>
            </p:nvSpPr>
            <p:spPr>
              <a:xfrm>
                <a:off x="782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40" name="Google Shape;540;p102"/>
              <p:cNvSpPr/>
              <p:nvPr/>
            </p:nvSpPr>
            <p:spPr>
              <a:xfrm>
                <a:off x="969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41" name="Google Shape;541;p102"/>
              <p:cNvSpPr/>
              <p:nvPr/>
            </p:nvSpPr>
            <p:spPr>
              <a:xfrm>
                <a:off x="1062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42" name="Google Shape;542;p102"/>
              <p:cNvSpPr/>
              <p:nvPr/>
            </p:nvSpPr>
            <p:spPr>
              <a:xfrm>
                <a:off x="595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43" name="Google Shape;543;p102"/>
              <p:cNvSpPr/>
              <p:nvPr/>
            </p:nvSpPr>
            <p:spPr>
              <a:xfrm>
                <a:off x="127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44" name="Google Shape;544;p102"/>
              <p:cNvSpPr/>
              <p:nvPr/>
            </p:nvSpPr>
            <p:spPr>
              <a:xfrm>
                <a:off x="221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45" name="Google Shape;545;p102"/>
              <p:cNvSpPr/>
              <p:nvPr/>
            </p:nvSpPr>
            <p:spPr>
              <a:xfrm>
                <a:off x="314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46" name="Google Shape;546;p102"/>
              <p:cNvSpPr/>
              <p:nvPr/>
            </p:nvSpPr>
            <p:spPr>
              <a:xfrm>
                <a:off x="408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47" name="Google Shape;547;p102"/>
              <p:cNvSpPr/>
              <p:nvPr/>
            </p:nvSpPr>
            <p:spPr>
              <a:xfrm>
                <a:off x="501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sp>
          <p:nvSpPr>
            <p:cNvPr id="548" name="Google Shape;548;p102"/>
            <p:cNvSpPr/>
            <p:nvPr/>
          </p:nvSpPr>
          <p:spPr>
            <a:xfrm>
              <a:off x="629400" y="5946999"/>
              <a:ext cx="10933200" cy="378584"/>
            </a:xfrm>
            <a:prstGeom prst="rect">
              <a:avLst/>
            </a:prstGeom>
            <a:solidFill>
              <a:schemeClr val="accent3">
                <a:alpha val="1333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49" name="Google Shape;549;p102"/>
            <p:cNvSpPr/>
            <p:nvPr/>
          </p:nvSpPr>
          <p:spPr>
            <a:xfrm>
              <a:off x="629400" y="1472200"/>
              <a:ext cx="10932229" cy="551333"/>
            </a:xfrm>
            <a:prstGeom prst="rect">
              <a:avLst/>
            </a:prstGeom>
            <a:solidFill>
              <a:schemeClr val="accent3">
                <a:alpha val="1333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550" name="Google Shape;550;p102"/>
            <p:cNvGrpSpPr/>
            <p:nvPr/>
          </p:nvGrpSpPr>
          <p:grpSpPr>
            <a:xfrm>
              <a:off x="629400" y="5754893"/>
              <a:ext cx="10933200" cy="79536"/>
              <a:chOff x="629400" y="5975122"/>
              <a:chExt cx="10933200" cy="79536"/>
            </a:xfrm>
          </p:grpSpPr>
          <p:sp>
            <p:nvSpPr>
              <p:cNvPr id="551" name="Google Shape;551;p102"/>
              <p:cNvSpPr/>
              <p:nvPr/>
            </p:nvSpPr>
            <p:spPr>
              <a:xfrm>
                <a:off x="2880128" y="5975122"/>
                <a:ext cx="1930288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52" name="Google Shape;552;p102"/>
              <p:cNvSpPr/>
              <p:nvPr/>
            </p:nvSpPr>
            <p:spPr>
              <a:xfrm>
                <a:off x="9626194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53" name="Google Shape;553;p102"/>
              <p:cNvSpPr/>
              <p:nvPr/>
            </p:nvSpPr>
            <p:spPr>
              <a:xfrm>
                <a:off x="7372407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54" name="Google Shape;554;p102"/>
              <p:cNvSpPr/>
              <p:nvPr/>
            </p:nvSpPr>
            <p:spPr>
              <a:xfrm>
                <a:off x="5127797" y="5975122"/>
                <a:ext cx="1927229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555" name="Google Shape;555;p102"/>
              <p:cNvSpPr/>
              <p:nvPr/>
            </p:nvSpPr>
            <p:spPr>
              <a:xfrm>
                <a:off x="629400" y="5975122"/>
                <a:ext cx="1933347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sp>
          <p:nvSpPr>
            <p:cNvPr id="556" name="Google Shape;556;p102"/>
            <p:cNvSpPr/>
            <p:nvPr/>
          </p:nvSpPr>
          <p:spPr>
            <a:xfrm>
              <a:off x="629400" y="2023533"/>
              <a:ext cx="10933200" cy="3905009"/>
            </a:xfrm>
            <a:custGeom>
              <a:avLst/>
              <a:gdLst/>
              <a:ahLst/>
              <a:cxnLst/>
              <a:rect l="l" t="t" r="r" b="b"/>
              <a:pathLst>
                <a:path w="10931999" h="5537797" extrusionOk="0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 cap="flat" cmpd="sng">
              <a:solidFill>
                <a:srgbClr val="E71C57">
                  <a:alpha val="3333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0"/>
                <a:buFont typeface="Arial"/>
                <a:buNone/>
              </a:pPr>
              <a:endParaRPr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57" name="Google Shape;557;p102"/>
            <p:cNvSpPr txBox="1"/>
            <p:nvPr/>
          </p:nvSpPr>
          <p:spPr>
            <a:xfrm>
              <a:off x="630000" y="5928542"/>
              <a:ext cx="9030914" cy="4154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00"/>
                <a:buFont typeface="Trebuchet MS"/>
                <a:buNone/>
              </a:pPr>
              <a:r>
                <a:rPr lang="es-MX" sz="1200" b="0" i="0" u="none" strike="noStrike" cap="none">
                  <a:solidFill>
                    <a:srgbClr val="7F7F7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1. xxxx  2. xxxx  3. List footnotes in numerical order. Footnote numbers are not bracketed. Use 10pt font</a:t>
              </a: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00"/>
                <a:buFont typeface="Trebuchet MS"/>
                <a:buNone/>
              </a:pPr>
              <a:r>
                <a:rPr lang="es-MX" sz="1200" b="0" i="0" u="none" strike="noStrike" cap="none">
                  <a:solidFill>
                    <a:srgbClr val="7F7F7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Note: Do not put a period at the end of the note or the source</a:t>
              </a: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00"/>
                <a:buFont typeface="Trebuchet MS"/>
                <a:buNone/>
              </a:pPr>
              <a:r>
                <a:rPr lang="es-MX" sz="1200" b="0" i="0" u="none" strike="noStrike" cap="none">
                  <a:solidFill>
                    <a:srgbClr val="7F7F7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Source: Include a source for every chart that you use. Separate sources with a semicolon; BCG-related sources go at the end</a:t>
              </a: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8" name="Google Shape;558;p102"/>
          <p:cNvSpPr txBox="1">
            <a:spLocks noGrp="1"/>
          </p:cNvSpPr>
          <p:nvPr>
            <p:ph type="dt" idx="10"/>
          </p:nvPr>
        </p:nvSpPr>
        <p:spPr>
          <a:xfrm>
            <a:off x="11612881" y="7880245"/>
            <a:ext cx="177846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Title Slide">
  <p:cSld name="D. Title Slide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" y="-1"/>
            <a:ext cx="14630543" cy="5656852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103"/>
          <p:cNvSpPr/>
          <p:nvPr/>
        </p:nvSpPr>
        <p:spPr>
          <a:xfrm>
            <a:off x="7" y="5657041"/>
            <a:ext cx="14630543" cy="2585708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endParaRPr sz="216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62" name="Google Shape;562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5441"/>
            <a:ext cx="4291198" cy="7724161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103"/>
          <p:cNvSpPr txBox="1"/>
          <p:nvPr/>
        </p:nvSpPr>
        <p:spPr>
          <a:xfrm>
            <a:off x="3218187" y="2270767"/>
            <a:ext cx="22167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4" name="Google Shape;564;p103"/>
          <p:cNvSpPr txBox="1">
            <a:spLocks noGrp="1"/>
          </p:cNvSpPr>
          <p:nvPr>
            <p:ph type="body" idx="1"/>
          </p:nvPr>
        </p:nvSpPr>
        <p:spPr>
          <a:xfrm>
            <a:off x="4663440" y="5836369"/>
            <a:ext cx="9235440" cy="1196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400" b="0" i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867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67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108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565" name="Google Shape;565;p103"/>
          <p:cNvSpPr txBox="1">
            <a:spLocks noGrp="1"/>
          </p:cNvSpPr>
          <p:nvPr>
            <p:ph type="body" idx="2"/>
          </p:nvPr>
        </p:nvSpPr>
        <p:spPr>
          <a:xfrm>
            <a:off x="4663440" y="7119419"/>
            <a:ext cx="9235440" cy="95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920" b="0" i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2pPr>
            <a:lvl3pPr marL="1371600" lvl="2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679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defRPr>
            </a:lvl3pPr>
            <a:lvl4pPr marL="1828800" lvl="3" indent="-2286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867"/>
              <a:buNone/>
              <a:defRPr sz="2240">
                <a:solidFill>
                  <a:srgbClr val="909090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67"/>
              <a:buNone/>
              <a:defRPr sz="2240">
                <a:solidFill>
                  <a:srgbClr val="909090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1080"/>
              </a:spcAft>
              <a:buClr>
                <a:srgbClr val="909090"/>
              </a:buClr>
              <a:buSzPts val="1867"/>
              <a:buNone/>
              <a:defRPr sz="224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566" name="Google Shape;566;p103"/>
          <p:cNvSpPr txBox="1"/>
          <p:nvPr/>
        </p:nvSpPr>
        <p:spPr>
          <a:xfrm>
            <a:off x="11795761" y="7916823"/>
            <a:ext cx="266289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7" name="Google Shape;567;p1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38560" y="505441"/>
            <a:ext cx="2834959" cy="935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Title and Text">
  <p:cSld name="D. Title and Text"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04"/>
          <p:cNvSpPr txBox="1">
            <a:spLocks noGrp="1"/>
          </p:cNvSpPr>
          <p:nvPr>
            <p:ph type="title"/>
          </p:nvPr>
        </p:nvSpPr>
        <p:spPr>
          <a:xfrm>
            <a:off x="756000" y="747361"/>
            <a:ext cx="13120020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104"/>
          <p:cNvSpPr txBox="1">
            <a:spLocks noGrp="1"/>
          </p:cNvSpPr>
          <p:nvPr>
            <p:ph type="body" idx="1"/>
          </p:nvPr>
        </p:nvSpPr>
        <p:spPr>
          <a:xfrm>
            <a:off x="755280" y="2502754"/>
            <a:ext cx="13120740" cy="488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​"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–"/>
              <a:defRPr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​"/>
              <a:defRPr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​"/>
              <a:defRPr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dk2"/>
              </a:buClr>
              <a:buSzPts val="1800"/>
              <a:buChar char="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1080"/>
              </a:spcAft>
              <a:buClr>
                <a:schemeClr val="dk2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571" name="Google Shape;571;p104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2" name="Google Shape;572;p104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04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74" name="Google Shape;574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Gray slice heading">
  <p:cSld name="D. Gray slice heading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05"/>
          <p:cNvSpPr/>
          <p:nvPr/>
        </p:nvSpPr>
        <p:spPr>
          <a:xfrm>
            <a:off x="1" y="-1570"/>
            <a:ext cx="5633280" cy="82311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8" name="Google Shape;578;p105"/>
          <p:cNvSpPr txBox="1">
            <a:spLocks noGrp="1"/>
          </p:cNvSpPr>
          <p:nvPr>
            <p:ph type="subTitle" idx="1"/>
          </p:nvPr>
        </p:nvSpPr>
        <p:spPr>
          <a:xfrm>
            <a:off x="756000" y="2590785"/>
            <a:ext cx="4492800" cy="65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92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0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2160"/>
            </a:lvl3pPr>
            <a:lvl4pPr lvl="3" algn="ctr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00"/>
              <a:buNone/>
              <a:defRPr sz="1920"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5pPr>
            <a:lvl6pPr lvl="5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00"/>
              <a:buNone/>
              <a:defRPr sz="1920"/>
            </a:lvl6pPr>
            <a:lvl7pPr lvl="6" algn="ctr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7pPr>
            <a:lvl8pPr lvl="7" algn="ctr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92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1080"/>
              </a:spcAft>
              <a:buClr>
                <a:schemeClr val="dk2"/>
              </a:buClr>
              <a:buSzPts val="1600"/>
              <a:buNone/>
              <a:defRPr sz="1920"/>
            </a:lvl9pPr>
          </a:lstStyle>
          <a:p>
            <a:endParaRPr/>
          </a:p>
        </p:txBody>
      </p:sp>
      <p:sp>
        <p:nvSpPr>
          <p:cNvPr id="579" name="Google Shape;579;p105"/>
          <p:cNvSpPr txBox="1">
            <a:spLocks noGrp="1"/>
          </p:cNvSpPr>
          <p:nvPr>
            <p:ph type="title"/>
          </p:nvPr>
        </p:nvSpPr>
        <p:spPr>
          <a:xfrm>
            <a:off x="756000" y="1472458"/>
            <a:ext cx="4492800" cy="797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 sz="288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0" name="Google Shape;580;p105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1" name="Google Shape;581;p105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05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83" name="Google Shape;583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1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Section header box">
  <p:cSld name="D. Section header box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06"/>
          <p:cNvSpPr txBox="1">
            <a:spLocks noGrp="1"/>
          </p:cNvSpPr>
          <p:nvPr>
            <p:ph type="title"/>
          </p:nvPr>
        </p:nvSpPr>
        <p:spPr>
          <a:xfrm>
            <a:off x="1541691" y="3201649"/>
            <a:ext cx="11544589" cy="3841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274300" rIns="274300" bIns="137150" anchor="b" anchorCtr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rebuchet MS"/>
              <a:buNone/>
              <a:defRPr sz="648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7" name="Google Shape;587;p106"/>
          <p:cNvSpPr/>
          <p:nvPr/>
        </p:nvSpPr>
        <p:spPr>
          <a:xfrm>
            <a:off x="1536832" y="1708898"/>
            <a:ext cx="1142065" cy="1142065"/>
          </a:xfrm>
          <a:prstGeom prst="rect">
            <a:avLst/>
          </a:prstGeom>
          <a:noFill/>
          <a:ln w="10775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8" name="Google Shape;588;p106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9" name="Google Shape;589;p106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06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91" name="Google Shape;591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Section header line">
  <p:cSld name="D. Section header line"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07"/>
          <p:cNvSpPr txBox="1">
            <a:spLocks noGrp="1"/>
          </p:cNvSpPr>
          <p:nvPr>
            <p:ph type="title"/>
          </p:nvPr>
        </p:nvSpPr>
        <p:spPr>
          <a:xfrm>
            <a:off x="756000" y="4592160"/>
            <a:ext cx="13124160" cy="244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rebuchet MS"/>
              <a:buNone/>
              <a:defRPr sz="648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95" name="Google Shape;595;p107"/>
          <p:cNvCxnSpPr/>
          <p:nvPr/>
        </p:nvCxnSpPr>
        <p:spPr>
          <a:xfrm>
            <a:off x="756001" y="4416019"/>
            <a:ext cx="13870304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6" name="Google Shape;596;p107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7" name="Google Shape;597;p107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07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99" name="Google Shape;599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White one third">
  <p:cSld name="D. White one third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108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rot="10800000" flipH="1">
            <a:off x="4877994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108"/>
          <p:cNvSpPr/>
          <p:nvPr/>
        </p:nvSpPr>
        <p:spPr>
          <a:xfrm>
            <a:off x="0" y="0"/>
            <a:ext cx="4895410" cy="822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4" name="Google Shape;604;p108"/>
          <p:cNvSpPr txBox="1">
            <a:spLocks noGrp="1"/>
          </p:cNvSpPr>
          <p:nvPr>
            <p:ph type="title"/>
          </p:nvPr>
        </p:nvSpPr>
        <p:spPr>
          <a:xfrm>
            <a:off x="756001" y="3217324"/>
            <a:ext cx="3753457" cy="179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 sz="288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108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6" name="Google Shape;606;p108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08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08" name="Google Shape;608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10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Green highlight">
  <p:cSld name="D. Green highlight"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109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rot="10800000" flipH="1">
            <a:off x="8598728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109"/>
          <p:cNvSpPr/>
          <p:nvPr/>
        </p:nvSpPr>
        <p:spPr>
          <a:xfrm>
            <a:off x="0" y="0"/>
            <a:ext cx="8606347" cy="822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3" name="Google Shape;613;p109"/>
          <p:cNvSpPr txBox="1">
            <a:spLocks noGrp="1"/>
          </p:cNvSpPr>
          <p:nvPr>
            <p:ph type="title"/>
          </p:nvPr>
        </p:nvSpPr>
        <p:spPr>
          <a:xfrm>
            <a:off x="756001" y="747361"/>
            <a:ext cx="7531835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4" name="Google Shape;614;p109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5" name="Google Shape;615;p109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09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17" name="Google Shape;617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10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Four column green">
  <p:cSld name="D. Four column green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620;p110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rot="10800000" flipH="1">
            <a:off x="10835096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110"/>
          <p:cNvSpPr/>
          <p:nvPr/>
        </p:nvSpPr>
        <p:spPr>
          <a:xfrm>
            <a:off x="0" y="0"/>
            <a:ext cx="10841126" cy="822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2" name="Google Shape;622;p110"/>
          <p:cNvSpPr txBox="1">
            <a:spLocks noGrp="1"/>
          </p:cNvSpPr>
          <p:nvPr>
            <p:ph type="title"/>
          </p:nvPr>
        </p:nvSpPr>
        <p:spPr>
          <a:xfrm>
            <a:off x="756000" y="747361"/>
            <a:ext cx="9721901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110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4" name="Google Shape;624;p110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10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26" name="Google Shape;626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1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Green one third">
  <p:cSld name="D. Green one third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111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flipH="1">
            <a:off x="4405282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111"/>
          <p:cNvSpPr txBox="1">
            <a:spLocks noGrp="1"/>
          </p:cNvSpPr>
          <p:nvPr>
            <p:ph type="title"/>
          </p:nvPr>
        </p:nvSpPr>
        <p:spPr>
          <a:xfrm>
            <a:off x="756001" y="3217324"/>
            <a:ext cx="3753457" cy="179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8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1" name="Google Shape;631;p111"/>
          <p:cNvSpPr/>
          <p:nvPr/>
        </p:nvSpPr>
        <p:spPr>
          <a:xfrm>
            <a:off x="4896916" y="-1570"/>
            <a:ext cx="9733484" cy="82311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2" name="Google Shape;632;p111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3" name="Google Shape;633;p111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11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35" name="Google Shape;635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1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Green half">
  <p:cSld name="D. Green half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112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flipH="1">
            <a:off x="6827499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12"/>
          <p:cNvSpPr/>
          <p:nvPr/>
        </p:nvSpPr>
        <p:spPr>
          <a:xfrm>
            <a:off x="7315200" y="0"/>
            <a:ext cx="7315200" cy="822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0" name="Google Shape;640;p112"/>
          <p:cNvSpPr>
            <a:spLocks noGrp="1"/>
          </p:cNvSpPr>
          <p:nvPr>
            <p:ph type="pic" idx="2"/>
          </p:nvPr>
        </p:nvSpPr>
        <p:spPr>
          <a:xfrm>
            <a:off x="7310426" y="0"/>
            <a:ext cx="7319972" cy="82296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112"/>
          <p:cNvSpPr txBox="1">
            <a:spLocks noGrp="1"/>
          </p:cNvSpPr>
          <p:nvPr>
            <p:ph type="title"/>
          </p:nvPr>
        </p:nvSpPr>
        <p:spPr>
          <a:xfrm>
            <a:off x="756000" y="2142720"/>
            <a:ext cx="5266080" cy="39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3200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rebuchet MS"/>
              <a:buNone/>
              <a:defRPr sz="52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2" name="Google Shape;642;p112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3" name="Google Shape;643;p112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12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45" name="Google Shape;645;p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1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Green two third">
  <p:cSld name="D. Green two third"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Google Shape;648;p113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flipH="1">
            <a:off x="8891820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113"/>
          <p:cNvSpPr/>
          <p:nvPr/>
        </p:nvSpPr>
        <p:spPr>
          <a:xfrm>
            <a:off x="9383452" y="0"/>
            <a:ext cx="5246948" cy="822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0" name="Google Shape;650;p113"/>
          <p:cNvSpPr>
            <a:spLocks noGrp="1"/>
          </p:cNvSpPr>
          <p:nvPr>
            <p:ph type="pic" idx="2"/>
          </p:nvPr>
        </p:nvSpPr>
        <p:spPr>
          <a:xfrm>
            <a:off x="9384031" y="0"/>
            <a:ext cx="5246370" cy="82296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113"/>
          <p:cNvSpPr txBox="1">
            <a:spLocks noGrp="1"/>
          </p:cNvSpPr>
          <p:nvPr>
            <p:ph type="title"/>
          </p:nvPr>
        </p:nvSpPr>
        <p:spPr>
          <a:xfrm>
            <a:off x="757123" y="2142720"/>
            <a:ext cx="7497062" cy="39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rebuchet MS"/>
              <a:buNone/>
              <a:defRPr sz="52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2" name="Google Shape;652;p113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3" name="Google Shape;653;p113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13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55" name="Google Shape;655;p1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1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Left arrow">
  <p:cSld name="D. Left arrow"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14"/>
          <p:cNvSpPr/>
          <p:nvPr/>
        </p:nvSpPr>
        <p:spPr>
          <a:xfrm>
            <a:off x="1829" y="1572"/>
            <a:ext cx="4905974" cy="8229600"/>
          </a:xfrm>
          <a:custGeom>
            <a:avLst/>
            <a:gdLst/>
            <a:ahLst/>
            <a:cxnLst/>
            <a:rect l="l" t="t" r="r" b="b"/>
            <a:pathLst>
              <a:path w="4088312" h="6858000" extrusionOk="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9" name="Google Shape;659;p114"/>
          <p:cNvSpPr txBox="1">
            <a:spLocks noGrp="1"/>
          </p:cNvSpPr>
          <p:nvPr>
            <p:ph type="title"/>
          </p:nvPr>
        </p:nvSpPr>
        <p:spPr>
          <a:xfrm>
            <a:off x="756000" y="3317044"/>
            <a:ext cx="2974366" cy="1577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 sz="288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60" name="Google Shape;660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8930" y="4308479"/>
            <a:ext cx="1638300" cy="4059554"/>
          </a:xfrm>
          <a:custGeom>
            <a:avLst/>
            <a:gdLst/>
            <a:ahLst/>
            <a:cxnLst/>
            <a:rect l="l" t="t" r="r" b="b"/>
            <a:pathLst>
              <a:path w="1365250" h="3382962" extrusionOk="0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61" name="Google Shape;661;p114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2" name="Google Shape;662;p114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14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64" name="Google Shape;664;p1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1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Green left arrow">
  <p:cSld name="D. Green left arrow"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15"/>
          <p:cNvSpPr/>
          <p:nvPr/>
        </p:nvSpPr>
        <p:spPr>
          <a:xfrm>
            <a:off x="1829" y="1572"/>
            <a:ext cx="4905974" cy="8229600"/>
          </a:xfrm>
          <a:custGeom>
            <a:avLst/>
            <a:gdLst/>
            <a:ahLst/>
            <a:cxnLst/>
            <a:rect l="l" t="t" r="r" b="b"/>
            <a:pathLst>
              <a:path w="4088312" h="6858000" extrusionOk="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8" name="Google Shape;668;p115"/>
          <p:cNvSpPr txBox="1">
            <a:spLocks noGrp="1"/>
          </p:cNvSpPr>
          <p:nvPr>
            <p:ph type="title"/>
          </p:nvPr>
        </p:nvSpPr>
        <p:spPr>
          <a:xfrm>
            <a:off x="756000" y="3317044"/>
            <a:ext cx="2974366" cy="1577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69" name="Google Shape;669;p115"/>
          <p:cNvPicPr preferRelativeResize="0"/>
          <p:nvPr/>
        </p:nvPicPr>
        <p:blipFill rotWithShape="1">
          <a:blip r:embed="rId2">
            <a:alphaModFix/>
          </a:blip>
          <a:srcRect t="6215" b="7714"/>
          <a:stretch/>
        </p:blipFill>
        <p:spPr>
          <a:xfrm rot="120000">
            <a:off x="2609571" y="4083394"/>
            <a:ext cx="3233599" cy="4154094"/>
          </a:xfrm>
          <a:custGeom>
            <a:avLst/>
            <a:gdLst/>
            <a:ahLst/>
            <a:cxnLst/>
            <a:rect l="l" t="t" r="r" b="b"/>
            <a:pathLst>
              <a:path w="2694666" h="3461745" extrusionOk="0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70" name="Google Shape;670;p115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1" name="Google Shape;671;p115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15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73" name="Google Shape;673;p1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1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Arrow one third">
  <p:cSld name="D. Arrow one third"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16"/>
          <p:cNvSpPr/>
          <p:nvPr/>
        </p:nvSpPr>
        <p:spPr>
          <a:xfrm>
            <a:off x="1" y="0"/>
            <a:ext cx="6512304" cy="8229600"/>
          </a:xfrm>
          <a:prstGeom prst="homePlate">
            <a:avLst>
              <a:gd name="adj" fmla="val 129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7" name="Google Shape;677;p116"/>
          <p:cNvSpPr txBox="1">
            <a:spLocks noGrp="1"/>
          </p:cNvSpPr>
          <p:nvPr>
            <p:ph type="title"/>
          </p:nvPr>
        </p:nvSpPr>
        <p:spPr>
          <a:xfrm>
            <a:off x="756001" y="2142720"/>
            <a:ext cx="4874682" cy="39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rebuchet MS"/>
              <a:buNone/>
              <a:defRPr sz="5280" b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78" name="Google Shape;678;p1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97831" y="4073271"/>
            <a:ext cx="1558290" cy="4286250"/>
          </a:xfrm>
          <a:custGeom>
            <a:avLst/>
            <a:gdLst/>
            <a:ahLst/>
            <a:cxnLst/>
            <a:rect l="l" t="t" r="r" b="b"/>
            <a:pathLst>
              <a:path w="1298575" h="3571875" extrusionOk="0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79" name="Google Shape;679;p116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0" name="Google Shape;680;p116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16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82" name="Google Shape;682;p1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1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Green arrow one third">
  <p:cSld name="D. Green arrow one third"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17"/>
          <p:cNvSpPr/>
          <p:nvPr/>
        </p:nvSpPr>
        <p:spPr>
          <a:xfrm>
            <a:off x="1" y="0"/>
            <a:ext cx="6512304" cy="82296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6" name="Google Shape;686;p117"/>
          <p:cNvSpPr txBox="1">
            <a:spLocks noGrp="1"/>
          </p:cNvSpPr>
          <p:nvPr>
            <p:ph type="title"/>
          </p:nvPr>
        </p:nvSpPr>
        <p:spPr>
          <a:xfrm>
            <a:off x="756001" y="2142720"/>
            <a:ext cx="4874682" cy="39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  <a:defRPr sz="5280" b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87" name="Google Shape;687;p117"/>
          <p:cNvPicPr preferRelativeResize="0"/>
          <p:nvPr/>
        </p:nvPicPr>
        <p:blipFill rotWithShape="1">
          <a:blip r:embed="rId2">
            <a:alphaModFix/>
          </a:blip>
          <a:srcRect t="7561" b="6866"/>
          <a:stretch/>
        </p:blipFill>
        <p:spPr>
          <a:xfrm>
            <a:off x="4293671" y="4099560"/>
            <a:ext cx="3233599" cy="4130040"/>
          </a:xfrm>
          <a:custGeom>
            <a:avLst/>
            <a:gdLst/>
            <a:ahLst/>
            <a:cxnLst/>
            <a:rect l="l" t="t" r="r" b="b"/>
            <a:pathLst>
              <a:path w="2694666" h="3441700" extrusionOk="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88" name="Google Shape;688;p117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9" name="Google Shape;689;p117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17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91" name="Google Shape;691;p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1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Arrow half">
  <p:cSld name="D. Arrow half"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18"/>
          <p:cNvSpPr/>
          <p:nvPr/>
        </p:nvSpPr>
        <p:spPr>
          <a:xfrm>
            <a:off x="0" y="0"/>
            <a:ext cx="7636255" cy="8229600"/>
          </a:xfrm>
          <a:prstGeom prst="homePlate">
            <a:avLst>
              <a:gd name="adj" fmla="val 129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95" name="Google Shape;695;p118"/>
          <p:cNvSpPr txBox="1">
            <a:spLocks noGrp="1"/>
          </p:cNvSpPr>
          <p:nvPr>
            <p:ph type="title"/>
          </p:nvPr>
        </p:nvSpPr>
        <p:spPr>
          <a:xfrm>
            <a:off x="756000" y="747361"/>
            <a:ext cx="5697386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96" name="Google Shape;696;p1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77367" y="4307527"/>
            <a:ext cx="1638300" cy="4059554"/>
          </a:xfrm>
          <a:custGeom>
            <a:avLst/>
            <a:gdLst/>
            <a:ahLst/>
            <a:cxnLst/>
            <a:rect l="l" t="t" r="r" b="b"/>
            <a:pathLst>
              <a:path w="1365250" h="3382962" extrusionOk="0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97" name="Google Shape;697;p118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98" name="Google Shape;698;p118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18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00" name="Google Shape;700;p1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1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Green arrow half">
  <p:cSld name="D. Green arrow half"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19"/>
          <p:cNvSpPr/>
          <p:nvPr/>
        </p:nvSpPr>
        <p:spPr>
          <a:xfrm>
            <a:off x="0" y="0"/>
            <a:ext cx="7636255" cy="8229600"/>
          </a:xfrm>
          <a:prstGeom prst="homePlate">
            <a:avLst>
              <a:gd name="adj" fmla="val 12939"/>
            </a:avLst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4" name="Google Shape;704;p119"/>
          <p:cNvSpPr txBox="1">
            <a:spLocks noGrp="1"/>
          </p:cNvSpPr>
          <p:nvPr>
            <p:ph type="title"/>
          </p:nvPr>
        </p:nvSpPr>
        <p:spPr>
          <a:xfrm>
            <a:off x="756000" y="747361"/>
            <a:ext cx="5697386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05" name="Google Shape;705;p119"/>
          <p:cNvPicPr preferRelativeResize="0"/>
          <p:nvPr/>
        </p:nvPicPr>
        <p:blipFill rotWithShape="1">
          <a:blip r:embed="rId2">
            <a:alphaModFix/>
          </a:blip>
          <a:srcRect t="9052" b="6865"/>
          <a:stretch/>
        </p:blipFill>
        <p:spPr>
          <a:xfrm rot="120000">
            <a:off x="5352207" y="4089364"/>
            <a:ext cx="3233599" cy="4147861"/>
          </a:xfrm>
          <a:custGeom>
            <a:avLst/>
            <a:gdLst/>
            <a:ahLst/>
            <a:cxnLst/>
            <a:rect l="l" t="t" r="r" b="b"/>
            <a:pathLst>
              <a:path w="2694666" h="3456551" extrusionOk="0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06" name="Google Shape;706;p119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7" name="Google Shape;707;p119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19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09" name="Google Shape;709;p1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1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Arrow two third">
  <p:cSld name="D. Arrow two third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20"/>
          <p:cNvSpPr/>
          <p:nvPr/>
        </p:nvSpPr>
        <p:spPr>
          <a:xfrm>
            <a:off x="1" y="0"/>
            <a:ext cx="10135487" cy="8229600"/>
          </a:xfrm>
          <a:custGeom>
            <a:avLst/>
            <a:gdLst/>
            <a:ahLst/>
            <a:cxnLst/>
            <a:rect l="l" t="t" r="r" b="b"/>
            <a:pathLst>
              <a:path w="8446239" h="6858000" extrusionOk="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3" name="Google Shape;713;p120"/>
          <p:cNvSpPr txBox="1">
            <a:spLocks noGrp="1"/>
          </p:cNvSpPr>
          <p:nvPr>
            <p:ph type="title"/>
          </p:nvPr>
        </p:nvSpPr>
        <p:spPr>
          <a:xfrm>
            <a:off x="756000" y="747361"/>
            <a:ext cx="7505395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14" name="Google Shape;714;p1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8407" y="4307527"/>
            <a:ext cx="1638300" cy="4059554"/>
          </a:xfrm>
          <a:custGeom>
            <a:avLst/>
            <a:gdLst/>
            <a:ahLst/>
            <a:cxnLst/>
            <a:rect l="l" t="t" r="r" b="b"/>
            <a:pathLst>
              <a:path w="1365250" h="3382962" extrusionOk="0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15" name="Google Shape;715;p120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6" name="Google Shape;716;p120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20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18" name="Google Shape;718;p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1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Green arrow two third">
  <p:cSld name="D. Green arrow two third"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21"/>
          <p:cNvSpPr/>
          <p:nvPr/>
        </p:nvSpPr>
        <p:spPr>
          <a:xfrm>
            <a:off x="1" y="0"/>
            <a:ext cx="10135487" cy="8229600"/>
          </a:xfrm>
          <a:custGeom>
            <a:avLst/>
            <a:gdLst/>
            <a:ahLst/>
            <a:cxnLst/>
            <a:rect l="l" t="t" r="r" b="b"/>
            <a:pathLst>
              <a:path w="8446239" h="6858000" extrusionOk="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2" name="Google Shape;722;p121"/>
          <p:cNvSpPr txBox="1">
            <a:spLocks noGrp="1"/>
          </p:cNvSpPr>
          <p:nvPr>
            <p:ph type="title"/>
          </p:nvPr>
        </p:nvSpPr>
        <p:spPr>
          <a:xfrm>
            <a:off x="756000" y="747361"/>
            <a:ext cx="7505395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  <a:defRPr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23" name="Google Shape;723;p121"/>
          <p:cNvPicPr preferRelativeResize="0"/>
          <p:nvPr/>
        </p:nvPicPr>
        <p:blipFill rotWithShape="1">
          <a:blip r:embed="rId2">
            <a:alphaModFix/>
          </a:blip>
          <a:srcRect t="9052" b="6865"/>
          <a:stretch/>
        </p:blipFill>
        <p:spPr>
          <a:xfrm rot="120000">
            <a:off x="7881154" y="4089364"/>
            <a:ext cx="3233599" cy="4147861"/>
          </a:xfrm>
          <a:custGeom>
            <a:avLst/>
            <a:gdLst/>
            <a:ahLst/>
            <a:cxnLst/>
            <a:rect l="l" t="t" r="r" b="b"/>
            <a:pathLst>
              <a:path w="2694666" h="3456551" extrusionOk="0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24" name="Google Shape;724;p121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5" name="Google Shape;725;p121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21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27" name="Google Shape;727;p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1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Big statement green">
  <p:cSld name="D. Big statement green"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22"/>
          <p:cNvSpPr txBox="1">
            <a:spLocks noGrp="1"/>
          </p:cNvSpPr>
          <p:nvPr>
            <p:ph type="title"/>
          </p:nvPr>
        </p:nvSpPr>
        <p:spPr>
          <a:xfrm>
            <a:off x="756000" y="4591600"/>
            <a:ext cx="13119840" cy="192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648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1" name="Google Shape;731;p122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32" name="Google Shape;732;p122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22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34" name="Google Shape;734;p1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1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Big statement icon">
  <p:cSld name="D. Big statement icon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23"/>
          <p:cNvSpPr/>
          <p:nvPr/>
        </p:nvSpPr>
        <p:spPr>
          <a:xfrm>
            <a:off x="756000" y="750570"/>
            <a:ext cx="1119226" cy="1119226"/>
          </a:xfrm>
          <a:prstGeom prst="rect">
            <a:avLst/>
          </a:prstGeom>
          <a:noFill/>
          <a:ln w="107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38" name="Google Shape;738;p123"/>
          <p:cNvSpPr txBox="1">
            <a:spLocks noGrp="1"/>
          </p:cNvSpPr>
          <p:nvPr>
            <p:ph type="title"/>
          </p:nvPr>
        </p:nvSpPr>
        <p:spPr>
          <a:xfrm>
            <a:off x="756000" y="4591600"/>
            <a:ext cx="13119840" cy="192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7C96CA"/>
              </a:buClr>
              <a:buSzPts val="5400"/>
              <a:buFont typeface="Trebuchet MS"/>
              <a:buNone/>
              <a:defRPr sz="6480">
                <a:solidFill>
                  <a:srgbClr val="7C96C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9" name="Google Shape;739;p123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0" name="Google Shape;740;p123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123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42" name="Google Shape;742;p1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1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Quote">
  <p:cSld name="D. Quote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5" name="Google Shape;745;p124"/>
          <p:cNvPicPr preferRelativeResize="0"/>
          <p:nvPr/>
        </p:nvPicPr>
        <p:blipFill rotWithShape="1">
          <a:blip r:embed="rId2">
            <a:alphaModFix/>
          </a:blip>
          <a:srcRect r="3634" b="1253"/>
          <a:stretch/>
        </p:blipFill>
        <p:spPr>
          <a:xfrm rot="-5400000" flipH="1">
            <a:off x="8156954" y="121732"/>
            <a:ext cx="923108" cy="12023785"/>
          </a:xfrm>
          <a:custGeom>
            <a:avLst/>
            <a:gdLst/>
            <a:ahLst/>
            <a:cxnLst/>
            <a:rect l="l" t="t" r="r" b="b"/>
            <a:pathLst>
              <a:path w="769257" h="10019821" extrusionOk="0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46" name="Google Shape;746;p124"/>
          <p:cNvSpPr/>
          <p:nvPr/>
        </p:nvSpPr>
        <p:spPr>
          <a:xfrm flipH="1">
            <a:off x="0" y="1"/>
            <a:ext cx="14630400" cy="7040802"/>
          </a:xfrm>
          <a:custGeom>
            <a:avLst/>
            <a:gdLst/>
            <a:ahLst/>
            <a:cxnLst/>
            <a:rect l="l" t="t" r="r" b="b"/>
            <a:pathLst>
              <a:path w="12192000" h="5867335" extrusionOk="0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endParaRPr sz="216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7" name="Google Shape;747;p124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8" name="Google Shape;748;p124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24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50" name="Google Shape;750;p1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1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Special gray">
  <p:cSld name="D. Special gray"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25"/>
          <p:cNvSpPr txBox="1">
            <a:spLocks noGrp="1"/>
          </p:cNvSpPr>
          <p:nvPr>
            <p:ph type="title"/>
          </p:nvPr>
        </p:nvSpPr>
        <p:spPr>
          <a:xfrm>
            <a:off x="756000" y="747361"/>
            <a:ext cx="13119840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4" name="Google Shape;754;p125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55" name="Google Shape;755;p125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25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57" name="Google Shape;757;p1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1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Table of contents">
  <p:cSld name="D. Table of contents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26"/>
          <p:cNvSpPr/>
          <p:nvPr/>
        </p:nvSpPr>
        <p:spPr>
          <a:xfrm>
            <a:off x="0" y="0"/>
            <a:ext cx="4905974" cy="8229600"/>
          </a:xfrm>
          <a:custGeom>
            <a:avLst/>
            <a:gdLst/>
            <a:ahLst/>
            <a:cxnLst/>
            <a:rect l="l" t="t" r="r" b="b"/>
            <a:pathLst>
              <a:path w="4088312" h="6858000" extrusionOk="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1" name="Google Shape;761;p126"/>
          <p:cNvSpPr/>
          <p:nvPr/>
        </p:nvSpPr>
        <p:spPr>
          <a:xfrm>
            <a:off x="0" y="0"/>
            <a:ext cx="4905974" cy="8229600"/>
          </a:xfrm>
          <a:custGeom>
            <a:avLst/>
            <a:gdLst/>
            <a:ahLst/>
            <a:cxnLst/>
            <a:rect l="l" t="t" r="r" b="b"/>
            <a:pathLst>
              <a:path w="4088312" h="6858000" extrusionOk="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2" name="Google Shape;762;p126"/>
          <p:cNvSpPr txBox="1"/>
          <p:nvPr/>
        </p:nvSpPr>
        <p:spPr>
          <a:xfrm>
            <a:off x="756000" y="3093521"/>
            <a:ext cx="3383280" cy="211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rebuchet MS"/>
              <a:buNone/>
            </a:pPr>
            <a:r>
              <a:rPr lang="es-MX" sz="648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Table of contents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3" name="Google Shape;763;p1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30366" y="4304098"/>
            <a:ext cx="1638300" cy="4059554"/>
          </a:xfrm>
          <a:custGeom>
            <a:avLst/>
            <a:gdLst/>
            <a:ahLst/>
            <a:cxnLst/>
            <a:rect l="l" t="t" r="r" b="b"/>
            <a:pathLst>
              <a:path w="1365250" h="3382962" extrusionOk="0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64" name="Google Shape;764;p126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5" name="Google Shape;765;p126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126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67" name="Google Shape;767;p1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1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Blank green">
  <p:cSld name="D. Blank green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27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71" name="Google Shape;771;p127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127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73" name="Google Shape;773;p1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1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Blank">
  <p:cSld name="D. Blank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28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77" name="Google Shape;777;p128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28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79" name="Google Shape;779;p1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1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Disclaimer">
  <p:cSld name="D. Disclaimer"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29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3" name="Google Shape;783;p129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129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85" name="Google Shape;785;p1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1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End">
  <p:cSld name="D. End"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" name="Google Shape;788;p1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3736428"/>
            <a:ext cx="2496205" cy="4493172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130"/>
          <p:cNvSpPr txBox="1"/>
          <p:nvPr/>
        </p:nvSpPr>
        <p:spPr>
          <a:xfrm>
            <a:off x="11887201" y="7916823"/>
            <a:ext cx="257145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0" name="Google Shape;790;p130"/>
          <p:cNvGrpSpPr/>
          <p:nvPr/>
        </p:nvGrpSpPr>
        <p:grpSpPr>
          <a:xfrm>
            <a:off x="5113888" y="3395357"/>
            <a:ext cx="4423361" cy="1459586"/>
            <a:chOff x="4261573" y="2829464"/>
            <a:chExt cx="3686134" cy="1216322"/>
          </a:xfrm>
        </p:grpSpPr>
        <p:sp>
          <p:nvSpPr>
            <p:cNvPr id="791" name="Google Shape;791;p130"/>
            <p:cNvSpPr/>
            <p:nvPr/>
          </p:nvSpPr>
          <p:spPr>
            <a:xfrm>
              <a:off x="5381285" y="3518135"/>
              <a:ext cx="396358" cy="527651"/>
            </a:xfrm>
            <a:custGeom>
              <a:avLst/>
              <a:gdLst/>
              <a:ahLst/>
              <a:cxnLst/>
              <a:rect l="l" t="t" r="r" b="b"/>
              <a:pathLst>
                <a:path w="278" h="368" extrusionOk="0">
                  <a:moveTo>
                    <a:pt x="35" y="245"/>
                  </a:moveTo>
                  <a:cubicBezTo>
                    <a:pt x="35" y="263"/>
                    <a:pt x="37" y="278"/>
                    <a:pt x="43" y="290"/>
                  </a:cubicBezTo>
                  <a:cubicBezTo>
                    <a:pt x="49" y="302"/>
                    <a:pt x="58" y="312"/>
                    <a:pt x="68" y="319"/>
                  </a:cubicBezTo>
                  <a:cubicBezTo>
                    <a:pt x="78" y="327"/>
                    <a:pt x="91" y="332"/>
                    <a:pt x="105" y="335"/>
                  </a:cubicBezTo>
                  <a:cubicBezTo>
                    <a:pt x="119" y="338"/>
                    <a:pt x="134" y="340"/>
                    <a:pt x="150" y="340"/>
                  </a:cubicBezTo>
                  <a:cubicBezTo>
                    <a:pt x="160" y="340"/>
                    <a:pt x="170" y="338"/>
                    <a:pt x="181" y="336"/>
                  </a:cubicBezTo>
                  <a:cubicBezTo>
                    <a:pt x="191" y="333"/>
                    <a:pt x="202" y="329"/>
                    <a:pt x="211" y="323"/>
                  </a:cubicBezTo>
                  <a:cubicBezTo>
                    <a:pt x="220" y="317"/>
                    <a:pt x="228" y="310"/>
                    <a:pt x="235" y="301"/>
                  </a:cubicBezTo>
                  <a:cubicBezTo>
                    <a:pt x="241" y="292"/>
                    <a:pt x="244" y="281"/>
                    <a:pt x="244" y="268"/>
                  </a:cubicBezTo>
                  <a:cubicBezTo>
                    <a:pt x="244" y="258"/>
                    <a:pt x="242" y="249"/>
                    <a:pt x="237" y="242"/>
                  </a:cubicBezTo>
                  <a:cubicBezTo>
                    <a:pt x="233" y="235"/>
                    <a:pt x="227" y="229"/>
                    <a:pt x="220" y="224"/>
                  </a:cubicBezTo>
                  <a:cubicBezTo>
                    <a:pt x="213" y="219"/>
                    <a:pt x="205" y="215"/>
                    <a:pt x="196" y="212"/>
                  </a:cubicBezTo>
                  <a:cubicBezTo>
                    <a:pt x="188" y="209"/>
                    <a:pt x="179" y="206"/>
                    <a:pt x="171" y="204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82" y="182"/>
                    <a:pt x="72" y="179"/>
                    <a:pt x="62" y="175"/>
                  </a:cubicBezTo>
                  <a:cubicBezTo>
                    <a:pt x="53" y="171"/>
                    <a:pt x="44" y="166"/>
                    <a:pt x="37" y="159"/>
                  </a:cubicBezTo>
                  <a:cubicBezTo>
                    <a:pt x="30" y="152"/>
                    <a:pt x="24" y="144"/>
                    <a:pt x="19" y="135"/>
                  </a:cubicBezTo>
                  <a:cubicBezTo>
                    <a:pt x="15" y="125"/>
                    <a:pt x="13" y="113"/>
                    <a:pt x="13" y="99"/>
                  </a:cubicBezTo>
                  <a:cubicBezTo>
                    <a:pt x="13" y="91"/>
                    <a:pt x="14" y="81"/>
                    <a:pt x="18" y="69"/>
                  </a:cubicBezTo>
                  <a:cubicBezTo>
                    <a:pt x="21" y="58"/>
                    <a:pt x="27" y="47"/>
                    <a:pt x="36" y="37"/>
                  </a:cubicBezTo>
                  <a:cubicBezTo>
                    <a:pt x="45" y="26"/>
                    <a:pt x="58" y="18"/>
                    <a:pt x="74" y="11"/>
                  </a:cubicBezTo>
                  <a:cubicBezTo>
                    <a:pt x="89" y="3"/>
                    <a:pt x="110" y="0"/>
                    <a:pt x="135" y="0"/>
                  </a:cubicBezTo>
                  <a:cubicBezTo>
                    <a:pt x="152" y="0"/>
                    <a:pt x="169" y="2"/>
                    <a:pt x="185" y="7"/>
                  </a:cubicBezTo>
                  <a:cubicBezTo>
                    <a:pt x="200" y="12"/>
                    <a:pt x="214" y="18"/>
                    <a:pt x="226" y="28"/>
                  </a:cubicBezTo>
                  <a:cubicBezTo>
                    <a:pt x="238" y="37"/>
                    <a:pt x="248" y="48"/>
                    <a:pt x="255" y="62"/>
                  </a:cubicBezTo>
                  <a:cubicBezTo>
                    <a:pt x="262" y="76"/>
                    <a:pt x="265" y="92"/>
                    <a:pt x="265" y="110"/>
                  </a:cubicBezTo>
                  <a:cubicBezTo>
                    <a:pt x="232" y="110"/>
                    <a:pt x="232" y="110"/>
                    <a:pt x="232" y="110"/>
                  </a:cubicBezTo>
                  <a:cubicBezTo>
                    <a:pt x="231" y="96"/>
                    <a:pt x="228" y="85"/>
                    <a:pt x="223" y="74"/>
                  </a:cubicBezTo>
                  <a:cubicBezTo>
                    <a:pt x="217" y="64"/>
                    <a:pt x="210" y="56"/>
                    <a:pt x="201" y="49"/>
                  </a:cubicBezTo>
                  <a:cubicBezTo>
                    <a:pt x="192" y="42"/>
                    <a:pt x="182" y="37"/>
                    <a:pt x="171" y="34"/>
                  </a:cubicBezTo>
                  <a:cubicBezTo>
                    <a:pt x="160" y="30"/>
                    <a:pt x="148" y="29"/>
                    <a:pt x="135" y="29"/>
                  </a:cubicBezTo>
                  <a:cubicBezTo>
                    <a:pt x="123" y="29"/>
                    <a:pt x="112" y="30"/>
                    <a:pt x="102" y="32"/>
                  </a:cubicBezTo>
                  <a:cubicBezTo>
                    <a:pt x="91" y="35"/>
                    <a:pt x="81" y="39"/>
                    <a:pt x="73" y="44"/>
                  </a:cubicBezTo>
                  <a:cubicBezTo>
                    <a:pt x="65" y="50"/>
                    <a:pt x="59" y="57"/>
                    <a:pt x="54" y="66"/>
                  </a:cubicBezTo>
                  <a:cubicBezTo>
                    <a:pt x="49" y="75"/>
                    <a:pt x="46" y="86"/>
                    <a:pt x="46" y="99"/>
                  </a:cubicBezTo>
                  <a:cubicBezTo>
                    <a:pt x="46" y="107"/>
                    <a:pt x="48" y="114"/>
                    <a:pt x="51" y="121"/>
                  </a:cubicBezTo>
                  <a:cubicBezTo>
                    <a:pt x="53" y="127"/>
                    <a:pt x="57" y="132"/>
                    <a:pt x="62" y="136"/>
                  </a:cubicBezTo>
                  <a:cubicBezTo>
                    <a:pt x="67" y="140"/>
                    <a:pt x="73" y="143"/>
                    <a:pt x="79" y="146"/>
                  </a:cubicBezTo>
                  <a:cubicBezTo>
                    <a:pt x="86" y="149"/>
                    <a:pt x="93" y="151"/>
                    <a:pt x="100" y="153"/>
                  </a:cubicBezTo>
                  <a:cubicBezTo>
                    <a:pt x="186" y="174"/>
                    <a:pt x="186" y="174"/>
                    <a:pt x="186" y="174"/>
                  </a:cubicBezTo>
                  <a:cubicBezTo>
                    <a:pt x="199" y="178"/>
                    <a:pt x="210" y="182"/>
                    <a:pt x="221" y="186"/>
                  </a:cubicBezTo>
                  <a:cubicBezTo>
                    <a:pt x="232" y="191"/>
                    <a:pt x="242" y="197"/>
                    <a:pt x="251" y="204"/>
                  </a:cubicBezTo>
                  <a:cubicBezTo>
                    <a:pt x="259" y="211"/>
                    <a:pt x="266" y="220"/>
                    <a:pt x="270" y="230"/>
                  </a:cubicBezTo>
                  <a:cubicBezTo>
                    <a:pt x="275" y="240"/>
                    <a:pt x="278" y="253"/>
                    <a:pt x="278" y="267"/>
                  </a:cubicBezTo>
                  <a:cubicBezTo>
                    <a:pt x="278" y="271"/>
                    <a:pt x="277" y="277"/>
                    <a:pt x="276" y="283"/>
                  </a:cubicBezTo>
                  <a:cubicBezTo>
                    <a:pt x="276" y="290"/>
                    <a:pt x="274" y="297"/>
                    <a:pt x="270" y="304"/>
                  </a:cubicBezTo>
                  <a:cubicBezTo>
                    <a:pt x="267" y="312"/>
                    <a:pt x="263" y="319"/>
                    <a:pt x="257" y="327"/>
                  </a:cubicBezTo>
                  <a:cubicBezTo>
                    <a:pt x="251" y="334"/>
                    <a:pt x="243" y="341"/>
                    <a:pt x="233" y="348"/>
                  </a:cubicBezTo>
                  <a:cubicBezTo>
                    <a:pt x="223" y="354"/>
                    <a:pt x="211" y="359"/>
                    <a:pt x="196" y="363"/>
                  </a:cubicBezTo>
                  <a:cubicBezTo>
                    <a:pt x="181" y="366"/>
                    <a:pt x="163" y="368"/>
                    <a:pt x="142" y="368"/>
                  </a:cubicBezTo>
                  <a:cubicBezTo>
                    <a:pt x="122" y="368"/>
                    <a:pt x="102" y="366"/>
                    <a:pt x="85" y="361"/>
                  </a:cubicBezTo>
                  <a:cubicBezTo>
                    <a:pt x="67" y="356"/>
                    <a:pt x="51" y="349"/>
                    <a:pt x="39" y="339"/>
                  </a:cubicBezTo>
                  <a:cubicBezTo>
                    <a:pt x="26" y="329"/>
                    <a:pt x="17" y="316"/>
                    <a:pt x="10" y="300"/>
                  </a:cubicBezTo>
                  <a:cubicBezTo>
                    <a:pt x="3" y="285"/>
                    <a:pt x="0" y="266"/>
                    <a:pt x="1" y="245"/>
                  </a:cubicBezTo>
                  <a:lnTo>
                    <a:pt x="35" y="245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92" name="Google Shape;792;p130"/>
            <p:cNvSpPr/>
            <p:nvPr/>
          </p:nvSpPr>
          <p:spPr>
            <a:xfrm>
              <a:off x="5827188" y="3659338"/>
              <a:ext cx="326996" cy="386448"/>
            </a:xfrm>
            <a:custGeom>
              <a:avLst/>
              <a:gdLst/>
              <a:ahLst/>
              <a:cxnLst/>
              <a:rect l="l" t="t" r="r" b="b"/>
              <a:pathLst>
                <a:path w="229" h="270" extrusionOk="0">
                  <a:moveTo>
                    <a:pt x="31" y="144"/>
                  </a:moveTo>
                  <a:cubicBezTo>
                    <a:pt x="31" y="155"/>
                    <a:pt x="33" y="167"/>
                    <a:pt x="36" y="179"/>
                  </a:cubicBezTo>
                  <a:cubicBezTo>
                    <a:pt x="40" y="191"/>
                    <a:pt x="45" y="201"/>
                    <a:pt x="51" y="211"/>
                  </a:cubicBezTo>
                  <a:cubicBezTo>
                    <a:pt x="58" y="221"/>
                    <a:pt x="67" y="228"/>
                    <a:pt x="77" y="235"/>
                  </a:cubicBezTo>
                  <a:cubicBezTo>
                    <a:pt x="88" y="241"/>
                    <a:pt x="101" y="244"/>
                    <a:pt x="116" y="244"/>
                  </a:cubicBezTo>
                  <a:cubicBezTo>
                    <a:pt x="138" y="244"/>
                    <a:pt x="156" y="238"/>
                    <a:pt x="169" y="226"/>
                  </a:cubicBezTo>
                  <a:cubicBezTo>
                    <a:pt x="182" y="214"/>
                    <a:pt x="191" y="198"/>
                    <a:pt x="196" y="179"/>
                  </a:cubicBezTo>
                  <a:cubicBezTo>
                    <a:pt x="227" y="179"/>
                    <a:pt x="227" y="179"/>
                    <a:pt x="227" y="179"/>
                  </a:cubicBezTo>
                  <a:cubicBezTo>
                    <a:pt x="220" y="208"/>
                    <a:pt x="208" y="230"/>
                    <a:pt x="191" y="246"/>
                  </a:cubicBezTo>
                  <a:cubicBezTo>
                    <a:pt x="173" y="262"/>
                    <a:pt x="148" y="270"/>
                    <a:pt x="116" y="270"/>
                  </a:cubicBezTo>
                  <a:cubicBezTo>
                    <a:pt x="95" y="270"/>
                    <a:pt x="78" y="267"/>
                    <a:pt x="63" y="259"/>
                  </a:cubicBezTo>
                  <a:cubicBezTo>
                    <a:pt x="49" y="252"/>
                    <a:pt x="37" y="242"/>
                    <a:pt x="28" y="230"/>
                  </a:cubicBezTo>
                  <a:cubicBezTo>
                    <a:pt x="18" y="218"/>
                    <a:pt x="11" y="203"/>
                    <a:pt x="7" y="187"/>
                  </a:cubicBezTo>
                  <a:cubicBezTo>
                    <a:pt x="3" y="171"/>
                    <a:pt x="0" y="153"/>
                    <a:pt x="0" y="135"/>
                  </a:cubicBezTo>
                  <a:cubicBezTo>
                    <a:pt x="0" y="118"/>
                    <a:pt x="3" y="102"/>
                    <a:pt x="7" y="86"/>
                  </a:cubicBezTo>
                  <a:cubicBezTo>
                    <a:pt x="11" y="69"/>
                    <a:pt x="18" y="55"/>
                    <a:pt x="28" y="42"/>
                  </a:cubicBezTo>
                  <a:cubicBezTo>
                    <a:pt x="37" y="30"/>
                    <a:pt x="49" y="19"/>
                    <a:pt x="63" y="12"/>
                  </a:cubicBezTo>
                  <a:cubicBezTo>
                    <a:pt x="78" y="4"/>
                    <a:pt x="95" y="0"/>
                    <a:pt x="116" y="0"/>
                  </a:cubicBezTo>
                  <a:cubicBezTo>
                    <a:pt x="136" y="0"/>
                    <a:pt x="154" y="4"/>
                    <a:pt x="168" y="12"/>
                  </a:cubicBezTo>
                  <a:cubicBezTo>
                    <a:pt x="183" y="21"/>
                    <a:pt x="194" y="31"/>
                    <a:pt x="204" y="45"/>
                  </a:cubicBezTo>
                  <a:cubicBezTo>
                    <a:pt x="213" y="58"/>
                    <a:pt x="219" y="74"/>
                    <a:pt x="223" y="91"/>
                  </a:cubicBezTo>
                  <a:cubicBezTo>
                    <a:pt x="227" y="108"/>
                    <a:pt x="229" y="126"/>
                    <a:pt x="228" y="144"/>
                  </a:cubicBezTo>
                  <a:lnTo>
                    <a:pt x="31" y="144"/>
                  </a:lnTo>
                  <a:close/>
                  <a:moveTo>
                    <a:pt x="197" y="117"/>
                  </a:moveTo>
                  <a:cubicBezTo>
                    <a:pt x="197" y="105"/>
                    <a:pt x="194" y="94"/>
                    <a:pt x="191" y="83"/>
                  </a:cubicBezTo>
                  <a:cubicBezTo>
                    <a:pt x="187" y="72"/>
                    <a:pt x="182" y="63"/>
                    <a:pt x="175" y="54"/>
                  </a:cubicBezTo>
                  <a:cubicBezTo>
                    <a:pt x="168" y="46"/>
                    <a:pt x="159" y="39"/>
                    <a:pt x="149" y="34"/>
                  </a:cubicBezTo>
                  <a:cubicBezTo>
                    <a:pt x="139" y="29"/>
                    <a:pt x="128" y="26"/>
                    <a:pt x="116" y="26"/>
                  </a:cubicBezTo>
                  <a:cubicBezTo>
                    <a:pt x="103" y="26"/>
                    <a:pt x="91" y="29"/>
                    <a:pt x="82" y="34"/>
                  </a:cubicBezTo>
                  <a:cubicBezTo>
                    <a:pt x="72" y="39"/>
                    <a:pt x="63" y="46"/>
                    <a:pt x="56" y="54"/>
                  </a:cubicBezTo>
                  <a:cubicBezTo>
                    <a:pt x="49" y="63"/>
                    <a:pt x="44" y="72"/>
                    <a:pt x="40" y="83"/>
                  </a:cubicBezTo>
                  <a:cubicBezTo>
                    <a:pt x="36" y="95"/>
                    <a:pt x="33" y="106"/>
                    <a:pt x="31" y="117"/>
                  </a:cubicBezTo>
                  <a:lnTo>
                    <a:pt x="197" y="11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93" name="Google Shape;793;p130"/>
            <p:cNvSpPr/>
            <p:nvPr/>
          </p:nvSpPr>
          <p:spPr>
            <a:xfrm>
              <a:off x="6211161" y="3664292"/>
              <a:ext cx="180839" cy="371585"/>
            </a:xfrm>
            <a:custGeom>
              <a:avLst/>
              <a:gdLst/>
              <a:ahLst/>
              <a:cxnLst/>
              <a:rect l="l" t="t" r="r" b="b"/>
              <a:pathLst>
                <a:path w="126" h="260" extrusionOk="0">
                  <a:moveTo>
                    <a:pt x="0" y="4"/>
                  </a:moveTo>
                  <a:cubicBezTo>
                    <a:pt x="29" y="4"/>
                    <a:pt x="29" y="4"/>
                    <a:pt x="29" y="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8" y="44"/>
                    <a:pt x="50" y="28"/>
                    <a:pt x="67" y="16"/>
                  </a:cubicBezTo>
                  <a:cubicBezTo>
                    <a:pt x="83" y="5"/>
                    <a:pt x="103" y="0"/>
                    <a:pt x="126" y="1"/>
                  </a:cubicBezTo>
                  <a:cubicBezTo>
                    <a:pt x="126" y="32"/>
                    <a:pt x="126" y="32"/>
                    <a:pt x="126" y="32"/>
                  </a:cubicBezTo>
                  <a:cubicBezTo>
                    <a:pt x="112" y="31"/>
                    <a:pt x="99" y="33"/>
                    <a:pt x="88" y="38"/>
                  </a:cubicBezTo>
                  <a:cubicBezTo>
                    <a:pt x="76" y="42"/>
                    <a:pt x="66" y="49"/>
                    <a:pt x="58" y="57"/>
                  </a:cubicBezTo>
                  <a:cubicBezTo>
                    <a:pt x="49" y="65"/>
                    <a:pt x="43" y="75"/>
                    <a:pt x="38" y="87"/>
                  </a:cubicBezTo>
                  <a:cubicBezTo>
                    <a:pt x="34" y="98"/>
                    <a:pt x="31" y="111"/>
                    <a:pt x="31" y="124"/>
                  </a:cubicBezTo>
                  <a:cubicBezTo>
                    <a:pt x="31" y="260"/>
                    <a:pt x="31" y="260"/>
                    <a:pt x="31" y="260"/>
                  </a:cubicBezTo>
                  <a:cubicBezTo>
                    <a:pt x="0" y="260"/>
                    <a:pt x="0" y="260"/>
                    <a:pt x="0" y="26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94" name="Google Shape;794;p130"/>
            <p:cNvSpPr/>
            <p:nvPr/>
          </p:nvSpPr>
          <p:spPr>
            <a:xfrm>
              <a:off x="6429158" y="3669247"/>
              <a:ext cx="324519" cy="366630"/>
            </a:xfrm>
            <a:custGeom>
              <a:avLst/>
              <a:gdLst/>
              <a:ahLst/>
              <a:cxnLst/>
              <a:rect l="l" t="t" r="r" b="b"/>
              <a:pathLst>
                <a:path w="131" h="148" extrusionOk="0">
                  <a:moveTo>
                    <a:pt x="0" y="0"/>
                  </a:moveTo>
                  <a:lnTo>
                    <a:pt x="20" y="0"/>
                  </a:lnTo>
                  <a:lnTo>
                    <a:pt x="66" y="130"/>
                  </a:lnTo>
                  <a:lnTo>
                    <a:pt x="67" y="130"/>
                  </a:lnTo>
                  <a:lnTo>
                    <a:pt x="112" y="0"/>
                  </a:lnTo>
                  <a:lnTo>
                    <a:pt x="131" y="0"/>
                  </a:lnTo>
                  <a:lnTo>
                    <a:pt x="76" y="148"/>
                  </a:lnTo>
                  <a:lnTo>
                    <a:pt x="57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95" name="Google Shape;795;p130"/>
            <p:cNvSpPr/>
            <p:nvPr/>
          </p:nvSpPr>
          <p:spPr>
            <a:xfrm>
              <a:off x="6798266" y="3528044"/>
              <a:ext cx="44590" cy="507833"/>
            </a:xfrm>
            <a:custGeom>
              <a:avLst/>
              <a:gdLst/>
              <a:ahLst/>
              <a:cxnLst/>
              <a:rect l="l" t="t" r="r" b="b"/>
              <a:pathLst>
                <a:path w="18" h="205" extrusionOk="0">
                  <a:moveTo>
                    <a:pt x="0" y="0"/>
                  </a:moveTo>
                  <a:lnTo>
                    <a:pt x="18" y="0"/>
                  </a:lnTo>
                  <a:lnTo>
                    <a:pt x="18" y="29"/>
                  </a:lnTo>
                  <a:lnTo>
                    <a:pt x="0" y="29"/>
                  </a:lnTo>
                  <a:lnTo>
                    <a:pt x="0" y="0"/>
                  </a:lnTo>
                  <a:close/>
                  <a:moveTo>
                    <a:pt x="0" y="57"/>
                  </a:moveTo>
                  <a:lnTo>
                    <a:pt x="18" y="57"/>
                  </a:lnTo>
                  <a:lnTo>
                    <a:pt x="18" y="205"/>
                  </a:lnTo>
                  <a:lnTo>
                    <a:pt x="0" y="205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96" name="Google Shape;796;p130"/>
            <p:cNvSpPr/>
            <p:nvPr/>
          </p:nvSpPr>
          <p:spPr>
            <a:xfrm>
              <a:off x="6909743" y="3659338"/>
              <a:ext cx="324519" cy="386448"/>
            </a:xfrm>
            <a:custGeom>
              <a:avLst/>
              <a:gdLst/>
              <a:ahLst/>
              <a:cxnLst/>
              <a:rect l="l" t="t" r="r" b="b"/>
              <a:pathLst>
                <a:path w="226" h="270" extrusionOk="0">
                  <a:moveTo>
                    <a:pt x="193" y="88"/>
                  </a:moveTo>
                  <a:cubicBezTo>
                    <a:pt x="189" y="69"/>
                    <a:pt x="181" y="53"/>
                    <a:pt x="169" y="43"/>
                  </a:cubicBezTo>
                  <a:cubicBezTo>
                    <a:pt x="157" y="32"/>
                    <a:pt x="141" y="26"/>
                    <a:pt x="121" y="26"/>
                  </a:cubicBezTo>
                  <a:cubicBezTo>
                    <a:pt x="106" y="26"/>
                    <a:pt x="93" y="29"/>
                    <a:pt x="82" y="36"/>
                  </a:cubicBezTo>
                  <a:cubicBezTo>
                    <a:pt x="70" y="42"/>
                    <a:pt x="61" y="50"/>
                    <a:pt x="54" y="60"/>
                  </a:cubicBezTo>
                  <a:cubicBezTo>
                    <a:pt x="46" y="71"/>
                    <a:pt x="41" y="82"/>
                    <a:pt x="37" y="95"/>
                  </a:cubicBezTo>
                  <a:cubicBezTo>
                    <a:pt x="33" y="108"/>
                    <a:pt x="31" y="122"/>
                    <a:pt x="31" y="135"/>
                  </a:cubicBezTo>
                  <a:cubicBezTo>
                    <a:pt x="31" y="149"/>
                    <a:pt x="33" y="162"/>
                    <a:pt x="37" y="175"/>
                  </a:cubicBezTo>
                  <a:cubicBezTo>
                    <a:pt x="41" y="188"/>
                    <a:pt x="46" y="200"/>
                    <a:pt x="54" y="210"/>
                  </a:cubicBezTo>
                  <a:cubicBezTo>
                    <a:pt x="61" y="220"/>
                    <a:pt x="70" y="228"/>
                    <a:pt x="82" y="235"/>
                  </a:cubicBezTo>
                  <a:cubicBezTo>
                    <a:pt x="93" y="241"/>
                    <a:pt x="106" y="244"/>
                    <a:pt x="121" y="244"/>
                  </a:cubicBezTo>
                  <a:cubicBezTo>
                    <a:pt x="130" y="244"/>
                    <a:pt x="139" y="242"/>
                    <a:pt x="148" y="239"/>
                  </a:cubicBezTo>
                  <a:cubicBezTo>
                    <a:pt x="157" y="235"/>
                    <a:pt x="164" y="230"/>
                    <a:pt x="171" y="224"/>
                  </a:cubicBezTo>
                  <a:cubicBezTo>
                    <a:pt x="177" y="217"/>
                    <a:pt x="183" y="209"/>
                    <a:pt x="187" y="201"/>
                  </a:cubicBezTo>
                  <a:cubicBezTo>
                    <a:pt x="191" y="192"/>
                    <a:pt x="194" y="182"/>
                    <a:pt x="195" y="171"/>
                  </a:cubicBezTo>
                  <a:cubicBezTo>
                    <a:pt x="226" y="171"/>
                    <a:pt x="226" y="171"/>
                    <a:pt x="226" y="171"/>
                  </a:cubicBezTo>
                  <a:cubicBezTo>
                    <a:pt x="222" y="202"/>
                    <a:pt x="210" y="227"/>
                    <a:pt x="192" y="244"/>
                  </a:cubicBezTo>
                  <a:cubicBezTo>
                    <a:pt x="173" y="262"/>
                    <a:pt x="149" y="270"/>
                    <a:pt x="121" y="270"/>
                  </a:cubicBezTo>
                  <a:cubicBezTo>
                    <a:pt x="101" y="270"/>
                    <a:pt x="84" y="267"/>
                    <a:pt x="69" y="259"/>
                  </a:cubicBezTo>
                  <a:cubicBezTo>
                    <a:pt x="54" y="252"/>
                    <a:pt x="41" y="242"/>
                    <a:pt x="31" y="230"/>
                  </a:cubicBezTo>
                  <a:cubicBezTo>
                    <a:pt x="21" y="218"/>
                    <a:pt x="13" y="204"/>
                    <a:pt x="8" y="187"/>
                  </a:cubicBezTo>
                  <a:cubicBezTo>
                    <a:pt x="3" y="171"/>
                    <a:pt x="0" y="154"/>
                    <a:pt x="0" y="135"/>
                  </a:cubicBezTo>
                  <a:cubicBezTo>
                    <a:pt x="0" y="117"/>
                    <a:pt x="3" y="100"/>
                    <a:pt x="8" y="83"/>
                  </a:cubicBezTo>
                  <a:cubicBezTo>
                    <a:pt x="13" y="67"/>
                    <a:pt x="21" y="52"/>
                    <a:pt x="31" y="40"/>
                  </a:cubicBezTo>
                  <a:cubicBezTo>
                    <a:pt x="41" y="28"/>
                    <a:pt x="54" y="18"/>
                    <a:pt x="69" y="11"/>
                  </a:cubicBezTo>
                  <a:cubicBezTo>
                    <a:pt x="84" y="4"/>
                    <a:pt x="101" y="0"/>
                    <a:pt x="121" y="0"/>
                  </a:cubicBezTo>
                  <a:cubicBezTo>
                    <a:pt x="148" y="0"/>
                    <a:pt x="171" y="7"/>
                    <a:pt x="190" y="22"/>
                  </a:cubicBezTo>
                  <a:cubicBezTo>
                    <a:pt x="209" y="36"/>
                    <a:pt x="221" y="58"/>
                    <a:pt x="224" y="88"/>
                  </a:cubicBezTo>
                  <a:lnTo>
                    <a:pt x="193" y="88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97" name="Google Shape;797;p130"/>
            <p:cNvSpPr/>
            <p:nvPr/>
          </p:nvSpPr>
          <p:spPr>
            <a:xfrm>
              <a:off x="7278851" y="3659338"/>
              <a:ext cx="324519" cy="386448"/>
            </a:xfrm>
            <a:custGeom>
              <a:avLst/>
              <a:gdLst/>
              <a:ahLst/>
              <a:cxnLst/>
              <a:rect l="l" t="t" r="r" b="b"/>
              <a:pathLst>
                <a:path w="228" h="270" extrusionOk="0">
                  <a:moveTo>
                    <a:pt x="31" y="144"/>
                  </a:moveTo>
                  <a:cubicBezTo>
                    <a:pt x="31" y="155"/>
                    <a:pt x="33" y="167"/>
                    <a:pt x="36" y="179"/>
                  </a:cubicBezTo>
                  <a:cubicBezTo>
                    <a:pt x="39" y="191"/>
                    <a:pt x="44" y="201"/>
                    <a:pt x="51" y="211"/>
                  </a:cubicBezTo>
                  <a:cubicBezTo>
                    <a:pt x="58" y="221"/>
                    <a:pt x="66" y="228"/>
                    <a:pt x="77" y="235"/>
                  </a:cubicBezTo>
                  <a:cubicBezTo>
                    <a:pt x="88" y="241"/>
                    <a:pt x="100" y="244"/>
                    <a:pt x="115" y="244"/>
                  </a:cubicBezTo>
                  <a:cubicBezTo>
                    <a:pt x="138" y="244"/>
                    <a:pt x="156" y="238"/>
                    <a:pt x="169" y="226"/>
                  </a:cubicBezTo>
                  <a:cubicBezTo>
                    <a:pt x="182" y="214"/>
                    <a:pt x="191" y="198"/>
                    <a:pt x="196" y="179"/>
                  </a:cubicBezTo>
                  <a:cubicBezTo>
                    <a:pt x="227" y="179"/>
                    <a:pt x="227" y="179"/>
                    <a:pt x="227" y="179"/>
                  </a:cubicBezTo>
                  <a:cubicBezTo>
                    <a:pt x="220" y="208"/>
                    <a:pt x="208" y="230"/>
                    <a:pt x="190" y="246"/>
                  </a:cubicBezTo>
                  <a:cubicBezTo>
                    <a:pt x="173" y="262"/>
                    <a:pt x="148" y="270"/>
                    <a:pt x="115" y="270"/>
                  </a:cubicBezTo>
                  <a:cubicBezTo>
                    <a:pt x="95" y="270"/>
                    <a:pt x="77" y="267"/>
                    <a:pt x="63" y="259"/>
                  </a:cubicBezTo>
                  <a:cubicBezTo>
                    <a:pt x="48" y="252"/>
                    <a:pt x="36" y="242"/>
                    <a:pt x="27" y="230"/>
                  </a:cubicBezTo>
                  <a:cubicBezTo>
                    <a:pt x="18" y="218"/>
                    <a:pt x="11" y="203"/>
                    <a:pt x="7" y="187"/>
                  </a:cubicBezTo>
                  <a:cubicBezTo>
                    <a:pt x="2" y="171"/>
                    <a:pt x="0" y="153"/>
                    <a:pt x="0" y="135"/>
                  </a:cubicBezTo>
                  <a:cubicBezTo>
                    <a:pt x="0" y="118"/>
                    <a:pt x="2" y="102"/>
                    <a:pt x="7" y="86"/>
                  </a:cubicBezTo>
                  <a:cubicBezTo>
                    <a:pt x="11" y="69"/>
                    <a:pt x="18" y="55"/>
                    <a:pt x="27" y="42"/>
                  </a:cubicBezTo>
                  <a:cubicBezTo>
                    <a:pt x="36" y="30"/>
                    <a:pt x="48" y="19"/>
                    <a:pt x="63" y="12"/>
                  </a:cubicBezTo>
                  <a:cubicBezTo>
                    <a:pt x="77" y="4"/>
                    <a:pt x="95" y="0"/>
                    <a:pt x="115" y="0"/>
                  </a:cubicBezTo>
                  <a:cubicBezTo>
                    <a:pt x="136" y="0"/>
                    <a:pt x="153" y="4"/>
                    <a:pt x="168" y="12"/>
                  </a:cubicBezTo>
                  <a:cubicBezTo>
                    <a:pt x="182" y="21"/>
                    <a:pt x="194" y="31"/>
                    <a:pt x="203" y="45"/>
                  </a:cubicBezTo>
                  <a:cubicBezTo>
                    <a:pt x="212" y="58"/>
                    <a:pt x="219" y="74"/>
                    <a:pt x="223" y="91"/>
                  </a:cubicBezTo>
                  <a:cubicBezTo>
                    <a:pt x="227" y="108"/>
                    <a:pt x="228" y="126"/>
                    <a:pt x="228" y="144"/>
                  </a:cubicBezTo>
                  <a:lnTo>
                    <a:pt x="31" y="144"/>
                  </a:lnTo>
                  <a:close/>
                  <a:moveTo>
                    <a:pt x="197" y="117"/>
                  </a:moveTo>
                  <a:cubicBezTo>
                    <a:pt x="196" y="105"/>
                    <a:pt x="194" y="94"/>
                    <a:pt x="190" y="83"/>
                  </a:cubicBezTo>
                  <a:cubicBezTo>
                    <a:pt x="187" y="72"/>
                    <a:pt x="181" y="63"/>
                    <a:pt x="174" y="54"/>
                  </a:cubicBezTo>
                  <a:cubicBezTo>
                    <a:pt x="167" y="46"/>
                    <a:pt x="159" y="39"/>
                    <a:pt x="149" y="34"/>
                  </a:cubicBezTo>
                  <a:cubicBezTo>
                    <a:pt x="139" y="29"/>
                    <a:pt x="128" y="26"/>
                    <a:pt x="115" y="26"/>
                  </a:cubicBezTo>
                  <a:cubicBezTo>
                    <a:pt x="102" y="26"/>
                    <a:pt x="91" y="29"/>
                    <a:pt x="81" y="34"/>
                  </a:cubicBezTo>
                  <a:cubicBezTo>
                    <a:pt x="71" y="39"/>
                    <a:pt x="63" y="46"/>
                    <a:pt x="56" y="54"/>
                  </a:cubicBezTo>
                  <a:cubicBezTo>
                    <a:pt x="49" y="63"/>
                    <a:pt x="43" y="72"/>
                    <a:pt x="39" y="83"/>
                  </a:cubicBezTo>
                  <a:cubicBezTo>
                    <a:pt x="35" y="95"/>
                    <a:pt x="32" y="106"/>
                    <a:pt x="31" y="117"/>
                  </a:cubicBezTo>
                  <a:lnTo>
                    <a:pt x="197" y="11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98" name="Google Shape;798;p130"/>
            <p:cNvSpPr/>
            <p:nvPr/>
          </p:nvSpPr>
          <p:spPr>
            <a:xfrm>
              <a:off x="7643006" y="3659338"/>
              <a:ext cx="297269" cy="386448"/>
            </a:xfrm>
            <a:custGeom>
              <a:avLst/>
              <a:gdLst/>
              <a:ahLst/>
              <a:cxnLst/>
              <a:rect l="l" t="t" r="r" b="b"/>
              <a:pathLst>
                <a:path w="208" h="270" extrusionOk="0">
                  <a:moveTo>
                    <a:pt x="168" y="82"/>
                  </a:moveTo>
                  <a:cubicBezTo>
                    <a:pt x="168" y="73"/>
                    <a:pt x="166" y="64"/>
                    <a:pt x="162" y="57"/>
                  </a:cubicBezTo>
                  <a:cubicBezTo>
                    <a:pt x="158" y="50"/>
                    <a:pt x="153" y="44"/>
                    <a:pt x="147" y="40"/>
                  </a:cubicBezTo>
                  <a:cubicBezTo>
                    <a:pt x="141" y="35"/>
                    <a:pt x="134" y="32"/>
                    <a:pt x="126" y="29"/>
                  </a:cubicBezTo>
                  <a:cubicBezTo>
                    <a:pt x="118" y="27"/>
                    <a:pt x="110" y="26"/>
                    <a:pt x="101" y="26"/>
                  </a:cubicBezTo>
                  <a:cubicBezTo>
                    <a:pt x="94" y="26"/>
                    <a:pt x="87" y="27"/>
                    <a:pt x="80" y="28"/>
                  </a:cubicBezTo>
                  <a:cubicBezTo>
                    <a:pt x="73" y="30"/>
                    <a:pt x="66" y="32"/>
                    <a:pt x="60" y="36"/>
                  </a:cubicBezTo>
                  <a:cubicBezTo>
                    <a:pt x="54" y="39"/>
                    <a:pt x="50" y="44"/>
                    <a:pt x="46" y="50"/>
                  </a:cubicBezTo>
                  <a:cubicBezTo>
                    <a:pt x="42" y="55"/>
                    <a:pt x="41" y="62"/>
                    <a:pt x="41" y="70"/>
                  </a:cubicBezTo>
                  <a:cubicBezTo>
                    <a:pt x="41" y="77"/>
                    <a:pt x="42" y="83"/>
                    <a:pt x="46" y="88"/>
                  </a:cubicBezTo>
                  <a:cubicBezTo>
                    <a:pt x="49" y="93"/>
                    <a:pt x="54" y="97"/>
                    <a:pt x="59" y="100"/>
                  </a:cubicBezTo>
                  <a:cubicBezTo>
                    <a:pt x="64" y="103"/>
                    <a:pt x="70" y="106"/>
                    <a:pt x="76" y="108"/>
                  </a:cubicBezTo>
                  <a:cubicBezTo>
                    <a:pt x="83" y="110"/>
                    <a:pt x="88" y="112"/>
                    <a:pt x="94" y="113"/>
                  </a:cubicBezTo>
                  <a:cubicBezTo>
                    <a:pt x="135" y="123"/>
                    <a:pt x="135" y="123"/>
                    <a:pt x="135" y="123"/>
                  </a:cubicBezTo>
                  <a:cubicBezTo>
                    <a:pt x="144" y="124"/>
                    <a:pt x="153" y="127"/>
                    <a:pt x="162" y="130"/>
                  </a:cubicBezTo>
                  <a:cubicBezTo>
                    <a:pt x="170" y="133"/>
                    <a:pt x="178" y="138"/>
                    <a:pt x="185" y="144"/>
                  </a:cubicBezTo>
                  <a:cubicBezTo>
                    <a:pt x="192" y="149"/>
                    <a:pt x="197" y="156"/>
                    <a:pt x="202" y="164"/>
                  </a:cubicBezTo>
                  <a:cubicBezTo>
                    <a:pt x="206" y="173"/>
                    <a:pt x="208" y="182"/>
                    <a:pt x="208" y="194"/>
                  </a:cubicBezTo>
                  <a:cubicBezTo>
                    <a:pt x="208" y="207"/>
                    <a:pt x="205" y="219"/>
                    <a:pt x="199" y="229"/>
                  </a:cubicBezTo>
                  <a:cubicBezTo>
                    <a:pt x="192" y="239"/>
                    <a:pt x="184" y="247"/>
                    <a:pt x="175" y="253"/>
                  </a:cubicBezTo>
                  <a:cubicBezTo>
                    <a:pt x="165" y="259"/>
                    <a:pt x="154" y="263"/>
                    <a:pt x="142" y="266"/>
                  </a:cubicBezTo>
                  <a:cubicBezTo>
                    <a:pt x="129" y="269"/>
                    <a:pt x="117" y="270"/>
                    <a:pt x="105" y="270"/>
                  </a:cubicBezTo>
                  <a:cubicBezTo>
                    <a:pt x="75" y="270"/>
                    <a:pt x="51" y="263"/>
                    <a:pt x="32" y="249"/>
                  </a:cubicBezTo>
                  <a:cubicBezTo>
                    <a:pt x="14" y="234"/>
                    <a:pt x="3" y="212"/>
                    <a:pt x="0" y="180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3" y="201"/>
                    <a:pt x="41" y="217"/>
                    <a:pt x="55" y="228"/>
                  </a:cubicBezTo>
                  <a:cubicBezTo>
                    <a:pt x="69" y="239"/>
                    <a:pt x="86" y="244"/>
                    <a:pt x="107" y="244"/>
                  </a:cubicBezTo>
                  <a:cubicBezTo>
                    <a:pt x="114" y="244"/>
                    <a:pt x="122" y="243"/>
                    <a:pt x="130" y="242"/>
                  </a:cubicBezTo>
                  <a:cubicBezTo>
                    <a:pt x="138" y="240"/>
                    <a:pt x="146" y="237"/>
                    <a:pt x="153" y="233"/>
                  </a:cubicBezTo>
                  <a:cubicBezTo>
                    <a:pt x="160" y="229"/>
                    <a:pt x="166" y="224"/>
                    <a:pt x="170" y="218"/>
                  </a:cubicBezTo>
                  <a:cubicBezTo>
                    <a:pt x="175" y="212"/>
                    <a:pt x="177" y="205"/>
                    <a:pt x="177" y="196"/>
                  </a:cubicBezTo>
                  <a:cubicBezTo>
                    <a:pt x="177" y="188"/>
                    <a:pt x="175" y="182"/>
                    <a:pt x="172" y="177"/>
                  </a:cubicBezTo>
                  <a:cubicBezTo>
                    <a:pt x="169" y="171"/>
                    <a:pt x="165" y="167"/>
                    <a:pt x="159" y="164"/>
                  </a:cubicBezTo>
                  <a:cubicBezTo>
                    <a:pt x="154" y="160"/>
                    <a:pt x="148" y="157"/>
                    <a:pt x="141" y="155"/>
                  </a:cubicBezTo>
                  <a:cubicBezTo>
                    <a:pt x="135" y="153"/>
                    <a:pt x="128" y="151"/>
                    <a:pt x="121" y="149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70" y="138"/>
                    <a:pt x="61" y="134"/>
                    <a:pt x="52" y="131"/>
                  </a:cubicBezTo>
                  <a:cubicBezTo>
                    <a:pt x="44" y="128"/>
                    <a:pt x="36" y="123"/>
                    <a:pt x="30" y="118"/>
                  </a:cubicBezTo>
                  <a:cubicBezTo>
                    <a:pt x="23" y="113"/>
                    <a:pt x="18" y="107"/>
                    <a:pt x="15" y="99"/>
                  </a:cubicBezTo>
                  <a:cubicBezTo>
                    <a:pt x="11" y="92"/>
                    <a:pt x="9" y="83"/>
                    <a:pt x="9" y="72"/>
                  </a:cubicBezTo>
                  <a:cubicBezTo>
                    <a:pt x="9" y="59"/>
                    <a:pt x="12" y="48"/>
                    <a:pt x="18" y="39"/>
                  </a:cubicBezTo>
                  <a:cubicBezTo>
                    <a:pt x="24" y="29"/>
                    <a:pt x="31" y="22"/>
                    <a:pt x="41" y="16"/>
                  </a:cubicBezTo>
                  <a:cubicBezTo>
                    <a:pt x="50" y="11"/>
                    <a:pt x="60" y="7"/>
                    <a:pt x="72" y="4"/>
                  </a:cubicBezTo>
                  <a:cubicBezTo>
                    <a:pt x="83" y="1"/>
                    <a:pt x="94" y="0"/>
                    <a:pt x="105" y="0"/>
                  </a:cubicBezTo>
                  <a:cubicBezTo>
                    <a:pt x="118" y="0"/>
                    <a:pt x="130" y="2"/>
                    <a:pt x="141" y="5"/>
                  </a:cubicBezTo>
                  <a:cubicBezTo>
                    <a:pt x="152" y="8"/>
                    <a:pt x="162" y="13"/>
                    <a:pt x="171" y="20"/>
                  </a:cubicBezTo>
                  <a:cubicBezTo>
                    <a:pt x="179" y="27"/>
                    <a:pt x="186" y="36"/>
                    <a:pt x="191" y="46"/>
                  </a:cubicBezTo>
                  <a:cubicBezTo>
                    <a:pt x="196" y="56"/>
                    <a:pt x="198" y="68"/>
                    <a:pt x="199" y="82"/>
                  </a:cubicBezTo>
                  <a:lnTo>
                    <a:pt x="168" y="82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99" name="Google Shape;799;p130"/>
            <p:cNvSpPr/>
            <p:nvPr/>
          </p:nvSpPr>
          <p:spPr>
            <a:xfrm>
              <a:off x="6456407" y="2834418"/>
              <a:ext cx="500402" cy="522697"/>
            </a:xfrm>
            <a:custGeom>
              <a:avLst/>
              <a:gdLst/>
              <a:ahLst/>
              <a:cxnLst/>
              <a:rect l="l" t="t" r="r" b="b"/>
              <a:pathLst>
                <a:path w="349" h="364" extrusionOk="0">
                  <a:moveTo>
                    <a:pt x="23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25" y="77"/>
                    <a:pt x="225" y="77"/>
                    <a:pt x="225" y="77"/>
                  </a:cubicBezTo>
                  <a:cubicBezTo>
                    <a:pt x="255" y="77"/>
                    <a:pt x="267" y="91"/>
                    <a:pt x="267" y="126"/>
                  </a:cubicBezTo>
                  <a:cubicBezTo>
                    <a:pt x="267" y="139"/>
                    <a:pt x="267" y="139"/>
                    <a:pt x="267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32" y="139"/>
                    <a:pt x="0" y="171"/>
                    <a:pt x="0" y="243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335"/>
                    <a:pt x="33" y="364"/>
                    <a:pt x="100" y="364"/>
                  </a:cubicBezTo>
                  <a:cubicBezTo>
                    <a:pt x="349" y="364"/>
                    <a:pt x="349" y="364"/>
                    <a:pt x="349" y="364"/>
                  </a:cubicBezTo>
                  <a:cubicBezTo>
                    <a:pt x="349" y="125"/>
                    <a:pt x="349" y="125"/>
                    <a:pt x="349" y="125"/>
                  </a:cubicBezTo>
                  <a:cubicBezTo>
                    <a:pt x="349" y="33"/>
                    <a:pt x="319" y="0"/>
                    <a:pt x="230" y="0"/>
                  </a:cubicBezTo>
                  <a:moveTo>
                    <a:pt x="109" y="287"/>
                  </a:moveTo>
                  <a:cubicBezTo>
                    <a:pt x="96" y="287"/>
                    <a:pt x="82" y="280"/>
                    <a:pt x="82" y="249"/>
                  </a:cubicBezTo>
                  <a:cubicBezTo>
                    <a:pt x="82" y="218"/>
                    <a:pt x="96" y="212"/>
                    <a:pt x="109" y="212"/>
                  </a:cubicBezTo>
                  <a:cubicBezTo>
                    <a:pt x="267" y="212"/>
                    <a:pt x="267" y="212"/>
                    <a:pt x="267" y="212"/>
                  </a:cubicBezTo>
                  <a:cubicBezTo>
                    <a:pt x="267" y="287"/>
                    <a:pt x="267" y="287"/>
                    <a:pt x="267" y="287"/>
                  </a:cubicBezTo>
                  <a:lnTo>
                    <a:pt x="109" y="28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00" name="Google Shape;800;p130"/>
            <p:cNvSpPr/>
            <p:nvPr/>
          </p:nvSpPr>
          <p:spPr>
            <a:xfrm>
              <a:off x="7449781" y="2834418"/>
              <a:ext cx="497926" cy="522697"/>
            </a:xfrm>
            <a:custGeom>
              <a:avLst/>
              <a:gdLst/>
              <a:ahLst/>
              <a:cxnLst/>
              <a:rect l="l" t="t" r="r" b="b"/>
              <a:pathLst>
                <a:path w="349" h="364" extrusionOk="0">
                  <a:moveTo>
                    <a:pt x="23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25" y="77"/>
                    <a:pt x="225" y="77"/>
                    <a:pt x="225" y="77"/>
                  </a:cubicBezTo>
                  <a:cubicBezTo>
                    <a:pt x="255" y="77"/>
                    <a:pt x="267" y="91"/>
                    <a:pt x="267" y="126"/>
                  </a:cubicBezTo>
                  <a:cubicBezTo>
                    <a:pt x="267" y="139"/>
                    <a:pt x="267" y="139"/>
                    <a:pt x="267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32" y="139"/>
                    <a:pt x="0" y="171"/>
                    <a:pt x="0" y="243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335"/>
                    <a:pt x="33" y="364"/>
                    <a:pt x="100" y="364"/>
                  </a:cubicBezTo>
                  <a:cubicBezTo>
                    <a:pt x="349" y="364"/>
                    <a:pt x="349" y="364"/>
                    <a:pt x="349" y="364"/>
                  </a:cubicBezTo>
                  <a:cubicBezTo>
                    <a:pt x="349" y="125"/>
                    <a:pt x="349" y="125"/>
                    <a:pt x="349" y="125"/>
                  </a:cubicBezTo>
                  <a:cubicBezTo>
                    <a:pt x="349" y="33"/>
                    <a:pt x="319" y="0"/>
                    <a:pt x="230" y="0"/>
                  </a:cubicBezTo>
                  <a:moveTo>
                    <a:pt x="109" y="287"/>
                  </a:moveTo>
                  <a:cubicBezTo>
                    <a:pt x="96" y="287"/>
                    <a:pt x="82" y="280"/>
                    <a:pt x="82" y="249"/>
                  </a:cubicBezTo>
                  <a:cubicBezTo>
                    <a:pt x="82" y="218"/>
                    <a:pt x="96" y="212"/>
                    <a:pt x="109" y="212"/>
                  </a:cubicBezTo>
                  <a:cubicBezTo>
                    <a:pt x="267" y="212"/>
                    <a:pt x="267" y="212"/>
                    <a:pt x="267" y="212"/>
                  </a:cubicBezTo>
                  <a:cubicBezTo>
                    <a:pt x="267" y="287"/>
                    <a:pt x="267" y="287"/>
                    <a:pt x="267" y="287"/>
                  </a:cubicBezTo>
                  <a:lnTo>
                    <a:pt x="109" y="287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01" name="Google Shape;801;p130"/>
            <p:cNvSpPr/>
            <p:nvPr/>
          </p:nvSpPr>
          <p:spPr>
            <a:xfrm>
              <a:off x="5314401" y="2834418"/>
              <a:ext cx="458290" cy="522697"/>
            </a:xfrm>
            <a:custGeom>
              <a:avLst/>
              <a:gdLst/>
              <a:ahLst/>
              <a:cxnLst/>
              <a:rect l="l" t="t" r="r" b="b"/>
              <a:pathLst>
                <a:path w="185" h="211" extrusionOk="0">
                  <a:moveTo>
                    <a:pt x="0" y="0"/>
                  </a:moveTo>
                  <a:lnTo>
                    <a:pt x="0" y="45"/>
                  </a:lnTo>
                  <a:lnTo>
                    <a:pt x="68" y="45"/>
                  </a:lnTo>
                  <a:lnTo>
                    <a:pt x="68" y="211"/>
                  </a:lnTo>
                  <a:lnTo>
                    <a:pt x="117" y="211"/>
                  </a:lnTo>
                  <a:lnTo>
                    <a:pt x="117" y="45"/>
                  </a:lnTo>
                  <a:lnTo>
                    <a:pt x="185" y="45"/>
                  </a:lnTo>
                  <a:lnTo>
                    <a:pt x="1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02" name="Google Shape;802;p130"/>
            <p:cNvSpPr/>
            <p:nvPr/>
          </p:nvSpPr>
          <p:spPr>
            <a:xfrm>
              <a:off x="6981582" y="2834418"/>
              <a:ext cx="455812" cy="522697"/>
            </a:xfrm>
            <a:custGeom>
              <a:avLst/>
              <a:gdLst/>
              <a:ahLst/>
              <a:cxnLst/>
              <a:rect l="l" t="t" r="r" b="b"/>
              <a:pathLst>
                <a:path w="184" h="211" extrusionOk="0">
                  <a:moveTo>
                    <a:pt x="0" y="0"/>
                  </a:moveTo>
                  <a:lnTo>
                    <a:pt x="0" y="45"/>
                  </a:lnTo>
                  <a:lnTo>
                    <a:pt x="68" y="45"/>
                  </a:lnTo>
                  <a:lnTo>
                    <a:pt x="68" y="211"/>
                  </a:lnTo>
                  <a:lnTo>
                    <a:pt x="116" y="211"/>
                  </a:lnTo>
                  <a:lnTo>
                    <a:pt x="116" y="45"/>
                  </a:lnTo>
                  <a:lnTo>
                    <a:pt x="184" y="45"/>
                  </a:lnTo>
                  <a:lnTo>
                    <a:pt x="1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03" name="Google Shape;803;p130"/>
            <p:cNvSpPr/>
            <p:nvPr/>
          </p:nvSpPr>
          <p:spPr>
            <a:xfrm>
              <a:off x="5916369" y="2834418"/>
              <a:ext cx="492971" cy="522697"/>
            </a:xfrm>
            <a:custGeom>
              <a:avLst/>
              <a:gdLst/>
              <a:ahLst/>
              <a:cxnLst/>
              <a:rect l="l" t="t" r="r" b="b"/>
              <a:pathLst>
                <a:path w="345" h="364" extrusionOk="0">
                  <a:moveTo>
                    <a:pt x="345" y="237"/>
                  </a:moveTo>
                  <a:cubicBezTo>
                    <a:pt x="345" y="128"/>
                    <a:pt x="345" y="128"/>
                    <a:pt x="345" y="128"/>
                  </a:cubicBezTo>
                  <a:cubicBezTo>
                    <a:pt x="345" y="33"/>
                    <a:pt x="308" y="0"/>
                    <a:pt x="22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4"/>
                    <a:pt x="0" y="364"/>
                    <a:pt x="0" y="364"/>
                  </a:cubicBezTo>
                  <a:cubicBezTo>
                    <a:pt x="228" y="364"/>
                    <a:pt x="228" y="364"/>
                    <a:pt x="228" y="364"/>
                  </a:cubicBezTo>
                  <a:cubicBezTo>
                    <a:pt x="317" y="364"/>
                    <a:pt x="345" y="320"/>
                    <a:pt x="345" y="237"/>
                  </a:cubicBezTo>
                  <a:moveTo>
                    <a:pt x="260" y="238"/>
                  </a:moveTo>
                  <a:cubicBezTo>
                    <a:pt x="260" y="273"/>
                    <a:pt x="248" y="287"/>
                    <a:pt x="218" y="287"/>
                  </a:cubicBezTo>
                  <a:cubicBezTo>
                    <a:pt x="84" y="287"/>
                    <a:pt x="84" y="287"/>
                    <a:pt x="84" y="287"/>
                  </a:cubicBezTo>
                  <a:cubicBezTo>
                    <a:pt x="84" y="78"/>
                    <a:pt x="84" y="78"/>
                    <a:pt x="84" y="78"/>
                  </a:cubicBezTo>
                  <a:cubicBezTo>
                    <a:pt x="218" y="78"/>
                    <a:pt x="218" y="78"/>
                    <a:pt x="218" y="78"/>
                  </a:cubicBezTo>
                  <a:cubicBezTo>
                    <a:pt x="248" y="78"/>
                    <a:pt x="260" y="91"/>
                    <a:pt x="260" y="126"/>
                  </a:cubicBezTo>
                  <a:lnTo>
                    <a:pt x="260" y="238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04" name="Google Shape;804;p130"/>
            <p:cNvSpPr/>
            <p:nvPr/>
          </p:nvSpPr>
          <p:spPr>
            <a:xfrm>
              <a:off x="4261573" y="2829464"/>
              <a:ext cx="517744" cy="535082"/>
            </a:xfrm>
            <a:custGeom>
              <a:avLst/>
              <a:gdLst/>
              <a:ahLst/>
              <a:cxnLst/>
              <a:rect l="l" t="t" r="r" b="b"/>
              <a:pathLst>
                <a:path w="363" h="373" extrusionOk="0">
                  <a:moveTo>
                    <a:pt x="273" y="282"/>
                  </a:moveTo>
                  <a:cubicBezTo>
                    <a:pt x="271" y="278"/>
                    <a:pt x="160" y="63"/>
                    <a:pt x="146" y="42"/>
                  </a:cubicBezTo>
                  <a:cubicBezTo>
                    <a:pt x="130" y="17"/>
                    <a:pt x="111" y="0"/>
                    <a:pt x="74" y="0"/>
                  </a:cubicBezTo>
                  <a:cubicBezTo>
                    <a:pt x="40" y="0"/>
                    <a:pt x="0" y="15"/>
                    <a:pt x="0" y="96"/>
                  </a:cubicBezTo>
                  <a:cubicBezTo>
                    <a:pt x="0" y="369"/>
                    <a:pt x="0" y="369"/>
                    <a:pt x="0" y="369"/>
                  </a:cubicBezTo>
                  <a:cubicBezTo>
                    <a:pt x="82" y="369"/>
                    <a:pt x="82" y="369"/>
                    <a:pt x="82" y="369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25"/>
                    <a:pt x="81" y="101"/>
                    <a:pt x="81" y="96"/>
                  </a:cubicBezTo>
                  <a:cubicBezTo>
                    <a:pt x="81" y="92"/>
                    <a:pt x="81" y="88"/>
                    <a:pt x="83" y="87"/>
                  </a:cubicBezTo>
                  <a:cubicBezTo>
                    <a:pt x="85" y="86"/>
                    <a:pt x="88" y="88"/>
                    <a:pt x="89" y="91"/>
                  </a:cubicBezTo>
                  <a:cubicBezTo>
                    <a:pt x="91" y="94"/>
                    <a:pt x="195" y="297"/>
                    <a:pt x="217" y="331"/>
                  </a:cubicBezTo>
                  <a:cubicBezTo>
                    <a:pt x="232" y="355"/>
                    <a:pt x="251" y="373"/>
                    <a:pt x="288" y="373"/>
                  </a:cubicBezTo>
                  <a:cubicBezTo>
                    <a:pt x="322" y="373"/>
                    <a:pt x="363" y="357"/>
                    <a:pt x="363" y="276"/>
                  </a:cubicBezTo>
                  <a:cubicBezTo>
                    <a:pt x="363" y="4"/>
                    <a:pt x="363" y="4"/>
                    <a:pt x="363" y="4"/>
                  </a:cubicBezTo>
                  <a:cubicBezTo>
                    <a:pt x="280" y="4"/>
                    <a:pt x="280" y="4"/>
                    <a:pt x="280" y="4"/>
                  </a:cubicBezTo>
                  <a:cubicBezTo>
                    <a:pt x="280" y="231"/>
                    <a:pt x="280" y="231"/>
                    <a:pt x="280" y="231"/>
                  </a:cubicBezTo>
                  <a:cubicBezTo>
                    <a:pt x="280" y="248"/>
                    <a:pt x="281" y="272"/>
                    <a:pt x="282" y="277"/>
                  </a:cubicBezTo>
                  <a:cubicBezTo>
                    <a:pt x="282" y="281"/>
                    <a:pt x="282" y="284"/>
                    <a:pt x="279" y="286"/>
                  </a:cubicBezTo>
                  <a:cubicBezTo>
                    <a:pt x="277" y="287"/>
                    <a:pt x="275" y="285"/>
                    <a:pt x="273" y="282"/>
                  </a:cubicBezTo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05" name="Google Shape;805;p130"/>
            <p:cNvSpPr/>
            <p:nvPr/>
          </p:nvSpPr>
          <p:spPr>
            <a:xfrm>
              <a:off x="4821429" y="2834418"/>
              <a:ext cx="455812" cy="522697"/>
            </a:xfrm>
            <a:custGeom>
              <a:avLst/>
              <a:gdLst/>
              <a:ahLst/>
              <a:cxnLst/>
              <a:rect l="l" t="t" r="r" b="b"/>
              <a:pathLst>
                <a:path w="184" h="211" extrusionOk="0">
                  <a:moveTo>
                    <a:pt x="0" y="0"/>
                  </a:moveTo>
                  <a:lnTo>
                    <a:pt x="0" y="45"/>
                  </a:lnTo>
                  <a:lnTo>
                    <a:pt x="68" y="45"/>
                  </a:lnTo>
                  <a:lnTo>
                    <a:pt x="68" y="211"/>
                  </a:lnTo>
                  <a:lnTo>
                    <a:pt x="116" y="211"/>
                  </a:lnTo>
                  <a:lnTo>
                    <a:pt x="116" y="45"/>
                  </a:lnTo>
                  <a:lnTo>
                    <a:pt x="184" y="45"/>
                  </a:lnTo>
                  <a:lnTo>
                    <a:pt x="1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5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. Layout guide">
  <p:cSld name="D. Layout guide"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31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08" name="Google Shape;808;p131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131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10" name="Google Shape;810;p1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1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2" name="Google Shape;812;p131"/>
          <p:cNvGrpSpPr/>
          <p:nvPr/>
        </p:nvGrpSpPr>
        <p:grpSpPr>
          <a:xfrm>
            <a:off x="-720" y="-1"/>
            <a:ext cx="14632560" cy="8229600"/>
            <a:chOff x="-600" y="-1"/>
            <a:chExt cx="12193800" cy="6858000"/>
          </a:xfrm>
        </p:grpSpPr>
        <p:sp>
          <p:nvSpPr>
            <p:cNvPr id="813" name="Google Shape;813;p131"/>
            <p:cNvSpPr/>
            <p:nvPr/>
          </p:nvSpPr>
          <p:spPr>
            <a:xfrm>
              <a:off x="0" y="-1"/>
              <a:ext cx="12193200" cy="6858000"/>
            </a:xfrm>
            <a:custGeom>
              <a:avLst/>
              <a:gdLst/>
              <a:ahLst/>
              <a:cxnLst/>
              <a:rect l="l" t="t" r="r" b="b"/>
              <a:pathLst>
                <a:path w="12193200" h="6858000" extrusionOk="0">
                  <a:moveTo>
                    <a:pt x="630001" y="622800"/>
                  </a:moveTo>
                  <a:lnTo>
                    <a:pt x="630001" y="6160597"/>
                  </a:lnTo>
                  <a:lnTo>
                    <a:pt x="11562000" y="6160597"/>
                  </a:lnTo>
                  <a:lnTo>
                    <a:pt x="11562000" y="622800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22800"/>
                  </a:lnTo>
                  <a:lnTo>
                    <a:pt x="12192000" y="622800"/>
                  </a:lnTo>
                  <a:lnTo>
                    <a:pt x="12192000" y="6160597"/>
                  </a:lnTo>
                  <a:lnTo>
                    <a:pt x="12193200" y="6160597"/>
                  </a:lnTo>
                  <a:lnTo>
                    <a:pt x="12193200" y="6858000"/>
                  </a:lnTo>
                  <a:lnTo>
                    <a:pt x="12192000" y="6858000"/>
                  </a:lnTo>
                  <a:lnTo>
                    <a:pt x="11562000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814" name="Google Shape;814;p131"/>
            <p:cNvGrpSpPr/>
            <p:nvPr/>
          </p:nvGrpSpPr>
          <p:grpSpPr>
            <a:xfrm>
              <a:off x="-600" y="622800"/>
              <a:ext cx="12193200" cy="5305742"/>
              <a:chOff x="12623800" y="622800"/>
              <a:chExt cx="11176000" cy="5536800"/>
            </a:xfrm>
          </p:grpSpPr>
          <p:cxnSp>
            <p:nvCxnSpPr>
              <p:cNvPr id="815" name="Google Shape;815;p131"/>
              <p:cNvCxnSpPr/>
              <p:nvPr/>
            </p:nvCxnSpPr>
            <p:spPr>
              <a:xfrm>
                <a:off x="12623800" y="622800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6" name="Google Shape;816;p131"/>
              <p:cNvCxnSpPr/>
              <p:nvPr/>
            </p:nvCxnSpPr>
            <p:spPr>
              <a:xfrm>
                <a:off x="12623800" y="914211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7" name="Google Shape;817;p131"/>
              <p:cNvCxnSpPr/>
              <p:nvPr/>
            </p:nvCxnSpPr>
            <p:spPr>
              <a:xfrm>
                <a:off x="12623800" y="1205622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8" name="Google Shape;818;p131"/>
              <p:cNvCxnSpPr/>
              <p:nvPr/>
            </p:nvCxnSpPr>
            <p:spPr>
              <a:xfrm>
                <a:off x="12623800" y="1497600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9" name="Google Shape;819;p131"/>
              <p:cNvCxnSpPr/>
              <p:nvPr/>
            </p:nvCxnSpPr>
            <p:spPr>
              <a:xfrm>
                <a:off x="12623800" y="1788444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0" name="Google Shape;820;p131"/>
              <p:cNvCxnSpPr/>
              <p:nvPr/>
            </p:nvCxnSpPr>
            <p:spPr>
              <a:xfrm>
                <a:off x="12623800" y="2079855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1" name="Google Shape;821;p131"/>
              <p:cNvCxnSpPr/>
              <p:nvPr/>
            </p:nvCxnSpPr>
            <p:spPr>
              <a:xfrm>
                <a:off x="12623800" y="2371266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2" name="Google Shape;822;p131"/>
              <p:cNvCxnSpPr/>
              <p:nvPr/>
            </p:nvCxnSpPr>
            <p:spPr>
              <a:xfrm>
                <a:off x="12623800" y="2662677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3" name="Google Shape;823;p131"/>
              <p:cNvCxnSpPr/>
              <p:nvPr/>
            </p:nvCxnSpPr>
            <p:spPr>
              <a:xfrm>
                <a:off x="12623800" y="2954088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4" name="Google Shape;824;p131"/>
              <p:cNvCxnSpPr/>
              <p:nvPr/>
            </p:nvCxnSpPr>
            <p:spPr>
              <a:xfrm>
                <a:off x="12623800" y="3245499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5" name="Google Shape;825;p131"/>
              <p:cNvCxnSpPr/>
              <p:nvPr/>
            </p:nvCxnSpPr>
            <p:spPr>
              <a:xfrm>
                <a:off x="12623800" y="3536910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6" name="Google Shape;826;p131"/>
              <p:cNvCxnSpPr/>
              <p:nvPr/>
            </p:nvCxnSpPr>
            <p:spPr>
              <a:xfrm>
                <a:off x="12623800" y="3828321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7" name="Google Shape;827;p131"/>
              <p:cNvCxnSpPr/>
              <p:nvPr/>
            </p:nvCxnSpPr>
            <p:spPr>
              <a:xfrm>
                <a:off x="12623800" y="4119732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8" name="Google Shape;828;p131"/>
              <p:cNvCxnSpPr/>
              <p:nvPr/>
            </p:nvCxnSpPr>
            <p:spPr>
              <a:xfrm>
                <a:off x="12623800" y="4411143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9" name="Google Shape;829;p131"/>
              <p:cNvCxnSpPr/>
              <p:nvPr/>
            </p:nvCxnSpPr>
            <p:spPr>
              <a:xfrm>
                <a:off x="12623800" y="4702554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0" name="Google Shape;830;p131"/>
              <p:cNvCxnSpPr/>
              <p:nvPr/>
            </p:nvCxnSpPr>
            <p:spPr>
              <a:xfrm>
                <a:off x="12623800" y="4993965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1" name="Google Shape;831;p131"/>
              <p:cNvCxnSpPr/>
              <p:nvPr/>
            </p:nvCxnSpPr>
            <p:spPr>
              <a:xfrm>
                <a:off x="12623800" y="5285376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2" name="Google Shape;832;p131"/>
              <p:cNvCxnSpPr/>
              <p:nvPr/>
            </p:nvCxnSpPr>
            <p:spPr>
              <a:xfrm>
                <a:off x="12623800" y="5576787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3" name="Google Shape;833;p131"/>
              <p:cNvCxnSpPr/>
              <p:nvPr/>
            </p:nvCxnSpPr>
            <p:spPr>
              <a:xfrm>
                <a:off x="12623800" y="5868198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4" name="Google Shape;834;p131"/>
              <p:cNvCxnSpPr/>
              <p:nvPr/>
            </p:nvCxnSpPr>
            <p:spPr>
              <a:xfrm>
                <a:off x="12623800" y="6159600"/>
                <a:ext cx="1117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835" name="Google Shape;835;p131"/>
            <p:cNvGrpSpPr/>
            <p:nvPr/>
          </p:nvGrpSpPr>
          <p:grpSpPr>
            <a:xfrm>
              <a:off x="1277000" y="623550"/>
              <a:ext cx="9638000" cy="5537047"/>
              <a:chOff x="1277000" y="623550"/>
              <a:chExt cx="9638000" cy="5537047"/>
            </a:xfrm>
          </p:grpSpPr>
          <p:sp>
            <p:nvSpPr>
              <p:cNvPr id="836" name="Google Shape;836;p131"/>
              <p:cNvSpPr/>
              <p:nvPr/>
            </p:nvSpPr>
            <p:spPr>
              <a:xfrm>
                <a:off x="688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37" name="Google Shape;837;p131"/>
              <p:cNvSpPr/>
              <p:nvPr/>
            </p:nvSpPr>
            <p:spPr>
              <a:xfrm>
                <a:off x="875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38" name="Google Shape;838;p131"/>
              <p:cNvSpPr/>
              <p:nvPr/>
            </p:nvSpPr>
            <p:spPr>
              <a:xfrm>
                <a:off x="782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39" name="Google Shape;839;p131"/>
              <p:cNvSpPr/>
              <p:nvPr/>
            </p:nvSpPr>
            <p:spPr>
              <a:xfrm>
                <a:off x="969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40" name="Google Shape;840;p131"/>
              <p:cNvSpPr/>
              <p:nvPr/>
            </p:nvSpPr>
            <p:spPr>
              <a:xfrm>
                <a:off x="1062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41" name="Google Shape;841;p131"/>
              <p:cNvSpPr/>
              <p:nvPr/>
            </p:nvSpPr>
            <p:spPr>
              <a:xfrm>
                <a:off x="595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42" name="Google Shape;842;p131"/>
              <p:cNvSpPr/>
              <p:nvPr/>
            </p:nvSpPr>
            <p:spPr>
              <a:xfrm>
                <a:off x="127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43" name="Google Shape;843;p131"/>
              <p:cNvSpPr/>
              <p:nvPr/>
            </p:nvSpPr>
            <p:spPr>
              <a:xfrm>
                <a:off x="221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44" name="Google Shape;844;p131"/>
              <p:cNvSpPr/>
              <p:nvPr/>
            </p:nvSpPr>
            <p:spPr>
              <a:xfrm>
                <a:off x="314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45" name="Google Shape;845;p131"/>
              <p:cNvSpPr/>
              <p:nvPr/>
            </p:nvSpPr>
            <p:spPr>
              <a:xfrm>
                <a:off x="408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46" name="Google Shape;846;p131"/>
              <p:cNvSpPr/>
              <p:nvPr/>
            </p:nvSpPr>
            <p:spPr>
              <a:xfrm>
                <a:off x="501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333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sp>
          <p:nvSpPr>
            <p:cNvPr id="847" name="Google Shape;847;p131"/>
            <p:cNvSpPr/>
            <p:nvPr/>
          </p:nvSpPr>
          <p:spPr>
            <a:xfrm>
              <a:off x="629400" y="5946999"/>
              <a:ext cx="10933200" cy="378584"/>
            </a:xfrm>
            <a:prstGeom prst="rect">
              <a:avLst/>
            </a:prstGeom>
            <a:solidFill>
              <a:schemeClr val="accent3">
                <a:alpha val="1333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48" name="Google Shape;848;p131"/>
            <p:cNvSpPr/>
            <p:nvPr/>
          </p:nvSpPr>
          <p:spPr>
            <a:xfrm>
              <a:off x="629400" y="1472200"/>
              <a:ext cx="10932229" cy="551333"/>
            </a:xfrm>
            <a:prstGeom prst="rect">
              <a:avLst/>
            </a:prstGeom>
            <a:solidFill>
              <a:schemeClr val="accent3">
                <a:alpha val="1333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endPara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849" name="Google Shape;849;p131"/>
            <p:cNvGrpSpPr/>
            <p:nvPr/>
          </p:nvGrpSpPr>
          <p:grpSpPr>
            <a:xfrm>
              <a:off x="629400" y="5754893"/>
              <a:ext cx="10933200" cy="79536"/>
              <a:chOff x="629400" y="5975122"/>
              <a:chExt cx="10933200" cy="79536"/>
            </a:xfrm>
          </p:grpSpPr>
          <p:sp>
            <p:nvSpPr>
              <p:cNvPr id="850" name="Google Shape;850;p131"/>
              <p:cNvSpPr/>
              <p:nvPr/>
            </p:nvSpPr>
            <p:spPr>
              <a:xfrm>
                <a:off x="2880128" y="5975122"/>
                <a:ext cx="1930288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51" name="Google Shape;851;p131"/>
              <p:cNvSpPr/>
              <p:nvPr/>
            </p:nvSpPr>
            <p:spPr>
              <a:xfrm>
                <a:off x="9626194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52" name="Google Shape;852;p131"/>
              <p:cNvSpPr/>
              <p:nvPr/>
            </p:nvSpPr>
            <p:spPr>
              <a:xfrm>
                <a:off x="7372407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53" name="Google Shape;853;p131"/>
              <p:cNvSpPr/>
              <p:nvPr/>
            </p:nvSpPr>
            <p:spPr>
              <a:xfrm>
                <a:off x="5127797" y="5975122"/>
                <a:ext cx="1927229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54" name="Google Shape;854;p131"/>
              <p:cNvSpPr/>
              <p:nvPr/>
            </p:nvSpPr>
            <p:spPr>
              <a:xfrm>
                <a:off x="629400" y="5975122"/>
                <a:ext cx="1933347" cy="79536"/>
              </a:xfrm>
              <a:prstGeom prst="rect">
                <a:avLst/>
              </a:prstGeom>
              <a:solidFill>
                <a:schemeClr val="accent5">
                  <a:alpha val="8235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60"/>
                  <a:buFont typeface="Arial"/>
                  <a:buNone/>
                </a:pPr>
                <a:endParaRPr sz="2160" b="0" i="0" u="none" strike="noStrike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sp>
          <p:nvSpPr>
            <p:cNvPr id="855" name="Google Shape;855;p131"/>
            <p:cNvSpPr/>
            <p:nvPr/>
          </p:nvSpPr>
          <p:spPr>
            <a:xfrm>
              <a:off x="629400" y="2023533"/>
              <a:ext cx="10933200" cy="3905009"/>
            </a:xfrm>
            <a:custGeom>
              <a:avLst/>
              <a:gdLst/>
              <a:ahLst/>
              <a:cxnLst/>
              <a:rect l="l" t="t" r="r" b="b"/>
              <a:pathLst>
                <a:path w="10931999" h="5537797" extrusionOk="0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 cap="flat" cmpd="sng">
              <a:solidFill>
                <a:srgbClr val="E71C57">
                  <a:alpha val="3333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0"/>
                <a:buFont typeface="Arial"/>
                <a:buNone/>
              </a:pPr>
              <a:endParaRPr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56" name="Google Shape;856;p131"/>
            <p:cNvSpPr txBox="1"/>
            <p:nvPr/>
          </p:nvSpPr>
          <p:spPr>
            <a:xfrm>
              <a:off x="630000" y="5928542"/>
              <a:ext cx="9030914" cy="4154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00"/>
                <a:buFont typeface="Trebuchet MS"/>
                <a:buNone/>
              </a:pPr>
              <a:r>
                <a:rPr lang="es-MX" sz="1200" b="0" i="0" u="none" strike="noStrike" cap="none">
                  <a:solidFill>
                    <a:srgbClr val="7F7F7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1. xxxx  2. xxxx  3. List footnotes in numerical order. Footnote numbers are not bracketed. Use 10pt font</a:t>
              </a: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00"/>
                <a:buFont typeface="Trebuchet MS"/>
                <a:buNone/>
              </a:pPr>
              <a:r>
                <a:rPr lang="es-MX" sz="1200" b="0" i="0" u="none" strike="noStrike" cap="none">
                  <a:solidFill>
                    <a:srgbClr val="7F7F7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Note: Do not put a period at the end of the note or the source</a:t>
              </a: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00"/>
                <a:buFont typeface="Trebuchet MS"/>
                <a:buNone/>
              </a:pPr>
              <a:r>
                <a:rPr lang="es-MX" sz="1200" b="0" i="0" u="none" strike="noStrike" cap="none">
                  <a:solidFill>
                    <a:srgbClr val="7F7F7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Source: Include a source for every chart that you use. Separate sources with a semicolon; BCG-related sources go at the end</a:t>
              </a:r>
              <a:endParaRPr sz="167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Section Header Overview">
  <p:cSld name="Agenda Section Header Overview"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32"/>
          <p:cNvSpPr/>
          <p:nvPr/>
        </p:nvSpPr>
        <p:spPr>
          <a:xfrm>
            <a:off x="1665775" y="5629424"/>
            <a:ext cx="1115204" cy="119504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59" name="Google Shape;859;p132"/>
          <p:cNvSpPr/>
          <p:nvPr/>
        </p:nvSpPr>
        <p:spPr>
          <a:xfrm>
            <a:off x="3011379" y="5629425"/>
            <a:ext cx="1884182" cy="1761811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19450" tIns="216000" rIns="219450" bIns="21945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0" name="Google Shape;860;p132"/>
          <p:cNvSpPr txBox="1"/>
          <p:nvPr/>
        </p:nvSpPr>
        <p:spPr>
          <a:xfrm>
            <a:off x="756000" y="1088636"/>
            <a:ext cx="4138560" cy="418608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4400" tIns="56160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0"/>
              <a:buFont typeface="Arial"/>
              <a:buNone/>
            </a:pPr>
            <a:endParaRPr sz="648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1" name="Google Shape;861;p132"/>
          <p:cNvSpPr txBox="1"/>
          <p:nvPr/>
        </p:nvSpPr>
        <p:spPr>
          <a:xfrm>
            <a:off x="1355985" y="1338499"/>
            <a:ext cx="2937727" cy="105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0"/>
              <a:buFont typeface="Arial"/>
              <a:buNone/>
            </a:pPr>
            <a:r>
              <a:rPr lang="es-MX" sz="648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132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3" name="Google Shape;863;p132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132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65" name="Google Shape;865;p1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1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Section Header">
  <p:cSld name="Agenda Section Header"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33"/>
          <p:cNvSpPr/>
          <p:nvPr/>
        </p:nvSpPr>
        <p:spPr>
          <a:xfrm>
            <a:off x="1541692" y="1713757"/>
            <a:ext cx="1137206" cy="113720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9" name="Google Shape;869;p133"/>
          <p:cNvSpPr/>
          <p:nvPr/>
        </p:nvSpPr>
        <p:spPr>
          <a:xfrm>
            <a:off x="1542240" y="3201120"/>
            <a:ext cx="11543040" cy="384048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70" name="Google Shape;870;p133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71" name="Google Shape;871;p133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133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73" name="Google Shape;873;p1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Full Width Overview">
  <p:cSld name="Agenda Full Width Overview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34"/>
          <p:cNvSpPr txBox="1"/>
          <p:nvPr/>
        </p:nvSpPr>
        <p:spPr>
          <a:xfrm>
            <a:off x="756000" y="747360"/>
            <a:ext cx="8627998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Trebuchet MS"/>
              <a:buNone/>
            </a:pPr>
            <a:r>
              <a:rPr lang="es-MX" sz="408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7" name="Google Shape;877;p134"/>
          <p:cNvCxnSpPr/>
          <p:nvPr/>
        </p:nvCxnSpPr>
        <p:spPr>
          <a:xfrm>
            <a:off x="742678" y="1447200"/>
            <a:ext cx="13891565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78" name="Google Shape;878;p134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79" name="Google Shape;879;p134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134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81" name="Google Shape;881;p1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1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Two-Thirds">
  <p:cSld name="Agenda Two-Thirds"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135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flipH="1">
            <a:off x="4405282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135"/>
          <p:cNvSpPr/>
          <p:nvPr/>
        </p:nvSpPr>
        <p:spPr>
          <a:xfrm>
            <a:off x="4896916" y="-1570"/>
            <a:ext cx="9733484" cy="82311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86" name="Google Shape;886;p135"/>
          <p:cNvSpPr txBox="1"/>
          <p:nvPr/>
        </p:nvSpPr>
        <p:spPr>
          <a:xfrm>
            <a:off x="756000" y="3849258"/>
            <a:ext cx="1856572" cy="531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</a:pPr>
            <a:r>
              <a:rPr lang="es-MX" sz="38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135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88" name="Google Shape;888;p135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135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90" name="Google Shape;890;p1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1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. Section Header Overview">
  <p:cSld name="Agenda D. Section Header Overview"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136"/>
          <p:cNvSpPr/>
          <p:nvPr/>
        </p:nvSpPr>
        <p:spPr>
          <a:xfrm>
            <a:off x="1665775" y="5629424"/>
            <a:ext cx="1115204" cy="1195049"/>
          </a:xfrm>
          <a:prstGeom prst="rect">
            <a:avLst/>
          </a:prstGeom>
          <a:noFill/>
          <a:ln w="9525" cap="flat" cmpd="sng">
            <a:solidFill>
              <a:srgbClr val="7C96C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4" name="Google Shape;894;p136"/>
          <p:cNvSpPr/>
          <p:nvPr/>
        </p:nvSpPr>
        <p:spPr>
          <a:xfrm>
            <a:off x="3011379" y="5629425"/>
            <a:ext cx="1884182" cy="1761811"/>
          </a:xfrm>
          <a:prstGeom prst="rect">
            <a:avLst/>
          </a:prstGeom>
          <a:noFill/>
          <a:ln w="9525" cap="flat" cmpd="sng">
            <a:solidFill>
              <a:srgbClr val="7C96C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19450" tIns="216000" rIns="219450" bIns="21945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5" name="Google Shape;895;p136"/>
          <p:cNvSpPr txBox="1"/>
          <p:nvPr/>
        </p:nvSpPr>
        <p:spPr>
          <a:xfrm>
            <a:off x="756000" y="1088635"/>
            <a:ext cx="4138560" cy="4186080"/>
          </a:xfrm>
          <a:prstGeom prst="rect">
            <a:avLst/>
          </a:prstGeom>
          <a:noFill/>
          <a:ln w="9525" cap="flat" cmpd="sng">
            <a:solidFill>
              <a:srgbClr val="7C96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4400" tIns="56160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0"/>
              <a:buFont typeface="Arial"/>
              <a:buNone/>
            </a:pPr>
            <a:endParaRPr sz="6480" b="0" i="0" u="none" strike="noStrike" cap="non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6" name="Google Shape;896;p136"/>
          <p:cNvSpPr txBox="1"/>
          <p:nvPr/>
        </p:nvSpPr>
        <p:spPr>
          <a:xfrm>
            <a:off x="1355985" y="1338499"/>
            <a:ext cx="2937727" cy="105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0"/>
              <a:buFont typeface="Arial"/>
              <a:buNone/>
            </a:pPr>
            <a:r>
              <a:rPr lang="es-MX" sz="6480" b="0" i="0" u="none" strike="noStrike" cap="none">
                <a:solidFill>
                  <a:srgbClr val="7C96CA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136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8" name="Google Shape;898;p136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136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00" name="Google Shape;900;p1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1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. Section Header">
  <p:cSld name="Agenda D. Section Header"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37"/>
          <p:cNvSpPr/>
          <p:nvPr/>
        </p:nvSpPr>
        <p:spPr>
          <a:xfrm>
            <a:off x="1541692" y="1713757"/>
            <a:ext cx="1137206" cy="1137206"/>
          </a:xfrm>
          <a:prstGeom prst="rect">
            <a:avLst/>
          </a:prstGeom>
          <a:noFill/>
          <a:ln w="9525" cap="flat" cmpd="sng">
            <a:solidFill>
              <a:srgbClr val="7C96C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4" name="Google Shape;904;p137"/>
          <p:cNvSpPr/>
          <p:nvPr/>
        </p:nvSpPr>
        <p:spPr>
          <a:xfrm>
            <a:off x="1542240" y="3201120"/>
            <a:ext cx="11543040" cy="3840480"/>
          </a:xfrm>
          <a:prstGeom prst="rect">
            <a:avLst/>
          </a:prstGeom>
          <a:noFill/>
          <a:ln w="9525" cap="flat" cmpd="sng">
            <a:solidFill>
              <a:srgbClr val="7C96C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5" name="Google Shape;905;p137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6" name="Google Shape;906;p137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37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08" name="Google Shape;908;p1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1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. Full Width Overview">
  <p:cSld name="Agenda D. Full Width Overview"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38"/>
          <p:cNvSpPr txBox="1"/>
          <p:nvPr/>
        </p:nvSpPr>
        <p:spPr>
          <a:xfrm>
            <a:off x="756000" y="747360"/>
            <a:ext cx="8627998" cy="56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C96CA"/>
              </a:buClr>
              <a:buSzPts val="3400"/>
              <a:buFont typeface="Trebuchet MS"/>
              <a:buNone/>
            </a:pPr>
            <a:r>
              <a:rPr lang="es-MX" sz="4080" b="0" i="0" u="none" strike="noStrike" cap="none">
                <a:solidFill>
                  <a:srgbClr val="7C96CA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2" name="Google Shape;912;p138"/>
          <p:cNvCxnSpPr/>
          <p:nvPr/>
        </p:nvCxnSpPr>
        <p:spPr>
          <a:xfrm>
            <a:off x="742678" y="1447200"/>
            <a:ext cx="13891565" cy="0"/>
          </a:xfrm>
          <a:prstGeom prst="straightConnector1">
            <a:avLst/>
          </a:prstGeom>
          <a:noFill/>
          <a:ln w="9525" cap="flat" cmpd="sng">
            <a:solidFill>
              <a:srgbClr val="7C96C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3" name="Google Shape;913;p138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4" name="Google Shape;914;p138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138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16" name="Google Shape;916;p1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1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. Two-Thirds">
  <p:cSld name="Agenda D. Two-Thirds"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9" name="Google Shape;919;p139"/>
          <p:cNvPicPr preferRelativeResize="0"/>
          <p:nvPr/>
        </p:nvPicPr>
        <p:blipFill rotWithShape="1">
          <a:blip r:embed="rId2">
            <a:alphaModFix/>
          </a:blip>
          <a:srcRect l="29398" t="8741" r="101" b="27"/>
          <a:stretch/>
        </p:blipFill>
        <p:spPr>
          <a:xfrm flipH="1">
            <a:off x="4405282" y="0"/>
            <a:ext cx="50034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139"/>
          <p:cNvSpPr/>
          <p:nvPr/>
        </p:nvSpPr>
        <p:spPr>
          <a:xfrm>
            <a:off x="4896916" y="-1570"/>
            <a:ext cx="9733484" cy="82311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1" name="Google Shape;921;p139"/>
          <p:cNvSpPr txBox="1"/>
          <p:nvPr/>
        </p:nvSpPr>
        <p:spPr>
          <a:xfrm>
            <a:off x="756001" y="3914575"/>
            <a:ext cx="1393256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r>
              <a:rPr lang="es-MX" sz="288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139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3" name="Google Shape;923;p139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139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25" name="Google Shape;925;p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1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. Table of Contents">
  <p:cSld name="Agenda D. Table of Contents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40"/>
          <p:cNvSpPr/>
          <p:nvPr/>
        </p:nvSpPr>
        <p:spPr>
          <a:xfrm>
            <a:off x="0" y="0"/>
            <a:ext cx="4905974" cy="8229600"/>
          </a:xfrm>
          <a:custGeom>
            <a:avLst/>
            <a:gdLst/>
            <a:ahLst/>
            <a:cxnLst/>
            <a:rect l="l" t="t" r="r" b="b"/>
            <a:pathLst>
              <a:path w="4088312" h="6858000" extrusionOk="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9" name="Google Shape;929;p140"/>
          <p:cNvSpPr/>
          <p:nvPr/>
        </p:nvSpPr>
        <p:spPr>
          <a:xfrm>
            <a:off x="0" y="0"/>
            <a:ext cx="4905974" cy="8229600"/>
          </a:xfrm>
          <a:custGeom>
            <a:avLst/>
            <a:gdLst/>
            <a:ahLst/>
            <a:cxnLst/>
            <a:rect l="l" t="t" r="r" b="b"/>
            <a:pathLst>
              <a:path w="4088312" h="6858000" extrusionOk="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09700" tIns="54825" rIns="109700" bIns="548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endParaRPr sz="144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0" name="Google Shape;930;p140"/>
          <p:cNvSpPr txBox="1"/>
          <p:nvPr/>
        </p:nvSpPr>
        <p:spPr>
          <a:xfrm>
            <a:off x="756000" y="3093521"/>
            <a:ext cx="3383280" cy="211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Trebuchet MS"/>
              <a:buNone/>
            </a:pPr>
            <a:r>
              <a:rPr lang="es-MX" sz="648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Table of contents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1" name="Google Shape;931;p1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30366" y="4304098"/>
            <a:ext cx="1638300" cy="4059554"/>
          </a:xfrm>
          <a:custGeom>
            <a:avLst/>
            <a:gdLst/>
            <a:ahLst/>
            <a:cxnLst/>
            <a:rect l="l" t="t" r="r" b="b"/>
            <a:pathLst>
              <a:path w="1365250" h="3382962" extrusionOk="0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932" name="Google Shape;932;p140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3" name="Google Shape;933;p140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140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35" name="Google Shape;935;p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1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image" Target="../media/image4.png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57.xml"/><Relationship Id="rId42" Type="http://schemas.openxmlformats.org/officeDocument/2006/relationships/slideLayout" Target="../slideLayouts/slideLayout78.xml"/><Relationship Id="rId47" Type="http://schemas.openxmlformats.org/officeDocument/2006/relationships/slideLayout" Target="../slideLayouts/slideLayout83.xml"/><Relationship Id="rId63" Type="http://schemas.openxmlformats.org/officeDocument/2006/relationships/slideLayout" Target="../slideLayouts/slideLayout99.xml"/><Relationship Id="rId68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32" Type="http://schemas.openxmlformats.org/officeDocument/2006/relationships/slideLayout" Target="../slideLayouts/slideLayout68.xml"/><Relationship Id="rId37" Type="http://schemas.openxmlformats.org/officeDocument/2006/relationships/slideLayout" Target="../slideLayouts/slideLayout73.xml"/><Relationship Id="rId40" Type="http://schemas.openxmlformats.org/officeDocument/2006/relationships/slideLayout" Target="../slideLayouts/slideLayout76.xml"/><Relationship Id="rId45" Type="http://schemas.openxmlformats.org/officeDocument/2006/relationships/slideLayout" Target="../slideLayouts/slideLayout81.xml"/><Relationship Id="rId53" Type="http://schemas.openxmlformats.org/officeDocument/2006/relationships/slideLayout" Target="../slideLayouts/slideLayout89.xml"/><Relationship Id="rId58" Type="http://schemas.openxmlformats.org/officeDocument/2006/relationships/slideLayout" Target="../slideLayouts/slideLayout94.xml"/><Relationship Id="rId66" Type="http://schemas.openxmlformats.org/officeDocument/2006/relationships/slideLayout" Target="../slideLayouts/slideLayout102.xml"/><Relationship Id="rId74" Type="http://schemas.openxmlformats.org/officeDocument/2006/relationships/image" Target="../media/image12.png"/><Relationship Id="rId5" Type="http://schemas.openxmlformats.org/officeDocument/2006/relationships/slideLayout" Target="../slideLayouts/slideLayout41.xml"/><Relationship Id="rId61" Type="http://schemas.openxmlformats.org/officeDocument/2006/relationships/slideLayout" Target="../slideLayouts/slideLayout97.xml"/><Relationship Id="rId1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63.xml"/><Relationship Id="rId30" Type="http://schemas.openxmlformats.org/officeDocument/2006/relationships/slideLayout" Target="../slideLayouts/slideLayout66.xml"/><Relationship Id="rId35" Type="http://schemas.openxmlformats.org/officeDocument/2006/relationships/slideLayout" Target="../slideLayouts/slideLayout71.xml"/><Relationship Id="rId43" Type="http://schemas.openxmlformats.org/officeDocument/2006/relationships/slideLayout" Target="../slideLayouts/slideLayout79.xml"/><Relationship Id="rId48" Type="http://schemas.openxmlformats.org/officeDocument/2006/relationships/slideLayout" Target="../slideLayouts/slideLayout84.xml"/><Relationship Id="rId56" Type="http://schemas.openxmlformats.org/officeDocument/2006/relationships/slideLayout" Target="../slideLayouts/slideLayout92.xml"/><Relationship Id="rId64" Type="http://schemas.openxmlformats.org/officeDocument/2006/relationships/slideLayout" Target="../slideLayouts/slideLayout100.xml"/><Relationship Id="rId69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44.xml"/><Relationship Id="rId51" Type="http://schemas.openxmlformats.org/officeDocument/2006/relationships/slideLayout" Target="../slideLayouts/slideLayout87.xml"/><Relationship Id="rId72" Type="http://schemas.openxmlformats.org/officeDocument/2006/relationships/theme" Target="../theme/theme3.xml"/><Relationship Id="rId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61.xml"/><Relationship Id="rId33" Type="http://schemas.openxmlformats.org/officeDocument/2006/relationships/slideLayout" Target="../slideLayouts/slideLayout69.xml"/><Relationship Id="rId38" Type="http://schemas.openxmlformats.org/officeDocument/2006/relationships/slideLayout" Target="../slideLayouts/slideLayout74.xml"/><Relationship Id="rId46" Type="http://schemas.openxmlformats.org/officeDocument/2006/relationships/slideLayout" Target="../slideLayouts/slideLayout82.xml"/><Relationship Id="rId59" Type="http://schemas.openxmlformats.org/officeDocument/2006/relationships/slideLayout" Target="../slideLayouts/slideLayout95.xml"/><Relationship Id="rId67" Type="http://schemas.openxmlformats.org/officeDocument/2006/relationships/slideLayout" Target="../slideLayouts/slideLayout103.xml"/><Relationship Id="rId20" Type="http://schemas.openxmlformats.org/officeDocument/2006/relationships/slideLayout" Target="../slideLayouts/slideLayout56.xml"/><Relationship Id="rId41" Type="http://schemas.openxmlformats.org/officeDocument/2006/relationships/slideLayout" Target="../slideLayouts/slideLayout77.xml"/><Relationship Id="rId54" Type="http://schemas.openxmlformats.org/officeDocument/2006/relationships/slideLayout" Target="../slideLayouts/slideLayout90.xml"/><Relationship Id="rId62" Type="http://schemas.openxmlformats.org/officeDocument/2006/relationships/slideLayout" Target="../slideLayouts/slideLayout98.xml"/><Relationship Id="rId70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4.xml"/><Relationship Id="rId36" Type="http://schemas.openxmlformats.org/officeDocument/2006/relationships/slideLayout" Target="../slideLayouts/slideLayout72.xml"/><Relationship Id="rId49" Type="http://schemas.openxmlformats.org/officeDocument/2006/relationships/slideLayout" Target="../slideLayouts/slideLayout85.xml"/><Relationship Id="rId57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46.xml"/><Relationship Id="rId31" Type="http://schemas.openxmlformats.org/officeDocument/2006/relationships/slideLayout" Target="../slideLayouts/slideLayout67.xml"/><Relationship Id="rId44" Type="http://schemas.openxmlformats.org/officeDocument/2006/relationships/slideLayout" Target="../slideLayouts/slideLayout80.xml"/><Relationship Id="rId52" Type="http://schemas.openxmlformats.org/officeDocument/2006/relationships/slideLayout" Target="../slideLayouts/slideLayout88.xml"/><Relationship Id="rId60" Type="http://schemas.openxmlformats.org/officeDocument/2006/relationships/slideLayout" Target="../slideLayouts/slideLayout96.xml"/><Relationship Id="rId65" Type="http://schemas.openxmlformats.org/officeDocument/2006/relationships/slideLayout" Target="../slideLayouts/slideLayout101.xml"/><Relationship Id="rId73" Type="http://schemas.openxmlformats.org/officeDocument/2006/relationships/image" Target="../media/image11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9" Type="http://schemas.openxmlformats.org/officeDocument/2006/relationships/slideLayout" Target="../slideLayouts/slideLayout75.xml"/><Relationship Id="rId34" Type="http://schemas.openxmlformats.org/officeDocument/2006/relationships/slideLayout" Target="../slideLayouts/slideLayout70.xml"/><Relationship Id="rId50" Type="http://schemas.openxmlformats.org/officeDocument/2006/relationships/slideLayout" Target="../slideLayouts/slideLayout86.xml"/><Relationship Id="rId55" Type="http://schemas.openxmlformats.org/officeDocument/2006/relationships/slideLayout" Target="../slideLayouts/slideLayout91.xml"/><Relationship Id="rId7" Type="http://schemas.openxmlformats.org/officeDocument/2006/relationships/slideLayout" Target="../slideLayouts/slideLayout43.xml"/><Relationship Id="rId71" Type="http://schemas.openxmlformats.org/officeDocument/2006/relationships/slideLayout" Target="../slideLayouts/slideLayout10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8F8"/>
            </a:gs>
            <a:gs pos="74000">
              <a:srgbClr val="BFC5C6"/>
            </a:gs>
            <a:gs pos="83000">
              <a:srgbClr val="BFC5C6"/>
            </a:gs>
            <a:gs pos="100000">
              <a:srgbClr val="D4D8D9"/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3F41"/>
              </a:buClr>
              <a:buSzPts val="2900"/>
              <a:buFont typeface="Calibri"/>
              <a:buNone/>
              <a:defRPr sz="2900" b="0" i="0" u="none" strike="noStrike" cap="none">
                <a:solidFill>
                  <a:srgbClr val="393F4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1"/>
          <p:cNvSpPr txBox="1">
            <a:spLocks noGrp="1"/>
          </p:cNvSpPr>
          <p:nvPr>
            <p:ph type="body" idx="1"/>
          </p:nvPr>
        </p:nvSpPr>
        <p:spPr>
          <a:xfrm>
            <a:off x="1005840" y="2190750"/>
            <a:ext cx="12618600" cy="52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t" anchorCtr="0">
            <a:noAutofit/>
          </a:bodyPr>
          <a:lstStyle>
            <a:lvl1pPr marL="457200" marR="0" lvl="0" indent="-444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65F62"/>
              </a:buClr>
              <a:buSzPts val="3400"/>
              <a:buFont typeface="Arial"/>
              <a:buChar char="•"/>
              <a:defRPr sz="3400" b="0" i="0" u="none" strike="noStrike" cap="none">
                <a:solidFill>
                  <a:srgbClr val="565F6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2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rgbClr val="565F6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65F6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565F6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65F62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565F6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1"/>
          <p:cNvSpPr txBox="1">
            <a:spLocks noGrp="1"/>
          </p:cNvSpPr>
          <p:nvPr>
            <p:ph type="dt" idx="10"/>
          </p:nvPr>
        </p:nvSpPr>
        <p:spPr>
          <a:xfrm>
            <a:off x="100584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1"/>
          <p:cNvSpPr txBox="1">
            <a:spLocks noGrp="1"/>
          </p:cNvSpPr>
          <p:nvPr>
            <p:ph type="ftr" idx="11"/>
          </p:nvPr>
        </p:nvSpPr>
        <p:spPr>
          <a:xfrm>
            <a:off x="4846320" y="7627621"/>
            <a:ext cx="49377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10332720" y="7627621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73125" rIns="146275" bIns="731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C8E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FF8FF"/>
            </a:gs>
            <a:gs pos="74000">
              <a:srgbClr val="79C4FE"/>
            </a:gs>
            <a:gs pos="83000">
              <a:srgbClr val="79C4FE"/>
            </a:gs>
            <a:gs pos="100000">
              <a:srgbClr val="A5D8FF"/>
            </a:gs>
          </a:gsLst>
          <a:lin ang="5400000" scaled="0"/>
        </a:gra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4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 rot="5400000">
            <a:off x="10853555" y="3860211"/>
            <a:ext cx="8229600" cy="50917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4"/>
          <p:cNvSpPr txBox="1">
            <a:spLocks noGrp="1"/>
          </p:cNvSpPr>
          <p:nvPr>
            <p:ph type="title"/>
          </p:nvPr>
        </p:nvSpPr>
        <p:spPr>
          <a:xfrm>
            <a:off x="511709" y="268935"/>
            <a:ext cx="13603247" cy="892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575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35"/>
              <a:buFont typeface="Quattrocento Sans"/>
              <a:buNone/>
              <a:defRPr sz="4235" b="0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34"/>
          <p:cNvSpPr txBox="1">
            <a:spLocks noGrp="1"/>
          </p:cNvSpPr>
          <p:nvPr>
            <p:ph type="body" idx="1"/>
          </p:nvPr>
        </p:nvSpPr>
        <p:spPr>
          <a:xfrm>
            <a:off x="524782" y="1332127"/>
            <a:ext cx="13603247" cy="243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5"/>
              <a:buFont typeface="Noto Sans Symbols"/>
              <a:buNone/>
              <a:defRPr sz="3293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906"/>
              <a:buFont typeface="Noto Sans Symbols"/>
              <a:buNone/>
              <a:defRPr sz="2118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Noto Sans Symbols"/>
              <a:buNone/>
              <a:defRPr sz="1645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Noto Sans Symbols"/>
              <a:buNone/>
              <a:defRPr sz="1645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rgbClr val="000000"/>
              </a:buClr>
              <a:buSzPts val="1482"/>
              <a:buFont typeface="Noto Sans Symbols"/>
              <a:buNone/>
              <a:defRPr sz="1645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78015" algn="l" rtl="0">
              <a:lnSpc>
                <a:spcPct val="100000"/>
              </a:lnSpc>
              <a:spcBef>
                <a:spcPts val="1647"/>
              </a:spcBef>
              <a:spcAft>
                <a:spcPts val="0"/>
              </a:spcAft>
              <a:buClr>
                <a:schemeClr val="dk1"/>
              </a:buClr>
              <a:buSzPts val="2353"/>
              <a:buFont typeface="Arial"/>
              <a:buChar char="•"/>
              <a:defRPr sz="2353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78015" algn="l" rtl="0">
              <a:lnSpc>
                <a:spcPct val="100000"/>
              </a:lnSpc>
              <a:spcBef>
                <a:spcPts val="471"/>
              </a:spcBef>
              <a:spcAft>
                <a:spcPts val="0"/>
              </a:spcAft>
              <a:buClr>
                <a:schemeClr val="dk1"/>
              </a:buClr>
              <a:buSzPts val="2353"/>
              <a:buFont typeface="Arial"/>
              <a:buChar char="•"/>
              <a:defRPr sz="2353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78015" algn="l" rtl="0">
              <a:lnSpc>
                <a:spcPct val="100000"/>
              </a:lnSpc>
              <a:spcBef>
                <a:spcPts val="471"/>
              </a:spcBef>
              <a:spcAft>
                <a:spcPts val="0"/>
              </a:spcAft>
              <a:buClr>
                <a:schemeClr val="dk1"/>
              </a:buClr>
              <a:buSzPts val="2353"/>
              <a:buFont typeface="Arial"/>
              <a:buChar char="•"/>
              <a:defRPr sz="2353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78015" algn="l" rtl="0">
              <a:lnSpc>
                <a:spcPct val="100000"/>
              </a:lnSpc>
              <a:spcBef>
                <a:spcPts val="471"/>
              </a:spcBef>
              <a:spcAft>
                <a:spcPts val="0"/>
              </a:spcAft>
              <a:buClr>
                <a:schemeClr val="dk1"/>
              </a:buClr>
              <a:buSzPts val="2353"/>
              <a:buFont typeface="Arial"/>
              <a:buChar char="•"/>
              <a:defRPr sz="2353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pic>
        <p:nvPicPr>
          <p:cNvPr id="100" name="Google Shape;100;p34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 rot="5400000">
            <a:off x="11706579" y="3614495"/>
            <a:ext cx="8230347" cy="9998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373">
          <p15:clr>
            <a:srgbClr val="C35EA4"/>
          </p15:clr>
        </p15:guide>
        <p15:guide id="2" pos="1517">
          <p15:clr>
            <a:srgbClr val="C35EA4"/>
          </p15:clr>
        </p15:guide>
        <p15:guide id="3" pos="2608">
          <p15:clr>
            <a:srgbClr val="C35EA4"/>
          </p15:clr>
        </p15:guide>
        <p15:guide id="4" pos="2751">
          <p15:clr>
            <a:srgbClr val="C35EA4"/>
          </p15:clr>
        </p15:guide>
        <p15:guide id="5" pos="3844">
          <p15:clr>
            <a:srgbClr val="C35EA4"/>
          </p15:clr>
        </p15:guide>
        <p15:guide id="6" pos="3989">
          <p15:clr>
            <a:srgbClr val="C35EA4"/>
          </p15:clr>
        </p15:guide>
        <p15:guide id="7" pos="5079">
          <p15:clr>
            <a:srgbClr val="C35EA4"/>
          </p15:clr>
        </p15:guide>
        <p15:guide id="8" pos="5222">
          <p15:clr>
            <a:srgbClr val="C35EA4"/>
          </p15:clr>
        </p15:guide>
        <p15:guide id="9" pos="6317">
          <p15:clr>
            <a:srgbClr val="C35EA4"/>
          </p15:clr>
        </p15:guide>
        <p15:guide id="10" pos="6460">
          <p15:clr>
            <a:srgbClr val="C35EA4"/>
          </p15:clr>
        </p15:guide>
        <p15:guide id="11" pos="274">
          <p15:clr>
            <a:srgbClr val="F26B43"/>
          </p15:clr>
        </p15:guide>
        <p15:guide id="12" pos="7558">
          <p15:clr>
            <a:srgbClr val="F26B43"/>
          </p15:clr>
        </p15:guide>
        <p15:guide id="13" orient="horz" pos="758">
          <p15:clr>
            <a:srgbClr val="5ACBF0"/>
          </p15:clr>
        </p15:guide>
        <p15:guide id="14" orient="horz" pos="1372">
          <p15:clr>
            <a:srgbClr val="5ACBF0"/>
          </p15:clr>
        </p15:guide>
        <p15:guide id="15" orient="horz" pos="612">
          <p15:clr>
            <a:srgbClr val="5ACBF0"/>
          </p15:clr>
        </p15:guide>
        <p15:guide id="16" orient="horz" pos="1515">
          <p15:clr>
            <a:srgbClr val="5ACBF0"/>
          </p15:clr>
        </p15:guide>
        <p15:guide id="17" orient="horz" pos="2127">
          <p15:clr>
            <a:srgbClr val="5ACBF0"/>
          </p15:clr>
        </p15:guide>
        <p15:guide id="18" orient="horz" pos="2275">
          <p15:clr>
            <a:srgbClr val="5ACBF0"/>
          </p15:clr>
        </p15:guide>
        <p15:guide id="19" orient="horz" pos="280">
          <p15:clr>
            <a:srgbClr val="F26B43"/>
          </p15:clr>
        </p15:guide>
        <p15:guide id="20" orient="horz" pos="4127">
          <p15:clr>
            <a:srgbClr val="F26B43"/>
          </p15:clr>
        </p15:guide>
        <p15:guide id="21" orient="horz" pos="2889">
          <p15:clr>
            <a:srgbClr val="5ACBF0"/>
          </p15:clr>
        </p15:guide>
        <p15:guide id="22" orient="horz" pos="3032">
          <p15:clr>
            <a:srgbClr val="5ACBF0"/>
          </p15:clr>
        </p15:guide>
        <p15:guide id="23" orient="horz" pos="3648">
          <p15:clr>
            <a:srgbClr val="5ACBF0"/>
          </p15:clr>
        </p15:guide>
        <p15:guide id="24" orient="horz" pos="3792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1F4F9"/>
            </a:gs>
            <a:gs pos="74000">
              <a:srgbClr val="8AA0CF"/>
            </a:gs>
            <a:gs pos="83000">
              <a:srgbClr val="8AA0CF"/>
            </a:gs>
            <a:gs pos="100000">
              <a:srgbClr val="AFC1E0"/>
            </a:gs>
          </a:gsLst>
          <a:lin ang="5400000" scaled="0"/>
        </a:gra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>
            <a:spLocks noGrp="1"/>
          </p:cNvSpPr>
          <p:nvPr>
            <p:ph type="dt" idx="10"/>
          </p:nvPr>
        </p:nvSpPr>
        <p:spPr>
          <a:xfrm>
            <a:off x="11612881" y="7880245"/>
            <a:ext cx="177846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09" name="Google Shape;209;p36"/>
          <p:cNvSpPr txBox="1">
            <a:spLocks noGrp="1"/>
          </p:cNvSpPr>
          <p:nvPr>
            <p:ph type="title"/>
          </p:nvPr>
        </p:nvSpPr>
        <p:spPr>
          <a:xfrm>
            <a:off x="756000" y="747361"/>
            <a:ext cx="13120020" cy="39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  <a:defRPr sz="24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36"/>
          <p:cNvSpPr txBox="1">
            <a:spLocks noGrp="1"/>
          </p:cNvSpPr>
          <p:nvPr>
            <p:ph type="body" idx="1"/>
          </p:nvPr>
        </p:nvSpPr>
        <p:spPr>
          <a:xfrm>
            <a:off x="756000" y="2190750"/>
            <a:ext cx="13120020" cy="522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​"/>
              <a:defRPr sz="1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80B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80B1"/>
              </a:buClr>
              <a:buSzPts val="1200"/>
              <a:buFont typeface="Trebuchet MS"/>
              <a:buChar char="–"/>
              <a:defRPr sz="1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​"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​"/>
              <a:defRPr sz="1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80B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5080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​"/>
              <a:defRPr sz="4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​"/>
              <a:defRPr sz="54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dk2"/>
              </a:buClr>
              <a:buSzPts val="2400"/>
              <a:buFont typeface="Arial"/>
              <a:buChar char="​"/>
              <a:defRPr sz="24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11" name="Google Shape;211;p36"/>
          <p:cNvSpPr/>
          <p:nvPr/>
        </p:nvSpPr>
        <p:spPr>
          <a:xfrm>
            <a:off x="0" y="7720949"/>
            <a:ext cx="14630400" cy="509760"/>
          </a:xfrm>
          <a:prstGeom prst="rect">
            <a:avLst/>
          </a:prstGeom>
          <a:solidFill>
            <a:srgbClr val="6785C1"/>
          </a:solidFill>
          <a:ln>
            <a:noFill/>
          </a:ln>
        </p:spPr>
        <p:txBody>
          <a:bodyPr spcFirstLastPara="1" wrap="square" lIns="109700" tIns="54825" rIns="109700" bIns="54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endParaRPr sz="288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2" name="Google Shape;212;p36"/>
          <p:cNvSpPr txBox="1"/>
          <p:nvPr/>
        </p:nvSpPr>
        <p:spPr>
          <a:xfrm>
            <a:off x="858529" y="7911997"/>
            <a:ext cx="37795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r>
              <a:rPr lang="es-MX" sz="96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© 2019 NTT DATA, Inc. All rights reserved.</a:t>
            </a:r>
            <a:endParaRPr sz="16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6"/>
          <p:cNvSpPr txBox="1"/>
          <p:nvPr/>
        </p:nvSpPr>
        <p:spPr>
          <a:xfrm>
            <a:off x="6913384" y="7861779"/>
            <a:ext cx="804277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0" rIns="1097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fld id="{00000000-1234-1234-1234-123412341234}" type="slidenum">
              <a:rPr lang="es-MX" sz="144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‹Nº›</a:t>
            </a:fld>
            <a:endParaRPr sz="144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4" name="Google Shape;214;p36"/>
          <p:cNvPicPr preferRelativeResize="0"/>
          <p:nvPr/>
        </p:nvPicPr>
        <p:blipFill rotWithShape="1">
          <a:blip r:embed="rId73">
            <a:alphaModFix/>
          </a:blip>
          <a:srcRect/>
          <a:stretch/>
        </p:blipFill>
        <p:spPr>
          <a:xfrm>
            <a:off x="12931824" y="7804504"/>
            <a:ext cx="1414021" cy="355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6"/>
          <p:cNvPicPr preferRelativeResize="0"/>
          <p:nvPr/>
        </p:nvPicPr>
        <p:blipFill rotWithShape="1">
          <a:blip r:embed="rId74">
            <a:alphaModFix/>
          </a:blip>
          <a:srcRect/>
          <a:stretch/>
        </p:blipFill>
        <p:spPr>
          <a:xfrm>
            <a:off x="2" y="6697981"/>
            <a:ext cx="850900" cy="153162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  <p:sldLayoutId id="2147483726" r:id="rId40"/>
    <p:sldLayoutId id="2147483727" r:id="rId41"/>
    <p:sldLayoutId id="2147483728" r:id="rId42"/>
    <p:sldLayoutId id="2147483729" r:id="rId43"/>
    <p:sldLayoutId id="2147483730" r:id="rId44"/>
    <p:sldLayoutId id="2147483731" r:id="rId45"/>
    <p:sldLayoutId id="2147483732" r:id="rId46"/>
    <p:sldLayoutId id="2147483733" r:id="rId47"/>
    <p:sldLayoutId id="2147483734" r:id="rId48"/>
    <p:sldLayoutId id="2147483735" r:id="rId49"/>
    <p:sldLayoutId id="2147483736" r:id="rId50"/>
    <p:sldLayoutId id="2147483737" r:id="rId51"/>
    <p:sldLayoutId id="2147483738" r:id="rId52"/>
    <p:sldLayoutId id="2147483739" r:id="rId53"/>
    <p:sldLayoutId id="2147483740" r:id="rId54"/>
    <p:sldLayoutId id="2147483741" r:id="rId55"/>
    <p:sldLayoutId id="2147483742" r:id="rId56"/>
    <p:sldLayoutId id="2147483743" r:id="rId57"/>
    <p:sldLayoutId id="2147483744" r:id="rId58"/>
    <p:sldLayoutId id="2147483745" r:id="rId59"/>
    <p:sldLayoutId id="2147483746" r:id="rId60"/>
    <p:sldLayoutId id="2147483747" r:id="rId61"/>
    <p:sldLayoutId id="2147483748" r:id="rId62"/>
    <p:sldLayoutId id="2147483749" r:id="rId63"/>
    <p:sldLayoutId id="2147483750" r:id="rId64"/>
    <p:sldLayoutId id="2147483751" r:id="rId65"/>
    <p:sldLayoutId id="2147483752" r:id="rId66"/>
    <p:sldLayoutId id="2147483753" r:id="rId67"/>
    <p:sldLayoutId id="2147483754" r:id="rId68"/>
    <p:sldLayoutId id="2147483755" r:id="rId69"/>
    <p:sldLayoutId id="2147483756" r:id="rId70"/>
    <p:sldLayoutId id="2147483757" r:id="rId7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11">
          <p15:clr>
            <a:srgbClr val="F26B43"/>
          </p15:clr>
        </p15:guide>
        <p15:guide id="2" pos="396">
          <p15:clr>
            <a:srgbClr val="F26B43"/>
          </p15:clr>
        </p15:guide>
        <p15:guide id="3" pos="7284">
          <p15:clr>
            <a:srgbClr val="F26B43"/>
          </p15:clr>
        </p15:guide>
        <p15:guide id="4" orient="horz" pos="388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39.png"/><Relationship Id="rId5" Type="http://schemas.openxmlformats.org/officeDocument/2006/relationships/image" Target="../media/image31.png"/><Relationship Id="rId10" Type="http://schemas.openxmlformats.org/officeDocument/2006/relationships/image" Target="../media/image43.png"/><Relationship Id="rId4" Type="http://schemas.openxmlformats.org/officeDocument/2006/relationships/image" Target="../media/image38.png"/><Relationship Id="rId9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"/>
          <p:cNvSpPr txBox="1"/>
          <p:nvPr/>
        </p:nvSpPr>
        <p:spPr>
          <a:xfrm>
            <a:off x="162354" y="246781"/>
            <a:ext cx="6848100" cy="39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s-MX"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Resumen del Playbook y conclusiones</a:t>
            </a:r>
            <a:endParaRPr sz="5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Unity</a:t>
            </a:r>
            <a:endParaRPr sz="32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1"/>
          <p:cNvSpPr txBox="1"/>
          <p:nvPr/>
        </p:nvSpPr>
        <p:spPr>
          <a:xfrm>
            <a:off x="11926537" y="5966440"/>
            <a:ext cx="2703864" cy="1139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July 07, 2023</a:t>
            </a:r>
            <a:endParaRPr sz="28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43" name="Google Shape;943;p1"/>
          <p:cNvSpPr txBox="1"/>
          <p:nvPr/>
        </p:nvSpPr>
        <p:spPr>
          <a:xfrm>
            <a:off x="162354" y="6841067"/>
            <a:ext cx="4646713" cy="13885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4" name="Google Shape;944;p1"/>
          <p:cNvPicPr preferRelativeResize="0"/>
          <p:nvPr/>
        </p:nvPicPr>
        <p:blipFill rotWithShape="1">
          <a:blip r:embed="rId3">
            <a:alphaModFix/>
          </a:blip>
          <a:srcRect l="6206" t="31389" r="6503" b="29553"/>
          <a:stretch/>
        </p:blipFill>
        <p:spPr>
          <a:xfrm>
            <a:off x="0" y="6536048"/>
            <a:ext cx="5435600" cy="175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2ef31ebc59_0_820"/>
          <p:cNvSpPr/>
          <p:nvPr/>
        </p:nvSpPr>
        <p:spPr>
          <a:xfrm>
            <a:off x="0" y="6405984"/>
            <a:ext cx="14630400" cy="189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g22ef31ebc59_0_820"/>
          <p:cNvSpPr/>
          <p:nvPr/>
        </p:nvSpPr>
        <p:spPr>
          <a:xfrm>
            <a:off x="0" y="0"/>
            <a:ext cx="11130900" cy="13566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109675" tIns="109675" rIns="109675" bIns="109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3038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g22ef31ebc59_0_820"/>
          <p:cNvSpPr txBox="1"/>
          <p:nvPr/>
        </p:nvSpPr>
        <p:spPr>
          <a:xfrm>
            <a:off x="359651" y="471570"/>
            <a:ext cx="7836000" cy="6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Alcance y contenido</a:t>
            </a:r>
            <a:endParaRPr sz="60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52" name="Google Shape;952;g22ef31ebc59_0_820"/>
          <p:cNvSpPr txBox="1"/>
          <p:nvPr/>
        </p:nvSpPr>
        <p:spPr>
          <a:xfrm>
            <a:off x="359651" y="1356580"/>
            <a:ext cx="5765400" cy="6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C2DFF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53" name="Google Shape;953;g22ef31ebc59_0_820"/>
          <p:cNvSpPr txBox="1"/>
          <p:nvPr/>
        </p:nvSpPr>
        <p:spPr>
          <a:xfrm>
            <a:off x="240632" y="1356580"/>
            <a:ext cx="5197500" cy="55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ctr" anchorCtr="0">
            <a:noAutofit/>
          </a:bodyPr>
          <a:lstStyle/>
          <a:p>
            <a:pPr marL="9525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Arial"/>
              <a:buNone/>
            </a:pPr>
            <a:endParaRPr sz="1600" b="0" i="0" u="none" strike="noStrike" cap="none">
              <a:solidFill>
                <a:srgbClr val="53555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9525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Arial"/>
              <a:buNone/>
            </a:pPr>
            <a:endParaRPr sz="2000" b="0" i="0" u="none" strike="noStrike" cap="none">
              <a:solidFill>
                <a:srgbClr val="53555C"/>
              </a:solidFill>
              <a:latin typeface="FreesiaUPC"/>
              <a:ea typeface="FreesiaUPC"/>
              <a:cs typeface="FreesiaUPC"/>
              <a:sym typeface="FreesiaUPC"/>
            </a:endParaRPr>
          </a:p>
        </p:txBody>
      </p:sp>
      <p:pic>
        <p:nvPicPr>
          <p:cNvPr id="954" name="Google Shape;954;g22ef31ebc59_0_8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4967" y="251200"/>
            <a:ext cx="1835400" cy="75605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7150" dist="19050" dir="5400000" algn="bl" rotWithShape="0">
              <a:srgbClr val="000000">
                <a:alpha val="48627"/>
              </a:srgbClr>
            </a:outerShdw>
          </a:effectLst>
        </p:spPr>
      </p:pic>
      <p:sp>
        <p:nvSpPr>
          <p:cNvPr id="955" name="Google Shape;955;g22ef31ebc59_0_820"/>
          <p:cNvSpPr txBox="1"/>
          <p:nvPr/>
        </p:nvSpPr>
        <p:spPr>
          <a:xfrm>
            <a:off x="359651" y="1437982"/>
            <a:ext cx="13135200" cy="47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 del </a:t>
            </a:r>
            <a:r>
              <a:rPr lang="es-MX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Playbook</a:t>
            </a:r>
            <a:r>
              <a:rPr lang="es-MX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Unity 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800" marR="0" lvl="1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MX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 </a:t>
            </a:r>
            <a:r>
              <a:rPr lang="es-MX" sz="16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Definir una estrategia de modernización para la iniciativa Unity </a:t>
            </a:r>
            <a:endParaRPr sz="16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800" marR="0" lvl="1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MX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Secciones:</a:t>
            </a: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1700" marR="0" lvl="2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MX" sz="16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Informe de observaciones e hipótesis iniciales</a:t>
            </a:r>
            <a:endParaRPr sz="16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1700" marR="0" lvl="2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MX" sz="16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de la arquitectura</a:t>
            </a:r>
            <a:endParaRPr sz="16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1700" marR="0" lvl="2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MX" sz="16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de la base de datos según sea necesario</a:t>
            </a:r>
            <a:endParaRPr sz="16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1700" marR="0" lvl="2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MX" sz="165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Recomendaciones iniciales</a:t>
            </a:r>
            <a:r>
              <a:rPr lang="es-MX" sz="1650" dirty="0"/>
              <a:t>.</a:t>
            </a:r>
            <a:endParaRPr sz="1650" dirty="0"/>
          </a:p>
          <a:p>
            <a:pPr marL="1828800" lvl="0" indent="-3333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50"/>
              <a:buChar char="●"/>
            </a:pPr>
            <a:r>
              <a:rPr lang="es-MX" sz="1650" dirty="0">
                <a:solidFill>
                  <a:schemeClr val="dk2"/>
                </a:solidFill>
              </a:rPr>
              <a:t>Opción 1 - </a:t>
            </a:r>
            <a:r>
              <a:rPr lang="es-MX" sz="1650" dirty="0" err="1">
                <a:solidFill>
                  <a:schemeClr val="dk2"/>
                </a:solidFill>
              </a:rPr>
              <a:t>iPaas</a:t>
            </a:r>
            <a:r>
              <a:rPr lang="es-MX" sz="1650" dirty="0">
                <a:solidFill>
                  <a:schemeClr val="dk2"/>
                </a:solidFill>
              </a:rPr>
              <a:t> completamente administrado con </a:t>
            </a:r>
            <a:r>
              <a:rPr lang="es-MX" sz="1650" dirty="0" err="1">
                <a:solidFill>
                  <a:schemeClr val="dk2"/>
                </a:solidFill>
              </a:rPr>
              <a:t>APIgee</a:t>
            </a:r>
            <a:r>
              <a:rPr lang="es-MX" sz="1650" dirty="0">
                <a:solidFill>
                  <a:schemeClr val="dk2"/>
                </a:solidFill>
              </a:rPr>
              <a:t> como capa </a:t>
            </a:r>
            <a:r>
              <a:rPr lang="es-MX" sz="1650" dirty="0" err="1">
                <a:solidFill>
                  <a:schemeClr val="dk2"/>
                </a:solidFill>
              </a:rPr>
              <a:t>gateway</a:t>
            </a:r>
            <a:r>
              <a:rPr lang="es-MX" sz="1650" dirty="0">
                <a:solidFill>
                  <a:schemeClr val="dk2"/>
                </a:solidFill>
              </a:rPr>
              <a:t> </a:t>
            </a:r>
            <a:endParaRPr sz="1650" dirty="0">
              <a:solidFill>
                <a:schemeClr val="dk2"/>
              </a:solidFill>
            </a:endParaRPr>
          </a:p>
          <a:p>
            <a:pPr marL="3200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-MX" sz="1350" dirty="0">
                <a:solidFill>
                  <a:schemeClr val="dk2"/>
                </a:solidFill>
              </a:rPr>
              <a:t>(Mulesoft fully iPaaS </a:t>
            </a:r>
            <a:r>
              <a:rPr lang="es-MX" sz="1350" dirty="0" err="1">
                <a:solidFill>
                  <a:schemeClr val="dk2"/>
                </a:solidFill>
              </a:rPr>
              <a:t>with</a:t>
            </a:r>
            <a:r>
              <a:rPr lang="es-MX" sz="1350" dirty="0">
                <a:solidFill>
                  <a:schemeClr val="dk2"/>
                </a:solidFill>
              </a:rPr>
              <a:t> </a:t>
            </a:r>
            <a:r>
              <a:rPr lang="es-MX" sz="1350" dirty="0" err="1">
                <a:solidFill>
                  <a:schemeClr val="dk2"/>
                </a:solidFill>
              </a:rPr>
              <a:t>APigee</a:t>
            </a:r>
            <a:r>
              <a:rPr lang="es-MX" sz="1350" dirty="0">
                <a:solidFill>
                  <a:schemeClr val="dk2"/>
                </a:solidFill>
              </a:rPr>
              <a:t> as </a:t>
            </a:r>
            <a:r>
              <a:rPr lang="es-MX" sz="1350" dirty="0" err="1">
                <a:solidFill>
                  <a:schemeClr val="dk2"/>
                </a:solidFill>
              </a:rPr>
              <a:t>gateway</a:t>
            </a:r>
            <a:r>
              <a:rPr lang="es-MX" sz="1350" dirty="0">
                <a:solidFill>
                  <a:schemeClr val="dk2"/>
                </a:solidFill>
              </a:rPr>
              <a:t> </a:t>
            </a:r>
            <a:r>
              <a:rPr lang="es-MX" sz="1350" dirty="0" err="1">
                <a:solidFill>
                  <a:schemeClr val="dk2"/>
                </a:solidFill>
              </a:rPr>
              <a:t>layer</a:t>
            </a:r>
            <a:r>
              <a:rPr lang="es-MX" sz="1350" dirty="0">
                <a:solidFill>
                  <a:schemeClr val="dk2"/>
                </a:solidFill>
              </a:rPr>
              <a:t>)</a:t>
            </a:r>
            <a:endParaRPr sz="1350" dirty="0">
              <a:solidFill>
                <a:schemeClr val="dk2"/>
              </a:solidFill>
            </a:endParaRPr>
          </a:p>
          <a:p>
            <a:pPr marL="1828800" lvl="0" indent="-3333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50"/>
              <a:buChar char="●"/>
            </a:pPr>
            <a:r>
              <a:rPr lang="es-MX" sz="1650" dirty="0">
                <a:solidFill>
                  <a:schemeClr val="dk2"/>
                </a:solidFill>
              </a:rPr>
              <a:t>Opción 2 - Google Cloud </a:t>
            </a:r>
            <a:r>
              <a:rPr lang="es-MX" sz="1650" dirty="0" err="1">
                <a:solidFill>
                  <a:schemeClr val="dk2"/>
                </a:solidFill>
              </a:rPr>
              <a:t>Platform</a:t>
            </a:r>
            <a:r>
              <a:rPr lang="es-MX" sz="1650" dirty="0">
                <a:solidFill>
                  <a:schemeClr val="dk2"/>
                </a:solidFill>
              </a:rPr>
              <a:t>  y </a:t>
            </a:r>
            <a:r>
              <a:rPr lang="es-MX" sz="1650" dirty="0" err="1">
                <a:solidFill>
                  <a:schemeClr val="dk2"/>
                </a:solidFill>
              </a:rPr>
              <a:t>APIgee</a:t>
            </a:r>
            <a:r>
              <a:rPr lang="es-MX" sz="1650" dirty="0">
                <a:solidFill>
                  <a:schemeClr val="dk2"/>
                </a:solidFill>
              </a:rPr>
              <a:t> como API manager principal </a:t>
            </a:r>
            <a:endParaRPr sz="1650" dirty="0">
              <a:solidFill>
                <a:schemeClr val="dk2"/>
              </a:solidFill>
            </a:endParaRPr>
          </a:p>
          <a:p>
            <a:pPr marL="3200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-MX" sz="1350" dirty="0">
                <a:solidFill>
                  <a:schemeClr val="dk2"/>
                </a:solidFill>
              </a:rPr>
              <a:t>(GCP and </a:t>
            </a:r>
            <a:r>
              <a:rPr lang="es-MX" sz="1350" dirty="0" err="1">
                <a:solidFill>
                  <a:schemeClr val="dk2"/>
                </a:solidFill>
              </a:rPr>
              <a:t>APIgee</a:t>
            </a:r>
            <a:r>
              <a:rPr lang="es-MX" sz="1350" dirty="0">
                <a:solidFill>
                  <a:schemeClr val="dk2"/>
                </a:solidFill>
              </a:rPr>
              <a:t> as </a:t>
            </a:r>
            <a:r>
              <a:rPr lang="es-MX" sz="1350" dirty="0" err="1">
                <a:solidFill>
                  <a:schemeClr val="dk2"/>
                </a:solidFill>
              </a:rPr>
              <a:t>main</a:t>
            </a:r>
            <a:r>
              <a:rPr lang="es-MX" sz="1350" dirty="0">
                <a:solidFill>
                  <a:schemeClr val="dk2"/>
                </a:solidFill>
              </a:rPr>
              <a:t>)</a:t>
            </a:r>
            <a:endParaRPr sz="1350" dirty="0">
              <a:solidFill>
                <a:schemeClr val="dk2"/>
              </a:solidFill>
            </a:endParaRPr>
          </a:p>
          <a:p>
            <a:pPr marL="1828800" lvl="0" indent="-3333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50"/>
              <a:buChar char="●"/>
            </a:pPr>
            <a:r>
              <a:rPr lang="es-MX" sz="1650" dirty="0">
                <a:solidFill>
                  <a:schemeClr val="dk2"/>
                </a:solidFill>
              </a:rPr>
              <a:t>Opción 3 - Mulesoft RTF en Google </a:t>
            </a:r>
            <a:r>
              <a:rPr lang="es-MX" sz="1650" dirty="0" err="1">
                <a:solidFill>
                  <a:schemeClr val="dk2"/>
                </a:solidFill>
              </a:rPr>
              <a:t>Kubernetes</a:t>
            </a:r>
            <a:r>
              <a:rPr lang="es-MX" sz="1650" dirty="0">
                <a:solidFill>
                  <a:schemeClr val="dk2"/>
                </a:solidFill>
              </a:rPr>
              <a:t> </a:t>
            </a:r>
            <a:r>
              <a:rPr lang="es-MX" sz="1650" dirty="0" err="1">
                <a:solidFill>
                  <a:schemeClr val="dk2"/>
                </a:solidFill>
              </a:rPr>
              <a:t>auto-administrado</a:t>
            </a:r>
            <a:r>
              <a:rPr lang="es-MX" sz="1650" dirty="0">
                <a:solidFill>
                  <a:schemeClr val="dk2"/>
                </a:solidFill>
              </a:rPr>
              <a:t>  en GCP con el API Manager </a:t>
            </a:r>
            <a:r>
              <a:rPr lang="es-MX" sz="1650" dirty="0" err="1">
                <a:solidFill>
                  <a:schemeClr val="dk2"/>
                </a:solidFill>
              </a:rPr>
              <a:t>APIgee</a:t>
            </a:r>
            <a:r>
              <a:rPr lang="es-MX" sz="1650" dirty="0">
                <a:solidFill>
                  <a:schemeClr val="dk2"/>
                </a:solidFill>
              </a:rPr>
              <a:t> </a:t>
            </a:r>
            <a:endParaRPr sz="1650" dirty="0">
              <a:solidFill>
                <a:schemeClr val="dk2"/>
              </a:solidFill>
            </a:endParaRPr>
          </a:p>
          <a:p>
            <a:pPr marL="3200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-MX" sz="1350" dirty="0">
                <a:solidFill>
                  <a:schemeClr val="dk2"/>
                </a:solidFill>
              </a:rPr>
              <a:t>(Mulesoft RTF </a:t>
            </a:r>
            <a:r>
              <a:rPr lang="es-MX" sz="1350" dirty="0" err="1">
                <a:solidFill>
                  <a:schemeClr val="dk2"/>
                </a:solidFill>
              </a:rPr>
              <a:t>on</a:t>
            </a:r>
            <a:r>
              <a:rPr lang="es-MX" sz="1350" dirty="0">
                <a:solidFill>
                  <a:schemeClr val="dk2"/>
                </a:solidFill>
              </a:rPr>
              <a:t> </a:t>
            </a:r>
            <a:r>
              <a:rPr lang="es-MX" sz="1350" dirty="0" err="1">
                <a:solidFill>
                  <a:schemeClr val="dk2"/>
                </a:solidFill>
              </a:rPr>
              <a:t>self</a:t>
            </a:r>
            <a:r>
              <a:rPr lang="es-MX" sz="1350" dirty="0">
                <a:solidFill>
                  <a:schemeClr val="dk2"/>
                </a:solidFill>
              </a:rPr>
              <a:t> </a:t>
            </a:r>
            <a:r>
              <a:rPr lang="es-MX" sz="1350" dirty="0" err="1">
                <a:solidFill>
                  <a:schemeClr val="dk2"/>
                </a:solidFill>
              </a:rPr>
              <a:t>managed</a:t>
            </a:r>
            <a:r>
              <a:rPr lang="es-MX" sz="1350" dirty="0">
                <a:solidFill>
                  <a:schemeClr val="dk2"/>
                </a:solidFill>
              </a:rPr>
              <a:t> Google </a:t>
            </a:r>
            <a:r>
              <a:rPr lang="es-MX" sz="1350" dirty="0" err="1">
                <a:solidFill>
                  <a:schemeClr val="dk2"/>
                </a:solidFill>
              </a:rPr>
              <a:t>Kubernetes</a:t>
            </a:r>
            <a:r>
              <a:rPr lang="es-MX" sz="1350" dirty="0">
                <a:solidFill>
                  <a:schemeClr val="dk2"/>
                </a:solidFill>
              </a:rPr>
              <a:t> </a:t>
            </a:r>
            <a:r>
              <a:rPr lang="es-MX" sz="1350" dirty="0" err="1">
                <a:solidFill>
                  <a:schemeClr val="dk2"/>
                </a:solidFill>
              </a:rPr>
              <a:t>Engine</a:t>
            </a:r>
            <a:r>
              <a:rPr lang="es-MX" sz="1350" dirty="0">
                <a:solidFill>
                  <a:schemeClr val="dk2"/>
                </a:solidFill>
              </a:rPr>
              <a:t> </a:t>
            </a:r>
            <a:r>
              <a:rPr lang="es-MX" sz="1350" dirty="0" err="1">
                <a:solidFill>
                  <a:schemeClr val="dk2"/>
                </a:solidFill>
              </a:rPr>
              <a:t>on</a:t>
            </a:r>
            <a:r>
              <a:rPr lang="es-MX" sz="1350" dirty="0">
                <a:solidFill>
                  <a:schemeClr val="dk2"/>
                </a:solidFill>
              </a:rPr>
              <a:t> GCP  </a:t>
            </a:r>
            <a:r>
              <a:rPr lang="es-MX" sz="1350" dirty="0" err="1">
                <a:solidFill>
                  <a:schemeClr val="dk2"/>
                </a:solidFill>
              </a:rPr>
              <a:t>with</a:t>
            </a:r>
            <a:r>
              <a:rPr lang="es-MX" sz="1350" dirty="0">
                <a:solidFill>
                  <a:schemeClr val="dk2"/>
                </a:solidFill>
              </a:rPr>
              <a:t> </a:t>
            </a:r>
            <a:r>
              <a:rPr lang="es-MX" sz="1350" dirty="0" err="1">
                <a:solidFill>
                  <a:schemeClr val="dk2"/>
                </a:solidFill>
              </a:rPr>
              <a:t>Apigee</a:t>
            </a:r>
            <a:r>
              <a:rPr lang="es-MX" sz="1350" dirty="0">
                <a:solidFill>
                  <a:schemeClr val="dk2"/>
                </a:solidFill>
              </a:rPr>
              <a:t>).</a:t>
            </a:r>
            <a:endParaRPr sz="1650" dirty="0"/>
          </a:p>
          <a:p>
            <a:pPr marL="901700" lvl="2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</a:pPr>
            <a:r>
              <a:rPr lang="es-MX" sz="1650" dirty="0">
                <a:solidFill>
                  <a:schemeClr val="dk2"/>
                </a:solidFill>
              </a:rPr>
              <a:t>Arquitectura del estado futuro.</a:t>
            </a:r>
            <a:endParaRPr sz="1650" dirty="0">
              <a:solidFill>
                <a:schemeClr val="dk2"/>
              </a:solidFill>
            </a:endParaRPr>
          </a:p>
          <a:p>
            <a:pPr marL="901700" lvl="2" indent="-222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</a:pPr>
            <a:r>
              <a:rPr lang="es-MX" sz="1650" dirty="0">
                <a:solidFill>
                  <a:schemeClr val="dk2"/>
                </a:solidFill>
              </a:rPr>
              <a:t>Reporte de recomendaciones sobre arquitectura para las aplicaciones.</a:t>
            </a:r>
            <a:endParaRPr sz="1650" dirty="0">
              <a:solidFill>
                <a:schemeClr val="dk2"/>
              </a:solidFill>
            </a:endParaRPr>
          </a:p>
          <a:p>
            <a:pPr marL="13716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 dirty="0"/>
          </a:p>
          <a:p>
            <a:pPr marL="18288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endParaRPr sz="16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800" marR="0" lvl="1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6" name="Google Shape;956;g22ef31ebc59_0_820"/>
          <p:cNvPicPr preferRelativeResize="0"/>
          <p:nvPr/>
        </p:nvPicPr>
        <p:blipFill rotWithShape="1">
          <a:blip r:embed="rId4">
            <a:alphaModFix/>
          </a:blip>
          <a:srcRect l="6206" t="31390" r="6503" b="29550"/>
          <a:stretch/>
        </p:blipFill>
        <p:spPr>
          <a:xfrm>
            <a:off x="0" y="7271982"/>
            <a:ext cx="3905375" cy="10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/>
            </a:gs>
            <a:gs pos="75000">
              <a:srgbClr val="FFC000"/>
            </a:gs>
            <a:gs pos="100000">
              <a:srgbClr val="FFC000"/>
            </a:gs>
          </a:gsLst>
          <a:lin ang="5400000" scaled="0"/>
        </a:gradFill>
        <a:effectLst/>
      </p:bgPr>
    </p:bg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4"/>
          <p:cNvSpPr txBox="1">
            <a:spLocks noGrp="1"/>
          </p:cNvSpPr>
          <p:nvPr>
            <p:ph type="title"/>
          </p:nvPr>
        </p:nvSpPr>
        <p:spPr>
          <a:xfrm>
            <a:off x="511711" y="1421183"/>
            <a:ext cx="8973586" cy="4242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Quattrocento Sans"/>
              <a:buNone/>
            </a:pPr>
            <a:r>
              <a:rPr lang="es-MX" sz="6000" b="1"/>
              <a:t>1. Informe de observaciones e hipótesis iniciales</a:t>
            </a:r>
            <a:endParaRPr/>
          </a:p>
        </p:txBody>
      </p:sp>
      <p:sp>
        <p:nvSpPr>
          <p:cNvPr id="963" name="Google Shape;963;p4"/>
          <p:cNvSpPr txBox="1"/>
          <p:nvPr/>
        </p:nvSpPr>
        <p:spPr>
          <a:xfrm>
            <a:off x="9635067" y="7103138"/>
            <a:ext cx="4995333" cy="112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Mes 2 - Mayo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22ef31ebc59_0_59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20" b="1"/>
              <a:t>Contexto AS-IS</a:t>
            </a:r>
            <a:br>
              <a:rPr lang="es-MX" sz="4320" b="1"/>
            </a:br>
            <a:endParaRPr sz="3200" b="1">
              <a:solidFill>
                <a:srgbClr val="213253"/>
              </a:solidFill>
            </a:endParaRPr>
          </a:p>
        </p:txBody>
      </p:sp>
      <p:pic>
        <p:nvPicPr>
          <p:cNvPr id="1007" name="Google Shape;1007;g22ef31ebc59_0_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6926" y="1009025"/>
            <a:ext cx="7089850" cy="67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8"/>
          <p:cNvSpPr txBox="1"/>
          <p:nvPr/>
        </p:nvSpPr>
        <p:spPr>
          <a:xfrm>
            <a:off x="9330267" y="4636547"/>
            <a:ext cx="5300133" cy="112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Mes 2 - Mayo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8"/>
          <p:cNvSpPr txBox="1"/>
          <p:nvPr/>
        </p:nvSpPr>
        <p:spPr>
          <a:xfrm>
            <a:off x="4169311" y="5596229"/>
            <a:ext cx="10833622" cy="185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2. Análisis de la arquitectura</a:t>
            </a:r>
            <a:endParaRPr sz="1679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9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74" cy="797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20" b="1"/>
              <a:t>Arquitectura de componentes y capas TO-BE</a:t>
            </a:r>
            <a:endParaRPr sz="3200" b="1">
              <a:solidFill>
                <a:srgbClr val="213253"/>
              </a:solidFill>
            </a:endParaRPr>
          </a:p>
        </p:txBody>
      </p:sp>
      <p:pic>
        <p:nvPicPr>
          <p:cNvPr id="1021" name="Google Shape;1021;p9"/>
          <p:cNvPicPr preferRelativeResize="0"/>
          <p:nvPr/>
        </p:nvPicPr>
        <p:blipFill rotWithShape="1">
          <a:blip r:embed="rId3">
            <a:alphaModFix/>
          </a:blip>
          <a:srcRect t="2884"/>
          <a:stretch/>
        </p:blipFill>
        <p:spPr>
          <a:xfrm>
            <a:off x="2901899" y="1703775"/>
            <a:ext cx="9465601" cy="582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11"/>
          <p:cNvSpPr txBox="1"/>
          <p:nvPr/>
        </p:nvSpPr>
        <p:spPr>
          <a:xfrm>
            <a:off x="9516533" y="4636547"/>
            <a:ext cx="5113867" cy="112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Mes 2 - Mayo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11"/>
          <p:cNvSpPr txBox="1"/>
          <p:nvPr/>
        </p:nvSpPr>
        <p:spPr>
          <a:xfrm>
            <a:off x="4169311" y="5596229"/>
            <a:ext cx="10833622" cy="185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3. Análisis de la base de datos según sea necesario</a:t>
            </a:r>
            <a:endParaRPr sz="1679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22ef31ebc59_0_34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20" b="1" dirty="0"/>
              <a:t>Modelo de la Base de Datos</a:t>
            </a:r>
            <a:endParaRPr sz="432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3520" b="1" dirty="0">
                <a:solidFill>
                  <a:schemeClr val="accent5"/>
                </a:solidFill>
              </a:rPr>
              <a:t>Esquema de Golden Record y Productos</a:t>
            </a:r>
            <a:endParaRPr sz="4320" b="1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E2AFE2B-D0A3-BF05-5C3D-DC547B5E50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45"/>
          <a:stretch/>
        </p:blipFill>
        <p:spPr bwMode="auto">
          <a:xfrm>
            <a:off x="8878852" y="1685929"/>
            <a:ext cx="5751548" cy="414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D7F4CEFC-4966-8BED-BDC4-AC3B26BDADE2}"/>
              </a:ext>
            </a:extLst>
          </p:cNvPr>
          <p:cNvSpPr/>
          <p:nvPr/>
        </p:nvSpPr>
        <p:spPr>
          <a:xfrm>
            <a:off x="593272" y="5910942"/>
            <a:ext cx="13443856" cy="155665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8B5FF2D5-62A5-63B2-C0ED-69590AF504F5}"/>
              </a:ext>
            </a:extLst>
          </p:cNvPr>
          <p:cNvSpPr/>
          <p:nvPr/>
        </p:nvSpPr>
        <p:spPr>
          <a:xfrm>
            <a:off x="5651069" y="2375532"/>
            <a:ext cx="3133702" cy="3254827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1CD22D1-E7B9-48CB-79EA-B4279FA47399}"/>
              </a:ext>
            </a:extLst>
          </p:cNvPr>
          <p:cNvSpPr/>
          <p:nvPr/>
        </p:nvSpPr>
        <p:spPr>
          <a:xfrm>
            <a:off x="751150" y="2400576"/>
            <a:ext cx="2777600" cy="3254827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9CA545D-359F-6701-E2D1-8DFDE39CA6AB}"/>
              </a:ext>
            </a:extLst>
          </p:cNvPr>
          <p:cNvSpPr txBox="1"/>
          <p:nvPr/>
        </p:nvSpPr>
        <p:spPr>
          <a:xfrm>
            <a:off x="665954" y="2021243"/>
            <a:ext cx="12946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rgbClr val="00B0F0"/>
                </a:solidFill>
              </a:rPr>
              <a:t>Productos</a:t>
            </a:r>
            <a:endParaRPr lang="es-MX" sz="1600" dirty="0">
              <a:solidFill>
                <a:srgbClr val="00B0F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23D62F-0997-311A-F5C2-14679978105C}"/>
              </a:ext>
            </a:extLst>
          </p:cNvPr>
          <p:cNvSpPr txBox="1"/>
          <p:nvPr/>
        </p:nvSpPr>
        <p:spPr>
          <a:xfrm>
            <a:off x="5746851" y="1993982"/>
            <a:ext cx="13175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rgbClr val="00B0F0"/>
                </a:solidFill>
              </a:rPr>
              <a:t>Procesos</a:t>
            </a:r>
            <a:endParaRPr lang="es-MX" sz="1600" dirty="0">
              <a:solidFill>
                <a:srgbClr val="00B0F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CF1DD32-2DE3-BB5D-177F-5217D326C906}"/>
              </a:ext>
            </a:extLst>
          </p:cNvPr>
          <p:cNvSpPr txBox="1"/>
          <p:nvPr/>
        </p:nvSpPr>
        <p:spPr>
          <a:xfrm>
            <a:off x="758262" y="5993130"/>
            <a:ext cx="27308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rgbClr val="00B0F0"/>
                </a:solidFill>
              </a:rPr>
              <a:t>Interfaces de Producto</a:t>
            </a:r>
            <a:endParaRPr lang="es-MX" sz="1600" dirty="0">
              <a:solidFill>
                <a:srgbClr val="00B0F0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7A55484-ECEA-849D-6EE6-83B44D803581}"/>
              </a:ext>
            </a:extLst>
          </p:cNvPr>
          <p:cNvSpPr/>
          <p:nvPr/>
        </p:nvSpPr>
        <p:spPr>
          <a:xfrm>
            <a:off x="6117303" y="3052086"/>
            <a:ext cx="1894115" cy="70757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On boarding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E6C6C40-FCF2-7DC5-0746-9ED6B1DD9406}"/>
              </a:ext>
            </a:extLst>
          </p:cNvPr>
          <p:cNvSpPr/>
          <p:nvPr/>
        </p:nvSpPr>
        <p:spPr>
          <a:xfrm>
            <a:off x="6706851" y="4139018"/>
            <a:ext cx="1894115" cy="70757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Alta de Clientes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193F0F6-B5D5-7248-CD1A-4FFA4ABD2205}"/>
              </a:ext>
            </a:extLst>
          </p:cNvPr>
          <p:cNvSpPr/>
          <p:nvPr/>
        </p:nvSpPr>
        <p:spPr>
          <a:xfrm>
            <a:off x="1123313" y="3038727"/>
            <a:ext cx="1894115" cy="70757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TDC Oro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0D21508-C299-CADF-1724-AA102EFBABD5}"/>
              </a:ext>
            </a:extLst>
          </p:cNvPr>
          <p:cNvSpPr/>
          <p:nvPr/>
        </p:nvSpPr>
        <p:spPr>
          <a:xfrm>
            <a:off x="1123313" y="4002946"/>
            <a:ext cx="1894115" cy="70757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Préstamo Personal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7938FCF-47F5-1100-AAFD-023AAD152BE2}"/>
              </a:ext>
            </a:extLst>
          </p:cNvPr>
          <p:cNvSpPr/>
          <p:nvPr/>
        </p:nvSpPr>
        <p:spPr>
          <a:xfrm>
            <a:off x="2929231" y="6513197"/>
            <a:ext cx="1894115" cy="70757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TDC Oro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32E7077-55C8-EF2C-A6B3-FF5696A91CB8}"/>
              </a:ext>
            </a:extLst>
          </p:cNvPr>
          <p:cNvSpPr/>
          <p:nvPr/>
        </p:nvSpPr>
        <p:spPr>
          <a:xfrm>
            <a:off x="5219062" y="6513196"/>
            <a:ext cx="1894115" cy="70757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Préstamo Personal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2CDBBD7-AED5-D14B-7390-8273A5D31EE2}"/>
              </a:ext>
            </a:extLst>
          </p:cNvPr>
          <p:cNvSpPr txBox="1"/>
          <p:nvPr/>
        </p:nvSpPr>
        <p:spPr>
          <a:xfrm>
            <a:off x="9862457" y="1107711"/>
            <a:ext cx="2501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rgbClr val="00B0F0"/>
                </a:solidFill>
              </a:rPr>
              <a:t>GOLDEN RECORD</a:t>
            </a:r>
            <a:endParaRPr lang="es-MX" sz="1600" dirty="0">
              <a:solidFill>
                <a:srgbClr val="00B0F0"/>
              </a:solidFill>
            </a:endParaRPr>
          </a:p>
        </p:txBody>
      </p: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4BF01843-95E5-1259-9F76-89283E4F95EF}"/>
              </a:ext>
            </a:extLst>
          </p:cNvPr>
          <p:cNvCxnSpPr>
            <a:stCxn id="13" idx="3"/>
            <a:endCxn id="15" idx="0"/>
          </p:cNvCxnSpPr>
          <p:nvPr/>
        </p:nvCxnSpPr>
        <p:spPr>
          <a:xfrm>
            <a:off x="3017428" y="3392513"/>
            <a:ext cx="858861" cy="3120684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C4886C3F-FED4-AF0D-9703-C9D6F0FA9729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3017428" y="4356732"/>
            <a:ext cx="2201634" cy="2510250"/>
          </a:xfrm>
          <a:prstGeom prst="bentConnector3">
            <a:avLst>
              <a:gd name="adj1" fmla="val 87577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3E9A0EDD-977D-8BDD-533F-52B59A6ECA7D}"/>
              </a:ext>
            </a:extLst>
          </p:cNvPr>
          <p:cNvCxnSpPr>
            <a:cxnSpLocks/>
            <a:endCxn id="10" idx="1"/>
          </p:cNvCxnSpPr>
          <p:nvPr/>
        </p:nvCxnSpPr>
        <p:spPr>
          <a:xfrm rot="5400000" flipH="1" flipV="1">
            <a:off x="3704836" y="4100729"/>
            <a:ext cx="3107324" cy="1717610"/>
          </a:xfrm>
          <a:prstGeom prst="bentConnector2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9485D37F-D633-AF8E-2510-B0B5BA67E7A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357113" y="4753006"/>
            <a:ext cx="2870284" cy="650096"/>
          </a:xfrm>
          <a:prstGeom prst="bentConnector3">
            <a:avLst>
              <a:gd name="adj1" fmla="val 99682"/>
            </a:avLst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E18A7431-4A80-C09C-AA9C-0991479CAE0C}"/>
              </a:ext>
            </a:extLst>
          </p:cNvPr>
          <p:cNvCxnSpPr>
            <a:cxnSpLocks/>
          </p:cNvCxnSpPr>
          <p:nvPr/>
        </p:nvCxnSpPr>
        <p:spPr>
          <a:xfrm rot="16200000" flipV="1">
            <a:off x="5758432" y="3883263"/>
            <a:ext cx="3107324" cy="2389582"/>
          </a:xfrm>
          <a:prstGeom prst="bentConnector4">
            <a:avLst>
              <a:gd name="adj1" fmla="val 44307"/>
              <a:gd name="adj2" fmla="val 109567"/>
            </a:avLst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EABA9BE-C1C5-BC46-A2BB-E13E47162317}"/>
              </a:ext>
            </a:extLst>
          </p:cNvPr>
          <p:cNvSpPr/>
          <p:nvPr/>
        </p:nvSpPr>
        <p:spPr>
          <a:xfrm>
            <a:off x="7559827" y="6513196"/>
            <a:ext cx="1894115" cy="70757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Otra Interface</a:t>
            </a:r>
          </a:p>
        </p:txBody>
      </p:sp>
      <p:cxnSp>
        <p:nvCxnSpPr>
          <p:cNvPr id="46" name="Conector: angular 45">
            <a:extLst>
              <a:ext uri="{FF2B5EF4-FFF2-40B4-BE49-F238E27FC236}">
                <a16:creationId xmlns:a16="http://schemas.microsoft.com/office/drawing/2014/main" id="{85CD484B-C697-A76B-ABD3-13DC5FFEF21A}"/>
              </a:ext>
            </a:extLst>
          </p:cNvPr>
          <p:cNvCxnSpPr>
            <a:cxnSpLocks/>
            <a:stCxn id="10" idx="3"/>
            <a:endCxn id="12" idx="0"/>
          </p:cNvCxnSpPr>
          <p:nvPr/>
        </p:nvCxnSpPr>
        <p:spPr>
          <a:xfrm flipH="1">
            <a:off x="7653909" y="3405872"/>
            <a:ext cx="357509" cy="733146"/>
          </a:xfrm>
          <a:prstGeom prst="bentConnector4">
            <a:avLst>
              <a:gd name="adj1" fmla="val -63942"/>
              <a:gd name="adj2" fmla="val 74128"/>
            </a:avLst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6D112DC0-807B-D245-D356-35E996A19A00}"/>
              </a:ext>
            </a:extLst>
          </p:cNvPr>
          <p:cNvCxnSpPr>
            <a:cxnSpLocks/>
            <a:stCxn id="12" idx="3"/>
            <a:endCxn id="53" idx="1"/>
          </p:cNvCxnSpPr>
          <p:nvPr/>
        </p:nvCxnSpPr>
        <p:spPr>
          <a:xfrm flipV="1">
            <a:off x="8600966" y="2980081"/>
            <a:ext cx="1216003" cy="1512723"/>
          </a:xfrm>
          <a:prstGeom prst="bentConnector3">
            <a:avLst>
              <a:gd name="adj1" fmla="val 42838"/>
            </a:avLst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ángulo 52">
            <a:extLst>
              <a:ext uri="{FF2B5EF4-FFF2-40B4-BE49-F238E27FC236}">
                <a16:creationId xmlns:a16="http://schemas.microsoft.com/office/drawing/2014/main" id="{435B1693-99A6-0848-D72C-68810B9945DD}"/>
              </a:ext>
            </a:extLst>
          </p:cNvPr>
          <p:cNvSpPr/>
          <p:nvPr/>
        </p:nvSpPr>
        <p:spPr>
          <a:xfrm>
            <a:off x="9816969" y="2792419"/>
            <a:ext cx="1937657" cy="375324"/>
          </a:xfrm>
          <a:prstGeom prst="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6"/>
          <p:cNvSpPr txBox="1"/>
          <p:nvPr/>
        </p:nvSpPr>
        <p:spPr>
          <a:xfrm>
            <a:off x="9431867" y="4636547"/>
            <a:ext cx="5198533" cy="112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Mes 2 - Mayo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6"/>
          <p:cNvSpPr txBox="1"/>
          <p:nvPr/>
        </p:nvSpPr>
        <p:spPr>
          <a:xfrm>
            <a:off x="4169311" y="5596229"/>
            <a:ext cx="10833622" cy="185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4. Recomendaciones iniciales</a:t>
            </a:r>
            <a:endParaRPr sz="1679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Imagen 1112">
            <a:extLst>
              <a:ext uri="{FF2B5EF4-FFF2-40B4-BE49-F238E27FC236}">
                <a16:creationId xmlns:a16="http://schemas.microsoft.com/office/drawing/2014/main" id="{FB672B1C-BAE7-0715-EA10-7BF6B8BF4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640" y="866304"/>
            <a:ext cx="9993120" cy="6801799"/>
          </a:xfrm>
          <a:prstGeom prst="rect">
            <a:avLst/>
          </a:prstGeom>
        </p:spPr>
      </p:pic>
      <p:sp>
        <p:nvSpPr>
          <p:cNvPr id="1084" name="Google Shape;1084;g2311ef7f287_0_0"/>
          <p:cNvSpPr txBox="1">
            <a:spLocks noGrp="1"/>
          </p:cNvSpPr>
          <p:nvPr>
            <p:ph type="title"/>
          </p:nvPr>
        </p:nvSpPr>
        <p:spPr>
          <a:xfrm>
            <a:off x="134089" y="-5807"/>
            <a:ext cx="14343911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b="1" dirty="0"/>
              <a:t>Opción 1 - </a:t>
            </a:r>
            <a:r>
              <a:rPr lang="es-MX" sz="2000" b="1" dirty="0" err="1"/>
              <a:t>iPaas</a:t>
            </a:r>
            <a:r>
              <a:rPr lang="es-MX" sz="2000" b="1" dirty="0"/>
              <a:t> completamente administrado con </a:t>
            </a:r>
            <a:r>
              <a:rPr lang="es-MX" sz="2000" b="1" dirty="0" err="1"/>
              <a:t>APIgee</a:t>
            </a:r>
            <a:r>
              <a:rPr lang="es-MX" sz="2000" b="1" dirty="0"/>
              <a:t> como capa </a:t>
            </a:r>
            <a:r>
              <a:rPr lang="es-MX" sz="2000" b="1" dirty="0" err="1"/>
              <a:t>gateway</a:t>
            </a:r>
            <a:r>
              <a:rPr lang="es-MX" sz="2800" b="1" dirty="0"/>
              <a:t> </a:t>
            </a:r>
            <a:br>
              <a:rPr lang="es-MX" sz="2800" b="1" dirty="0"/>
            </a:br>
            <a:r>
              <a:rPr lang="es-MX" sz="2000" b="1" dirty="0">
                <a:solidFill>
                  <a:schemeClr val="accent5"/>
                </a:solidFill>
              </a:rPr>
              <a:t>Mulesoft fully iPaaS </a:t>
            </a:r>
            <a:r>
              <a:rPr lang="es-MX" sz="2000" b="1" dirty="0" err="1">
                <a:solidFill>
                  <a:schemeClr val="accent5"/>
                </a:solidFill>
              </a:rPr>
              <a:t>with</a:t>
            </a:r>
            <a:r>
              <a:rPr lang="es-MX" sz="2000" b="1" dirty="0">
                <a:solidFill>
                  <a:schemeClr val="accent5"/>
                </a:solidFill>
              </a:rPr>
              <a:t> </a:t>
            </a:r>
            <a:r>
              <a:rPr lang="es-MX" sz="2000" b="1" dirty="0" err="1">
                <a:solidFill>
                  <a:schemeClr val="accent5"/>
                </a:solidFill>
              </a:rPr>
              <a:t>APigee</a:t>
            </a:r>
            <a:r>
              <a:rPr lang="es-MX" sz="2000" b="1" dirty="0">
                <a:solidFill>
                  <a:schemeClr val="accent5"/>
                </a:solidFill>
              </a:rPr>
              <a:t> as </a:t>
            </a:r>
            <a:r>
              <a:rPr lang="es-MX" sz="2000" b="1" dirty="0" err="1">
                <a:solidFill>
                  <a:schemeClr val="accent5"/>
                </a:solidFill>
              </a:rPr>
              <a:t>gateway</a:t>
            </a:r>
            <a:r>
              <a:rPr lang="es-MX" sz="2000" b="1" dirty="0">
                <a:solidFill>
                  <a:schemeClr val="accent5"/>
                </a:solidFill>
              </a:rPr>
              <a:t> </a:t>
            </a:r>
            <a:r>
              <a:rPr lang="es-MX" sz="2000" b="1" dirty="0" err="1">
                <a:solidFill>
                  <a:schemeClr val="accent5"/>
                </a:solidFill>
              </a:rPr>
              <a:t>layer</a:t>
            </a:r>
            <a:br>
              <a:rPr lang="es-MX" sz="2800" b="1" dirty="0"/>
            </a:br>
            <a:endParaRPr sz="1800" b="1" dirty="0">
              <a:solidFill>
                <a:srgbClr val="213253"/>
              </a:solidFill>
            </a:endParaRPr>
          </a:p>
        </p:txBody>
      </p:sp>
      <p:pic>
        <p:nvPicPr>
          <p:cNvPr id="1096" name="Picture 20">
            <a:extLst>
              <a:ext uri="{FF2B5EF4-FFF2-40B4-BE49-F238E27FC236}">
                <a16:creationId xmlns:a16="http://schemas.microsoft.com/office/drawing/2014/main" id="{A35FFBA7-5ECA-0901-D550-465EA338E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6365" y="1312746"/>
            <a:ext cx="1055396" cy="653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7" name="Rectángulo: esquinas redondeadas 1096">
            <a:extLst>
              <a:ext uri="{FF2B5EF4-FFF2-40B4-BE49-F238E27FC236}">
                <a16:creationId xmlns:a16="http://schemas.microsoft.com/office/drawing/2014/main" id="{6A2D7612-3E57-DB5F-9504-E912F320D2B7}"/>
              </a:ext>
            </a:extLst>
          </p:cNvPr>
          <p:cNvSpPr/>
          <p:nvPr/>
        </p:nvSpPr>
        <p:spPr>
          <a:xfrm>
            <a:off x="3084356" y="866304"/>
            <a:ext cx="8644993" cy="2624698"/>
          </a:xfrm>
          <a:prstGeom prst="roundRect">
            <a:avLst/>
          </a:prstGeom>
          <a:noFill/>
          <a:ln w="12700">
            <a:solidFill>
              <a:srgbClr val="FF99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099" name="Conector recto 1098">
            <a:extLst>
              <a:ext uri="{FF2B5EF4-FFF2-40B4-BE49-F238E27FC236}">
                <a16:creationId xmlns:a16="http://schemas.microsoft.com/office/drawing/2014/main" id="{C8AFF666-652B-9240-3C7B-9334065DF0A7}"/>
              </a:ext>
            </a:extLst>
          </p:cNvPr>
          <p:cNvCxnSpPr>
            <a:cxnSpLocks/>
          </p:cNvCxnSpPr>
          <p:nvPr/>
        </p:nvCxnSpPr>
        <p:spPr>
          <a:xfrm flipV="1">
            <a:off x="522514" y="2708174"/>
            <a:ext cx="2834154" cy="3455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Conector recto 1102">
            <a:extLst>
              <a:ext uri="{FF2B5EF4-FFF2-40B4-BE49-F238E27FC236}">
                <a16:creationId xmlns:a16="http://schemas.microsoft.com/office/drawing/2014/main" id="{3C80A021-805E-ED1D-5D86-84FEA9729207}"/>
              </a:ext>
            </a:extLst>
          </p:cNvPr>
          <p:cNvCxnSpPr>
            <a:cxnSpLocks/>
          </p:cNvCxnSpPr>
          <p:nvPr/>
        </p:nvCxnSpPr>
        <p:spPr>
          <a:xfrm flipH="1">
            <a:off x="11729349" y="3015951"/>
            <a:ext cx="1513697" cy="0"/>
          </a:xfrm>
          <a:prstGeom prst="line">
            <a:avLst/>
          </a:prstGeom>
          <a:ln>
            <a:solidFill>
              <a:srgbClr val="FF99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7" name="CuadroTexto 1106">
            <a:extLst>
              <a:ext uri="{FF2B5EF4-FFF2-40B4-BE49-F238E27FC236}">
                <a16:creationId xmlns:a16="http://schemas.microsoft.com/office/drawing/2014/main" id="{1251AFF1-C22C-8884-5B2E-66629D9747B7}"/>
              </a:ext>
            </a:extLst>
          </p:cNvPr>
          <p:cNvSpPr txBox="1"/>
          <p:nvPr/>
        </p:nvSpPr>
        <p:spPr>
          <a:xfrm>
            <a:off x="12130241" y="2708174"/>
            <a:ext cx="1112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9900"/>
                </a:solidFill>
              </a:rPr>
              <a:t>AWS Cloud</a:t>
            </a:r>
          </a:p>
        </p:txBody>
      </p:sp>
      <p:sp>
        <p:nvSpPr>
          <p:cNvPr id="1108" name="CuadroTexto 1107">
            <a:extLst>
              <a:ext uri="{FF2B5EF4-FFF2-40B4-BE49-F238E27FC236}">
                <a16:creationId xmlns:a16="http://schemas.microsoft.com/office/drawing/2014/main" id="{A58BBC00-7A0F-6689-F473-0C311D5F4A8F}"/>
              </a:ext>
            </a:extLst>
          </p:cNvPr>
          <p:cNvSpPr txBox="1"/>
          <p:nvPr/>
        </p:nvSpPr>
        <p:spPr>
          <a:xfrm>
            <a:off x="716677" y="2434952"/>
            <a:ext cx="1758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accent5">
                    <a:lumMod val="75000"/>
                  </a:schemeClr>
                </a:solidFill>
              </a:rPr>
              <a:t>Mulesoft fully iPaaS</a:t>
            </a:r>
          </a:p>
        </p:txBody>
      </p:sp>
      <p:cxnSp>
        <p:nvCxnSpPr>
          <p:cNvPr id="1114" name="Conector recto 1113">
            <a:extLst>
              <a:ext uri="{FF2B5EF4-FFF2-40B4-BE49-F238E27FC236}">
                <a16:creationId xmlns:a16="http://schemas.microsoft.com/office/drawing/2014/main" id="{9535A134-2BF2-7505-5D79-BD77B9BB869B}"/>
              </a:ext>
            </a:extLst>
          </p:cNvPr>
          <p:cNvCxnSpPr>
            <a:cxnSpLocks/>
          </p:cNvCxnSpPr>
          <p:nvPr/>
        </p:nvCxnSpPr>
        <p:spPr>
          <a:xfrm>
            <a:off x="522514" y="4505620"/>
            <a:ext cx="2632607" cy="0"/>
          </a:xfrm>
          <a:prstGeom prst="line">
            <a:avLst/>
          </a:prstGeom>
          <a:ln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6" name="CuadroTexto 1115">
            <a:extLst>
              <a:ext uri="{FF2B5EF4-FFF2-40B4-BE49-F238E27FC236}">
                <a16:creationId xmlns:a16="http://schemas.microsoft.com/office/drawing/2014/main" id="{6EEF4372-00A7-653F-9993-83D8155DC7C2}"/>
              </a:ext>
            </a:extLst>
          </p:cNvPr>
          <p:cNvSpPr txBox="1"/>
          <p:nvPr/>
        </p:nvSpPr>
        <p:spPr>
          <a:xfrm>
            <a:off x="716677" y="4197843"/>
            <a:ext cx="17283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API Gateway Layer</a:t>
            </a:r>
          </a:p>
        </p:txBody>
      </p:sp>
      <p:pic>
        <p:nvPicPr>
          <p:cNvPr id="1119" name="Picture 28">
            <a:extLst>
              <a:ext uri="{FF2B5EF4-FFF2-40B4-BE49-F238E27FC236}">
                <a16:creationId xmlns:a16="http://schemas.microsoft.com/office/drawing/2014/main" id="{14752B9A-9DF8-1FD4-229F-D60899C64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7586" y="3580079"/>
            <a:ext cx="240030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21" name="Conector: angular 1120">
            <a:extLst>
              <a:ext uri="{FF2B5EF4-FFF2-40B4-BE49-F238E27FC236}">
                <a16:creationId xmlns:a16="http://schemas.microsoft.com/office/drawing/2014/main" id="{AC0BCA48-093F-A7B9-8C32-F3EFDE61B72E}"/>
              </a:ext>
            </a:extLst>
          </p:cNvPr>
          <p:cNvCxnSpPr>
            <a:stCxn id="1119" idx="2"/>
          </p:cNvCxnSpPr>
          <p:nvPr/>
        </p:nvCxnSpPr>
        <p:spPr>
          <a:xfrm rot="5400000">
            <a:off x="11932805" y="3738582"/>
            <a:ext cx="504785" cy="1445079"/>
          </a:xfrm>
          <a:prstGeom prst="bentConnector2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2" name="CuadroTexto 1121">
            <a:extLst>
              <a:ext uri="{FF2B5EF4-FFF2-40B4-BE49-F238E27FC236}">
                <a16:creationId xmlns:a16="http://schemas.microsoft.com/office/drawing/2014/main" id="{708F1EF6-0C93-60B4-D40C-F6ABD0608B05}"/>
              </a:ext>
            </a:extLst>
          </p:cNvPr>
          <p:cNvSpPr txBox="1"/>
          <p:nvPr/>
        </p:nvSpPr>
        <p:spPr>
          <a:xfrm>
            <a:off x="13086863" y="4307232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B0F0"/>
                </a:solidFill>
              </a:rPr>
              <a:t>Canales</a:t>
            </a:r>
          </a:p>
        </p:txBody>
      </p:sp>
      <p:pic>
        <p:nvPicPr>
          <p:cNvPr id="1124" name="Picture 32" descr="Google Cloud&quot; Icon - Download for free – Iconduck">
            <a:extLst>
              <a:ext uri="{FF2B5EF4-FFF2-40B4-BE49-F238E27FC236}">
                <a16:creationId xmlns:a16="http://schemas.microsoft.com/office/drawing/2014/main" id="{E56E52AD-A0D4-FCA2-27AF-3C6D84984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198" y="3819184"/>
            <a:ext cx="628061" cy="50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5" name="Picture 34" descr="Sello de oficina aprobado PNG transparente - StickPNG">
            <a:extLst>
              <a:ext uri="{FF2B5EF4-FFF2-40B4-BE49-F238E27FC236}">
                <a16:creationId xmlns:a16="http://schemas.microsoft.com/office/drawing/2014/main" id="{10A9924B-F570-E3C0-94E5-F88B6BEB3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6643" y="5812300"/>
            <a:ext cx="1501423" cy="1496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D771B86-DC2C-4E8C-67D2-A2A8D79F3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483" y="1496786"/>
            <a:ext cx="8715375" cy="6172200"/>
          </a:xfrm>
          <a:prstGeom prst="rect">
            <a:avLst/>
          </a:prstGeom>
        </p:spPr>
      </p:pic>
      <p:sp>
        <p:nvSpPr>
          <p:cNvPr id="1097" name="Google Shape;1097;g2311ef7f287_0_6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20" b="1"/>
              <a:t>Opción 2 - </a:t>
            </a:r>
            <a:endParaRPr sz="432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3520" b="1"/>
              <a:t>Google Cloud Platform  y APIgee como API manager principal</a:t>
            </a:r>
            <a:endParaRPr sz="352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3420" b="1">
                <a:solidFill>
                  <a:schemeClr val="accent5"/>
                </a:solidFill>
              </a:rPr>
              <a:t>GCP and APIgee as main</a:t>
            </a:r>
            <a:br>
              <a:rPr lang="es-MX" sz="4320" b="1"/>
            </a:br>
            <a:endParaRPr sz="3200" b="1">
              <a:solidFill>
                <a:srgbClr val="21325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E5A8660-01ED-D2B2-30EE-CE49D8A72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753" y="1656352"/>
            <a:ext cx="10648950" cy="6067425"/>
          </a:xfrm>
          <a:prstGeom prst="rect">
            <a:avLst/>
          </a:prstGeom>
        </p:spPr>
      </p:pic>
      <p:sp>
        <p:nvSpPr>
          <p:cNvPr id="1103" name="Google Shape;1103;g2311ef7f287_0_12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20" b="1" dirty="0"/>
              <a:t>Opción 3 - </a:t>
            </a:r>
            <a:endParaRPr sz="432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2720" b="1" dirty="0"/>
              <a:t>Mulesoft RTF en Google </a:t>
            </a:r>
            <a:r>
              <a:rPr lang="es-MX" sz="2720" b="1" dirty="0" err="1"/>
              <a:t>Kubernetes</a:t>
            </a:r>
            <a:r>
              <a:rPr lang="es-MX" sz="2720" b="1" dirty="0"/>
              <a:t> </a:t>
            </a:r>
            <a:r>
              <a:rPr lang="es-MX" sz="2720" b="1" dirty="0" err="1"/>
              <a:t>auto-administrado</a:t>
            </a:r>
            <a:r>
              <a:rPr lang="es-MX" sz="2720" b="1" dirty="0"/>
              <a:t>  en GCP con el API Manager </a:t>
            </a:r>
            <a:r>
              <a:rPr lang="es-MX" sz="2720" b="1" dirty="0" err="1"/>
              <a:t>APIgee</a:t>
            </a:r>
            <a:r>
              <a:rPr lang="es-MX" sz="2720" b="1" dirty="0"/>
              <a:t> </a:t>
            </a:r>
            <a:endParaRPr sz="272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3120" b="1" dirty="0">
                <a:solidFill>
                  <a:schemeClr val="accent5"/>
                </a:solidFill>
              </a:rPr>
              <a:t>Mulesoft RTF </a:t>
            </a:r>
            <a:r>
              <a:rPr lang="es-MX" sz="3120" b="1" dirty="0" err="1">
                <a:solidFill>
                  <a:schemeClr val="accent5"/>
                </a:solidFill>
              </a:rPr>
              <a:t>on</a:t>
            </a:r>
            <a:r>
              <a:rPr lang="es-MX" sz="3120" b="1" dirty="0">
                <a:solidFill>
                  <a:schemeClr val="accent5"/>
                </a:solidFill>
              </a:rPr>
              <a:t> </a:t>
            </a:r>
            <a:r>
              <a:rPr lang="es-MX" sz="3120" b="1" dirty="0" err="1">
                <a:solidFill>
                  <a:schemeClr val="accent5"/>
                </a:solidFill>
              </a:rPr>
              <a:t>self</a:t>
            </a:r>
            <a:r>
              <a:rPr lang="es-MX" sz="3120" b="1" dirty="0">
                <a:solidFill>
                  <a:schemeClr val="accent5"/>
                </a:solidFill>
              </a:rPr>
              <a:t> </a:t>
            </a:r>
            <a:r>
              <a:rPr lang="es-MX" sz="3120" b="1" dirty="0" err="1">
                <a:solidFill>
                  <a:schemeClr val="accent5"/>
                </a:solidFill>
              </a:rPr>
              <a:t>managed</a:t>
            </a:r>
            <a:r>
              <a:rPr lang="es-MX" sz="3120" b="1" dirty="0">
                <a:solidFill>
                  <a:schemeClr val="accent5"/>
                </a:solidFill>
              </a:rPr>
              <a:t> Google </a:t>
            </a:r>
            <a:r>
              <a:rPr lang="es-MX" sz="3120" b="1" dirty="0" err="1">
                <a:solidFill>
                  <a:schemeClr val="accent5"/>
                </a:solidFill>
              </a:rPr>
              <a:t>Kubernetes</a:t>
            </a:r>
            <a:r>
              <a:rPr lang="es-MX" sz="3120" b="1" dirty="0">
                <a:solidFill>
                  <a:schemeClr val="accent5"/>
                </a:solidFill>
              </a:rPr>
              <a:t> </a:t>
            </a:r>
            <a:r>
              <a:rPr lang="es-MX" sz="3120" b="1" dirty="0" err="1">
                <a:solidFill>
                  <a:schemeClr val="accent5"/>
                </a:solidFill>
              </a:rPr>
              <a:t>Engine</a:t>
            </a:r>
            <a:r>
              <a:rPr lang="es-MX" sz="3120" b="1" dirty="0">
                <a:solidFill>
                  <a:schemeClr val="accent5"/>
                </a:solidFill>
              </a:rPr>
              <a:t> </a:t>
            </a:r>
            <a:r>
              <a:rPr lang="es-MX" sz="3120" b="1" dirty="0" err="1">
                <a:solidFill>
                  <a:schemeClr val="accent5"/>
                </a:solidFill>
              </a:rPr>
              <a:t>on</a:t>
            </a:r>
            <a:r>
              <a:rPr lang="es-MX" sz="3120" b="1" dirty="0">
                <a:solidFill>
                  <a:schemeClr val="accent5"/>
                </a:solidFill>
              </a:rPr>
              <a:t> GCP  </a:t>
            </a:r>
            <a:r>
              <a:rPr lang="es-MX" sz="3120" b="1" dirty="0" err="1">
                <a:solidFill>
                  <a:schemeClr val="accent5"/>
                </a:solidFill>
              </a:rPr>
              <a:t>with</a:t>
            </a:r>
            <a:r>
              <a:rPr lang="es-MX" sz="3120" b="1" dirty="0">
                <a:solidFill>
                  <a:schemeClr val="accent5"/>
                </a:solidFill>
              </a:rPr>
              <a:t> </a:t>
            </a:r>
            <a:r>
              <a:rPr lang="es-MX" sz="3120" b="1" dirty="0" err="1">
                <a:solidFill>
                  <a:schemeClr val="accent5"/>
                </a:solidFill>
              </a:rPr>
              <a:t>Apigee</a:t>
            </a:r>
            <a:endParaRPr sz="2900" b="1" dirty="0">
              <a:solidFill>
                <a:srgbClr val="21325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"/>
          <p:cNvSpPr txBox="1"/>
          <p:nvPr/>
        </p:nvSpPr>
        <p:spPr>
          <a:xfrm>
            <a:off x="9431867" y="4636547"/>
            <a:ext cx="5198533" cy="112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Mes 2 - Mayo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2"/>
          <p:cNvSpPr txBox="1"/>
          <p:nvPr/>
        </p:nvSpPr>
        <p:spPr>
          <a:xfrm>
            <a:off x="4169311" y="5596229"/>
            <a:ext cx="10833622" cy="185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 Arquitectura del estado futuro</a:t>
            </a:r>
            <a:endParaRPr sz="6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D0F6E60-1137-746C-5F46-04AB0707E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29" y="1095272"/>
            <a:ext cx="12758057" cy="6623076"/>
          </a:xfrm>
          <a:prstGeom prst="rect">
            <a:avLst/>
          </a:prstGeom>
        </p:spPr>
      </p:pic>
      <p:sp>
        <p:nvSpPr>
          <p:cNvPr id="1119" name="Google Shape;1119;g2585b2cbdef_0_80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00" b="1" dirty="0"/>
              <a:t>Modelo de despliegue </a:t>
            </a:r>
            <a:r>
              <a:rPr lang="es-MX" sz="4300" b="1" dirty="0" err="1"/>
              <a:t>Mulesoft</a:t>
            </a:r>
            <a:r>
              <a:rPr lang="es-MX" sz="4300" b="1" dirty="0"/>
              <a:t> </a:t>
            </a:r>
            <a:r>
              <a:rPr lang="es-MX" sz="4300" b="1" dirty="0" err="1"/>
              <a:t>cloudhub</a:t>
            </a:r>
            <a:endParaRPr sz="4300" b="1" dirty="0"/>
          </a:p>
        </p:txBody>
      </p:sp>
      <p:sp>
        <p:nvSpPr>
          <p:cNvPr id="1121" name="Google Shape;1121;g2585b2cbdef_0_80"/>
          <p:cNvSpPr txBox="1"/>
          <p:nvPr/>
        </p:nvSpPr>
        <p:spPr>
          <a:xfrm>
            <a:off x="232060" y="992059"/>
            <a:ext cx="25503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es-MX" sz="2220" b="1" i="0" u="none" strike="noStrike" cap="none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Arquitectura ASIS</a:t>
            </a:r>
            <a:endParaRPr sz="200" b="1" i="0" u="none" strike="noStrike" cap="none" dirty="0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g2585b2cbdef_0_80"/>
          <p:cNvSpPr txBox="1"/>
          <p:nvPr/>
        </p:nvSpPr>
        <p:spPr>
          <a:xfrm>
            <a:off x="6422571" y="985075"/>
            <a:ext cx="36231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es-MX" sz="2220" b="1" i="0" u="none" strike="noStrike" cap="none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Arquitectura Objetivo</a:t>
            </a:r>
            <a:endParaRPr sz="200" b="1" i="0" u="none" strike="noStrike" cap="none" dirty="0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585b2cbdef_0_75"/>
          <p:cNvSpPr txBox="1"/>
          <p:nvPr/>
        </p:nvSpPr>
        <p:spPr>
          <a:xfrm>
            <a:off x="9431867" y="4636547"/>
            <a:ext cx="5198400" cy="11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46300" rIns="182875" bIns="1463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MX" sz="6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Mes 2 - Mayo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g2585b2cbdef_0_75"/>
          <p:cNvSpPr txBox="1"/>
          <p:nvPr/>
        </p:nvSpPr>
        <p:spPr>
          <a:xfrm>
            <a:off x="3515650" y="5660500"/>
            <a:ext cx="11114700" cy="18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s-MX" sz="5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6. Reporte de Recomendaciones sobre la arquitectura de las aplicaciones</a:t>
            </a:r>
            <a:endParaRPr sz="55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311ef7f287_0_764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00" b="1" dirty="0"/>
              <a:t>Arquitectura API-Led</a:t>
            </a:r>
            <a:endParaRPr sz="43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00" b="1" dirty="0"/>
              <a:t> </a:t>
            </a:r>
            <a:r>
              <a:rPr lang="es-MX" sz="3400" b="1" dirty="0">
                <a:solidFill>
                  <a:schemeClr val="accent5"/>
                </a:solidFill>
              </a:rPr>
              <a:t>Implementación de Estándar BIAN y Conectores hacia legados</a:t>
            </a:r>
            <a:endParaRPr sz="4300" b="1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356F951-285C-6DA7-4C63-47D45F632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838" y="3088775"/>
            <a:ext cx="322134" cy="31659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2598A4E-9BFD-CC19-E798-DBFE4BC2B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428" y="3088775"/>
            <a:ext cx="322134" cy="31659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6CAA88D-67EC-221E-E676-6C4960EA8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471" y="3088775"/>
            <a:ext cx="322134" cy="31659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8AFFD76-9CFA-060B-29F8-DF8C26512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828" y="3088775"/>
            <a:ext cx="322134" cy="31659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7486C19-7F3A-2D71-0E1C-FB8FDBCEF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687" y="3088775"/>
            <a:ext cx="322134" cy="31659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D68C7C9-1643-8F91-9FF9-CDA1BE624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277" y="3088775"/>
            <a:ext cx="322134" cy="31659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FFA1501-7729-F53C-2E15-DBD17683B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867" y="3088775"/>
            <a:ext cx="322134" cy="31659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11087D0-A13D-9BFE-FBC9-2BA4AB6AB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457" y="3088775"/>
            <a:ext cx="322134" cy="316596"/>
          </a:xfrm>
          <a:prstGeom prst="rect">
            <a:avLst/>
          </a:prstGeom>
        </p:spPr>
      </p:pic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9104BDB-F23D-D89C-9018-00CF2490EA3D}"/>
              </a:ext>
            </a:extLst>
          </p:cNvPr>
          <p:cNvSpPr/>
          <p:nvPr/>
        </p:nvSpPr>
        <p:spPr>
          <a:xfrm>
            <a:off x="3419244" y="2850197"/>
            <a:ext cx="6983185" cy="707573"/>
          </a:xfrm>
          <a:prstGeom prst="round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E6A26F11-DB1F-4962-0F50-11EDBFB7E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574" y="2984466"/>
            <a:ext cx="1314202" cy="451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C8E077B-CE75-DE98-3043-6CE513EAF02E}"/>
              </a:ext>
            </a:extLst>
          </p:cNvPr>
          <p:cNvSpPr/>
          <p:nvPr/>
        </p:nvSpPr>
        <p:spPr>
          <a:xfrm>
            <a:off x="3419243" y="3668439"/>
            <a:ext cx="6983185" cy="1087401"/>
          </a:xfrm>
          <a:prstGeom prst="roundRect">
            <a:avLst/>
          </a:prstGeom>
          <a:noFill/>
          <a:ln w="127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B717E34-EA90-7FC5-6CFD-760D4BB1B80B}"/>
              </a:ext>
            </a:extLst>
          </p:cNvPr>
          <p:cNvSpPr/>
          <p:nvPr/>
        </p:nvSpPr>
        <p:spPr>
          <a:xfrm>
            <a:off x="3419242" y="4844142"/>
            <a:ext cx="6983185" cy="707573"/>
          </a:xfrm>
          <a:prstGeom prst="roundRect">
            <a:avLst/>
          </a:prstGeom>
          <a:noFill/>
          <a:ln w="127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4" name="Picture 10">
            <a:extLst>
              <a:ext uri="{FF2B5EF4-FFF2-40B4-BE49-F238E27FC236}">
                <a16:creationId xmlns:a16="http://schemas.microsoft.com/office/drawing/2014/main" id="{6ABC9BA9-CCE4-E1B4-9004-60552F0F7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3604" y="2236143"/>
            <a:ext cx="240030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>
            <a:extLst>
              <a:ext uri="{FF2B5EF4-FFF2-40B4-BE49-F238E27FC236}">
                <a16:creationId xmlns:a16="http://schemas.microsoft.com/office/drawing/2014/main" id="{71D749AF-2712-0866-1856-B4403F7A1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780" y="3724706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>
            <a:extLst>
              <a:ext uri="{FF2B5EF4-FFF2-40B4-BE49-F238E27FC236}">
                <a16:creationId xmlns:a16="http://schemas.microsoft.com/office/drawing/2014/main" id="{7F0DA9E5-DFB3-FEAE-C66B-F43315143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370" y="3719426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2">
            <a:extLst>
              <a:ext uri="{FF2B5EF4-FFF2-40B4-BE49-F238E27FC236}">
                <a16:creationId xmlns:a16="http://schemas.microsoft.com/office/drawing/2014/main" id="{6E79E88B-DD26-57C4-CAE1-DA9BE8062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578" y="3724706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2">
            <a:extLst>
              <a:ext uri="{FF2B5EF4-FFF2-40B4-BE49-F238E27FC236}">
                <a16:creationId xmlns:a16="http://schemas.microsoft.com/office/drawing/2014/main" id="{514E3564-7C94-F452-8030-4A933637B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168" y="3719426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>
            <a:extLst>
              <a:ext uri="{FF2B5EF4-FFF2-40B4-BE49-F238E27FC236}">
                <a16:creationId xmlns:a16="http://schemas.microsoft.com/office/drawing/2014/main" id="{695CCD4F-ADD8-D25C-12A0-A98AA7B2B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377" y="3729510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2">
            <a:extLst>
              <a:ext uri="{FF2B5EF4-FFF2-40B4-BE49-F238E27FC236}">
                <a16:creationId xmlns:a16="http://schemas.microsoft.com/office/drawing/2014/main" id="{E71701E1-4878-706E-074D-8CE59B6CC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967" y="3724230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2">
            <a:extLst>
              <a:ext uri="{FF2B5EF4-FFF2-40B4-BE49-F238E27FC236}">
                <a16:creationId xmlns:a16="http://schemas.microsoft.com/office/drawing/2014/main" id="{61B2E57F-8BA3-2DC0-FA36-2C5655573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175" y="3729510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2">
            <a:extLst>
              <a:ext uri="{FF2B5EF4-FFF2-40B4-BE49-F238E27FC236}">
                <a16:creationId xmlns:a16="http://schemas.microsoft.com/office/drawing/2014/main" id="{A623ACDB-6B18-5764-22A9-8DC7CA936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8765" y="3724230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0DAE5480-20A5-2FBA-8DCC-97105CA922B1}"/>
              </a:ext>
            </a:extLst>
          </p:cNvPr>
          <p:cNvSpPr/>
          <p:nvPr/>
        </p:nvSpPr>
        <p:spPr>
          <a:xfrm>
            <a:off x="3566201" y="4251468"/>
            <a:ext cx="5538615" cy="440276"/>
          </a:xfrm>
          <a:prstGeom prst="roundRect">
            <a:avLst/>
          </a:prstGeom>
          <a:noFill/>
          <a:ln w="127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Freeform 171">
            <a:extLst>
              <a:ext uri="{FF2B5EF4-FFF2-40B4-BE49-F238E27FC236}">
                <a16:creationId xmlns:a16="http://schemas.microsoft.com/office/drawing/2014/main" id="{62964F5F-4F6F-338F-BFA4-4733163DC7AF}"/>
              </a:ext>
            </a:extLst>
          </p:cNvPr>
          <p:cNvSpPr>
            <a:spLocks noEditPoints="1"/>
          </p:cNvSpPr>
          <p:nvPr/>
        </p:nvSpPr>
        <p:spPr bwMode="auto">
          <a:xfrm>
            <a:off x="3902123" y="4323547"/>
            <a:ext cx="299270" cy="296117"/>
          </a:xfrm>
          <a:custGeom>
            <a:avLst/>
            <a:gdLst>
              <a:gd name="T0" fmla="*/ 85 w 132"/>
              <a:gd name="T1" fmla="*/ 38 h 141"/>
              <a:gd name="T2" fmla="*/ 83 w 132"/>
              <a:gd name="T3" fmla="*/ 70 h 141"/>
              <a:gd name="T4" fmla="*/ 99 w 132"/>
              <a:gd name="T5" fmla="*/ 92 h 141"/>
              <a:gd name="T6" fmla="*/ 113 w 132"/>
              <a:gd name="T7" fmla="*/ 92 h 141"/>
              <a:gd name="T8" fmla="*/ 128 w 132"/>
              <a:gd name="T9" fmla="*/ 70 h 141"/>
              <a:gd name="T10" fmla="*/ 124 w 132"/>
              <a:gd name="T11" fmla="*/ 70 h 141"/>
              <a:gd name="T12" fmla="*/ 108 w 132"/>
              <a:gd name="T13" fmla="*/ 74 h 141"/>
              <a:gd name="T14" fmla="*/ 104 w 132"/>
              <a:gd name="T15" fmla="*/ 93 h 141"/>
              <a:gd name="T16" fmla="*/ 101 w 132"/>
              <a:gd name="T17" fmla="*/ 74 h 141"/>
              <a:gd name="T18" fmla="*/ 83 w 132"/>
              <a:gd name="T19" fmla="*/ 42 h 141"/>
              <a:gd name="T20" fmla="*/ 128 w 132"/>
              <a:gd name="T21" fmla="*/ 42 h 141"/>
              <a:gd name="T22" fmla="*/ 88 w 132"/>
              <a:gd name="T23" fmla="*/ 21 h 141"/>
              <a:gd name="T24" fmla="*/ 101 w 132"/>
              <a:gd name="T25" fmla="*/ 2 h 141"/>
              <a:gd name="T26" fmla="*/ 110 w 132"/>
              <a:gd name="T27" fmla="*/ 2 h 141"/>
              <a:gd name="T28" fmla="*/ 124 w 132"/>
              <a:gd name="T29" fmla="*/ 21 h 141"/>
              <a:gd name="T30" fmla="*/ 91 w 132"/>
              <a:gd name="T31" fmla="*/ 34 h 141"/>
              <a:gd name="T32" fmla="*/ 76 w 132"/>
              <a:gd name="T33" fmla="*/ 75 h 141"/>
              <a:gd name="T34" fmla="*/ 21 w 132"/>
              <a:gd name="T35" fmla="*/ 75 h 141"/>
              <a:gd name="T36" fmla="*/ 15 w 132"/>
              <a:gd name="T37" fmla="*/ 64 h 141"/>
              <a:gd name="T38" fmla="*/ 15 w 132"/>
              <a:gd name="T39" fmla="*/ 34 h 141"/>
              <a:gd name="T40" fmla="*/ 12 w 132"/>
              <a:gd name="T41" fmla="*/ 37 h 141"/>
              <a:gd name="T42" fmla="*/ 38 w 132"/>
              <a:gd name="T43" fmla="*/ 116 h 141"/>
              <a:gd name="T44" fmla="*/ 38 w 132"/>
              <a:gd name="T45" fmla="*/ 122 h 141"/>
              <a:gd name="T46" fmla="*/ 26 w 132"/>
              <a:gd name="T47" fmla="*/ 106 h 141"/>
              <a:gd name="T48" fmla="*/ 66 w 132"/>
              <a:gd name="T49" fmla="*/ 122 h 141"/>
              <a:gd name="T50" fmla="*/ 89 w 132"/>
              <a:gd name="T51" fmla="*/ 122 h 141"/>
              <a:gd name="T52" fmla="*/ 34 w 132"/>
              <a:gd name="T53" fmla="*/ 91 h 141"/>
              <a:gd name="T54" fmla="*/ 51 w 132"/>
              <a:gd name="T55" fmla="*/ 91 h 141"/>
              <a:gd name="T56" fmla="*/ 55 w 132"/>
              <a:gd name="T57" fmla="*/ 102 h 141"/>
              <a:gd name="T58" fmla="*/ 35 w 132"/>
              <a:gd name="T59" fmla="*/ 34 h 141"/>
              <a:gd name="T60" fmla="*/ 32 w 132"/>
              <a:gd name="T61" fmla="*/ 37 h 141"/>
              <a:gd name="T62" fmla="*/ 118 w 132"/>
              <a:gd name="T63" fmla="*/ 104 h 141"/>
              <a:gd name="T64" fmla="*/ 0 w 132"/>
              <a:gd name="T65" fmla="*/ 22 h 141"/>
              <a:gd name="T66" fmla="*/ 5 w 132"/>
              <a:gd name="T67" fmla="*/ 28 h 141"/>
              <a:gd name="T68" fmla="*/ 70 w 132"/>
              <a:gd name="T69" fmla="*/ 51 h 141"/>
              <a:gd name="T70" fmla="*/ 113 w 132"/>
              <a:gd name="T71" fmla="*/ 135 h 141"/>
              <a:gd name="T72" fmla="*/ 28 w 132"/>
              <a:gd name="T73" fmla="*/ 37 h 141"/>
              <a:gd name="T74" fmla="*/ 25 w 132"/>
              <a:gd name="T75" fmla="*/ 34 h 141"/>
              <a:gd name="T76" fmla="*/ 90 w 132"/>
              <a:gd name="T77" fmla="*/ 91 h 141"/>
              <a:gd name="T78" fmla="*/ 90 w 132"/>
              <a:gd name="T79" fmla="*/ 95 h 141"/>
              <a:gd name="T80" fmla="*/ 72 w 132"/>
              <a:gd name="T81" fmla="*/ 95 h 141"/>
              <a:gd name="T82" fmla="*/ 51 w 132"/>
              <a:gd name="T83" fmla="*/ 95 h 141"/>
              <a:gd name="T84" fmla="*/ 34 w 132"/>
              <a:gd name="T85" fmla="*/ 95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2" h="141">
                <a:moveTo>
                  <a:pt x="131" y="40"/>
                </a:moveTo>
                <a:cubicBezTo>
                  <a:pt x="130" y="38"/>
                  <a:pt x="128" y="38"/>
                  <a:pt x="126" y="38"/>
                </a:cubicBezTo>
                <a:cubicBezTo>
                  <a:pt x="113" y="42"/>
                  <a:pt x="99" y="42"/>
                  <a:pt x="85" y="38"/>
                </a:cubicBezTo>
                <a:cubicBezTo>
                  <a:pt x="83" y="38"/>
                  <a:pt x="81" y="38"/>
                  <a:pt x="80" y="39"/>
                </a:cubicBezTo>
                <a:cubicBezTo>
                  <a:pt x="80" y="40"/>
                  <a:pt x="79" y="42"/>
                  <a:pt x="79" y="43"/>
                </a:cubicBezTo>
                <a:cubicBezTo>
                  <a:pt x="83" y="70"/>
                  <a:pt x="83" y="70"/>
                  <a:pt x="83" y="70"/>
                </a:cubicBezTo>
                <a:cubicBezTo>
                  <a:pt x="84" y="74"/>
                  <a:pt x="86" y="76"/>
                  <a:pt x="90" y="77"/>
                </a:cubicBezTo>
                <a:cubicBezTo>
                  <a:pt x="93" y="77"/>
                  <a:pt x="96" y="77"/>
                  <a:pt x="99" y="78"/>
                </a:cubicBezTo>
                <a:cubicBezTo>
                  <a:pt x="99" y="92"/>
                  <a:pt x="99" y="92"/>
                  <a:pt x="99" y="92"/>
                </a:cubicBezTo>
                <a:cubicBezTo>
                  <a:pt x="99" y="95"/>
                  <a:pt x="101" y="97"/>
                  <a:pt x="104" y="97"/>
                </a:cubicBezTo>
                <a:cubicBezTo>
                  <a:pt x="108" y="97"/>
                  <a:pt x="108" y="97"/>
                  <a:pt x="108" y="97"/>
                </a:cubicBezTo>
                <a:cubicBezTo>
                  <a:pt x="110" y="97"/>
                  <a:pt x="113" y="95"/>
                  <a:pt x="113" y="92"/>
                </a:cubicBezTo>
                <a:cubicBezTo>
                  <a:pt x="113" y="78"/>
                  <a:pt x="113" y="78"/>
                  <a:pt x="113" y="78"/>
                </a:cubicBezTo>
                <a:cubicBezTo>
                  <a:pt x="116" y="77"/>
                  <a:pt x="119" y="77"/>
                  <a:pt x="122" y="77"/>
                </a:cubicBezTo>
                <a:cubicBezTo>
                  <a:pt x="125" y="76"/>
                  <a:pt x="128" y="74"/>
                  <a:pt x="128" y="70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2" y="42"/>
                  <a:pt x="132" y="40"/>
                  <a:pt x="131" y="40"/>
                </a:cubicBezTo>
                <a:close/>
                <a:moveTo>
                  <a:pt x="124" y="70"/>
                </a:moveTo>
                <a:cubicBezTo>
                  <a:pt x="124" y="71"/>
                  <a:pt x="123" y="72"/>
                  <a:pt x="121" y="73"/>
                </a:cubicBezTo>
                <a:cubicBezTo>
                  <a:pt x="118" y="73"/>
                  <a:pt x="114" y="73"/>
                  <a:pt x="110" y="74"/>
                </a:cubicBezTo>
                <a:cubicBezTo>
                  <a:pt x="108" y="74"/>
                  <a:pt x="108" y="74"/>
                  <a:pt x="108" y="74"/>
                </a:cubicBezTo>
                <a:cubicBezTo>
                  <a:pt x="108" y="92"/>
                  <a:pt x="108" y="92"/>
                  <a:pt x="108" y="92"/>
                </a:cubicBezTo>
                <a:cubicBezTo>
                  <a:pt x="108" y="92"/>
                  <a:pt x="108" y="93"/>
                  <a:pt x="108" y="93"/>
                </a:cubicBezTo>
                <a:cubicBezTo>
                  <a:pt x="104" y="93"/>
                  <a:pt x="104" y="93"/>
                  <a:pt x="104" y="93"/>
                </a:cubicBezTo>
                <a:cubicBezTo>
                  <a:pt x="103" y="93"/>
                  <a:pt x="103" y="92"/>
                  <a:pt x="103" y="92"/>
                </a:cubicBezTo>
                <a:cubicBezTo>
                  <a:pt x="103" y="74"/>
                  <a:pt x="103" y="74"/>
                  <a:pt x="103" y="74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97" y="73"/>
                  <a:pt x="94" y="73"/>
                  <a:pt x="90" y="73"/>
                </a:cubicBezTo>
                <a:cubicBezTo>
                  <a:pt x="89" y="72"/>
                  <a:pt x="87" y="71"/>
                  <a:pt x="87" y="70"/>
                </a:cubicBezTo>
                <a:cubicBezTo>
                  <a:pt x="83" y="42"/>
                  <a:pt x="83" y="42"/>
                  <a:pt x="83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99" y="46"/>
                  <a:pt x="113" y="46"/>
                  <a:pt x="128" y="42"/>
                </a:cubicBezTo>
                <a:cubicBezTo>
                  <a:pt x="128" y="42"/>
                  <a:pt x="128" y="42"/>
                  <a:pt x="128" y="42"/>
                </a:cubicBezTo>
                <a:lnTo>
                  <a:pt x="124" y="70"/>
                </a:lnTo>
                <a:close/>
                <a:moveTo>
                  <a:pt x="88" y="31"/>
                </a:moveTo>
                <a:cubicBezTo>
                  <a:pt x="88" y="21"/>
                  <a:pt x="88" y="21"/>
                  <a:pt x="88" y="21"/>
                </a:cubicBezTo>
                <a:cubicBezTo>
                  <a:pt x="88" y="19"/>
                  <a:pt x="89" y="17"/>
                  <a:pt x="92" y="17"/>
                </a:cubicBezTo>
                <a:cubicBezTo>
                  <a:pt x="101" y="17"/>
                  <a:pt x="101" y="17"/>
                  <a:pt x="101" y="17"/>
                </a:cubicBezTo>
                <a:cubicBezTo>
                  <a:pt x="101" y="2"/>
                  <a:pt x="101" y="2"/>
                  <a:pt x="101" y="2"/>
                </a:cubicBezTo>
                <a:cubicBezTo>
                  <a:pt x="101" y="1"/>
                  <a:pt x="102" y="0"/>
                  <a:pt x="103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09" y="0"/>
                  <a:pt x="110" y="1"/>
                  <a:pt x="110" y="2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22" y="17"/>
                  <a:pt x="124" y="19"/>
                  <a:pt x="124" y="21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24" y="32"/>
                  <a:pt x="122" y="34"/>
                  <a:pt x="121" y="35"/>
                </a:cubicBezTo>
                <a:cubicBezTo>
                  <a:pt x="111" y="37"/>
                  <a:pt x="101" y="37"/>
                  <a:pt x="91" y="34"/>
                </a:cubicBezTo>
                <a:cubicBezTo>
                  <a:pt x="89" y="34"/>
                  <a:pt x="88" y="32"/>
                  <a:pt x="88" y="31"/>
                </a:cubicBezTo>
                <a:close/>
                <a:moveTo>
                  <a:pt x="21" y="75"/>
                </a:moveTo>
                <a:cubicBezTo>
                  <a:pt x="76" y="75"/>
                  <a:pt x="76" y="75"/>
                  <a:pt x="76" y="75"/>
                </a:cubicBezTo>
                <a:cubicBezTo>
                  <a:pt x="76" y="81"/>
                  <a:pt x="76" y="81"/>
                  <a:pt x="76" y="81"/>
                </a:cubicBezTo>
                <a:cubicBezTo>
                  <a:pt x="21" y="81"/>
                  <a:pt x="21" y="81"/>
                  <a:pt x="21" y="81"/>
                </a:cubicBezTo>
                <a:lnTo>
                  <a:pt x="21" y="75"/>
                </a:lnTo>
                <a:close/>
                <a:moveTo>
                  <a:pt x="68" y="71"/>
                </a:moveTo>
                <a:cubicBezTo>
                  <a:pt x="15" y="71"/>
                  <a:pt x="15" y="71"/>
                  <a:pt x="15" y="71"/>
                </a:cubicBezTo>
                <a:cubicBezTo>
                  <a:pt x="15" y="64"/>
                  <a:pt x="15" y="64"/>
                  <a:pt x="15" y="64"/>
                </a:cubicBezTo>
                <a:cubicBezTo>
                  <a:pt x="68" y="64"/>
                  <a:pt x="68" y="64"/>
                  <a:pt x="68" y="64"/>
                </a:cubicBezTo>
                <a:lnTo>
                  <a:pt x="68" y="71"/>
                </a:lnTo>
                <a:close/>
                <a:moveTo>
                  <a:pt x="15" y="34"/>
                </a:moveTo>
                <a:cubicBezTo>
                  <a:pt x="17" y="34"/>
                  <a:pt x="18" y="36"/>
                  <a:pt x="18" y="37"/>
                </a:cubicBezTo>
                <a:cubicBezTo>
                  <a:pt x="18" y="39"/>
                  <a:pt x="17" y="40"/>
                  <a:pt x="15" y="40"/>
                </a:cubicBezTo>
                <a:cubicBezTo>
                  <a:pt x="14" y="40"/>
                  <a:pt x="12" y="39"/>
                  <a:pt x="12" y="37"/>
                </a:cubicBezTo>
                <a:cubicBezTo>
                  <a:pt x="12" y="36"/>
                  <a:pt x="14" y="34"/>
                  <a:pt x="15" y="34"/>
                </a:cubicBezTo>
                <a:close/>
                <a:moveTo>
                  <a:pt x="38" y="122"/>
                </a:moveTo>
                <a:cubicBezTo>
                  <a:pt x="38" y="116"/>
                  <a:pt x="38" y="116"/>
                  <a:pt x="38" y="116"/>
                </a:cubicBezTo>
                <a:cubicBezTo>
                  <a:pt x="61" y="116"/>
                  <a:pt x="61" y="116"/>
                  <a:pt x="61" y="116"/>
                </a:cubicBezTo>
                <a:cubicBezTo>
                  <a:pt x="61" y="122"/>
                  <a:pt x="61" y="122"/>
                  <a:pt x="61" y="122"/>
                </a:cubicBezTo>
                <a:lnTo>
                  <a:pt x="38" y="122"/>
                </a:lnTo>
                <a:close/>
                <a:moveTo>
                  <a:pt x="97" y="112"/>
                </a:moveTo>
                <a:cubicBezTo>
                  <a:pt x="26" y="112"/>
                  <a:pt x="26" y="112"/>
                  <a:pt x="26" y="112"/>
                </a:cubicBezTo>
                <a:cubicBezTo>
                  <a:pt x="26" y="106"/>
                  <a:pt x="26" y="106"/>
                  <a:pt x="26" y="106"/>
                </a:cubicBezTo>
                <a:cubicBezTo>
                  <a:pt x="97" y="106"/>
                  <a:pt x="97" y="106"/>
                  <a:pt x="97" y="106"/>
                </a:cubicBezTo>
                <a:lnTo>
                  <a:pt x="97" y="112"/>
                </a:lnTo>
                <a:close/>
                <a:moveTo>
                  <a:pt x="66" y="122"/>
                </a:moveTo>
                <a:cubicBezTo>
                  <a:pt x="66" y="116"/>
                  <a:pt x="66" y="116"/>
                  <a:pt x="66" y="116"/>
                </a:cubicBezTo>
                <a:cubicBezTo>
                  <a:pt x="89" y="116"/>
                  <a:pt x="89" y="116"/>
                  <a:pt x="89" y="116"/>
                </a:cubicBezTo>
                <a:cubicBezTo>
                  <a:pt x="89" y="122"/>
                  <a:pt x="89" y="122"/>
                  <a:pt x="89" y="122"/>
                </a:cubicBezTo>
                <a:lnTo>
                  <a:pt x="66" y="122"/>
                </a:lnTo>
                <a:close/>
                <a:moveTo>
                  <a:pt x="51" y="91"/>
                </a:moveTo>
                <a:cubicBezTo>
                  <a:pt x="34" y="91"/>
                  <a:pt x="34" y="91"/>
                  <a:pt x="34" y="91"/>
                </a:cubicBezTo>
                <a:cubicBezTo>
                  <a:pt x="34" y="85"/>
                  <a:pt x="34" y="85"/>
                  <a:pt x="34" y="85"/>
                </a:cubicBezTo>
                <a:cubicBezTo>
                  <a:pt x="51" y="85"/>
                  <a:pt x="51" y="85"/>
                  <a:pt x="51" y="85"/>
                </a:cubicBezTo>
                <a:lnTo>
                  <a:pt x="51" y="91"/>
                </a:lnTo>
                <a:close/>
                <a:moveTo>
                  <a:pt x="68" y="95"/>
                </a:moveTo>
                <a:cubicBezTo>
                  <a:pt x="68" y="102"/>
                  <a:pt x="68" y="102"/>
                  <a:pt x="68" y="102"/>
                </a:cubicBezTo>
                <a:cubicBezTo>
                  <a:pt x="55" y="102"/>
                  <a:pt x="55" y="102"/>
                  <a:pt x="55" y="102"/>
                </a:cubicBezTo>
                <a:cubicBezTo>
                  <a:pt x="55" y="95"/>
                  <a:pt x="55" y="95"/>
                  <a:pt x="55" y="95"/>
                </a:cubicBezTo>
                <a:lnTo>
                  <a:pt x="68" y="95"/>
                </a:lnTo>
                <a:close/>
                <a:moveTo>
                  <a:pt x="35" y="34"/>
                </a:moveTo>
                <a:cubicBezTo>
                  <a:pt x="37" y="34"/>
                  <a:pt x="38" y="36"/>
                  <a:pt x="38" y="37"/>
                </a:cubicBezTo>
                <a:cubicBezTo>
                  <a:pt x="38" y="39"/>
                  <a:pt x="37" y="40"/>
                  <a:pt x="35" y="40"/>
                </a:cubicBezTo>
                <a:cubicBezTo>
                  <a:pt x="34" y="40"/>
                  <a:pt x="32" y="39"/>
                  <a:pt x="32" y="37"/>
                </a:cubicBezTo>
                <a:cubicBezTo>
                  <a:pt x="32" y="36"/>
                  <a:pt x="34" y="34"/>
                  <a:pt x="35" y="34"/>
                </a:cubicBezTo>
                <a:close/>
                <a:moveTo>
                  <a:pt x="113" y="104"/>
                </a:moveTo>
                <a:cubicBezTo>
                  <a:pt x="118" y="104"/>
                  <a:pt x="118" y="104"/>
                  <a:pt x="118" y="104"/>
                </a:cubicBezTo>
                <a:cubicBezTo>
                  <a:pt x="118" y="141"/>
                  <a:pt x="118" y="141"/>
                  <a:pt x="118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22"/>
                  <a:pt x="0" y="22"/>
                  <a:pt x="0" y="22"/>
                </a:cubicBezTo>
                <a:cubicBezTo>
                  <a:pt x="80" y="22"/>
                  <a:pt x="80" y="22"/>
                  <a:pt x="80" y="22"/>
                </a:cubicBezTo>
                <a:cubicBezTo>
                  <a:pt x="80" y="28"/>
                  <a:pt x="80" y="28"/>
                  <a:pt x="80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46"/>
                  <a:pt x="5" y="46"/>
                  <a:pt x="5" y="46"/>
                </a:cubicBezTo>
                <a:cubicBezTo>
                  <a:pt x="70" y="46"/>
                  <a:pt x="70" y="46"/>
                  <a:pt x="70" y="46"/>
                </a:cubicBezTo>
                <a:cubicBezTo>
                  <a:pt x="70" y="51"/>
                  <a:pt x="70" y="51"/>
                  <a:pt x="70" y="51"/>
                </a:cubicBezTo>
                <a:cubicBezTo>
                  <a:pt x="5" y="51"/>
                  <a:pt x="5" y="51"/>
                  <a:pt x="5" y="51"/>
                </a:cubicBezTo>
                <a:cubicBezTo>
                  <a:pt x="5" y="135"/>
                  <a:pt x="5" y="135"/>
                  <a:pt x="5" y="135"/>
                </a:cubicBezTo>
                <a:cubicBezTo>
                  <a:pt x="113" y="135"/>
                  <a:pt x="113" y="135"/>
                  <a:pt x="113" y="135"/>
                </a:cubicBezTo>
                <a:lnTo>
                  <a:pt x="113" y="104"/>
                </a:lnTo>
                <a:close/>
                <a:moveTo>
                  <a:pt x="25" y="34"/>
                </a:moveTo>
                <a:cubicBezTo>
                  <a:pt x="27" y="34"/>
                  <a:pt x="28" y="36"/>
                  <a:pt x="28" y="37"/>
                </a:cubicBezTo>
                <a:cubicBezTo>
                  <a:pt x="28" y="39"/>
                  <a:pt x="27" y="40"/>
                  <a:pt x="25" y="40"/>
                </a:cubicBezTo>
                <a:cubicBezTo>
                  <a:pt x="24" y="40"/>
                  <a:pt x="22" y="39"/>
                  <a:pt x="22" y="37"/>
                </a:cubicBezTo>
                <a:cubicBezTo>
                  <a:pt x="22" y="36"/>
                  <a:pt x="24" y="34"/>
                  <a:pt x="25" y="34"/>
                </a:cubicBezTo>
                <a:close/>
                <a:moveTo>
                  <a:pt x="55" y="85"/>
                </a:moveTo>
                <a:cubicBezTo>
                  <a:pt x="90" y="85"/>
                  <a:pt x="90" y="85"/>
                  <a:pt x="90" y="85"/>
                </a:cubicBezTo>
                <a:cubicBezTo>
                  <a:pt x="90" y="91"/>
                  <a:pt x="90" y="91"/>
                  <a:pt x="90" y="91"/>
                </a:cubicBezTo>
                <a:cubicBezTo>
                  <a:pt x="55" y="91"/>
                  <a:pt x="55" y="91"/>
                  <a:pt x="55" y="91"/>
                </a:cubicBezTo>
                <a:lnTo>
                  <a:pt x="55" y="85"/>
                </a:lnTo>
                <a:close/>
                <a:moveTo>
                  <a:pt x="90" y="95"/>
                </a:moveTo>
                <a:cubicBezTo>
                  <a:pt x="90" y="102"/>
                  <a:pt x="90" y="102"/>
                  <a:pt x="90" y="102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2" y="95"/>
                  <a:pt x="72" y="95"/>
                  <a:pt x="72" y="95"/>
                </a:cubicBezTo>
                <a:lnTo>
                  <a:pt x="90" y="95"/>
                </a:lnTo>
                <a:close/>
                <a:moveTo>
                  <a:pt x="34" y="95"/>
                </a:moveTo>
                <a:cubicBezTo>
                  <a:pt x="51" y="95"/>
                  <a:pt x="51" y="95"/>
                  <a:pt x="51" y="95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34" y="102"/>
                  <a:pt x="34" y="102"/>
                  <a:pt x="34" y="102"/>
                </a:cubicBezTo>
                <a:lnTo>
                  <a:pt x="34" y="95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" name="Freeform 171">
            <a:extLst>
              <a:ext uri="{FF2B5EF4-FFF2-40B4-BE49-F238E27FC236}">
                <a16:creationId xmlns:a16="http://schemas.microsoft.com/office/drawing/2014/main" id="{B9D4CDFE-CCEE-F913-75F8-4F002A6E530E}"/>
              </a:ext>
            </a:extLst>
          </p:cNvPr>
          <p:cNvSpPr>
            <a:spLocks noEditPoints="1"/>
          </p:cNvSpPr>
          <p:nvPr/>
        </p:nvSpPr>
        <p:spPr bwMode="auto">
          <a:xfrm>
            <a:off x="4537315" y="4329526"/>
            <a:ext cx="299270" cy="296117"/>
          </a:xfrm>
          <a:custGeom>
            <a:avLst/>
            <a:gdLst>
              <a:gd name="T0" fmla="*/ 85 w 132"/>
              <a:gd name="T1" fmla="*/ 38 h 141"/>
              <a:gd name="T2" fmla="*/ 83 w 132"/>
              <a:gd name="T3" fmla="*/ 70 h 141"/>
              <a:gd name="T4" fmla="*/ 99 w 132"/>
              <a:gd name="T5" fmla="*/ 92 h 141"/>
              <a:gd name="T6" fmla="*/ 113 w 132"/>
              <a:gd name="T7" fmla="*/ 92 h 141"/>
              <a:gd name="T8" fmla="*/ 128 w 132"/>
              <a:gd name="T9" fmla="*/ 70 h 141"/>
              <a:gd name="T10" fmla="*/ 124 w 132"/>
              <a:gd name="T11" fmla="*/ 70 h 141"/>
              <a:gd name="T12" fmla="*/ 108 w 132"/>
              <a:gd name="T13" fmla="*/ 74 h 141"/>
              <a:gd name="T14" fmla="*/ 104 w 132"/>
              <a:gd name="T15" fmla="*/ 93 h 141"/>
              <a:gd name="T16" fmla="*/ 101 w 132"/>
              <a:gd name="T17" fmla="*/ 74 h 141"/>
              <a:gd name="T18" fmla="*/ 83 w 132"/>
              <a:gd name="T19" fmla="*/ 42 h 141"/>
              <a:gd name="T20" fmla="*/ 128 w 132"/>
              <a:gd name="T21" fmla="*/ 42 h 141"/>
              <a:gd name="T22" fmla="*/ 88 w 132"/>
              <a:gd name="T23" fmla="*/ 21 h 141"/>
              <a:gd name="T24" fmla="*/ 101 w 132"/>
              <a:gd name="T25" fmla="*/ 2 h 141"/>
              <a:gd name="T26" fmla="*/ 110 w 132"/>
              <a:gd name="T27" fmla="*/ 2 h 141"/>
              <a:gd name="T28" fmla="*/ 124 w 132"/>
              <a:gd name="T29" fmla="*/ 21 h 141"/>
              <a:gd name="T30" fmla="*/ 91 w 132"/>
              <a:gd name="T31" fmla="*/ 34 h 141"/>
              <a:gd name="T32" fmla="*/ 76 w 132"/>
              <a:gd name="T33" fmla="*/ 75 h 141"/>
              <a:gd name="T34" fmla="*/ 21 w 132"/>
              <a:gd name="T35" fmla="*/ 75 h 141"/>
              <a:gd name="T36" fmla="*/ 15 w 132"/>
              <a:gd name="T37" fmla="*/ 64 h 141"/>
              <a:gd name="T38" fmla="*/ 15 w 132"/>
              <a:gd name="T39" fmla="*/ 34 h 141"/>
              <a:gd name="T40" fmla="*/ 12 w 132"/>
              <a:gd name="T41" fmla="*/ 37 h 141"/>
              <a:gd name="T42" fmla="*/ 38 w 132"/>
              <a:gd name="T43" fmla="*/ 116 h 141"/>
              <a:gd name="T44" fmla="*/ 38 w 132"/>
              <a:gd name="T45" fmla="*/ 122 h 141"/>
              <a:gd name="T46" fmla="*/ 26 w 132"/>
              <a:gd name="T47" fmla="*/ 106 h 141"/>
              <a:gd name="T48" fmla="*/ 66 w 132"/>
              <a:gd name="T49" fmla="*/ 122 h 141"/>
              <a:gd name="T50" fmla="*/ 89 w 132"/>
              <a:gd name="T51" fmla="*/ 122 h 141"/>
              <a:gd name="T52" fmla="*/ 34 w 132"/>
              <a:gd name="T53" fmla="*/ 91 h 141"/>
              <a:gd name="T54" fmla="*/ 51 w 132"/>
              <a:gd name="T55" fmla="*/ 91 h 141"/>
              <a:gd name="T56" fmla="*/ 55 w 132"/>
              <a:gd name="T57" fmla="*/ 102 h 141"/>
              <a:gd name="T58" fmla="*/ 35 w 132"/>
              <a:gd name="T59" fmla="*/ 34 h 141"/>
              <a:gd name="T60" fmla="*/ 32 w 132"/>
              <a:gd name="T61" fmla="*/ 37 h 141"/>
              <a:gd name="T62" fmla="*/ 118 w 132"/>
              <a:gd name="T63" fmla="*/ 104 h 141"/>
              <a:gd name="T64" fmla="*/ 0 w 132"/>
              <a:gd name="T65" fmla="*/ 22 h 141"/>
              <a:gd name="T66" fmla="*/ 5 w 132"/>
              <a:gd name="T67" fmla="*/ 28 h 141"/>
              <a:gd name="T68" fmla="*/ 70 w 132"/>
              <a:gd name="T69" fmla="*/ 51 h 141"/>
              <a:gd name="T70" fmla="*/ 113 w 132"/>
              <a:gd name="T71" fmla="*/ 135 h 141"/>
              <a:gd name="T72" fmla="*/ 28 w 132"/>
              <a:gd name="T73" fmla="*/ 37 h 141"/>
              <a:gd name="T74" fmla="*/ 25 w 132"/>
              <a:gd name="T75" fmla="*/ 34 h 141"/>
              <a:gd name="T76" fmla="*/ 90 w 132"/>
              <a:gd name="T77" fmla="*/ 91 h 141"/>
              <a:gd name="T78" fmla="*/ 90 w 132"/>
              <a:gd name="T79" fmla="*/ 95 h 141"/>
              <a:gd name="T80" fmla="*/ 72 w 132"/>
              <a:gd name="T81" fmla="*/ 95 h 141"/>
              <a:gd name="T82" fmla="*/ 51 w 132"/>
              <a:gd name="T83" fmla="*/ 95 h 141"/>
              <a:gd name="T84" fmla="*/ 34 w 132"/>
              <a:gd name="T85" fmla="*/ 95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2" h="141">
                <a:moveTo>
                  <a:pt x="131" y="40"/>
                </a:moveTo>
                <a:cubicBezTo>
                  <a:pt x="130" y="38"/>
                  <a:pt x="128" y="38"/>
                  <a:pt x="126" y="38"/>
                </a:cubicBezTo>
                <a:cubicBezTo>
                  <a:pt x="113" y="42"/>
                  <a:pt x="99" y="42"/>
                  <a:pt x="85" y="38"/>
                </a:cubicBezTo>
                <a:cubicBezTo>
                  <a:pt x="83" y="38"/>
                  <a:pt x="81" y="38"/>
                  <a:pt x="80" y="39"/>
                </a:cubicBezTo>
                <a:cubicBezTo>
                  <a:pt x="80" y="40"/>
                  <a:pt x="79" y="42"/>
                  <a:pt x="79" y="43"/>
                </a:cubicBezTo>
                <a:cubicBezTo>
                  <a:pt x="83" y="70"/>
                  <a:pt x="83" y="70"/>
                  <a:pt x="83" y="70"/>
                </a:cubicBezTo>
                <a:cubicBezTo>
                  <a:pt x="84" y="74"/>
                  <a:pt x="86" y="76"/>
                  <a:pt x="90" y="77"/>
                </a:cubicBezTo>
                <a:cubicBezTo>
                  <a:pt x="93" y="77"/>
                  <a:pt x="96" y="77"/>
                  <a:pt x="99" y="78"/>
                </a:cubicBezTo>
                <a:cubicBezTo>
                  <a:pt x="99" y="92"/>
                  <a:pt x="99" y="92"/>
                  <a:pt x="99" y="92"/>
                </a:cubicBezTo>
                <a:cubicBezTo>
                  <a:pt x="99" y="95"/>
                  <a:pt x="101" y="97"/>
                  <a:pt x="104" y="97"/>
                </a:cubicBezTo>
                <a:cubicBezTo>
                  <a:pt x="108" y="97"/>
                  <a:pt x="108" y="97"/>
                  <a:pt x="108" y="97"/>
                </a:cubicBezTo>
                <a:cubicBezTo>
                  <a:pt x="110" y="97"/>
                  <a:pt x="113" y="95"/>
                  <a:pt x="113" y="92"/>
                </a:cubicBezTo>
                <a:cubicBezTo>
                  <a:pt x="113" y="78"/>
                  <a:pt x="113" y="78"/>
                  <a:pt x="113" y="78"/>
                </a:cubicBezTo>
                <a:cubicBezTo>
                  <a:pt x="116" y="77"/>
                  <a:pt x="119" y="77"/>
                  <a:pt x="122" y="77"/>
                </a:cubicBezTo>
                <a:cubicBezTo>
                  <a:pt x="125" y="76"/>
                  <a:pt x="128" y="74"/>
                  <a:pt x="128" y="70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2" y="42"/>
                  <a:pt x="132" y="40"/>
                  <a:pt x="131" y="40"/>
                </a:cubicBezTo>
                <a:close/>
                <a:moveTo>
                  <a:pt x="124" y="70"/>
                </a:moveTo>
                <a:cubicBezTo>
                  <a:pt x="124" y="71"/>
                  <a:pt x="123" y="72"/>
                  <a:pt x="121" y="73"/>
                </a:cubicBezTo>
                <a:cubicBezTo>
                  <a:pt x="118" y="73"/>
                  <a:pt x="114" y="73"/>
                  <a:pt x="110" y="74"/>
                </a:cubicBezTo>
                <a:cubicBezTo>
                  <a:pt x="108" y="74"/>
                  <a:pt x="108" y="74"/>
                  <a:pt x="108" y="74"/>
                </a:cubicBezTo>
                <a:cubicBezTo>
                  <a:pt x="108" y="92"/>
                  <a:pt x="108" y="92"/>
                  <a:pt x="108" y="92"/>
                </a:cubicBezTo>
                <a:cubicBezTo>
                  <a:pt x="108" y="92"/>
                  <a:pt x="108" y="93"/>
                  <a:pt x="108" y="93"/>
                </a:cubicBezTo>
                <a:cubicBezTo>
                  <a:pt x="104" y="93"/>
                  <a:pt x="104" y="93"/>
                  <a:pt x="104" y="93"/>
                </a:cubicBezTo>
                <a:cubicBezTo>
                  <a:pt x="103" y="93"/>
                  <a:pt x="103" y="92"/>
                  <a:pt x="103" y="92"/>
                </a:cubicBezTo>
                <a:cubicBezTo>
                  <a:pt x="103" y="74"/>
                  <a:pt x="103" y="74"/>
                  <a:pt x="103" y="74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97" y="73"/>
                  <a:pt x="94" y="73"/>
                  <a:pt x="90" y="73"/>
                </a:cubicBezTo>
                <a:cubicBezTo>
                  <a:pt x="89" y="72"/>
                  <a:pt x="87" y="71"/>
                  <a:pt x="87" y="70"/>
                </a:cubicBezTo>
                <a:cubicBezTo>
                  <a:pt x="83" y="42"/>
                  <a:pt x="83" y="42"/>
                  <a:pt x="83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99" y="46"/>
                  <a:pt x="113" y="46"/>
                  <a:pt x="128" y="42"/>
                </a:cubicBezTo>
                <a:cubicBezTo>
                  <a:pt x="128" y="42"/>
                  <a:pt x="128" y="42"/>
                  <a:pt x="128" y="42"/>
                </a:cubicBezTo>
                <a:lnTo>
                  <a:pt x="124" y="70"/>
                </a:lnTo>
                <a:close/>
                <a:moveTo>
                  <a:pt x="88" y="31"/>
                </a:moveTo>
                <a:cubicBezTo>
                  <a:pt x="88" y="21"/>
                  <a:pt x="88" y="21"/>
                  <a:pt x="88" y="21"/>
                </a:cubicBezTo>
                <a:cubicBezTo>
                  <a:pt x="88" y="19"/>
                  <a:pt x="89" y="17"/>
                  <a:pt x="92" y="17"/>
                </a:cubicBezTo>
                <a:cubicBezTo>
                  <a:pt x="101" y="17"/>
                  <a:pt x="101" y="17"/>
                  <a:pt x="101" y="17"/>
                </a:cubicBezTo>
                <a:cubicBezTo>
                  <a:pt x="101" y="2"/>
                  <a:pt x="101" y="2"/>
                  <a:pt x="101" y="2"/>
                </a:cubicBezTo>
                <a:cubicBezTo>
                  <a:pt x="101" y="1"/>
                  <a:pt x="102" y="0"/>
                  <a:pt x="103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09" y="0"/>
                  <a:pt x="110" y="1"/>
                  <a:pt x="110" y="2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22" y="17"/>
                  <a:pt x="124" y="19"/>
                  <a:pt x="124" y="21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24" y="32"/>
                  <a:pt x="122" y="34"/>
                  <a:pt x="121" y="35"/>
                </a:cubicBezTo>
                <a:cubicBezTo>
                  <a:pt x="111" y="37"/>
                  <a:pt x="101" y="37"/>
                  <a:pt x="91" y="34"/>
                </a:cubicBezTo>
                <a:cubicBezTo>
                  <a:pt x="89" y="34"/>
                  <a:pt x="88" y="32"/>
                  <a:pt x="88" y="31"/>
                </a:cubicBezTo>
                <a:close/>
                <a:moveTo>
                  <a:pt x="21" y="75"/>
                </a:moveTo>
                <a:cubicBezTo>
                  <a:pt x="76" y="75"/>
                  <a:pt x="76" y="75"/>
                  <a:pt x="76" y="75"/>
                </a:cubicBezTo>
                <a:cubicBezTo>
                  <a:pt x="76" y="81"/>
                  <a:pt x="76" y="81"/>
                  <a:pt x="76" y="81"/>
                </a:cubicBezTo>
                <a:cubicBezTo>
                  <a:pt x="21" y="81"/>
                  <a:pt x="21" y="81"/>
                  <a:pt x="21" y="81"/>
                </a:cubicBezTo>
                <a:lnTo>
                  <a:pt x="21" y="75"/>
                </a:lnTo>
                <a:close/>
                <a:moveTo>
                  <a:pt x="68" y="71"/>
                </a:moveTo>
                <a:cubicBezTo>
                  <a:pt x="15" y="71"/>
                  <a:pt x="15" y="71"/>
                  <a:pt x="15" y="71"/>
                </a:cubicBezTo>
                <a:cubicBezTo>
                  <a:pt x="15" y="64"/>
                  <a:pt x="15" y="64"/>
                  <a:pt x="15" y="64"/>
                </a:cubicBezTo>
                <a:cubicBezTo>
                  <a:pt x="68" y="64"/>
                  <a:pt x="68" y="64"/>
                  <a:pt x="68" y="64"/>
                </a:cubicBezTo>
                <a:lnTo>
                  <a:pt x="68" y="71"/>
                </a:lnTo>
                <a:close/>
                <a:moveTo>
                  <a:pt x="15" y="34"/>
                </a:moveTo>
                <a:cubicBezTo>
                  <a:pt x="17" y="34"/>
                  <a:pt x="18" y="36"/>
                  <a:pt x="18" y="37"/>
                </a:cubicBezTo>
                <a:cubicBezTo>
                  <a:pt x="18" y="39"/>
                  <a:pt x="17" y="40"/>
                  <a:pt x="15" y="40"/>
                </a:cubicBezTo>
                <a:cubicBezTo>
                  <a:pt x="14" y="40"/>
                  <a:pt x="12" y="39"/>
                  <a:pt x="12" y="37"/>
                </a:cubicBezTo>
                <a:cubicBezTo>
                  <a:pt x="12" y="36"/>
                  <a:pt x="14" y="34"/>
                  <a:pt x="15" y="34"/>
                </a:cubicBezTo>
                <a:close/>
                <a:moveTo>
                  <a:pt x="38" y="122"/>
                </a:moveTo>
                <a:cubicBezTo>
                  <a:pt x="38" y="116"/>
                  <a:pt x="38" y="116"/>
                  <a:pt x="38" y="116"/>
                </a:cubicBezTo>
                <a:cubicBezTo>
                  <a:pt x="61" y="116"/>
                  <a:pt x="61" y="116"/>
                  <a:pt x="61" y="116"/>
                </a:cubicBezTo>
                <a:cubicBezTo>
                  <a:pt x="61" y="122"/>
                  <a:pt x="61" y="122"/>
                  <a:pt x="61" y="122"/>
                </a:cubicBezTo>
                <a:lnTo>
                  <a:pt x="38" y="122"/>
                </a:lnTo>
                <a:close/>
                <a:moveTo>
                  <a:pt x="97" y="112"/>
                </a:moveTo>
                <a:cubicBezTo>
                  <a:pt x="26" y="112"/>
                  <a:pt x="26" y="112"/>
                  <a:pt x="26" y="112"/>
                </a:cubicBezTo>
                <a:cubicBezTo>
                  <a:pt x="26" y="106"/>
                  <a:pt x="26" y="106"/>
                  <a:pt x="26" y="106"/>
                </a:cubicBezTo>
                <a:cubicBezTo>
                  <a:pt x="97" y="106"/>
                  <a:pt x="97" y="106"/>
                  <a:pt x="97" y="106"/>
                </a:cubicBezTo>
                <a:lnTo>
                  <a:pt x="97" y="112"/>
                </a:lnTo>
                <a:close/>
                <a:moveTo>
                  <a:pt x="66" y="122"/>
                </a:moveTo>
                <a:cubicBezTo>
                  <a:pt x="66" y="116"/>
                  <a:pt x="66" y="116"/>
                  <a:pt x="66" y="116"/>
                </a:cubicBezTo>
                <a:cubicBezTo>
                  <a:pt x="89" y="116"/>
                  <a:pt x="89" y="116"/>
                  <a:pt x="89" y="116"/>
                </a:cubicBezTo>
                <a:cubicBezTo>
                  <a:pt x="89" y="122"/>
                  <a:pt x="89" y="122"/>
                  <a:pt x="89" y="122"/>
                </a:cubicBezTo>
                <a:lnTo>
                  <a:pt x="66" y="122"/>
                </a:lnTo>
                <a:close/>
                <a:moveTo>
                  <a:pt x="51" y="91"/>
                </a:moveTo>
                <a:cubicBezTo>
                  <a:pt x="34" y="91"/>
                  <a:pt x="34" y="91"/>
                  <a:pt x="34" y="91"/>
                </a:cubicBezTo>
                <a:cubicBezTo>
                  <a:pt x="34" y="85"/>
                  <a:pt x="34" y="85"/>
                  <a:pt x="34" y="85"/>
                </a:cubicBezTo>
                <a:cubicBezTo>
                  <a:pt x="51" y="85"/>
                  <a:pt x="51" y="85"/>
                  <a:pt x="51" y="85"/>
                </a:cubicBezTo>
                <a:lnTo>
                  <a:pt x="51" y="91"/>
                </a:lnTo>
                <a:close/>
                <a:moveTo>
                  <a:pt x="68" y="95"/>
                </a:moveTo>
                <a:cubicBezTo>
                  <a:pt x="68" y="102"/>
                  <a:pt x="68" y="102"/>
                  <a:pt x="68" y="102"/>
                </a:cubicBezTo>
                <a:cubicBezTo>
                  <a:pt x="55" y="102"/>
                  <a:pt x="55" y="102"/>
                  <a:pt x="55" y="102"/>
                </a:cubicBezTo>
                <a:cubicBezTo>
                  <a:pt x="55" y="95"/>
                  <a:pt x="55" y="95"/>
                  <a:pt x="55" y="95"/>
                </a:cubicBezTo>
                <a:lnTo>
                  <a:pt x="68" y="95"/>
                </a:lnTo>
                <a:close/>
                <a:moveTo>
                  <a:pt x="35" y="34"/>
                </a:moveTo>
                <a:cubicBezTo>
                  <a:pt x="37" y="34"/>
                  <a:pt x="38" y="36"/>
                  <a:pt x="38" y="37"/>
                </a:cubicBezTo>
                <a:cubicBezTo>
                  <a:pt x="38" y="39"/>
                  <a:pt x="37" y="40"/>
                  <a:pt x="35" y="40"/>
                </a:cubicBezTo>
                <a:cubicBezTo>
                  <a:pt x="34" y="40"/>
                  <a:pt x="32" y="39"/>
                  <a:pt x="32" y="37"/>
                </a:cubicBezTo>
                <a:cubicBezTo>
                  <a:pt x="32" y="36"/>
                  <a:pt x="34" y="34"/>
                  <a:pt x="35" y="34"/>
                </a:cubicBezTo>
                <a:close/>
                <a:moveTo>
                  <a:pt x="113" y="104"/>
                </a:moveTo>
                <a:cubicBezTo>
                  <a:pt x="118" y="104"/>
                  <a:pt x="118" y="104"/>
                  <a:pt x="118" y="104"/>
                </a:cubicBezTo>
                <a:cubicBezTo>
                  <a:pt x="118" y="141"/>
                  <a:pt x="118" y="141"/>
                  <a:pt x="118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22"/>
                  <a:pt x="0" y="22"/>
                  <a:pt x="0" y="22"/>
                </a:cubicBezTo>
                <a:cubicBezTo>
                  <a:pt x="80" y="22"/>
                  <a:pt x="80" y="22"/>
                  <a:pt x="80" y="22"/>
                </a:cubicBezTo>
                <a:cubicBezTo>
                  <a:pt x="80" y="28"/>
                  <a:pt x="80" y="28"/>
                  <a:pt x="80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46"/>
                  <a:pt x="5" y="46"/>
                  <a:pt x="5" y="46"/>
                </a:cubicBezTo>
                <a:cubicBezTo>
                  <a:pt x="70" y="46"/>
                  <a:pt x="70" y="46"/>
                  <a:pt x="70" y="46"/>
                </a:cubicBezTo>
                <a:cubicBezTo>
                  <a:pt x="70" y="51"/>
                  <a:pt x="70" y="51"/>
                  <a:pt x="70" y="51"/>
                </a:cubicBezTo>
                <a:cubicBezTo>
                  <a:pt x="5" y="51"/>
                  <a:pt x="5" y="51"/>
                  <a:pt x="5" y="51"/>
                </a:cubicBezTo>
                <a:cubicBezTo>
                  <a:pt x="5" y="135"/>
                  <a:pt x="5" y="135"/>
                  <a:pt x="5" y="135"/>
                </a:cubicBezTo>
                <a:cubicBezTo>
                  <a:pt x="113" y="135"/>
                  <a:pt x="113" y="135"/>
                  <a:pt x="113" y="135"/>
                </a:cubicBezTo>
                <a:lnTo>
                  <a:pt x="113" y="104"/>
                </a:lnTo>
                <a:close/>
                <a:moveTo>
                  <a:pt x="25" y="34"/>
                </a:moveTo>
                <a:cubicBezTo>
                  <a:pt x="27" y="34"/>
                  <a:pt x="28" y="36"/>
                  <a:pt x="28" y="37"/>
                </a:cubicBezTo>
                <a:cubicBezTo>
                  <a:pt x="28" y="39"/>
                  <a:pt x="27" y="40"/>
                  <a:pt x="25" y="40"/>
                </a:cubicBezTo>
                <a:cubicBezTo>
                  <a:pt x="24" y="40"/>
                  <a:pt x="22" y="39"/>
                  <a:pt x="22" y="37"/>
                </a:cubicBezTo>
                <a:cubicBezTo>
                  <a:pt x="22" y="36"/>
                  <a:pt x="24" y="34"/>
                  <a:pt x="25" y="34"/>
                </a:cubicBezTo>
                <a:close/>
                <a:moveTo>
                  <a:pt x="55" y="85"/>
                </a:moveTo>
                <a:cubicBezTo>
                  <a:pt x="90" y="85"/>
                  <a:pt x="90" y="85"/>
                  <a:pt x="90" y="85"/>
                </a:cubicBezTo>
                <a:cubicBezTo>
                  <a:pt x="90" y="91"/>
                  <a:pt x="90" y="91"/>
                  <a:pt x="90" y="91"/>
                </a:cubicBezTo>
                <a:cubicBezTo>
                  <a:pt x="55" y="91"/>
                  <a:pt x="55" y="91"/>
                  <a:pt x="55" y="91"/>
                </a:cubicBezTo>
                <a:lnTo>
                  <a:pt x="55" y="85"/>
                </a:lnTo>
                <a:close/>
                <a:moveTo>
                  <a:pt x="90" y="95"/>
                </a:moveTo>
                <a:cubicBezTo>
                  <a:pt x="90" y="102"/>
                  <a:pt x="90" y="102"/>
                  <a:pt x="90" y="102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2" y="95"/>
                  <a:pt x="72" y="95"/>
                  <a:pt x="72" y="95"/>
                </a:cubicBezTo>
                <a:lnTo>
                  <a:pt x="90" y="95"/>
                </a:lnTo>
                <a:close/>
                <a:moveTo>
                  <a:pt x="34" y="95"/>
                </a:moveTo>
                <a:cubicBezTo>
                  <a:pt x="51" y="95"/>
                  <a:pt x="51" y="95"/>
                  <a:pt x="51" y="95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34" y="102"/>
                  <a:pt x="34" y="102"/>
                  <a:pt x="34" y="102"/>
                </a:cubicBezTo>
                <a:lnTo>
                  <a:pt x="34" y="95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" name="Freeform 171">
            <a:extLst>
              <a:ext uri="{FF2B5EF4-FFF2-40B4-BE49-F238E27FC236}">
                <a16:creationId xmlns:a16="http://schemas.microsoft.com/office/drawing/2014/main" id="{1896AA5D-EB73-4F0A-1090-B140B5BC9CBE}"/>
              </a:ext>
            </a:extLst>
          </p:cNvPr>
          <p:cNvSpPr>
            <a:spLocks noEditPoints="1"/>
          </p:cNvSpPr>
          <p:nvPr/>
        </p:nvSpPr>
        <p:spPr bwMode="auto">
          <a:xfrm>
            <a:off x="5184370" y="4326148"/>
            <a:ext cx="299270" cy="296117"/>
          </a:xfrm>
          <a:custGeom>
            <a:avLst/>
            <a:gdLst>
              <a:gd name="T0" fmla="*/ 85 w 132"/>
              <a:gd name="T1" fmla="*/ 38 h 141"/>
              <a:gd name="T2" fmla="*/ 83 w 132"/>
              <a:gd name="T3" fmla="*/ 70 h 141"/>
              <a:gd name="T4" fmla="*/ 99 w 132"/>
              <a:gd name="T5" fmla="*/ 92 h 141"/>
              <a:gd name="T6" fmla="*/ 113 w 132"/>
              <a:gd name="T7" fmla="*/ 92 h 141"/>
              <a:gd name="T8" fmla="*/ 128 w 132"/>
              <a:gd name="T9" fmla="*/ 70 h 141"/>
              <a:gd name="T10" fmla="*/ 124 w 132"/>
              <a:gd name="T11" fmla="*/ 70 h 141"/>
              <a:gd name="T12" fmla="*/ 108 w 132"/>
              <a:gd name="T13" fmla="*/ 74 h 141"/>
              <a:gd name="T14" fmla="*/ 104 w 132"/>
              <a:gd name="T15" fmla="*/ 93 h 141"/>
              <a:gd name="T16" fmla="*/ 101 w 132"/>
              <a:gd name="T17" fmla="*/ 74 h 141"/>
              <a:gd name="T18" fmla="*/ 83 w 132"/>
              <a:gd name="T19" fmla="*/ 42 h 141"/>
              <a:gd name="T20" fmla="*/ 128 w 132"/>
              <a:gd name="T21" fmla="*/ 42 h 141"/>
              <a:gd name="T22" fmla="*/ 88 w 132"/>
              <a:gd name="T23" fmla="*/ 21 h 141"/>
              <a:gd name="T24" fmla="*/ 101 w 132"/>
              <a:gd name="T25" fmla="*/ 2 h 141"/>
              <a:gd name="T26" fmla="*/ 110 w 132"/>
              <a:gd name="T27" fmla="*/ 2 h 141"/>
              <a:gd name="T28" fmla="*/ 124 w 132"/>
              <a:gd name="T29" fmla="*/ 21 h 141"/>
              <a:gd name="T30" fmla="*/ 91 w 132"/>
              <a:gd name="T31" fmla="*/ 34 h 141"/>
              <a:gd name="T32" fmla="*/ 76 w 132"/>
              <a:gd name="T33" fmla="*/ 75 h 141"/>
              <a:gd name="T34" fmla="*/ 21 w 132"/>
              <a:gd name="T35" fmla="*/ 75 h 141"/>
              <a:gd name="T36" fmla="*/ 15 w 132"/>
              <a:gd name="T37" fmla="*/ 64 h 141"/>
              <a:gd name="T38" fmla="*/ 15 w 132"/>
              <a:gd name="T39" fmla="*/ 34 h 141"/>
              <a:gd name="T40" fmla="*/ 12 w 132"/>
              <a:gd name="T41" fmla="*/ 37 h 141"/>
              <a:gd name="T42" fmla="*/ 38 w 132"/>
              <a:gd name="T43" fmla="*/ 116 h 141"/>
              <a:gd name="T44" fmla="*/ 38 w 132"/>
              <a:gd name="T45" fmla="*/ 122 h 141"/>
              <a:gd name="T46" fmla="*/ 26 w 132"/>
              <a:gd name="T47" fmla="*/ 106 h 141"/>
              <a:gd name="T48" fmla="*/ 66 w 132"/>
              <a:gd name="T49" fmla="*/ 122 h 141"/>
              <a:gd name="T50" fmla="*/ 89 w 132"/>
              <a:gd name="T51" fmla="*/ 122 h 141"/>
              <a:gd name="T52" fmla="*/ 34 w 132"/>
              <a:gd name="T53" fmla="*/ 91 h 141"/>
              <a:gd name="T54" fmla="*/ 51 w 132"/>
              <a:gd name="T55" fmla="*/ 91 h 141"/>
              <a:gd name="T56" fmla="*/ 55 w 132"/>
              <a:gd name="T57" fmla="*/ 102 h 141"/>
              <a:gd name="T58" fmla="*/ 35 w 132"/>
              <a:gd name="T59" fmla="*/ 34 h 141"/>
              <a:gd name="T60" fmla="*/ 32 w 132"/>
              <a:gd name="T61" fmla="*/ 37 h 141"/>
              <a:gd name="T62" fmla="*/ 118 w 132"/>
              <a:gd name="T63" fmla="*/ 104 h 141"/>
              <a:gd name="T64" fmla="*/ 0 w 132"/>
              <a:gd name="T65" fmla="*/ 22 h 141"/>
              <a:gd name="T66" fmla="*/ 5 w 132"/>
              <a:gd name="T67" fmla="*/ 28 h 141"/>
              <a:gd name="T68" fmla="*/ 70 w 132"/>
              <a:gd name="T69" fmla="*/ 51 h 141"/>
              <a:gd name="T70" fmla="*/ 113 w 132"/>
              <a:gd name="T71" fmla="*/ 135 h 141"/>
              <a:gd name="T72" fmla="*/ 28 w 132"/>
              <a:gd name="T73" fmla="*/ 37 h 141"/>
              <a:gd name="T74" fmla="*/ 25 w 132"/>
              <a:gd name="T75" fmla="*/ 34 h 141"/>
              <a:gd name="T76" fmla="*/ 90 w 132"/>
              <a:gd name="T77" fmla="*/ 91 h 141"/>
              <a:gd name="T78" fmla="*/ 90 w 132"/>
              <a:gd name="T79" fmla="*/ 95 h 141"/>
              <a:gd name="T80" fmla="*/ 72 w 132"/>
              <a:gd name="T81" fmla="*/ 95 h 141"/>
              <a:gd name="T82" fmla="*/ 51 w 132"/>
              <a:gd name="T83" fmla="*/ 95 h 141"/>
              <a:gd name="T84" fmla="*/ 34 w 132"/>
              <a:gd name="T85" fmla="*/ 95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2" h="141">
                <a:moveTo>
                  <a:pt x="131" y="40"/>
                </a:moveTo>
                <a:cubicBezTo>
                  <a:pt x="130" y="38"/>
                  <a:pt x="128" y="38"/>
                  <a:pt x="126" y="38"/>
                </a:cubicBezTo>
                <a:cubicBezTo>
                  <a:pt x="113" y="42"/>
                  <a:pt x="99" y="42"/>
                  <a:pt x="85" y="38"/>
                </a:cubicBezTo>
                <a:cubicBezTo>
                  <a:pt x="83" y="38"/>
                  <a:pt x="81" y="38"/>
                  <a:pt x="80" y="39"/>
                </a:cubicBezTo>
                <a:cubicBezTo>
                  <a:pt x="80" y="40"/>
                  <a:pt x="79" y="42"/>
                  <a:pt x="79" y="43"/>
                </a:cubicBezTo>
                <a:cubicBezTo>
                  <a:pt x="83" y="70"/>
                  <a:pt x="83" y="70"/>
                  <a:pt x="83" y="70"/>
                </a:cubicBezTo>
                <a:cubicBezTo>
                  <a:pt x="84" y="74"/>
                  <a:pt x="86" y="76"/>
                  <a:pt x="90" y="77"/>
                </a:cubicBezTo>
                <a:cubicBezTo>
                  <a:pt x="93" y="77"/>
                  <a:pt x="96" y="77"/>
                  <a:pt x="99" y="78"/>
                </a:cubicBezTo>
                <a:cubicBezTo>
                  <a:pt x="99" y="92"/>
                  <a:pt x="99" y="92"/>
                  <a:pt x="99" y="92"/>
                </a:cubicBezTo>
                <a:cubicBezTo>
                  <a:pt x="99" y="95"/>
                  <a:pt x="101" y="97"/>
                  <a:pt x="104" y="97"/>
                </a:cubicBezTo>
                <a:cubicBezTo>
                  <a:pt x="108" y="97"/>
                  <a:pt x="108" y="97"/>
                  <a:pt x="108" y="97"/>
                </a:cubicBezTo>
                <a:cubicBezTo>
                  <a:pt x="110" y="97"/>
                  <a:pt x="113" y="95"/>
                  <a:pt x="113" y="92"/>
                </a:cubicBezTo>
                <a:cubicBezTo>
                  <a:pt x="113" y="78"/>
                  <a:pt x="113" y="78"/>
                  <a:pt x="113" y="78"/>
                </a:cubicBezTo>
                <a:cubicBezTo>
                  <a:pt x="116" y="77"/>
                  <a:pt x="119" y="77"/>
                  <a:pt x="122" y="77"/>
                </a:cubicBezTo>
                <a:cubicBezTo>
                  <a:pt x="125" y="76"/>
                  <a:pt x="128" y="74"/>
                  <a:pt x="128" y="70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2" y="42"/>
                  <a:pt x="132" y="40"/>
                  <a:pt x="131" y="40"/>
                </a:cubicBezTo>
                <a:close/>
                <a:moveTo>
                  <a:pt x="124" y="70"/>
                </a:moveTo>
                <a:cubicBezTo>
                  <a:pt x="124" y="71"/>
                  <a:pt x="123" y="72"/>
                  <a:pt x="121" y="73"/>
                </a:cubicBezTo>
                <a:cubicBezTo>
                  <a:pt x="118" y="73"/>
                  <a:pt x="114" y="73"/>
                  <a:pt x="110" y="74"/>
                </a:cubicBezTo>
                <a:cubicBezTo>
                  <a:pt x="108" y="74"/>
                  <a:pt x="108" y="74"/>
                  <a:pt x="108" y="74"/>
                </a:cubicBezTo>
                <a:cubicBezTo>
                  <a:pt x="108" y="92"/>
                  <a:pt x="108" y="92"/>
                  <a:pt x="108" y="92"/>
                </a:cubicBezTo>
                <a:cubicBezTo>
                  <a:pt x="108" y="92"/>
                  <a:pt x="108" y="93"/>
                  <a:pt x="108" y="93"/>
                </a:cubicBezTo>
                <a:cubicBezTo>
                  <a:pt x="104" y="93"/>
                  <a:pt x="104" y="93"/>
                  <a:pt x="104" y="93"/>
                </a:cubicBezTo>
                <a:cubicBezTo>
                  <a:pt x="103" y="93"/>
                  <a:pt x="103" y="92"/>
                  <a:pt x="103" y="92"/>
                </a:cubicBezTo>
                <a:cubicBezTo>
                  <a:pt x="103" y="74"/>
                  <a:pt x="103" y="74"/>
                  <a:pt x="103" y="74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97" y="73"/>
                  <a:pt x="94" y="73"/>
                  <a:pt x="90" y="73"/>
                </a:cubicBezTo>
                <a:cubicBezTo>
                  <a:pt x="89" y="72"/>
                  <a:pt x="87" y="71"/>
                  <a:pt x="87" y="70"/>
                </a:cubicBezTo>
                <a:cubicBezTo>
                  <a:pt x="83" y="42"/>
                  <a:pt x="83" y="42"/>
                  <a:pt x="83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99" y="46"/>
                  <a:pt x="113" y="46"/>
                  <a:pt x="128" y="42"/>
                </a:cubicBezTo>
                <a:cubicBezTo>
                  <a:pt x="128" y="42"/>
                  <a:pt x="128" y="42"/>
                  <a:pt x="128" y="42"/>
                </a:cubicBezTo>
                <a:lnTo>
                  <a:pt x="124" y="70"/>
                </a:lnTo>
                <a:close/>
                <a:moveTo>
                  <a:pt x="88" y="31"/>
                </a:moveTo>
                <a:cubicBezTo>
                  <a:pt x="88" y="21"/>
                  <a:pt x="88" y="21"/>
                  <a:pt x="88" y="21"/>
                </a:cubicBezTo>
                <a:cubicBezTo>
                  <a:pt x="88" y="19"/>
                  <a:pt x="89" y="17"/>
                  <a:pt x="92" y="17"/>
                </a:cubicBezTo>
                <a:cubicBezTo>
                  <a:pt x="101" y="17"/>
                  <a:pt x="101" y="17"/>
                  <a:pt x="101" y="17"/>
                </a:cubicBezTo>
                <a:cubicBezTo>
                  <a:pt x="101" y="2"/>
                  <a:pt x="101" y="2"/>
                  <a:pt x="101" y="2"/>
                </a:cubicBezTo>
                <a:cubicBezTo>
                  <a:pt x="101" y="1"/>
                  <a:pt x="102" y="0"/>
                  <a:pt x="103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09" y="0"/>
                  <a:pt x="110" y="1"/>
                  <a:pt x="110" y="2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22" y="17"/>
                  <a:pt x="124" y="19"/>
                  <a:pt x="124" y="21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24" y="32"/>
                  <a:pt x="122" y="34"/>
                  <a:pt x="121" y="35"/>
                </a:cubicBezTo>
                <a:cubicBezTo>
                  <a:pt x="111" y="37"/>
                  <a:pt x="101" y="37"/>
                  <a:pt x="91" y="34"/>
                </a:cubicBezTo>
                <a:cubicBezTo>
                  <a:pt x="89" y="34"/>
                  <a:pt x="88" y="32"/>
                  <a:pt x="88" y="31"/>
                </a:cubicBezTo>
                <a:close/>
                <a:moveTo>
                  <a:pt x="21" y="75"/>
                </a:moveTo>
                <a:cubicBezTo>
                  <a:pt x="76" y="75"/>
                  <a:pt x="76" y="75"/>
                  <a:pt x="76" y="75"/>
                </a:cubicBezTo>
                <a:cubicBezTo>
                  <a:pt x="76" y="81"/>
                  <a:pt x="76" y="81"/>
                  <a:pt x="76" y="81"/>
                </a:cubicBezTo>
                <a:cubicBezTo>
                  <a:pt x="21" y="81"/>
                  <a:pt x="21" y="81"/>
                  <a:pt x="21" y="81"/>
                </a:cubicBezTo>
                <a:lnTo>
                  <a:pt x="21" y="75"/>
                </a:lnTo>
                <a:close/>
                <a:moveTo>
                  <a:pt x="68" y="71"/>
                </a:moveTo>
                <a:cubicBezTo>
                  <a:pt x="15" y="71"/>
                  <a:pt x="15" y="71"/>
                  <a:pt x="15" y="71"/>
                </a:cubicBezTo>
                <a:cubicBezTo>
                  <a:pt x="15" y="64"/>
                  <a:pt x="15" y="64"/>
                  <a:pt x="15" y="64"/>
                </a:cubicBezTo>
                <a:cubicBezTo>
                  <a:pt x="68" y="64"/>
                  <a:pt x="68" y="64"/>
                  <a:pt x="68" y="64"/>
                </a:cubicBezTo>
                <a:lnTo>
                  <a:pt x="68" y="71"/>
                </a:lnTo>
                <a:close/>
                <a:moveTo>
                  <a:pt x="15" y="34"/>
                </a:moveTo>
                <a:cubicBezTo>
                  <a:pt x="17" y="34"/>
                  <a:pt x="18" y="36"/>
                  <a:pt x="18" y="37"/>
                </a:cubicBezTo>
                <a:cubicBezTo>
                  <a:pt x="18" y="39"/>
                  <a:pt x="17" y="40"/>
                  <a:pt x="15" y="40"/>
                </a:cubicBezTo>
                <a:cubicBezTo>
                  <a:pt x="14" y="40"/>
                  <a:pt x="12" y="39"/>
                  <a:pt x="12" y="37"/>
                </a:cubicBezTo>
                <a:cubicBezTo>
                  <a:pt x="12" y="36"/>
                  <a:pt x="14" y="34"/>
                  <a:pt x="15" y="34"/>
                </a:cubicBezTo>
                <a:close/>
                <a:moveTo>
                  <a:pt x="38" y="122"/>
                </a:moveTo>
                <a:cubicBezTo>
                  <a:pt x="38" y="116"/>
                  <a:pt x="38" y="116"/>
                  <a:pt x="38" y="116"/>
                </a:cubicBezTo>
                <a:cubicBezTo>
                  <a:pt x="61" y="116"/>
                  <a:pt x="61" y="116"/>
                  <a:pt x="61" y="116"/>
                </a:cubicBezTo>
                <a:cubicBezTo>
                  <a:pt x="61" y="122"/>
                  <a:pt x="61" y="122"/>
                  <a:pt x="61" y="122"/>
                </a:cubicBezTo>
                <a:lnTo>
                  <a:pt x="38" y="122"/>
                </a:lnTo>
                <a:close/>
                <a:moveTo>
                  <a:pt x="97" y="112"/>
                </a:moveTo>
                <a:cubicBezTo>
                  <a:pt x="26" y="112"/>
                  <a:pt x="26" y="112"/>
                  <a:pt x="26" y="112"/>
                </a:cubicBezTo>
                <a:cubicBezTo>
                  <a:pt x="26" y="106"/>
                  <a:pt x="26" y="106"/>
                  <a:pt x="26" y="106"/>
                </a:cubicBezTo>
                <a:cubicBezTo>
                  <a:pt x="97" y="106"/>
                  <a:pt x="97" y="106"/>
                  <a:pt x="97" y="106"/>
                </a:cubicBezTo>
                <a:lnTo>
                  <a:pt x="97" y="112"/>
                </a:lnTo>
                <a:close/>
                <a:moveTo>
                  <a:pt x="66" y="122"/>
                </a:moveTo>
                <a:cubicBezTo>
                  <a:pt x="66" y="116"/>
                  <a:pt x="66" y="116"/>
                  <a:pt x="66" y="116"/>
                </a:cubicBezTo>
                <a:cubicBezTo>
                  <a:pt x="89" y="116"/>
                  <a:pt x="89" y="116"/>
                  <a:pt x="89" y="116"/>
                </a:cubicBezTo>
                <a:cubicBezTo>
                  <a:pt x="89" y="122"/>
                  <a:pt x="89" y="122"/>
                  <a:pt x="89" y="122"/>
                </a:cubicBezTo>
                <a:lnTo>
                  <a:pt x="66" y="122"/>
                </a:lnTo>
                <a:close/>
                <a:moveTo>
                  <a:pt x="51" y="91"/>
                </a:moveTo>
                <a:cubicBezTo>
                  <a:pt x="34" y="91"/>
                  <a:pt x="34" y="91"/>
                  <a:pt x="34" y="91"/>
                </a:cubicBezTo>
                <a:cubicBezTo>
                  <a:pt x="34" y="85"/>
                  <a:pt x="34" y="85"/>
                  <a:pt x="34" y="85"/>
                </a:cubicBezTo>
                <a:cubicBezTo>
                  <a:pt x="51" y="85"/>
                  <a:pt x="51" y="85"/>
                  <a:pt x="51" y="85"/>
                </a:cubicBezTo>
                <a:lnTo>
                  <a:pt x="51" y="91"/>
                </a:lnTo>
                <a:close/>
                <a:moveTo>
                  <a:pt x="68" y="95"/>
                </a:moveTo>
                <a:cubicBezTo>
                  <a:pt x="68" y="102"/>
                  <a:pt x="68" y="102"/>
                  <a:pt x="68" y="102"/>
                </a:cubicBezTo>
                <a:cubicBezTo>
                  <a:pt x="55" y="102"/>
                  <a:pt x="55" y="102"/>
                  <a:pt x="55" y="102"/>
                </a:cubicBezTo>
                <a:cubicBezTo>
                  <a:pt x="55" y="95"/>
                  <a:pt x="55" y="95"/>
                  <a:pt x="55" y="95"/>
                </a:cubicBezTo>
                <a:lnTo>
                  <a:pt x="68" y="95"/>
                </a:lnTo>
                <a:close/>
                <a:moveTo>
                  <a:pt x="35" y="34"/>
                </a:moveTo>
                <a:cubicBezTo>
                  <a:pt x="37" y="34"/>
                  <a:pt x="38" y="36"/>
                  <a:pt x="38" y="37"/>
                </a:cubicBezTo>
                <a:cubicBezTo>
                  <a:pt x="38" y="39"/>
                  <a:pt x="37" y="40"/>
                  <a:pt x="35" y="40"/>
                </a:cubicBezTo>
                <a:cubicBezTo>
                  <a:pt x="34" y="40"/>
                  <a:pt x="32" y="39"/>
                  <a:pt x="32" y="37"/>
                </a:cubicBezTo>
                <a:cubicBezTo>
                  <a:pt x="32" y="36"/>
                  <a:pt x="34" y="34"/>
                  <a:pt x="35" y="34"/>
                </a:cubicBezTo>
                <a:close/>
                <a:moveTo>
                  <a:pt x="113" y="104"/>
                </a:moveTo>
                <a:cubicBezTo>
                  <a:pt x="118" y="104"/>
                  <a:pt x="118" y="104"/>
                  <a:pt x="118" y="104"/>
                </a:cubicBezTo>
                <a:cubicBezTo>
                  <a:pt x="118" y="141"/>
                  <a:pt x="118" y="141"/>
                  <a:pt x="118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22"/>
                  <a:pt x="0" y="22"/>
                  <a:pt x="0" y="22"/>
                </a:cubicBezTo>
                <a:cubicBezTo>
                  <a:pt x="80" y="22"/>
                  <a:pt x="80" y="22"/>
                  <a:pt x="80" y="22"/>
                </a:cubicBezTo>
                <a:cubicBezTo>
                  <a:pt x="80" y="28"/>
                  <a:pt x="80" y="28"/>
                  <a:pt x="80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46"/>
                  <a:pt x="5" y="46"/>
                  <a:pt x="5" y="46"/>
                </a:cubicBezTo>
                <a:cubicBezTo>
                  <a:pt x="70" y="46"/>
                  <a:pt x="70" y="46"/>
                  <a:pt x="70" y="46"/>
                </a:cubicBezTo>
                <a:cubicBezTo>
                  <a:pt x="70" y="51"/>
                  <a:pt x="70" y="51"/>
                  <a:pt x="70" y="51"/>
                </a:cubicBezTo>
                <a:cubicBezTo>
                  <a:pt x="5" y="51"/>
                  <a:pt x="5" y="51"/>
                  <a:pt x="5" y="51"/>
                </a:cubicBezTo>
                <a:cubicBezTo>
                  <a:pt x="5" y="135"/>
                  <a:pt x="5" y="135"/>
                  <a:pt x="5" y="135"/>
                </a:cubicBezTo>
                <a:cubicBezTo>
                  <a:pt x="113" y="135"/>
                  <a:pt x="113" y="135"/>
                  <a:pt x="113" y="135"/>
                </a:cubicBezTo>
                <a:lnTo>
                  <a:pt x="113" y="104"/>
                </a:lnTo>
                <a:close/>
                <a:moveTo>
                  <a:pt x="25" y="34"/>
                </a:moveTo>
                <a:cubicBezTo>
                  <a:pt x="27" y="34"/>
                  <a:pt x="28" y="36"/>
                  <a:pt x="28" y="37"/>
                </a:cubicBezTo>
                <a:cubicBezTo>
                  <a:pt x="28" y="39"/>
                  <a:pt x="27" y="40"/>
                  <a:pt x="25" y="40"/>
                </a:cubicBezTo>
                <a:cubicBezTo>
                  <a:pt x="24" y="40"/>
                  <a:pt x="22" y="39"/>
                  <a:pt x="22" y="37"/>
                </a:cubicBezTo>
                <a:cubicBezTo>
                  <a:pt x="22" y="36"/>
                  <a:pt x="24" y="34"/>
                  <a:pt x="25" y="34"/>
                </a:cubicBezTo>
                <a:close/>
                <a:moveTo>
                  <a:pt x="55" y="85"/>
                </a:moveTo>
                <a:cubicBezTo>
                  <a:pt x="90" y="85"/>
                  <a:pt x="90" y="85"/>
                  <a:pt x="90" y="85"/>
                </a:cubicBezTo>
                <a:cubicBezTo>
                  <a:pt x="90" y="91"/>
                  <a:pt x="90" y="91"/>
                  <a:pt x="90" y="91"/>
                </a:cubicBezTo>
                <a:cubicBezTo>
                  <a:pt x="55" y="91"/>
                  <a:pt x="55" y="91"/>
                  <a:pt x="55" y="91"/>
                </a:cubicBezTo>
                <a:lnTo>
                  <a:pt x="55" y="85"/>
                </a:lnTo>
                <a:close/>
                <a:moveTo>
                  <a:pt x="90" y="95"/>
                </a:moveTo>
                <a:cubicBezTo>
                  <a:pt x="90" y="102"/>
                  <a:pt x="90" y="102"/>
                  <a:pt x="90" y="102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2" y="95"/>
                  <a:pt x="72" y="95"/>
                  <a:pt x="72" y="95"/>
                </a:cubicBezTo>
                <a:lnTo>
                  <a:pt x="90" y="95"/>
                </a:lnTo>
                <a:close/>
                <a:moveTo>
                  <a:pt x="34" y="95"/>
                </a:moveTo>
                <a:cubicBezTo>
                  <a:pt x="51" y="95"/>
                  <a:pt x="51" y="95"/>
                  <a:pt x="51" y="95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34" y="102"/>
                  <a:pt x="34" y="102"/>
                  <a:pt x="34" y="102"/>
                </a:cubicBezTo>
                <a:lnTo>
                  <a:pt x="34" y="95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" name="Freeform 171">
            <a:extLst>
              <a:ext uri="{FF2B5EF4-FFF2-40B4-BE49-F238E27FC236}">
                <a16:creationId xmlns:a16="http://schemas.microsoft.com/office/drawing/2014/main" id="{5D72E6EB-6DB4-16AA-0812-E030DD519AE1}"/>
              </a:ext>
            </a:extLst>
          </p:cNvPr>
          <p:cNvSpPr>
            <a:spLocks noEditPoints="1"/>
          </p:cNvSpPr>
          <p:nvPr/>
        </p:nvSpPr>
        <p:spPr bwMode="auto">
          <a:xfrm>
            <a:off x="5819562" y="4332127"/>
            <a:ext cx="299270" cy="296117"/>
          </a:xfrm>
          <a:custGeom>
            <a:avLst/>
            <a:gdLst>
              <a:gd name="T0" fmla="*/ 85 w 132"/>
              <a:gd name="T1" fmla="*/ 38 h 141"/>
              <a:gd name="T2" fmla="*/ 83 w 132"/>
              <a:gd name="T3" fmla="*/ 70 h 141"/>
              <a:gd name="T4" fmla="*/ 99 w 132"/>
              <a:gd name="T5" fmla="*/ 92 h 141"/>
              <a:gd name="T6" fmla="*/ 113 w 132"/>
              <a:gd name="T7" fmla="*/ 92 h 141"/>
              <a:gd name="T8" fmla="*/ 128 w 132"/>
              <a:gd name="T9" fmla="*/ 70 h 141"/>
              <a:gd name="T10" fmla="*/ 124 w 132"/>
              <a:gd name="T11" fmla="*/ 70 h 141"/>
              <a:gd name="T12" fmla="*/ 108 w 132"/>
              <a:gd name="T13" fmla="*/ 74 h 141"/>
              <a:gd name="T14" fmla="*/ 104 w 132"/>
              <a:gd name="T15" fmla="*/ 93 h 141"/>
              <a:gd name="T16" fmla="*/ 101 w 132"/>
              <a:gd name="T17" fmla="*/ 74 h 141"/>
              <a:gd name="T18" fmla="*/ 83 w 132"/>
              <a:gd name="T19" fmla="*/ 42 h 141"/>
              <a:gd name="T20" fmla="*/ 128 w 132"/>
              <a:gd name="T21" fmla="*/ 42 h 141"/>
              <a:gd name="T22" fmla="*/ 88 w 132"/>
              <a:gd name="T23" fmla="*/ 21 h 141"/>
              <a:gd name="T24" fmla="*/ 101 w 132"/>
              <a:gd name="T25" fmla="*/ 2 h 141"/>
              <a:gd name="T26" fmla="*/ 110 w 132"/>
              <a:gd name="T27" fmla="*/ 2 h 141"/>
              <a:gd name="T28" fmla="*/ 124 w 132"/>
              <a:gd name="T29" fmla="*/ 21 h 141"/>
              <a:gd name="T30" fmla="*/ 91 w 132"/>
              <a:gd name="T31" fmla="*/ 34 h 141"/>
              <a:gd name="T32" fmla="*/ 76 w 132"/>
              <a:gd name="T33" fmla="*/ 75 h 141"/>
              <a:gd name="T34" fmla="*/ 21 w 132"/>
              <a:gd name="T35" fmla="*/ 75 h 141"/>
              <a:gd name="T36" fmla="*/ 15 w 132"/>
              <a:gd name="T37" fmla="*/ 64 h 141"/>
              <a:gd name="T38" fmla="*/ 15 w 132"/>
              <a:gd name="T39" fmla="*/ 34 h 141"/>
              <a:gd name="T40" fmla="*/ 12 w 132"/>
              <a:gd name="T41" fmla="*/ 37 h 141"/>
              <a:gd name="T42" fmla="*/ 38 w 132"/>
              <a:gd name="T43" fmla="*/ 116 h 141"/>
              <a:gd name="T44" fmla="*/ 38 w 132"/>
              <a:gd name="T45" fmla="*/ 122 h 141"/>
              <a:gd name="T46" fmla="*/ 26 w 132"/>
              <a:gd name="T47" fmla="*/ 106 h 141"/>
              <a:gd name="T48" fmla="*/ 66 w 132"/>
              <a:gd name="T49" fmla="*/ 122 h 141"/>
              <a:gd name="T50" fmla="*/ 89 w 132"/>
              <a:gd name="T51" fmla="*/ 122 h 141"/>
              <a:gd name="T52" fmla="*/ 34 w 132"/>
              <a:gd name="T53" fmla="*/ 91 h 141"/>
              <a:gd name="T54" fmla="*/ 51 w 132"/>
              <a:gd name="T55" fmla="*/ 91 h 141"/>
              <a:gd name="T56" fmla="*/ 55 w 132"/>
              <a:gd name="T57" fmla="*/ 102 h 141"/>
              <a:gd name="T58" fmla="*/ 35 w 132"/>
              <a:gd name="T59" fmla="*/ 34 h 141"/>
              <a:gd name="T60" fmla="*/ 32 w 132"/>
              <a:gd name="T61" fmla="*/ 37 h 141"/>
              <a:gd name="T62" fmla="*/ 118 w 132"/>
              <a:gd name="T63" fmla="*/ 104 h 141"/>
              <a:gd name="T64" fmla="*/ 0 w 132"/>
              <a:gd name="T65" fmla="*/ 22 h 141"/>
              <a:gd name="T66" fmla="*/ 5 w 132"/>
              <a:gd name="T67" fmla="*/ 28 h 141"/>
              <a:gd name="T68" fmla="*/ 70 w 132"/>
              <a:gd name="T69" fmla="*/ 51 h 141"/>
              <a:gd name="T70" fmla="*/ 113 w 132"/>
              <a:gd name="T71" fmla="*/ 135 h 141"/>
              <a:gd name="T72" fmla="*/ 28 w 132"/>
              <a:gd name="T73" fmla="*/ 37 h 141"/>
              <a:gd name="T74" fmla="*/ 25 w 132"/>
              <a:gd name="T75" fmla="*/ 34 h 141"/>
              <a:gd name="T76" fmla="*/ 90 w 132"/>
              <a:gd name="T77" fmla="*/ 91 h 141"/>
              <a:gd name="T78" fmla="*/ 90 w 132"/>
              <a:gd name="T79" fmla="*/ 95 h 141"/>
              <a:gd name="T80" fmla="*/ 72 w 132"/>
              <a:gd name="T81" fmla="*/ 95 h 141"/>
              <a:gd name="T82" fmla="*/ 51 w 132"/>
              <a:gd name="T83" fmla="*/ 95 h 141"/>
              <a:gd name="T84" fmla="*/ 34 w 132"/>
              <a:gd name="T85" fmla="*/ 95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2" h="141">
                <a:moveTo>
                  <a:pt x="131" y="40"/>
                </a:moveTo>
                <a:cubicBezTo>
                  <a:pt x="130" y="38"/>
                  <a:pt x="128" y="38"/>
                  <a:pt x="126" y="38"/>
                </a:cubicBezTo>
                <a:cubicBezTo>
                  <a:pt x="113" y="42"/>
                  <a:pt x="99" y="42"/>
                  <a:pt x="85" y="38"/>
                </a:cubicBezTo>
                <a:cubicBezTo>
                  <a:pt x="83" y="38"/>
                  <a:pt x="81" y="38"/>
                  <a:pt x="80" y="39"/>
                </a:cubicBezTo>
                <a:cubicBezTo>
                  <a:pt x="80" y="40"/>
                  <a:pt x="79" y="42"/>
                  <a:pt x="79" y="43"/>
                </a:cubicBezTo>
                <a:cubicBezTo>
                  <a:pt x="83" y="70"/>
                  <a:pt x="83" y="70"/>
                  <a:pt x="83" y="70"/>
                </a:cubicBezTo>
                <a:cubicBezTo>
                  <a:pt x="84" y="74"/>
                  <a:pt x="86" y="76"/>
                  <a:pt x="90" y="77"/>
                </a:cubicBezTo>
                <a:cubicBezTo>
                  <a:pt x="93" y="77"/>
                  <a:pt x="96" y="77"/>
                  <a:pt x="99" y="78"/>
                </a:cubicBezTo>
                <a:cubicBezTo>
                  <a:pt x="99" y="92"/>
                  <a:pt x="99" y="92"/>
                  <a:pt x="99" y="92"/>
                </a:cubicBezTo>
                <a:cubicBezTo>
                  <a:pt x="99" y="95"/>
                  <a:pt x="101" y="97"/>
                  <a:pt x="104" y="97"/>
                </a:cubicBezTo>
                <a:cubicBezTo>
                  <a:pt x="108" y="97"/>
                  <a:pt x="108" y="97"/>
                  <a:pt x="108" y="97"/>
                </a:cubicBezTo>
                <a:cubicBezTo>
                  <a:pt x="110" y="97"/>
                  <a:pt x="113" y="95"/>
                  <a:pt x="113" y="92"/>
                </a:cubicBezTo>
                <a:cubicBezTo>
                  <a:pt x="113" y="78"/>
                  <a:pt x="113" y="78"/>
                  <a:pt x="113" y="78"/>
                </a:cubicBezTo>
                <a:cubicBezTo>
                  <a:pt x="116" y="77"/>
                  <a:pt x="119" y="77"/>
                  <a:pt x="122" y="77"/>
                </a:cubicBezTo>
                <a:cubicBezTo>
                  <a:pt x="125" y="76"/>
                  <a:pt x="128" y="74"/>
                  <a:pt x="128" y="70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2" y="42"/>
                  <a:pt x="132" y="40"/>
                  <a:pt x="131" y="40"/>
                </a:cubicBezTo>
                <a:close/>
                <a:moveTo>
                  <a:pt x="124" y="70"/>
                </a:moveTo>
                <a:cubicBezTo>
                  <a:pt x="124" y="71"/>
                  <a:pt x="123" y="72"/>
                  <a:pt x="121" y="73"/>
                </a:cubicBezTo>
                <a:cubicBezTo>
                  <a:pt x="118" y="73"/>
                  <a:pt x="114" y="73"/>
                  <a:pt x="110" y="74"/>
                </a:cubicBezTo>
                <a:cubicBezTo>
                  <a:pt x="108" y="74"/>
                  <a:pt x="108" y="74"/>
                  <a:pt x="108" y="74"/>
                </a:cubicBezTo>
                <a:cubicBezTo>
                  <a:pt x="108" y="92"/>
                  <a:pt x="108" y="92"/>
                  <a:pt x="108" y="92"/>
                </a:cubicBezTo>
                <a:cubicBezTo>
                  <a:pt x="108" y="92"/>
                  <a:pt x="108" y="93"/>
                  <a:pt x="108" y="93"/>
                </a:cubicBezTo>
                <a:cubicBezTo>
                  <a:pt x="104" y="93"/>
                  <a:pt x="104" y="93"/>
                  <a:pt x="104" y="93"/>
                </a:cubicBezTo>
                <a:cubicBezTo>
                  <a:pt x="103" y="93"/>
                  <a:pt x="103" y="92"/>
                  <a:pt x="103" y="92"/>
                </a:cubicBezTo>
                <a:cubicBezTo>
                  <a:pt x="103" y="74"/>
                  <a:pt x="103" y="74"/>
                  <a:pt x="103" y="74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97" y="73"/>
                  <a:pt x="94" y="73"/>
                  <a:pt x="90" y="73"/>
                </a:cubicBezTo>
                <a:cubicBezTo>
                  <a:pt x="89" y="72"/>
                  <a:pt x="87" y="71"/>
                  <a:pt x="87" y="70"/>
                </a:cubicBezTo>
                <a:cubicBezTo>
                  <a:pt x="83" y="42"/>
                  <a:pt x="83" y="42"/>
                  <a:pt x="83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99" y="46"/>
                  <a:pt x="113" y="46"/>
                  <a:pt x="128" y="42"/>
                </a:cubicBezTo>
                <a:cubicBezTo>
                  <a:pt x="128" y="42"/>
                  <a:pt x="128" y="42"/>
                  <a:pt x="128" y="42"/>
                </a:cubicBezTo>
                <a:lnTo>
                  <a:pt x="124" y="70"/>
                </a:lnTo>
                <a:close/>
                <a:moveTo>
                  <a:pt x="88" y="31"/>
                </a:moveTo>
                <a:cubicBezTo>
                  <a:pt x="88" y="21"/>
                  <a:pt x="88" y="21"/>
                  <a:pt x="88" y="21"/>
                </a:cubicBezTo>
                <a:cubicBezTo>
                  <a:pt x="88" y="19"/>
                  <a:pt x="89" y="17"/>
                  <a:pt x="92" y="17"/>
                </a:cubicBezTo>
                <a:cubicBezTo>
                  <a:pt x="101" y="17"/>
                  <a:pt x="101" y="17"/>
                  <a:pt x="101" y="17"/>
                </a:cubicBezTo>
                <a:cubicBezTo>
                  <a:pt x="101" y="2"/>
                  <a:pt x="101" y="2"/>
                  <a:pt x="101" y="2"/>
                </a:cubicBezTo>
                <a:cubicBezTo>
                  <a:pt x="101" y="1"/>
                  <a:pt x="102" y="0"/>
                  <a:pt x="103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09" y="0"/>
                  <a:pt x="110" y="1"/>
                  <a:pt x="110" y="2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22" y="17"/>
                  <a:pt x="124" y="19"/>
                  <a:pt x="124" y="21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24" y="32"/>
                  <a:pt x="122" y="34"/>
                  <a:pt x="121" y="35"/>
                </a:cubicBezTo>
                <a:cubicBezTo>
                  <a:pt x="111" y="37"/>
                  <a:pt x="101" y="37"/>
                  <a:pt x="91" y="34"/>
                </a:cubicBezTo>
                <a:cubicBezTo>
                  <a:pt x="89" y="34"/>
                  <a:pt x="88" y="32"/>
                  <a:pt x="88" y="31"/>
                </a:cubicBezTo>
                <a:close/>
                <a:moveTo>
                  <a:pt x="21" y="75"/>
                </a:moveTo>
                <a:cubicBezTo>
                  <a:pt x="76" y="75"/>
                  <a:pt x="76" y="75"/>
                  <a:pt x="76" y="75"/>
                </a:cubicBezTo>
                <a:cubicBezTo>
                  <a:pt x="76" y="81"/>
                  <a:pt x="76" y="81"/>
                  <a:pt x="76" y="81"/>
                </a:cubicBezTo>
                <a:cubicBezTo>
                  <a:pt x="21" y="81"/>
                  <a:pt x="21" y="81"/>
                  <a:pt x="21" y="81"/>
                </a:cubicBezTo>
                <a:lnTo>
                  <a:pt x="21" y="75"/>
                </a:lnTo>
                <a:close/>
                <a:moveTo>
                  <a:pt x="68" y="71"/>
                </a:moveTo>
                <a:cubicBezTo>
                  <a:pt x="15" y="71"/>
                  <a:pt x="15" y="71"/>
                  <a:pt x="15" y="71"/>
                </a:cubicBezTo>
                <a:cubicBezTo>
                  <a:pt x="15" y="64"/>
                  <a:pt x="15" y="64"/>
                  <a:pt x="15" y="64"/>
                </a:cubicBezTo>
                <a:cubicBezTo>
                  <a:pt x="68" y="64"/>
                  <a:pt x="68" y="64"/>
                  <a:pt x="68" y="64"/>
                </a:cubicBezTo>
                <a:lnTo>
                  <a:pt x="68" y="71"/>
                </a:lnTo>
                <a:close/>
                <a:moveTo>
                  <a:pt x="15" y="34"/>
                </a:moveTo>
                <a:cubicBezTo>
                  <a:pt x="17" y="34"/>
                  <a:pt x="18" y="36"/>
                  <a:pt x="18" y="37"/>
                </a:cubicBezTo>
                <a:cubicBezTo>
                  <a:pt x="18" y="39"/>
                  <a:pt x="17" y="40"/>
                  <a:pt x="15" y="40"/>
                </a:cubicBezTo>
                <a:cubicBezTo>
                  <a:pt x="14" y="40"/>
                  <a:pt x="12" y="39"/>
                  <a:pt x="12" y="37"/>
                </a:cubicBezTo>
                <a:cubicBezTo>
                  <a:pt x="12" y="36"/>
                  <a:pt x="14" y="34"/>
                  <a:pt x="15" y="34"/>
                </a:cubicBezTo>
                <a:close/>
                <a:moveTo>
                  <a:pt x="38" y="122"/>
                </a:moveTo>
                <a:cubicBezTo>
                  <a:pt x="38" y="116"/>
                  <a:pt x="38" y="116"/>
                  <a:pt x="38" y="116"/>
                </a:cubicBezTo>
                <a:cubicBezTo>
                  <a:pt x="61" y="116"/>
                  <a:pt x="61" y="116"/>
                  <a:pt x="61" y="116"/>
                </a:cubicBezTo>
                <a:cubicBezTo>
                  <a:pt x="61" y="122"/>
                  <a:pt x="61" y="122"/>
                  <a:pt x="61" y="122"/>
                </a:cubicBezTo>
                <a:lnTo>
                  <a:pt x="38" y="122"/>
                </a:lnTo>
                <a:close/>
                <a:moveTo>
                  <a:pt x="97" y="112"/>
                </a:moveTo>
                <a:cubicBezTo>
                  <a:pt x="26" y="112"/>
                  <a:pt x="26" y="112"/>
                  <a:pt x="26" y="112"/>
                </a:cubicBezTo>
                <a:cubicBezTo>
                  <a:pt x="26" y="106"/>
                  <a:pt x="26" y="106"/>
                  <a:pt x="26" y="106"/>
                </a:cubicBezTo>
                <a:cubicBezTo>
                  <a:pt x="97" y="106"/>
                  <a:pt x="97" y="106"/>
                  <a:pt x="97" y="106"/>
                </a:cubicBezTo>
                <a:lnTo>
                  <a:pt x="97" y="112"/>
                </a:lnTo>
                <a:close/>
                <a:moveTo>
                  <a:pt x="66" y="122"/>
                </a:moveTo>
                <a:cubicBezTo>
                  <a:pt x="66" y="116"/>
                  <a:pt x="66" y="116"/>
                  <a:pt x="66" y="116"/>
                </a:cubicBezTo>
                <a:cubicBezTo>
                  <a:pt x="89" y="116"/>
                  <a:pt x="89" y="116"/>
                  <a:pt x="89" y="116"/>
                </a:cubicBezTo>
                <a:cubicBezTo>
                  <a:pt x="89" y="122"/>
                  <a:pt x="89" y="122"/>
                  <a:pt x="89" y="122"/>
                </a:cubicBezTo>
                <a:lnTo>
                  <a:pt x="66" y="122"/>
                </a:lnTo>
                <a:close/>
                <a:moveTo>
                  <a:pt x="51" y="91"/>
                </a:moveTo>
                <a:cubicBezTo>
                  <a:pt x="34" y="91"/>
                  <a:pt x="34" y="91"/>
                  <a:pt x="34" y="91"/>
                </a:cubicBezTo>
                <a:cubicBezTo>
                  <a:pt x="34" y="85"/>
                  <a:pt x="34" y="85"/>
                  <a:pt x="34" y="85"/>
                </a:cubicBezTo>
                <a:cubicBezTo>
                  <a:pt x="51" y="85"/>
                  <a:pt x="51" y="85"/>
                  <a:pt x="51" y="85"/>
                </a:cubicBezTo>
                <a:lnTo>
                  <a:pt x="51" y="91"/>
                </a:lnTo>
                <a:close/>
                <a:moveTo>
                  <a:pt x="68" y="95"/>
                </a:moveTo>
                <a:cubicBezTo>
                  <a:pt x="68" y="102"/>
                  <a:pt x="68" y="102"/>
                  <a:pt x="68" y="102"/>
                </a:cubicBezTo>
                <a:cubicBezTo>
                  <a:pt x="55" y="102"/>
                  <a:pt x="55" y="102"/>
                  <a:pt x="55" y="102"/>
                </a:cubicBezTo>
                <a:cubicBezTo>
                  <a:pt x="55" y="95"/>
                  <a:pt x="55" y="95"/>
                  <a:pt x="55" y="95"/>
                </a:cubicBezTo>
                <a:lnTo>
                  <a:pt x="68" y="95"/>
                </a:lnTo>
                <a:close/>
                <a:moveTo>
                  <a:pt x="35" y="34"/>
                </a:moveTo>
                <a:cubicBezTo>
                  <a:pt x="37" y="34"/>
                  <a:pt x="38" y="36"/>
                  <a:pt x="38" y="37"/>
                </a:cubicBezTo>
                <a:cubicBezTo>
                  <a:pt x="38" y="39"/>
                  <a:pt x="37" y="40"/>
                  <a:pt x="35" y="40"/>
                </a:cubicBezTo>
                <a:cubicBezTo>
                  <a:pt x="34" y="40"/>
                  <a:pt x="32" y="39"/>
                  <a:pt x="32" y="37"/>
                </a:cubicBezTo>
                <a:cubicBezTo>
                  <a:pt x="32" y="36"/>
                  <a:pt x="34" y="34"/>
                  <a:pt x="35" y="34"/>
                </a:cubicBezTo>
                <a:close/>
                <a:moveTo>
                  <a:pt x="113" y="104"/>
                </a:moveTo>
                <a:cubicBezTo>
                  <a:pt x="118" y="104"/>
                  <a:pt x="118" y="104"/>
                  <a:pt x="118" y="104"/>
                </a:cubicBezTo>
                <a:cubicBezTo>
                  <a:pt x="118" y="141"/>
                  <a:pt x="118" y="141"/>
                  <a:pt x="118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22"/>
                  <a:pt x="0" y="22"/>
                  <a:pt x="0" y="22"/>
                </a:cubicBezTo>
                <a:cubicBezTo>
                  <a:pt x="80" y="22"/>
                  <a:pt x="80" y="22"/>
                  <a:pt x="80" y="22"/>
                </a:cubicBezTo>
                <a:cubicBezTo>
                  <a:pt x="80" y="28"/>
                  <a:pt x="80" y="28"/>
                  <a:pt x="80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46"/>
                  <a:pt x="5" y="46"/>
                  <a:pt x="5" y="46"/>
                </a:cubicBezTo>
                <a:cubicBezTo>
                  <a:pt x="70" y="46"/>
                  <a:pt x="70" y="46"/>
                  <a:pt x="70" y="46"/>
                </a:cubicBezTo>
                <a:cubicBezTo>
                  <a:pt x="70" y="51"/>
                  <a:pt x="70" y="51"/>
                  <a:pt x="70" y="51"/>
                </a:cubicBezTo>
                <a:cubicBezTo>
                  <a:pt x="5" y="51"/>
                  <a:pt x="5" y="51"/>
                  <a:pt x="5" y="51"/>
                </a:cubicBezTo>
                <a:cubicBezTo>
                  <a:pt x="5" y="135"/>
                  <a:pt x="5" y="135"/>
                  <a:pt x="5" y="135"/>
                </a:cubicBezTo>
                <a:cubicBezTo>
                  <a:pt x="113" y="135"/>
                  <a:pt x="113" y="135"/>
                  <a:pt x="113" y="135"/>
                </a:cubicBezTo>
                <a:lnTo>
                  <a:pt x="113" y="104"/>
                </a:lnTo>
                <a:close/>
                <a:moveTo>
                  <a:pt x="25" y="34"/>
                </a:moveTo>
                <a:cubicBezTo>
                  <a:pt x="27" y="34"/>
                  <a:pt x="28" y="36"/>
                  <a:pt x="28" y="37"/>
                </a:cubicBezTo>
                <a:cubicBezTo>
                  <a:pt x="28" y="39"/>
                  <a:pt x="27" y="40"/>
                  <a:pt x="25" y="40"/>
                </a:cubicBezTo>
                <a:cubicBezTo>
                  <a:pt x="24" y="40"/>
                  <a:pt x="22" y="39"/>
                  <a:pt x="22" y="37"/>
                </a:cubicBezTo>
                <a:cubicBezTo>
                  <a:pt x="22" y="36"/>
                  <a:pt x="24" y="34"/>
                  <a:pt x="25" y="34"/>
                </a:cubicBezTo>
                <a:close/>
                <a:moveTo>
                  <a:pt x="55" y="85"/>
                </a:moveTo>
                <a:cubicBezTo>
                  <a:pt x="90" y="85"/>
                  <a:pt x="90" y="85"/>
                  <a:pt x="90" y="85"/>
                </a:cubicBezTo>
                <a:cubicBezTo>
                  <a:pt x="90" y="91"/>
                  <a:pt x="90" y="91"/>
                  <a:pt x="90" y="91"/>
                </a:cubicBezTo>
                <a:cubicBezTo>
                  <a:pt x="55" y="91"/>
                  <a:pt x="55" y="91"/>
                  <a:pt x="55" y="91"/>
                </a:cubicBezTo>
                <a:lnTo>
                  <a:pt x="55" y="85"/>
                </a:lnTo>
                <a:close/>
                <a:moveTo>
                  <a:pt x="90" y="95"/>
                </a:moveTo>
                <a:cubicBezTo>
                  <a:pt x="90" y="102"/>
                  <a:pt x="90" y="102"/>
                  <a:pt x="90" y="102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2" y="95"/>
                  <a:pt x="72" y="95"/>
                  <a:pt x="72" y="95"/>
                </a:cubicBezTo>
                <a:lnTo>
                  <a:pt x="90" y="95"/>
                </a:lnTo>
                <a:close/>
                <a:moveTo>
                  <a:pt x="34" y="95"/>
                </a:moveTo>
                <a:cubicBezTo>
                  <a:pt x="51" y="95"/>
                  <a:pt x="51" y="95"/>
                  <a:pt x="51" y="95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34" y="102"/>
                  <a:pt x="34" y="102"/>
                  <a:pt x="34" y="102"/>
                </a:cubicBezTo>
                <a:lnTo>
                  <a:pt x="34" y="95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8" name="Freeform 171">
            <a:extLst>
              <a:ext uri="{FF2B5EF4-FFF2-40B4-BE49-F238E27FC236}">
                <a16:creationId xmlns:a16="http://schemas.microsoft.com/office/drawing/2014/main" id="{F98931D7-81C4-3E22-1764-AF4D889C596D}"/>
              </a:ext>
            </a:extLst>
          </p:cNvPr>
          <p:cNvSpPr>
            <a:spLocks noEditPoints="1"/>
          </p:cNvSpPr>
          <p:nvPr/>
        </p:nvSpPr>
        <p:spPr bwMode="auto">
          <a:xfrm>
            <a:off x="6452570" y="4320946"/>
            <a:ext cx="299270" cy="296117"/>
          </a:xfrm>
          <a:custGeom>
            <a:avLst/>
            <a:gdLst>
              <a:gd name="T0" fmla="*/ 85 w 132"/>
              <a:gd name="T1" fmla="*/ 38 h 141"/>
              <a:gd name="T2" fmla="*/ 83 w 132"/>
              <a:gd name="T3" fmla="*/ 70 h 141"/>
              <a:gd name="T4" fmla="*/ 99 w 132"/>
              <a:gd name="T5" fmla="*/ 92 h 141"/>
              <a:gd name="T6" fmla="*/ 113 w 132"/>
              <a:gd name="T7" fmla="*/ 92 h 141"/>
              <a:gd name="T8" fmla="*/ 128 w 132"/>
              <a:gd name="T9" fmla="*/ 70 h 141"/>
              <a:gd name="T10" fmla="*/ 124 w 132"/>
              <a:gd name="T11" fmla="*/ 70 h 141"/>
              <a:gd name="T12" fmla="*/ 108 w 132"/>
              <a:gd name="T13" fmla="*/ 74 h 141"/>
              <a:gd name="T14" fmla="*/ 104 w 132"/>
              <a:gd name="T15" fmla="*/ 93 h 141"/>
              <a:gd name="T16" fmla="*/ 101 w 132"/>
              <a:gd name="T17" fmla="*/ 74 h 141"/>
              <a:gd name="T18" fmla="*/ 83 w 132"/>
              <a:gd name="T19" fmla="*/ 42 h 141"/>
              <a:gd name="T20" fmla="*/ 128 w 132"/>
              <a:gd name="T21" fmla="*/ 42 h 141"/>
              <a:gd name="T22" fmla="*/ 88 w 132"/>
              <a:gd name="T23" fmla="*/ 21 h 141"/>
              <a:gd name="T24" fmla="*/ 101 w 132"/>
              <a:gd name="T25" fmla="*/ 2 h 141"/>
              <a:gd name="T26" fmla="*/ 110 w 132"/>
              <a:gd name="T27" fmla="*/ 2 h 141"/>
              <a:gd name="T28" fmla="*/ 124 w 132"/>
              <a:gd name="T29" fmla="*/ 21 h 141"/>
              <a:gd name="T30" fmla="*/ 91 w 132"/>
              <a:gd name="T31" fmla="*/ 34 h 141"/>
              <a:gd name="T32" fmla="*/ 76 w 132"/>
              <a:gd name="T33" fmla="*/ 75 h 141"/>
              <a:gd name="T34" fmla="*/ 21 w 132"/>
              <a:gd name="T35" fmla="*/ 75 h 141"/>
              <a:gd name="T36" fmla="*/ 15 w 132"/>
              <a:gd name="T37" fmla="*/ 64 h 141"/>
              <a:gd name="T38" fmla="*/ 15 w 132"/>
              <a:gd name="T39" fmla="*/ 34 h 141"/>
              <a:gd name="T40" fmla="*/ 12 w 132"/>
              <a:gd name="T41" fmla="*/ 37 h 141"/>
              <a:gd name="T42" fmla="*/ 38 w 132"/>
              <a:gd name="T43" fmla="*/ 116 h 141"/>
              <a:gd name="T44" fmla="*/ 38 w 132"/>
              <a:gd name="T45" fmla="*/ 122 h 141"/>
              <a:gd name="T46" fmla="*/ 26 w 132"/>
              <a:gd name="T47" fmla="*/ 106 h 141"/>
              <a:gd name="T48" fmla="*/ 66 w 132"/>
              <a:gd name="T49" fmla="*/ 122 h 141"/>
              <a:gd name="T50" fmla="*/ 89 w 132"/>
              <a:gd name="T51" fmla="*/ 122 h 141"/>
              <a:gd name="T52" fmla="*/ 34 w 132"/>
              <a:gd name="T53" fmla="*/ 91 h 141"/>
              <a:gd name="T54" fmla="*/ 51 w 132"/>
              <a:gd name="T55" fmla="*/ 91 h 141"/>
              <a:gd name="T56" fmla="*/ 55 w 132"/>
              <a:gd name="T57" fmla="*/ 102 h 141"/>
              <a:gd name="T58" fmla="*/ 35 w 132"/>
              <a:gd name="T59" fmla="*/ 34 h 141"/>
              <a:gd name="T60" fmla="*/ 32 w 132"/>
              <a:gd name="T61" fmla="*/ 37 h 141"/>
              <a:gd name="T62" fmla="*/ 118 w 132"/>
              <a:gd name="T63" fmla="*/ 104 h 141"/>
              <a:gd name="T64" fmla="*/ 0 w 132"/>
              <a:gd name="T65" fmla="*/ 22 h 141"/>
              <a:gd name="T66" fmla="*/ 5 w 132"/>
              <a:gd name="T67" fmla="*/ 28 h 141"/>
              <a:gd name="T68" fmla="*/ 70 w 132"/>
              <a:gd name="T69" fmla="*/ 51 h 141"/>
              <a:gd name="T70" fmla="*/ 113 w 132"/>
              <a:gd name="T71" fmla="*/ 135 h 141"/>
              <a:gd name="T72" fmla="*/ 28 w 132"/>
              <a:gd name="T73" fmla="*/ 37 h 141"/>
              <a:gd name="T74" fmla="*/ 25 w 132"/>
              <a:gd name="T75" fmla="*/ 34 h 141"/>
              <a:gd name="T76" fmla="*/ 90 w 132"/>
              <a:gd name="T77" fmla="*/ 91 h 141"/>
              <a:gd name="T78" fmla="*/ 90 w 132"/>
              <a:gd name="T79" fmla="*/ 95 h 141"/>
              <a:gd name="T80" fmla="*/ 72 w 132"/>
              <a:gd name="T81" fmla="*/ 95 h 141"/>
              <a:gd name="T82" fmla="*/ 51 w 132"/>
              <a:gd name="T83" fmla="*/ 95 h 141"/>
              <a:gd name="T84" fmla="*/ 34 w 132"/>
              <a:gd name="T85" fmla="*/ 95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2" h="141">
                <a:moveTo>
                  <a:pt x="131" y="40"/>
                </a:moveTo>
                <a:cubicBezTo>
                  <a:pt x="130" y="38"/>
                  <a:pt x="128" y="38"/>
                  <a:pt x="126" y="38"/>
                </a:cubicBezTo>
                <a:cubicBezTo>
                  <a:pt x="113" y="42"/>
                  <a:pt x="99" y="42"/>
                  <a:pt x="85" y="38"/>
                </a:cubicBezTo>
                <a:cubicBezTo>
                  <a:pt x="83" y="38"/>
                  <a:pt x="81" y="38"/>
                  <a:pt x="80" y="39"/>
                </a:cubicBezTo>
                <a:cubicBezTo>
                  <a:pt x="80" y="40"/>
                  <a:pt x="79" y="42"/>
                  <a:pt x="79" y="43"/>
                </a:cubicBezTo>
                <a:cubicBezTo>
                  <a:pt x="83" y="70"/>
                  <a:pt x="83" y="70"/>
                  <a:pt x="83" y="70"/>
                </a:cubicBezTo>
                <a:cubicBezTo>
                  <a:pt x="84" y="74"/>
                  <a:pt x="86" y="76"/>
                  <a:pt x="90" y="77"/>
                </a:cubicBezTo>
                <a:cubicBezTo>
                  <a:pt x="93" y="77"/>
                  <a:pt x="96" y="77"/>
                  <a:pt x="99" y="78"/>
                </a:cubicBezTo>
                <a:cubicBezTo>
                  <a:pt x="99" y="92"/>
                  <a:pt x="99" y="92"/>
                  <a:pt x="99" y="92"/>
                </a:cubicBezTo>
                <a:cubicBezTo>
                  <a:pt x="99" y="95"/>
                  <a:pt x="101" y="97"/>
                  <a:pt x="104" y="97"/>
                </a:cubicBezTo>
                <a:cubicBezTo>
                  <a:pt x="108" y="97"/>
                  <a:pt x="108" y="97"/>
                  <a:pt x="108" y="97"/>
                </a:cubicBezTo>
                <a:cubicBezTo>
                  <a:pt x="110" y="97"/>
                  <a:pt x="113" y="95"/>
                  <a:pt x="113" y="92"/>
                </a:cubicBezTo>
                <a:cubicBezTo>
                  <a:pt x="113" y="78"/>
                  <a:pt x="113" y="78"/>
                  <a:pt x="113" y="78"/>
                </a:cubicBezTo>
                <a:cubicBezTo>
                  <a:pt x="116" y="77"/>
                  <a:pt x="119" y="77"/>
                  <a:pt x="122" y="77"/>
                </a:cubicBezTo>
                <a:cubicBezTo>
                  <a:pt x="125" y="76"/>
                  <a:pt x="128" y="74"/>
                  <a:pt x="128" y="70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2" y="42"/>
                  <a:pt x="132" y="40"/>
                  <a:pt x="131" y="40"/>
                </a:cubicBezTo>
                <a:close/>
                <a:moveTo>
                  <a:pt x="124" y="70"/>
                </a:moveTo>
                <a:cubicBezTo>
                  <a:pt x="124" y="71"/>
                  <a:pt x="123" y="72"/>
                  <a:pt x="121" y="73"/>
                </a:cubicBezTo>
                <a:cubicBezTo>
                  <a:pt x="118" y="73"/>
                  <a:pt x="114" y="73"/>
                  <a:pt x="110" y="74"/>
                </a:cubicBezTo>
                <a:cubicBezTo>
                  <a:pt x="108" y="74"/>
                  <a:pt x="108" y="74"/>
                  <a:pt x="108" y="74"/>
                </a:cubicBezTo>
                <a:cubicBezTo>
                  <a:pt x="108" y="92"/>
                  <a:pt x="108" y="92"/>
                  <a:pt x="108" y="92"/>
                </a:cubicBezTo>
                <a:cubicBezTo>
                  <a:pt x="108" y="92"/>
                  <a:pt x="108" y="93"/>
                  <a:pt x="108" y="93"/>
                </a:cubicBezTo>
                <a:cubicBezTo>
                  <a:pt x="104" y="93"/>
                  <a:pt x="104" y="93"/>
                  <a:pt x="104" y="93"/>
                </a:cubicBezTo>
                <a:cubicBezTo>
                  <a:pt x="103" y="93"/>
                  <a:pt x="103" y="92"/>
                  <a:pt x="103" y="92"/>
                </a:cubicBezTo>
                <a:cubicBezTo>
                  <a:pt x="103" y="74"/>
                  <a:pt x="103" y="74"/>
                  <a:pt x="103" y="74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97" y="73"/>
                  <a:pt x="94" y="73"/>
                  <a:pt x="90" y="73"/>
                </a:cubicBezTo>
                <a:cubicBezTo>
                  <a:pt x="89" y="72"/>
                  <a:pt x="87" y="71"/>
                  <a:pt x="87" y="70"/>
                </a:cubicBezTo>
                <a:cubicBezTo>
                  <a:pt x="83" y="42"/>
                  <a:pt x="83" y="42"/>
                  <a:pt x="83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99" y="46"/>
                  <a:pt x="113" y="46"/>
                  <a:pt x="128" y="42"/>
                </a:cubicBezTo>
                <a:cubicBezTo>
                  <a:pt x="128" y="42"/>
                  <a:pt x="128" y="42"/>
                  <a:pt x="128" y="42"/>
                </a:cubicBezTo>
                <a:lnTo>
                  <a:pt x="124" y="70"/>
                </a:lnTo>
                <a:close/>
                <a:moveTo>
                  <a:pt x="88" y="31"/>
                </a:moveTo>
                <a:cubicBezTo>
                  <a:pt x="88" y="21"/>
                  <a:pt x="88" y="21"/>
                  <a:pt x="88" y="21"/>
                </a:cubicBezTo>
                <a:cubicBezTo>
                  <a:pt x="88" y="19"/>
                  <a:pt x="89" y="17"/>
                  <a:pt x="92" y="17"/>
                </a:cubicBezTo>
                <a:cubicBezTo>
                  <a:pt x="101" y="17"/>
                  <a:pt x="101" y="17"/>
                  <a:pt x="101" y="17"/>
                </a:cubicBezTo>
                <a:cubicBezTo>
                  <a:pt x="101" y="2"/>
                  <a:pt x="101" y="2"/>
                  <a:pt x="101" y="2"/>
                </a:cubicBezTo>
                <a:cubicBezTo>
                  <a:pt x="101" y="1"/>
                  <a:pt x="102" y="0"/>
                  <a:pt x="103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09" y="0"/>
                  <a:pt x="110" y="1"/>
                  <a:pt x="110" y="2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22" y="17"/>
                  <a:pt x="124" y="19"/>
                  <a:pt x="124" y="21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24" y="32"/>
                  <a:pt x="122" y="34"/>
                  <a:pt x="121" y="35"/>
                </a:cubicBezTo>
                <a:cubicBezTo>
                  <a:pt x="111" y="37"/>
                  <a:pt x="101" y="37"/>
                  <a:pt x="91" y="34"/>
                </a:cubicBezTo>
                <a:cubicBezTo>
                  <a:pt x="89" y="34"/>
                  <a:pt x="88" y="32"/>
                  <a:pt x="88" y="31"/>
                </a:cubicBezTo>
                <a:close/>
                <a:moveTo>
                  <a:pt x="21" y="75"/>
                </a:moveTo>
                <a:cubicBezTo>
                  <a:pt x="76" y="75"/>
                  <a:pt x="76" y="75"/>
                  <a:pt x="76" y="75"/>
                </a:cubicBezTo>
                <a:cubicBezTo>
                  <a:pt x="76" y="81"/>
                  <a:pt x="76" y="81"/>
                  <a:pt x="76" y="81"/>
                </a:cubicBezTo>
                <a:cubicBezTo>
                  <a:pt x="21" y="81"/>
                  <a:pt x="21" y="81"/>
                  <a:pt x="21" y="81"/>
                </a:cubicBezTo>
                <a:lnTo>
                  <a:pt x="21" y="75"/>
                </a:lnTo>
                <a:close/>
                <a:moveTo>
                  <a:pt x="68" y="71"/>
                </a:moveTo>
                <a:cubicBezTo>
                  <a:pt x="15" y="71"/>
                  <a:pt x="15" y="71"/>
                  <a:pt x="15" y="71"/>
                </a:cubicBezTo>
                <a:cubicBezTo>
                  <a:pt x="15" y="64"/>
                  <a:pt x="15" y="64"/>
                  <a:pt x="15" y="64"/>
                </a:cubicBezTo>
                <a:cubicBezTo>
                  <a:pt x="68" y="64"/>
                  <a:pt x="68" y="64"/>
                  <a:pt x="68" y="64"/>
                </a:cubicBezTo>
                <a:lnTo>
                  <a:pt x="68" y="71"/>
                </a:lnTo>
                <a:close/>
                <a:moveTo>
                  <a:pt x="15" y="34"/>
                </a:moveTo>
                <a:cubicBezTo>
                  <a:pt x="17" y="34"/>
                  <a:pt x="18" y="36"/>
                  <a:pt x="18" y="37"/>
                </a:cubicBezTo>
                <a:cubicBezTo>
                  <a:pt x="18" y="39"/>
                  <a:pt x="17" y="40"/>
                  <a:pt x="15" y="40"/>
                </a:cubicBezTo>
                <a:cubicBezTo>
                  <a:pt x="14" y="40"/>
                  <a:pt x="12" y="39"/>
                  <a:pt x="12" y="37"/>
                </a:cubicBezTo>
                <a:cubicBezTo>
                  <a:pt x="12" y="36"/>
                  <a:pt x="14" y="34"/>
                  <a:pt x="15" y="34"/>
                </a:cubicBezTo>
                <a:close/>
                <a:moveTo>
                  <a:pt x="38" y="122"/>
                </a:moveTo>
                <a:cubicBezTo>
                  <a:pt x="38" y="116"/>
                  <a:pt x="38" y="116"/>
                  <a:pt x="38" y="116"/>
                </a:cubicBezTo>
                <a:cubicBezTo>
                  <a:pt x="61" y="116"/>
                  <a:pt x="61" y="116"/>
                  <a:pt x="61" y="116"/>
                </a:cubicBezTo>
                <a:cubicBezTo>
                  <a:pt x="61" y="122"/>
                  <a:pt x="61" y="122"/>
                  <a:pt x="61" y="122"/>
                </a:cubicBezTo>
                <a:lnTo>
                  <a:pt x="38" y="122"/>
                </a:lnTo>
                <a:close/>
                <a:moveTo>
                  <a:pt x="97" y="112"/>
                </a:moveTo>
                <a:cubicBezTo>
                  <a:pt x="26" y="112"/>
                  <a:pt x="26" y="112"/>
                  <a:pt x="26" y="112"/>
                </a:cubicBezTo>
                <a:cubicBezTo>
                  <a:pt x="26" y="106"/>
                  <a:pt x="26" y="106"/>
                  <a:pt x="26" y="106"/>
                </a:cubicBezTo>
                <a:cubicBezTo>
                  <a:pt x="97" y="106"/>
                  <a:pt x="97" y="106"/>
                  <a:pt x="97" y="106"/>
                </a:cubicBezTo>
                <a:lnTo>
                  <a:pt x="97" y="112"/>
                </a:lnTo>
                <a:close/>
                <a:moveTo>
                  <a:pt x="66" y="122"/>
                </a:moveTo>
                <a:cubicBezTo>
                  <a:pt x="66" y="116"/>
                  <a:pt x="66" y="116"/>
                  <a:pt x="66" y="116"/>
                </a:cubicBezTo>
                <a:cubicBezTo>
                  <a:pt x="89" y="116"/>
                  <a:pt x="89" y="116"/>
                  <a:pt x="89" y="116"/>
                </a:cubicBezTo>
                <a:cubicBezTo>
                  <a:pt x="89" y="122"/>
                  <a:pt x="89" y="122"/>
                  <a:pt x="89" y="122"/>
                </a:cubicBezTo>
                <a:lnTo>
                  <a:pt x="66" y="122"/>
                </a:lnTo>
                <a:close/>
                <a:moveTo>
                  <a:pt x="51" y="91"/>
                </a:moveTo>
                <a:cubicBezTo>
                  <a:pt x="34" y="91"/>
                  <a:pt x="34" y="91"/>
                  <a:pt x="34" y="91"/>
                </a:cubicBezTo>
                <a:cubicBezTo>
                  <a:pt x="34" y="85"/>
                  <a:pt x="34" y="85"/>
                  <a:pt x="34" y="85"/>
                </a:cubicBezTo>
                <a:cubicBezTo>
                  <a:pt x="51" y="85"/>
                  <a:pt x="51" y="85"/>
                  <a:pt x="51" y="85"/>
                </a:cubicBezTo>
                <a:lnTo>
                  <a:pt x="51" y="91"/>
                </a:lnTo>
                <a:close/>
                <a:moveTo>
                  <a:pt x="68" y="95"/>
                </a:moveTo>
                <a:cubicBezTo>
                  <a:pt x="68" y="102"/>
                  <a:pt x="68" y="102"/>
                  <a:pt x="68" y="102"/>
                </a:cubicBezTo>
                <a:cubicBezTo>
                  <a:pt x="55" y="102"/>
                  <a:pt x="55" y="102"/>
                  <a:pt x="55" y="102"/>
                </a:cubicBezTo>
                <a:cubicBezTo>
                  <a:pt x="55" y="95"/>
                  <a:pt x="55" y="95"/>
                  <a:pt x="55" y="95"/>
                </a:cubicBezTo>
                <a:lnTo>
                  <a:pt x="68" y="95"/>
                </a:lnTo>
                <a:close/>
                <a:moveTo>
                  <a:pt x="35" y="34"/>
                </a:moveTo>
                <a:cubicBezTo>
                  <a:pt x="37" y="34"/>
                  <a:pt x="38" y="36"/>
                  <a:pt x="38" y="37"/>
                </a:cubicBezTo>
                <a:cubicBezTo>
                  <a:pt x="38" y="39"/>
                  <a:pt x="37" y="40"/>
                  <a:pt x="35" y="40"/>
                </a:cubicBezTo>
                <a:cubicBezTo>
                  <a:pt x="34" y="40"/>
                  <a:pt x="32" y="39"/>
                  <a:pt x="32" y="37"/>
                </a:cubicBezTo>
                <a:cubicBezTo>
                  <a:pt x="32" y="36"/>
                  <a:pt x="34" y="34"/>
                  <a:pt x="35" y="34"/>
                </a:cubicBezTo>
                <a:close/>
                <a:moveTo>
                  <a:pt x="113" y="104"/>
                </a:moveTo>
                <a:cubicBezTo>
                  <a:pt x="118" y="104"/>
                  <a:pt x="118" y="104"/>
                  <a:pt x="118" y="104"/>
                </a:cubicBezTo>
                <a:cubicBezTo>
                  <a:pt x="118" y="141"/>
                  <a:pt x="118" y="141"/>
                  <a:pt x="118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22"/>
                  <a:pt x="0" y="22"/>
                  <a:pt x="0" y="22"/>
                </a:cubicBezTo>
                <a:cubicBezTo>
                  <a:pt x="80" y="22"/>
                  <a:pt x="80" y="22"/>
                  <a:pt x="80" y="22"/>
                </a:cubicBezTo>
                <a:cubicBezTo>
                  <a:pt x="80" y="28"/>
                  <a:pt x="80" y="28"/>
                  <a:pt x="80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46"/>
                  <a:pt x="5" y="46"/>
                  <a:pt x="5" y="46"/>
                </a:cubicBezTo>
                <a:cubicBezTo>
                  <a:pt x="70" y="46"/>
                  <a:pt x="70" y="46"/>
                  <a:pt x="70" y="46"/>
                </a:cubicBezTo>
                <a:cubicBezTo>
                  <a:pt x="70" y="51"/>
                  <a:pt x="70" y="51"/>
                  <a:pt x="70" y="51"/>
                </a:cubicBezTo>
                <a:cubicBezTo>
                  <a:pt x="5" y="51"/>
                  <a:pt x="5" y="51"/>
                  <a:pt x="5" y="51"/>
                </a:cubicBezTo>
                <a:cubicBezTo>
                  <a:pt x="5" y="135"/>
                  <a:pt x="5" y="135"/>
                  <a:pt x="5" y="135"/>
                </a:cubicBezTo>
                <a:cubicBezTo>
                  <a:pt x="113" y="135"/>
                  <a:pt x="113" y="135"/>
                  <a:pt x="113" y="135"/>
                </a:cubicBezTo>
                <a:lnTo>
                  <a:pt x="113" y="104"/>
                </a:lnTo>
                <a:close/>
                <a:moveTo>
                  <a:pt x="25" y="34"/>
                </a:moveTo>
                <a:cubicBezTo>
                  <a:pt x="27" y="34"/>
                  <a:pt x="28" y="36"/>
                  <a:pt x="28" y="37"/>
                </a:cubicBezTo>
                <a:cubicBezTo>
                  <a:pt x="28" y="39"/>
                  <a:pt x="27" y="40"/>
                  <a:pt x="25" y="40"/>
                </a:cubicBezTo>
                <a:cubicBezTo>
                  <a:pt x="24" y="40"/>
                  <a:pt x="22" y="39"/>
                  <a:pt x="22" y="37"/>
                </a:cubicBezTo>
                <a:cubicBezTo>
                  <a:pt x="22" y="36"/>
                  <a:pt x="24" y="34"/>
                  <a:pt x="25" y="34"/>
                </a:cubicBezTo>
                <a:close/>
                <a:moveTo>
                  <a:pt x="55" y="85"/>
                </a:moveTo>
                <a:cubicBezTo>
                  <a:pt x="90" y="85"/>
                  <a:pt x="90" y="85"/>
                  <a:pt x="90" y="85"/>
                </a:cubicBezTo>
                <a:cubicBezTo>
                  <a:pt x="90" y="91"/>
                  <a:pt x="90" y="91"/>
                  <a:pt x="90" y="91"/>
                </a:cubicBezTo>
                <a:cubicBezTo>
                  <a:pt x="55" y="91"/>
                  <a:pt x="55" y="91"/>
                  <a:pt x="55" y="91"/>
                </a:cubicBezTo>
                <a:lnTo>
                  <a:pt x="55" y="85"/>
                </a:lnTo>
                <a:close/>
                <a:moveTo>
                  <a:pt x="90" y="95"/>
                </a:moveTo>
                <a:cubicBezTo>
                  <a:pt x="90" y="102"/>
                  <a:pt x="90" y="102"/>
                  <a:pt x="90" y="102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2" y="95"/>
                  <a:pt x="72" y="95"/>
                  <a:pt x="72" y="95"/>
                </a:cubicBezTo>
                <a:lnTo>
                  <a:pt x="90" y="95"/>
                </a:lnTo>
                <a:close/>
                <a:moveTo>
                  <a:pt x="34" y="95"/>
                </a:moveTo>
                <a:cubicBezTo>
                  <a:pt x="51" y="95"/>
                  <a:pt x="51" y="95"/>
                  <a:pt x="51" y="95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34" y="102"/>
                  <a:pt x="34" y="102"/>
                  <a:pt x="34" y="102"/>
                </a:cubicBezTo>
                <a:lnTo>
                  <a:pt x="34" y="95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9" name="Freeform 171">
            <a:extLst>
              <a:ext uri="{FF2B5EF4-FFF2-40B4-BE49-F238E27FC236}">
                <a16:creationId xmlns:a16="http://schemas.microsoft.com/office/drawing/2014/main" id="{D1460930-17D2-E368-5B24-2F5AF94C4D41}"/>
              </a:ext>
            </a:extLst>
          </p:cNvPr>
          <p:cNvSpPr>
            <a:spLocks noEditPoints="1"/>
          </p:cNvSpPr>
          <p:nvPr/>
        </p:nvSpPr>
        <p:spPr bwMode="auto">
          <a:xfrm>
            <a:off x="7087762" y="4326925"/>
            <a:ext cx="299270" cy="296117"/>
          </a:xfrm>
          <a:custGeom>
            <a:avLst/>
            <a:gdLst>
              <a:gd name="T0" fmla="*/ 85 w 132"/>
              <a:gd name="T1" fmla="*/ 38 h 141"/>
              <a:gd name="T2" fmla="*/ 83 w 132"/>
              <a:gd name="T3" fmla="*/ 70 h 141"/>
              <a:gd name="T4" fmla="*/ 99 w 132"/>
              <a:gd name="T5" fmla="*/ 92 h 141"/>
              <a:gd name="T6" fmla="*/ 113 w 132"/>
              <a:gd name="T7" fmla="*/ 92 h 141"/>
              <a:gd name="T8" fmla="*/ 128 w 132"/>
              <a:gd name="T9" fmla="*/ 70 h 141"/>
              <a:gd name="T10" fmla="*/ 124 w 132"/>
              <a:gd name="T11" fmla="*/ 70 h 141"/>
              <a:gd name="T12" fmla="*/ 108 w 132"/>
              <a:gd name="T13" fmla="*/ 74 h 141"/>
              <a:gd name="T14" fmla="*/ 104 w 132"/>
              <a:gd name="T15" fmla="*/ 93 h 141"/>
              <a:gd name="T16" fmla="*/ 101 w 132"/>
              <a:gd name="T17" fmla="*/ 74 h 141"/>
              <a:gd name="T18" fmla="*/ 83 w 132"/>
              <a:gd name="T19" fmla="*/ 42 h 141"/>
              <a:gd name="T20" fmla="*/ 128 w 132"/>
              <a:gd name="T21" fmla="*/ 42 h 141"/>
              <a:gd name="T22" fmla="*/ 88 w 132"/>
              <a:gd name="T23" fmla="*/ 21 h 141"/>
              <a:gd name="T24" fmla="*/ 101 w 132"/>
              <a:gd name="T25" fmla="*/ 2 h 141"/>
              <a:gd name="T26" fmla="*/ 110 w 132"/>
              <a:gd name="T27" fmla="*/ 2 h 141"/>
              <a:gd name="T28" fmla="*/ 124 w 132"/>
              <a:gd name="T29" fmla="*/ 21 h 141"/>
              <a:gd name="T30" fmla="*/ 91 w 132"/>
              <a:gd name="T31" fmla="*/ 34 h 141"/>
              <a:gd name="T32" fmla="*/ 76 w 132"/>
              <a:gd name="T33" fmla="*/ 75 h 141"/>
              <a:gd name="T34" fmla="*/ 21 w 132"/>
              <a:gd name="T35" fmla="*/ 75 h 141"/>
              <a:gd name="T36" fmla="*/ 15 w 132"/>
              <a:gd name="T37" fmla="*/ 64 h 141"/>
              <a:gd name="T38" fmla="*/ 15 w 132"/>
              <a:gd name="T39" fmla="*/ 34 h 141"/>
              <a:gd name="T40" fmla="*/ 12 w 132"/>
              <a:gd name="T41" fmla="*/ 37 h 141"/>
              <a:gd name="T42" fmla="*/ 38 w 132"/>
              <a:gd name="T43" fmla="*/ 116 h 141"/>
              <a:gd name="T44" fmla="*/ 38 w 132"/>
              <a:gd name="T45" fmla="*/ 122 h 141"/>
              <a:gd name="T46" fmla="*/ 26 w 132"/>
              <a:gd name="T47" fmla="*/ 106 h 141"/>
              <a:gd name="T48" fmla="*/ 66 w 132"/>
              <a:gd name="T49" fmla="*/ 122 h 141"/>
              <a:gd name="T50" fmla="*/ 89 w 132"/>
              <a:gd name="T51" fmla="*/ 122 h 141"/>
              <a:gd name="T52" fmla="*/ 34 w 132"/>
              <a:gd name="T53" fmla="*/ 91 h 141"/>
              <a:gd name="T54" fmla="*/ 51 w 132"/>
              <a:gd name="T55" fmla="*/ 91 h 141"/>
              <a:gd name="T56" fmla="*/ 55 w 132"/>
              <a:gd name="T57" fmla="*/ 102 h 141"/>
              <a:gd name="T58" fmla="*/ 35 w 132"/>
              <a:gd name="T59" fmla="*/ 34 h 141"/>
              <a:gd name="T60" fmla="*/ 32 w 132"/>
              <a:gd name="T61" fmla="*/ 37 h 141"/>
              <a:gd name="T62" fmla="*/ 118 w 132"/>
              <a:gd name="T63" fmla="*/ 104 h 141"/>
              <a:gd name="T64" fmla="*/ 0 w 132"/>
              <a:gd name="T65" fmla="*/ 22 h 141"/>
              <a:gd name="T66" fmla="*/ 5 w 132"/>
              <a:gd name="T67" fmla="*/ 28 h 141"/>
              <a:gd name="T68" fmla="*/ 70 w 132"/>
              <a:gd name="T69" fmla="*/ 51 h 141"/>
              <a:gd name="T70" fmla="*/ 113 w 132"/>
              <a:gd name="T71" fmla="*/ 135 h 141"/>
              <a:gd name="T72" fmla="*/ 28 w 132"/>
              <a:gd name="T73" fmla="*/ 37 h 141"/>
              <a:gd name="T74" fmla="*/ 25 w 132"/>
              <a:gd name="T75" fmla="*/ 34 h 141"/>
              <a:gd name="T76" fmla="*/ 90 w 132"/>
              <a:gd name="T77" fmla="*/ 91 h 141"/>
              <a:gd name="T78" fmla="*/ 90 w 132"/>
              <a:gd name="T79" fmla="*/ 95 h 141"/>
              <a:gd name="T80" fmla="*/ 72 w 132"/>
              <a:gd name="T81" fmla="*/ 95 h 141"/>
              <a:gd name="T82" fmla="*/ 51 w 132"/>
              <a:gd name="T83" fmla="*/ 95 h 141"/>
              <a:gd name="T84" fmla="*/ 34 w 132"/>
              <a:gd name="T85" fmla="*/ 95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2" h="141">
                <a:moveTo>
                  <a:pt x="131" y="40"/>
                </a:moveTo>
                <a:cubicBezTo>
                  <a:pt x="130" y="38"/>
                  <a:pt x="128" y="38"/>
                  <a:pt x="126" y="38"/>
                </a:cubicBezTo>
                <a:cubicBezTo>
                  <a:pt x="113" y="42"/>
                  <a:pt x="99" y="42"/>
                  <a:pt x="85" y="38"/>
                </a:cubicBezTo>
                <a:cubicBezTo>
                  <a:pt x="83" y="38"/>
                  <a:pt x="81" y="38"/>
                  <a:pt x="80" y="39"/>
                </a:cubicBezTo>
                <a:cubicBezTo>
                  <a:pt x="80" y="40"/>
                  <a:pt x="79" y="42"/>
                  <a:pt x="79" y="43"/>
                </a:cubicBezTo>
                <a:cubicBezTo>
                  <a:pt x="83" y="70"/>
                  <a:pt x="83" y="70"/>
                  <a:pt x="83" y="70"/>
                </a:cubicBezTo>
                <a:cubicBezTo>
                  <a:pt x="84" y="74"/>
                  <a:pt x="86" y="76"/>
                  <a:pt x="90" y="77"/>
                </a:cubicBezTo>
                <a:cubicBezTo>
                  <a:pt x="93" y="77"/>
                  <a:pt x="96" y="77"/>
                  <a:pt x="99" y="78"/>
                </a:cubicBezTo>
                <a:cubicBezTo>
                  <a:pt x="99" y="92"/>
                  <a:pt x="99" y="92"/>
                  <a:pt x="99" y="92"/>
                </a:cubicBezTo>
                <a:cubicBezTo>
                  <a:pt x="99" y="95"/>
                  <a:pt x="101" y="97"/>
                  <a:pt x="104" y="97"/>
                </a:cubicBezTo>
                <a:cubicBezTo>
                  <a:pt x="108" y="97"/>
                  <a:pt x="108" y="97"/>
                  <a:pt x="108" y="97"/>
                </a:cubicBezTo>
                <a:cubicBezTo>
                  <a:pt x="110" y="97"/>
                  <a:pt x="113" y="95"/>
                  <a:pt x="113" y="92"/>
                </a:cubicBezTo>
                <a:cubicBezTo>
                  <a:pt x="113" y="78"/>
                  <a:pt x="113" y="78"/>
                  <a:pt x="113" y="78"/>
                </a:cubicBezTo>
                <a:cubicBezTo>
                  <a:pt x="116" y="77"/>
                  <a:pt x="119" y="77"/>
                  <a:pt x="122" y="77"/>
                </a:cubicBezTo>
                <a:cubicBezTo>
                  <a:pt x="125" y="76"/>
                  <a:pt x="128" y="74"/>
                  <a:pt x="128" y="70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2" y="42"/>
                  <a:pt x="132" y="40"/>
                  <a:pt x="131" y="40"/>
                </a:cubicBezTo>
                <a:close/>
                <a:moveTo>
                  <a:pt x="124" y="70"/>
                </a:moveTo>
                <a:cubicBezTo>
                  <a:pt x="124" y="71"/>
                  <a:pt x="123" y="72"/>
                  <a:pt x="121" y="73"/>
                </a:cubicBezTo>
                <a:cubicBezTo>
                  <a:pt x="118" y="73"/>
                  <a:pt x="114" y="73"/>
                  <a:pt x="110" y="74"/>
                </a:cubicBezTo>
                <a:cubicBezTo>
                  <a:pt x="108" y="74"/>
                  <a:pt x="108" y="74"/>
                  <a:pt x="108" y="74"/>
                </a:cubicBezTo>
                <a:cubicBezTo>
                  <a:pt x="108" y="92"/>
                  <a:pt x="108" y="92"/>
                  <a:pt x="108" y="92"/>
                </a:cubicBezTo>
                <a:cubicBezTo>
                  <a:pt x="108" y="92"/>
                  <a:pt x="108" y="93"/>
                  <a:pt x="108" y="93"/>
                </a:cubicBezTo>
                <a:cubicBezTo>
                  <a:pt x="104" y="93"/>
                  <a:pt x="104" y="93"/>
                  <a:pt x="104" y="93"/>
                </a:cubicBezTo>
                <a:cubicBezTo>
                  <a:pt x="103" y="93"/>
                  <a:pt x="103" y="92"/>
                  <a:pt x="103" y="92"/>
                </a:cubicBezTo>
                <a:cubicBezTo>
                  <a:pt x="103" y="74"/>
                  <a:pt x="103" y="74"/>
                  <a:pt x="103" y="74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97" y="73"/>
                  <a:pt x="94" y="73"/>
                  <a:pt x="90" y="73"/>
                </a:cubicBezTo>
                <a:cubicBezTo>
                  <a:pt x="89" y="72"/>
                  <a:pt x="87" y="71"/>
                  <a:pt x="87" y="70"/>
                </a:cubicBezTo>
                <a:cubicBezTo>
                  <a:pt x="83" y="42"/>
                  <a:pt x="83" y="42"/>
                  <a:pt x="83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99" y="46"/>
                  <a:pt x="113" y="46"/>
                  <a:pt x="128" y="42"/>
                </a:cubicBezTo>
                <a:cubicBezTo>
                  <a:pt x="128" y="42"/>
                  <a:pt x="128" y="42"/>
                  <a:pt x="128" y="42"/>
                </a:cubicBezTo>
                <a:lnTo>
                  <a:pt x="124" y="70"/>
                </a:lnTo>
                <a:close/>
                <a:moveTo>
                  <a:pt x="88" y="31"/>
                </a:moveTo>
                <a:cubicBezTo>
                  <a:pt x="88" y="21"/>
                  <a:pt x="88" y="21"/>
                  <a:pt x="88" y="21"/>
                </a:cubicBezTo>
                <a:cubicBezTo>
                  <a:pt x="88" y="19"/>
                  <a:pt x="89" y="17"/>
                  <a:pt x="92" y="17"/>
                </a:cubicBezTo>
                <a:cubicBezTo>
                  <a:pt x="101" y="17"/>
                  <a:pt x="101" y="17"/>
                  <a:pt x="101" y="17"/>
                </a:cubicBezTo>
                <a:cubicBezTo>
                  <a:pt x="101" y="2"/>
                  <a:pt x="101" y="2"/>
                  <a:pt x="101" y="2"/>
                </a:cubicBezTo>
                <a:cubicBezTo>
                  <a:pt x="101" y="1"/>
                  <a:pt x="102" y="0"/>
                  <a:pt x="103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09" y="0"/>
                  <a:pt x="110" y="1"/>
                  <a:pt x="110" y="2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22" y="17"/>
                  <a:pt x="124" y="19"/>
                  <a:pt x="124" y="21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24" y="32"/>
                  <a:pt x="122" y="34"/>
                  <a:pt x="121" y="35"/>
                </a:cubicBezTo>
                <a:cubicBezTo>
                  <a:pt x="111" y="37"/>
                  <a:pt x="101" y="37"/>
                  <a:pt x="91" y="34"/>
                </a:cubicBezTo>
                <a:cubicBezTo>
                  <a:pt x="89" y="34"/>
                  <a:pt x="88" y="32"/>
                  <a:pt x="88" y="31"/>
                </a:cubicBezTo>
                <a:close/>
                <a:moveTo>
                  <a:pt x="21" y="75"/>
                </a:moveTo>
                <a:cubicBezTo>
                  <a:pt x="76" y="75"/>
                  <a:pt x="76" y="75"/>
                  <a:pt x="76" y="75"/>
                </a:cubicBezTo>
                <a:cubicBezTo>
                  <a:pt x="76" y="81"/>
                  <a:pt x="76" y="81"/>
                  <a:pt x="76" y="81"/>
                </a:cubicBezTo>
                <a:cubicBezTo>
                  <a:pt x="21" y="81"/>
                  <a:pt x="21" y="81"/>
                  <a:pt x="21" y="81"/>
                </a:cubicBezTo>
                <a:lnTo>
                  <a:pt x="21" y="75"/>
                </a:lnTo>
                <a:close/>
                <a:moveTo>
                  <a:pt x="68" y="71"/>
                </a:moveTo>
                <a:cubicBezTo>
                  <a:pt x="15" y="71"/>
                  <a:pt x="15" y="71"/>
                  <a:pt x="15" y="71"/>
                </a:cubicBezTo>
                <a:cubicBezTo>
                  <a:pt x="15" y="64"/>
                  <a:pt x="15" y="64"/>
                  <a:pt x="15" y="64"/>
                </a:cubicBezTo>
                <a:cubicBezTo>
                  <a:pt x="68" y="64"/>
                  <a:pt x="68" y="64"/>
                  <a:pt x="68" y="64"/>
                </a:cubicBezTo>
                <a:lnTo>
                  <a:pt x="68" y="71"/>
                </a:lnTo>
                <a:close/>
                <a:moveTo>
                  <a:pt x="15" y="34"/>
                </a:moveTo>
                <a:cubicBezTo>
                  <a:pt x="17" y="34"/>
                  <a:pt x="18" y="36"/>
                  <a:pt x="18" y="37"/>
                </a:cubicBezTo>
                <a:cubicBezTo>
                  <a:pt x="18" y="39"/>
                  <a:pt x="17" y="40"/>
                  <a:pt x="15" y="40"/>
                </a:cubicBezTo>
                <a:cubicBezTo>
                  <a:pt x="14" y="40"/>
                  <a:pt x="12" y="39"/>
                  <a:pt x="12" y="37"/>
                </a:cubicBezTo>
                <a:cubicBezTo>
                  <a:pt x="12" y="36"/>
                  <a:pt x="14" y="34"/>
                  <a:pt x="15" y="34"/>
                </a:cubicBezTo>
                <a:close/>
                <a:moveTo>
                  <a:pt x="38" y="122"/>
                </a:moveTo>
                <a:cubicBezTo>
                  <a:pt x="38" y="116"/>
                  <a:pt x="38" y="116"/>
                  <a:pt x="38" y="116"/>
                </a:cubicBezTo>
                <a:cubicBezTo>
                  <a:pt x="61" y="116"/>
                  <a:pt x="61" y="116"/>
                  <a:pt x="61" y="116"/>
                </a:cubicBezTo>
                <a:cubicBezTo>
                  <a:pt x="61" y="122"/>
                  <a:pt x="61" y="122"/>
                  <a:pt x="61" y="122"/>
                </a:cubicBezTo>
                <a:lnTo>
                  <a:pt x="38" y="122"/>
                </a:lnTo>
                <a:close/>
                <a:moveTo>
                  <a:pt x="97" y="112"/>
                </a:moveTo>
                <a:cubicBezTo>
                  <a:pt x="26" y="112"/>
                  <a:pt x="26" y="112"/>
                  <a:pt x="26" y="112"/>
                </a:cubicBezTo>
                <a:cubicBezTo>
                  <a:pt x="26" y="106"/>
                  <a:pt x="26" y="106"/>
                  <a:pt x="26" y="106"/>
                </a:cubicBezTo>
                <a:cubicBezTo>
                  <a:pt x="97" y="106"/>
                  <a:pt x="97" y="106"/>
                  <a:pt x="97" y="106"/>
                </a:cubicBezTo>
                <a:lnTo>
                  <a:pt x="97" y="112"/>
                </a:lnTo>
                <a:close/>
                <a:moveTo>
                  <a:pt x="66" y="122"/>
                </a:moveTo>
                <a:cubicBezTo>
                  <a:pt x="66" y="116"/>
                  <a:pt x="66" y="116"/>
                  <a:pt x="66" y="116"/>
                </a:cubicBezTo>
                <a:cubicBezTo>
                  <a:pt x="89" y="116"/>
                  <a:pt x="89" y="116"/>
                  <a:pt x="89" y="116"/>
                </a:cubicBezTo>
                <a:cubicBezTo>
                  <a:pt x="89" y="122"/>
                  <a:pt x="89" y="122"/>
                  <a:pt x="89" y="122"/>
                </a:cubicBezTo>
                <a:lnTo>
                  <a:pt x="66" y="122"/>
                </a:lnTo>
                <a:close/>
                <a:moveTo>
                  <a:pt x="51" y="91"/>
                </a:moveTo>
                <a:cubicBezTo>
                  <a:pt x="34" y="91"/>
                  <a:pt x="34" y="91"/>
                  <a:pt x="34" y="91"/>
                </a:cubicBezTo>
                <a:cubicBezTo>
                  <a:pt x="34" y="85"/>
                  <a:pt x="34" y="85"/>
                  <a:pt x="34" y="85"/>
                </a:cubicBezTo>
                <a:cubicBezTo>
                  <a:pt x="51" y="85"/>
                  <a:pt x="51" y="85"/>
                  <a:pt x="51" y="85"/>
                </a:cubicBezTo>
                <a:lnTo>
                  <a:pt x="51" y="91"/>
                </a:lnTo>
                <a:close/>
                <a:moveTo>
                  <a:pt x="68" y="95"/>
                </a:moveTo>
                <a:cubicBezTo>
                  <a:pt x="68" y="102"/>
                  <a:pt x="68" y="102"/>
                  <a:pt x="68" y="102"/>
                </a:cubicBezTo>
                <a:cubicBezTo>
                  <a:pt x="55" y="102"/>
                  <a:pt x="55" y="102"/>
                  <a:pt x="55" y="102"/>
                </a:cubicBezTo>
                <a:cubicBezTo>
                  <a:pt x="55" y="95"/>
                  <a:pt x="55" y="95"/>
                  <a:pt x="55" y="95"/>
                </a:cubicBezTo>
                <a:lnTo>
                  <a:pt x="68" y="95"/>
                </a:lnTo>
                <a:close/>
                <a:moveTo>
                  <a:pt x="35" y="34"/>
                </a:moveTo>
                <a:cubicBezTo>
                  <a:pt x="37" y="34"/>
                  <a:pt x="38" y="36"/>
                  <a:pt x="38" y="37"/>
                </a:cubicBezTo>
                <a:cubicBezTo>
                  <a:pt x="38" y="39"/>
                  <a:pt x="37" y="40"/>
                  <a:pt x="35" y="40"/>
                </a:cubicBezTo>
                <a:cubicBezTo>
                  <a:pt x="34" y="40"/>
                  <a:pt x="32" y="39"/>
                  <a:pt x="32" y="37"/>
                </a:cubicBezTo>
                <a:cubicBezTo>
                  <a:pt x="32" y="36"/>
                  <a:pt x="34" y="34"/>
                  <a:pt x="35" y="34"/>
                </a:cubicBezTo>
                <a:close/>
                <a:moveTo>
                  <a:pt x="113" y="104"/>
                </a:moveTo>
                <a:cubicBezTo>
                  <a:pt x="118" y="104"/>
                  <a:pt x="118" y="104"/>
                  <a:pt x="118" y="104"/>
                </a:cubicBezTo>
                <a:cubicBezTo>
                  <a:pt x="118" y="141"/>
                  <a:pt x="118" y="141"/>
                  <a:pt x="118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22"/>
                  <a:pt x="0" y="22"/>
                  <a:pt x="0" y="22"/>
                </a:cubicBezTo>
                <a:cubicBezTo>
                  <a:pt x="80" y="22"/>
                  <a:pt x="80" y="22"/>
                  <a:pt x="80" y="22"/>
                </a:cubicBezTo>
                <a:cubicBezTo>
                  <a:pt x="80" y="28"/>
                  <a:pt x="80" y="28"/>
                  <a:pt x="80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46"/>
                  <a:pt x="5" y="46"/>
                  <a:pt x="5" y="46"/>
                </a:cubicBezTo>
                <a:cubicBezTo>
                  <a:pt x="70" y="46"/>
                  <a:pt x="70" y="46"/>
                  <a:pt x="70" y="46"/>
                </a:cubicBezTo>
                <a:cubicBezTo>
                  <a:pt x="70" y="51"/>
                  <a:pt x="70" y="51"/>
                  <a:pt x="70" y="51"/>
                </a:cubicBezTo>
                <a:cubicBezTo>
                  <a:pt x="5" y="51"/>
                  <a:pt x="5" y="51"/>
                  <a:pt x="5" y="51"/>
                </a:cubicBezTo>
                <a:cubicBezTo>
                  <a:pt x="5" y="135"/>
                  <a:pt x="5" y="135"/>
                  <a:pt x="5" y="135"/>
                </a:cubicBezTo>
                <a:cubicBezTo>
                  <a:pt x="113" y="135"/>
                  <a:pt x="113" y="135"/>
                  <a:pt x="113" y="135"/>
                </a:cubicBezTo>
                <a:lnTo>
                  <a:pt x="113" y="104"/>
                </a:lnTo>
                <a:close/>
                <a:moveTo>
                  <a:pt x="25" y="34"/>
                </a:moveTo>
                <a:cubicBezTo>
                  <a:pt x="27" y="34"/>
                  <a:pt x="28" y="36"/>
                  <a:pt x="28" y="37"/>
                </a:cubicBezTo>
                <a:cubicBezTo>
                  <a:pt x="28" y="39"/>
                  <a:pt x="27" y="40"/>
                  <a:pt x="25" y="40"/>
                </a:cubicBezTo>
                <a:cubicBezTo>
                  <a:pt x="24" y="40"/>
                  <a:pt x="22" y="39"/>
                  <a:pt x="22" y="37"/>
                </a:cubicBezTo>
                <a:cubicBezTo>
                  <a:pt x="22" y="36"/>
                  <a:pt x="24" y="34"/>
                  <a:pt x="25" y="34"/>
                </a:cubicBezTo>
                <a:close/>
                <a:moveTo>
                  <a:pt x="55" y="85"/>
                </a:moveTo>
                <a:cubicBezTo>
                  <a:pt x="90" y="85"/>
                  <a:pt x="90" y="85"/>
                  <a:pt x="90" y="85"/>
                </a:cubicBezTo>
                <a:cubicBezTo>
                  <a:pt x="90" y="91"/>
                  <a:pt x="90" y="91"/>
                  <a:pt x="90" y="91"/>
                </a:cubicBezTo>
                <a:cubicBezTo>
                  <a:pt x="55" y="91"/>
                  <a:pt x="55" y="91"/>
                  <a:pt x="55" y="91"/>
                </a:cubicBezTo>
                <a:lnTo>
                  <a:pt x="55" y="85"/>
                </a:lnTo>
                <a:close/>
                <a:moveTo>
                  <a:pt x="90" y="95"/>
                </a:moveTo>
                <a:cubicBezTo>
                  <a:pt x="90" y="102"/>
                  <a:pt x="90" y="102"/>
                  <a:pt x="90" y="102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2" y="95"/>
                  <a:pt x="72" y="95"/>
                  <a:pt x="72" y="95"/>
                </a:cubicBezTo>
                <a:lnTo>
                  <a:pt x="90" y="95"/>
                </a:lnTo>
                <a:close/>
                <a:moveTo>
                  <a:pt x="34" y="95"/>
                </a:moveTo>
                <a:cubicBezTo>
                  <a:pt x="51" y="95"/>
                  <a:pt x="51" y="95"/>
                  <a:pt x="51" y="95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34" y="102"/>
                  <a:pt x="34" y="102"/>
                  <a:pt x="34" y="102"/>
                </a:cubicBezTo>
                <a:lnTo>
                  <a:pt x="34" y="95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0" name="Freeform 171">
            <a:extLst>
              <a:ext uri="{FF2B5EF4-FFF2-40B4-BE49-F238E27FC236}">
                <a16:creationId xmlns:a16="http://schemas.microsoft.com/office/drawing/2014/main" id="{0BF03792-A555-C03E-B13B-397B9BD3E69C}"/>
              </a:ext>
            </a:extLst>
          </p:cNvPr>
          <p:cNvSpPr>
            <a:spLocks noEditPoints="1"/>
          </p:cNvSpPr>
          <p:nvPr/>
        </p:nvSpPr>
        <p:spPr bwMode="auto">
          <a:xfrm>
            <a:off x="7734817" y="4323547"/>
            <a:ext cx="299270" cy="296117"/>
          </a:xfrm>
          <a:custGeom>
            <a:avLst/>
            <a:gdLst>
              <a:gd name="T0" fmla="*/ 85 w 132"/>
              <a:gd name="T1" fmla="*/ 38 h 141"/>
              <a:gd name="T2" fmla="*/ 83 w 132"/>
              <a:gd name="T3" fmla="*/ 70 h 141"/>
              <a:gd name="T4" fmla="*/ 99 w 132"/>
              <a:gd name="T5" fmla="*/ 92 h 141"/>
              <a:gd name="T6" fmla="*/ 113 w 132"/>
              <a:gd name="T7" fmla="*/ 92 h 141"/>
              <a:gd name="T8" fmla="*/ 128 w 132"/>
              <a:gd name="T9" fmla="*/ 70 h 141"/>
              <a:gd name="T10" fmla="*/ 124 w 132"/>
              <a:gd name="T11" fmla="*/ 70 h 141"/>
              <a:gd name="T12" fmla="*/ 108 w 132"/>
              <a:gd name="T13" fmla="*/ 74 h 141"/>
              <a:gd name="T14" fmla="*/ 104 w 132"/>
              <a:gd name="T15" fmla="*/ 93 h 141"/>
              <a:gd name="T16" fmla="*/ 101 w 132"/>
              <a:gd name="T17" fmla="*/ 74 h 141"/>
              <a:gd name="T18" fmla="*/ 83 w 132"/>
              <a:gd name="T19" fmla="*/ 42 h 141"/>
              <a:gd name="T20" fmla="*/ 128 w 132"/>
              <a:gd name="T21" fmla="*/ 42 h 141"/>
              <a:gd name="T22" fmla="*/ 88 w 132"/>
              <a:gd name="T23" fmla="*/ 21 h 141"/>
              <a:gd name="T24" fmla="*/ 101 w 132"/>
              <a:gd name="T25" fmla="*/ 2 h 141"/>
              <a:gd name="T26" fmla="*/ 110 w 132"/>
              <a:gd name="T27" fmla="*/ 2 h 141"/>
              <a:gd name="T28" fmla="*/ 124 w 132"/>
              <a:gd name="T29" fmla="*/ 21 h 141"/>
              <a:gd name="T30" fmla="*/ 91 w 132"/>
              <a:gd name="T31" fmla="*/ 34 h 141"/>
              <a:gd name="T32" fmla="*/ 76 w 132"/>
              <a:gd name="T33" fmla="*/ 75 h 141"/>
              <a:gd name="T34" fmla="*/ 21 w 132"/>
              <a:gd name="T35" fmla="*/ 75 h 141"/>
              <a:gd name="T36" fmla="*/ 15 w 132"/>
              <a:gd name="T37" fmla="*/ 64 h 141"/>
              <a:gd name="T38" fmla="*/ 15 w 132"/>
              <a:gd name="T39" fmla="*/ 34 h 141"/>
              <a:gd name="T40" fmla="*/ 12 w 132"/>
              <a:gd name="T41" fmla="*/ 37 h 141"/>
              <a:gd name="T42" fmla="*/ 38 w 132"/>
              <a:gd name="T43" fmla="*/ 116 h 141"/>
              <a:gd name="T44" fmla="*/ 38 w 132"/>
              <a:gd name="T45" fmla="*/ 122 h 141"/>
              <a:gd name="T46" fmla="*/ 26 w 132"/>
              <a:gd name="T47" fmla="*/ 106 h 141"/>
              <a:gd name="T48" fmla="*/ 66 w 132"/>
              <a:gd name="T49" fmla="*/ 122 h 141"/>
              <a:gd name="T50" fmla="*/ 89 w 132"/>
              <a:gd name="T51" fmla="*/ 122 h 141"/>
              <a:gd name="T52" fmla="*/ 34 w 132"/>
              <a:gd name="T53" fmla="*/ 91 h 141"/>
              <a:gd name="T54" fmla="*/ 51 w 132"/>
              <a:gd name="T55" fmla="*/ 91 h 141"/>
              <a:gd name="T56" fmla="*/ 55 w 132"/>
              <a:gd name="T57" fmla="*/ 102 h 141"/>
              <a:gd name="T58" fmla="*/ 35 w 132"/>
              <a:gd name="T59" fmla="*/ 34 h 141"/>
              <a:gd name="T60" fmla="*/ 32 w 132"/>
              <a:gd name="T61" fmla="*/ 37 h 141"/>
              <a:gd name="T62" fmla="*/ 118 w 132"/>
              <a:gd name="T63" fmla="*/ 104 h 141"/>
              <a:gd name="T64" fmla="*/ 0 w 132"/>
              <a:gd name="T65" fmla="*/ 22 h 141"/>
              <a:gd name="T66" fmla="*/ 5 w 132"/>
              <a:gd name="T67" fmla="*/ 28 h 141"/>
              <a:gd name="T68" fmla="*/ 70 w 132"/>
              <a:gd name="T69" fmla="*/ 51 h 141"/>
              <a:gd name="T70" fmla="*/ 113 w 132"/>
              <a:gd name="T71" fmla="*/ 135 h 141"/>
              <a:gd name="T72" fmla="*/ 28 w 132"/>
              <a:gd name="T73" fmla="*/ 37 h 141"/>
              <a:gd name="T74" fmla="*/ 25 w 132"/>
              <a:gd name="T75" fmla="*/ 34 h 141"/>
              <a:gd name="T76" fmla="*/ 90 w 132"/>
              <a:gd name="T77" fmla="*/ 91 h 141"/>
              <a:gd name="T78" fmla="*/ 90 w 132"/>
              <a:gd name="T79" fmla="*/ 95 h 141"/>
              <a:gd name="T80" fmla="*/ 72 w 132"/>
              <a:gd name="T81" fmla="*/ 95 h 141"/>
              <a:gd name="T82" fmla="*/ 51 w 132"/>
              <a:gd name="T83" fmla="*/ 95 h 141"/>
              <a:gd name="T84" fmla="*/ 34 w 132"/>
              <a:gd name="T85" fmla="*/ 95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2" h="141">
                <a:moveTo>
                  <a:pt x="131" y="40"/>
                </a:moveTo>
                <a:cubicBezTo>
                  <a:pt x="130" y="38"/>
                  <a:pt x="128" y="38"/>
                  <a:pt x="126" y="38"/>
                </a:cubicBezTo>
                <a:cubicBezTo>
                  <a:pt x="113" y="42"/>
                  <a:pt x="99" y="42"/>
                  <a:pt x="85" y="38"/>
                </a:cubicBezTo>
                <a:cubicBezTo>
                  <a:pt x="83" y="38"/>
                  <a:pt x="81" y="38"/>
                  <a:pt x="80" y="39"/>
                </a:cubicBezTo>
                <a:cubicBezTo>
                  <a:pt x="80" y="40"/>
                  <a:pt x="79" y="42"/>
                  <a:pt x="79" y="43"/>
                </a:cubicBezTo>
                <a:cubicBezTo>
                  <a:pt x="83" y="70"/>
                  <a:pt x="83" y="70"/>
                  <a:pt x="83" y="70"/>
                </a:cubicBezTo>
                <a:cubicBezTo>
                  <a:pt x="84" y="74"/>
                  <a:pt x="86" y="76"/>
                  <a:pt x="90" y="77"/>
                </a:cubicBezTo>
                <a:cubicBezTo>
                  <a:pt x="93" y="77"/>
                  <a:pt x="96" y="77"/>
                  <a:pt x="99" y="78"/>
                </a:cubicBezTo>
                <a:cubicBezTo>
                  <a:pt x="99" y="92"/>
                  <a:pt x="99" y="92"/>
                  <a:pt x="99" y="92"/>
                </a:cubicBezTo>
                <a:cubicBezTo>
                  <a:pt x="99" y="95"/>
                  <a:pt x="101" y="97"/>
                  <a:pt x="104" y="97"/>
                </a:cubicBezTo>
                <a:cubicBezTo>
                  <a:pt x="108" y="97"/>
                  <a:pt x="108" y="97"/>
                  <a:pt x="108" y="97"/>
                </a:cubicBezTo>
                <a:cubicBezTo>
                  <a:pt x="110" y="97"/>
                  <a:pt x="113" y="95"/>
                  <a:pt x="113" y="92"/>
                </a:cubicBezTo>
                <a:cubicBezTo>
                  <a:pt x="113" y="78"/>
                  <a:pt x="113" y="78"/>
                  <a:pt x="113" y="78"/>
                </a:cubicBezTo>
                <a:cubicBezTo>
                  <a:pt x="116" y="77"/>
                  <a:pt x="119" y="77"/>
                  <a:pt x="122" y="77"/>
                </a:cubicBezTo>
                <a:cubicBezTo>
                  <a:pt x="125" y="76"/>
                  <a:pt x="128" y="74"/>
                  <a:pt x="128" y="70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2" y="42"/>
                  <a:pt x="132" y="40"/>
                  <a:pt x="131" y="40"/>
                </a:cubicBezTo>
                <a:close/>
                <a:moveTo>
                  <a:pt x="124" y="70"/>
                </a:moveTo>
                <a:cubicBezTo>
                  <a:pt x="124" y="71"/>
                  <a:pt x="123" y="72"/>
                  <a:pt x="121" y="73"/>
                </a:cubicBezTo>
                <a:cubicBezTo>
                  <a:pt x="118" y="73"/>
                  <a:pt x="114" y="73"/>
                  <a:pt x="110" y="74"/>
                </a:cubicBezTo>
                <a:cubicBezTo>
                  <a:pt x="108" y="74"/>
                  <a:pt x="108" y="74"/>
                  <a:pt x="108" y="74"/>
                </a:cubicBezTo>
                <a:cubicBezTo>
                  <a:pt x="108" y="92"/>
                  <a:pt x="108" y="92"/>
                  <a:pt x="108" y="92"/>
                </a:cubicBezTo>
                <a:cubicBezTo>
                  <a:pt x="108" y="92"/>
                  <a:pt x="108" y="93"/>
                  <a:pt x="108" y="93"/>
                </a:cubicBezTo>
                <a:cubicBezTo>
                  <a:pt x="104" y="93"/>
                  <a:pt x="104" y="93"/>
                  <a:pt x="104" y="93"/>
                </a:cubicBezTo>
                <a:cubicBezTo>
                  <a:pt x="103" y="93"/>
                  <a:pt x="103" y="92"/>
                  <a:pt x="103" y="92"/>
                </a:cubicBezTo>
                <a:cubicBezTo>
                  <a:pt x="103" y="74"/>
                  <a:pt x="103" y="74"/>
                  <a:pt x="103" y="74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97" y="73"/>
                  <a:pt x="94" y="73"/>
                  <a:pt x="90" y="73"/>
                </a:cubicBezTo>
                <a:cubicBezTo>
                  <a:pt x="89" y="72"/>
                  <a:pt x="87" y="71"/>
                  <a:pt x="87" y="70"/>
                </a:cubicBezTo>
                <a:cubicBezTo>
                  <a:pt x="83" y="42"/>
                  <a:pt x="83" y="42"/>
                  <a:pt x="83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99" y="46"/>
                  <a:pt x="113" y="46"/>
                  <a:pt x="128" y="42"/>
                </a:cubicBezTo>
                <a:cubicBezTo>
                  <a:pt x="128" y="42"/>
                  <a:pt x="128" y="42"/>
                  <a:pt x="128" y="42"/>
                </a:cubicBezTo>
                <a:lnTo>
                  <a:pt x="124" y="70"/>
                </a:lnTo>
                <a:close/>
                <a:moveTo>
                  <a:pt x="88" y="31"/>
                </a:moveTo>
                <a:cubicBezTo>
                  <a:pt x="88" y="21"/>
                  <a:pt x="88" y="21"/>
                  <a:pt x="88" y="21"/>
                </a:cubicBezTo>
                <a:cubicBezTo>
                  <a:pt x="88" y="19"/>
                  <a:pt x="89" y="17"/>
                  <a:pt x="92" y="17"/>
                </a:cubicBezTo>
                <a:cubicBezTo>
                  <a:pt x="101" y="17"/>
                  <a:pt x="101" y="17"/>
                  <a:pt x="101" y="17"/>
                </a:cubicBezTo>
                <a:cubicBezTo>
                  <a:pt x="101" y="2"/>
                  <a:pt x="101" y="2"/>
                  <a:pt x="101" y="2"/>
                </a:cubicBezTo>
                <a:cubicBezTo>
                  <a:pt x="101" y="1"/>
                  <a:pt x="102" y="0"/>
                  <a:pt x="103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09" y="0"/>
                  <a:pt x="110" y="1"/>
                  <a:pt x="110" y="2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22" y="17"/>
                  <a:pt x="124" y="19"/>
                  <a:pt x="124" y="21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24" y="32"/>
                  <a:pt x="122" y="34"/>
                  <a:pt x="121" y="35"/>
                </a:cubicBezTo>
                <a:cubicBezTo>
                  <a:pt x="111" y="37"/>
                  <a:pt x="101" y="37"/>
                  <a:pt x="91" y="34"/>
                </a:cubicBezTo>
                <a:cubicBezTo>
                  <a:pt x="89" y="34"/>
                  <a:pt x="88" y="32"/>
                  <a:pt x="88" y="31"/>
                </a:cubicBezTo>
                <a:close/>
                <a:moveTo>
                  <a:pt x="21" y="75"/>
                </a:moveTo>
                <a:cubicBezTo>
                  <a:pt x="76" y="75"/>
                  <a:pt x="76" y="75"/>
                  <a:pt x="76" y="75"/>
                </a:cubicBezTo>
                <a:cubicBezTo>
                  <a:pt x="76" y="81"/>
                  <a:pt x="76" y="81"/>
                  <a:pt x="76" y="81"/>
                </a:cubicBezTo>
                <a:cubicBezTo>
                  <a:pt x="21" y="81"/>
                  <a:pt x="21" y="81"/>
                  <a:pt x="21" y="81"/>
                </a:cubicBezTo>
                <a:lnTo>
                  <a:pt x="21" y="75"/>
                </a:lnTo>
                <a:close/>
                <a:moveTo>
                  <a:pt x="68" y="71"/>
                </a:moveTo>
                <a:cubicBezTo>
                  <a:pt x="15" y="71"/>
                  <a:pt x="15" y="71"/>
                  <a:pt x="15" y="71"/>
                </a:cubicBezTo>
                <a:cubicBezTo>
                  <a:pt x="15" y="64"/>
                  <a:pt x="15" y="64"/>
                  <a:pt x="15" y="64"/>
                </a:cubicBezTo>
                <a:cubicBezTo>
                  <a:pt x="68" y="64"/>
                  <a:pt x="68" y="64"/>
                  <a:pt x="68" y="64"/>
                </a:cubicBezTo>
                <a:lnTo>
                  <a:pt x="68" y="71"/>
                </a:lnTo>
                <a:close/>
                <a:moveTo>
                  <a:pt x="15" y="34"/>
                </a:moveTo>
                <a:cubicBezTo>
                  <a:pt x="17" y="34"/>
                  <a:pt x="18" y="36"/>
                  <a:pt x="18" y="37"/>
                </a:cubicBezTo>
                <a:cubicBezTo>
                  <a:pt x="18" y="39"/>
                  <a:pt x="17" y="40"/>
                  <a:pt x="15" y="40"/>
                </a:cubicBezTo>
                <a:cubicBezTo>
                  <a:pt x="14" y="40"/>
                  <a:pt x="12" y="39"/>
                  <a:pt x="12" y="37"/>
                </a:cubicBezTo>
                <a:cubicBezTo>
                  <a:pt x="12" y="36"/>
                  <a:pt x="14" y="34"/>
                  <a:pt x="15" y="34"/>
                </a:cubicBezTo>
                <a:close/>
                <a:moveTo>
                  <a:pt x="38" y="122"/>
                </a:moveTo>
                <a:cubicBezTo>
                  <a:pt x="38" y="116"/>
                  <a:pt x="38" y="116"/>
                  <a:pt x="38" y="116"/>
                </a:cubicBezTo>
                <a:cubicBezTo>
                  <a:pt x="61" y="116"/>
                  <a:pt x="61" y="116"/>
                  <a:pt x="61" y="116"/>
                </a:cubicBezTo>
                <a:cubicBezTo>
                  <a:pt x="61" y="122"/>
                  <a:pt x="61" y="122"/>
                  <a:pt x="61" y="122"/>
                </a:cubicBezTo>
                <a:lnTo>
                  <a:pt x="38" y="122"/>
                </a:lnTo>
                <a:close/>
                <a:moveTo>
                  <a:pt x="97" y="112"/>
                </a:moveTo>
                <a:cubicBezTo>
                  <a:pt x="26" y="112"/>
                  <a:pt x="26" y="112"/>
                  <a:pt x="26" y="112"/>
                </a:cubicBezTo>
                <a:cubicBezTo>
                  <a:pt x="26" y="106"/>
                  <a:pt x="26" y="106"/>
                  <a:pt x="26" y="106"/>
                </a:cubicBezTo>
                <a:cubicBezTo>
                  <a:pt x="97" y="106"/>
                  <a:pt x="97" y="106"/>
                  <a:pt x="97" y="106"/>
                </a:cubicBezTo>
                <a:lnTo>
                  <a:pt x="97" y="112"/>
                </a:lnTo>
                <a:close/>
                <a:moveTo>
                  <a:pt x="66" y="122"/>
                </a:moveTo>
                <a:cubicBezTo>
                  <a:pt x="66" y="116"/>
                  <a:pt x="66" y="116"/>
                  <a:pt x="66" y="116"/>
                </a:cubicBezTo>
                <a:cubicBezTo>
                  <a:pt x="89" y="116"/>
                  <a:pt x="89" y="116"/>
                  <a:pt x="89" y="116"/>
                </a:cubicBezTo>
                <a:cubicBezTo>
                  <a:pt x="89" y="122"/>
                  <a:pt x="89" y="122"/>
                  <a:pt x="89" y="122"/>
                </a:cubicBezTo>
                <a:lnTo>
                  <a:pt x="66" y="122"/>
                </a:lnTo>
                <a:close/>
                <a:moveTo>
                  <a:pt x="51" y="91"/>
                </a:moveTo>
                <a:cubicBezTo>
                  <a:pt x="34" y="91"/>
                  <a:pt x="34" y="91"/>
                  <a:pt x="34" y="91"/>
                </a:cubicBezTo>
                <a:cubicBezTo>
                  <a:pt x="34" y="85"/>
                  <a:pt x="34" y="85"/>
                  <a:pt x="34" y="85"/>
                </a:cubicBezTo>
                <a:cubicBezTo>
                  <a:pt x="51" y="85"/>
                  <a:pt x="51" y="85"/>
                  <a:pt x="51" y="85"/>
                </a:cubicBezTo>
                <a:lnTo>
                  <a:pt x="51" y="91"/>
                </a:lnTo>
                <a:close/>
                <a:moveTo>
                  <a:pt x="68" y="95"/>
                </a:moveTo>
                <a:cubicBezTo>
                  <a:pt x="68" y="102"/>
                  <a:pt x="68" y="102"/>
                  <a:pt x="68" y="102"/>
                </a:cubicBezTo>
                <a:cubicBezTo>
                  <a:pt x="55" y="102"/>
                  <a:pt x="55" y="102"/>
                  <a:pt x="55" y="102"/>
                </a:cubicBezTo>
                <a:cubicBezTo>
                  <a:pt x="55" y="95"/>
                  <a:pt x="55" y="95"/>
                  <a:pt x="55" y="95"/>
                </a:cubicBezTo>
                <a:lnTo>
                  <a:pt x="68" y="95"/>
                </a:lnTo>
                <a:close/>
                <a:moveTo>
                  <a:pt x="35" y="34"/>
                </a:moveTo>
                <a:cubicBezTo>
                  <a:pt x="37" y="34"/>
                  <a:pt x="38" y="36"/>
                  <a:pt x="38" y="37"/>
                </a:cubicBezTo>
                <a:cubicBezTo>
                  <a:pt x="38" y="39"/>
                  <a:pt x="37" y="40"/>
                  <a:pt x="35" y="40"/>
                </a:cubicBezTo>
                <a:cubicBezTo>
                  <a:pt x="34" y="40"/>
                  <a:pt x="32" y="39"/>
                  <a:pt x="32" y="37"/>
                </a:cubicBezTo>
                <a:cubicBezTo>
                  <a:pt x="32" y="36"/>
                  <a:pt x="34" y="34"/>
                  <a:pt x="35" y="34"/>
                </a:cubicBezTo>
                <a:close/>
                <a:moveTo>
                  <a:pt x="113" y="104"/>
                </a:moveTo>
                <a:cubicBezTo>
                  <a:pt x="118" y="104"/>
                  <a:pt x="118" y="104"/>
                  <a:pt x="118" y="104"/>
                </a:cubicBezTo>
                <a:cubicBezTo>
                  <a:pt x="118" y="141"/>
                  <a:pt x="118" y="141"/>
                  <a:pt x="118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22"/>
                  <a:pt x="0" y="22"/>
                  <a:pt x="0" y="22"/>
                </a:cubicBezTo>
                <a:cubicBezTo>
                  <a:pt x="80" y="22"/>
                  <a:pt x="80" y="22"/>
                  <a:pt x="80" y="22"/>
                </a:cubicBezTo>
                <a:cubicBezTo>
                  <a:pt x="80" y="28"/>
                  <a:pt x="80" y="28"/>
                  <a:pt x="80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46"/>
                  <a:pt x="5" y="46"/>
                  <a:pt x="5" y="46"/>
                </a:cubicBezTo>
                <a:cubicBezTo>
                  <a:pt x="70" y="46"/>
                  <a:pt x="70" y="46"/>
                  <a:pt x="70" y="46"/>
                </a:cubicBezTo>
                <a:cubicBezTo>
                  <a:pt x="70" y="51"/>
                  <a:pt x="70" y="51"/>
                  <a:pt x="70" y="51"/>
                </a:cubicBezTo>
                <a:cubicBezTo>
                  <a:pt x="5" y="51"/>
                  <a:pt x="5" y="51"/>
                  <a:pt x="5" y="51"/>
                </a:cubicBezTo>
                <a:cubicBezTo>
                  <a:pt x="5" y="135"/>
                  <a:pt x="5" y="135"/>
                  <a:pt x="5" y="135"/>
                </a:cubicBezTo>
                <a:cubicBezTo>
                  <a:pt x="113" y="135"/>
                  <a:pt x="113" y="135"/>
                  <a:pt x="113" y="135"/>
                </a:cubicBezTo>
                <a:lnTo>
                  <a:pt x="113" y="104"/>
                </a:lnTo>
                <a:close/>
                <a:moveTo>
                  <a:pt x="25" y="34"/>
                </a:moveTo>
                <a:cubicBezTo>
                  <a:pt x="27" y="34"/>
                  <a:pt x="28" y="36"/>
                  <a:pt x="28" y="37"/>
                </a:cubicBezTo>
                <a:cubicBezTo>
                  <a:pt x="28" y="39"/>
                  <a:pt x="27" y="40"/>
                  <a:pt x="25" y="40"/>
                </a:cubicBezTo>
                <a:cubicBezTo>
                  <a:pt x="24" y="40"/>
                  <a:pt x="22" y="39"/>
                  <a:pt x="22" y="37"/>
                </a:cubicBezTo>
                <a:cubicBezTo>
                  <a:pt x="22" y="36"/>
                  <a:pt x="24" y="34"/>
                  <a:pt x="25" y="34"/>
                </a:cubicBezTo>
                <a:close/>
                <a:moveTo>
                  <a:pt x="55" y="85"/>
                </a:moveTo>
                <a:cubicBezTo>
                  <a:pt x="90" y="85"/>
                  <a:pt x="90" y="85"/>
                  <a:pt x="90" y="85"/>
                </a:cubicBezTo>
                <a:cubicBezTo>
                  <a:pt x="90" y="91"/>
                  <a:pt x="90" y="91"/>
                  <a:pt x="90" y="91"/>
                </a:cubicBezTo>
                <a:cubicBezTo>
                  <a:pt x="55" y="91"/>
                  <a:pt x="55" y="91"/>
                  <a:pt x="55" y="91"/>
                </a:cubicBezTo>
                <a:lnTo>
                  <a:pt x="55" y="85"/>
                </a:lnTo>
                <a:close/>
                <a:moveTo>
                  <a:pt x="90" y="95"/>
                </a:moveTo>
                <a:cubicBezTo>
                  <a:pt x="90" y="102"/>
                  <a:pt x="90" y="102"/>
                  <a:pt x="90" y="102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2" y="95"/>
                  <a:pt x="72" y="95"/>
                  <a:pt x="72" y="95"/>
                </a:cubicBezTo>
                <a:lnTo>
                  <a:pt x="90" y="95"/>
                </a:lnTo>
                <a:close/>
                <a:moveTo>
                  <a:pt x="34" y="95"/>
                </a:moveTo>
                <a:cubicBezTo>
                  <a:pt x="51" y="95"/>
                  <a:pt x="51" y="95"/>
                  <a:pt x="51" y="95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34" y="102"/>
                  <a:pt x="34" y="102"/>
                  <a:pt x="34" y="102"/>
                </a:cubicBezTo>
                <a:lnTo>
                  <a:pt x="34" y="95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Freeform 171">
            <a:extLst>
              <a:ext uri="{FF2B5EF4-FFF2-40B4-BE49-F238E27FC236}">
                <a16:creationId xmlns:a16="http://schemas.microsoft.com/office/drawing/2014/main" id="{1A4DC187-8D4B-5093-471D-B191FEC83E16}"/>
              </a:ext>
            </a:extLst>
          </p:cNvPr>
          <p:cNvSpPr>
            <a:spLocks noEditPoints="1"/>
          </p:cNvSpPr>
          <p:nvPr/>
        </p:nvSpPr>
        <p:spPr bwMode="auto">
          <a:xfrm>
            <a:off x="8370009" y="4329526"/>
            <a:ext cx="299270" cy="296117"/>
          </a:xfrm>
          <a:custGeom>
            <a:avLst/>
            <a:gdLst>
              <a:gd name="T0" fmla="*/ 85 w 132"/>
              <a:gd name="T1" fmla="*/ 38 h 141"/>
              <a:gd name="T2" fmla="*/ 83 w 132"/>
              <a:gd name="T3" fmla="*/ 70 h 141"/>
              <a:gd name="T4" fmla="*/ 99 w 132"/>
              <a:gd name="T5" fmla="*/ 92 h 141"/>
              <a:gd name="T6" fmla="*/ 113 w 132"/>
              <a:gd name="T7" fmla="*/ 92 h 141"/>
              <a:gd name="T8" fmla="*/ 128 w 132"/>
              <a:gd name="T9" fmla="*/ 70 h 141"/>
              <a:gd name="T10" fmla="*/ 124 w 132"/>
              <a:gd name="T11" fmla="*/ 70 h 141"/>
              <a:gd name="T12" fmla="*/ 108 w 132"/>
              <a:gd name="T13" fmla="*/ 74 h 141"/>
              <a:gd name="T14" fmla="*/ 104 w 132"/>
              <a:gd name="T15" fmla="*/ 93 h 141"/>
              <a:gd name="T16" fmla="*/ 101 w 132"/>
              <a:gd name="T17" fmla="*/ 74 h 141"/>
              <a:gd name="T18" fmla="*/ 83 w 132"/>
              <a:gd name="T19" fmla="*/ 42 h 141"/>
              <a:gd name="T20" fmla="*/ 128 w 132"/>
              <a:gd name="T21" fmla="*/ 42 h 141"/>
              <a:gd name="T22" fmla="*/ 88 w 132"/>
              <a:gd name="T23" fmla="*/ 21 h 141"/>
              <a:gd name="T24" fmla="*/ 101 w 132"/>
              <a:gd name="T25" fmla="*/ 2 h 141"/>
              <a:gd name="T26" fmla="*/ 110 w 132"/>
              <a:gd name="T27" fmla="*/ 2 h 141"/>
              <a:gd name="T28" fmla="*/ 124 w 132"/>
              <a:gd name="T29" fmla="*/ 21 h 141"/>
              <a:gd name="T30" fmla="*/ 91 w 132"/>
              <a:gd name="T31" fmla="*/ 34 h 141"/>
              <a:gd name="T32" fmla="*/ 76 w 132"/>
              <a:gd name="T33" fmla="*/ 75 h 141"/>
              <a:gd name="T34" fmla="*/ 21 w 132"/>
              <a:gd name="T35" fmla="*/ 75 h 141"/>
              <a:gd name="T36" fmla="*/ 15 w 132"/>
              <a:gd name="T37" fmla="*/ 64 h 141"/>
              <a:gd name="T38" fmla="*/ 15 w 132"/>
              <a:gd name="T39" fmla="*/ 34 h 141"/>
              <a:gd name="T40" fmla="*/ 12 w 132"/>
              <a:gd name="T41" fmla="*/ 37 h 141"/>
              <a:gd name="T42" fmla="*/ 38 w 132"/>
              <a:gd name="T43" fmla="*/ 116 h 141"/>
              <a:gd name="T44" fmla="*/ 38 w 132"/>
              <a:gd name="T45" fmla="*/ 122 h 141"/>
              <a:gd name="T46" fmla="*/ 26 w 132"/>
              <a:gd name="T47" fmla="*/ 106 h 141"/>
              <a:gd name="T48" fmla="*/ 66 w 132"/>
              <a:gd name="T49" fmla="*/ 122 h 141"/>
              <a:gd name="T50" fmla="*/ 89 w 132"/>
              <a:gd name="T51" fmla="*/ 122 h 141"/>
              <a:gd name="T52" fmla="*/ 34 w 132"/>
              <a:gd name="T53" fmla="*/ 91 h 141"/>
              <a:gd name="T54" fmla="*/ 51 w 132"/>
              <a:gd name="T55" fmla="*/ 91 h 141"/>
              <a:gd name="T56" fmla="*/ 55 w 132"/>
              <a:gd name="T57" fmla="*/ 102 h 141"/>
              <a:gd name="T58" fmla="*/ 35 w 132"/>
              <a:gd name="T59" fmla="*/ 34 h 141"/>
              <a:gd name="T60" fmla="*/ 32 w 132"/>
              <a:gd name="T61" fmla="*/ 37 h 141"/>
              <a:gd name="T62" fmla="*/ 118 w 132"/>
              <a:gd name="T63" fmla="*/ 104 h 141"/>
              <a:gd name="T64" fmla="*/ 0 w 132"/>
              <a:gd name="T65" fmla="*/ 22 h 141"/>
              <a:gd name="T66" fmla="*/ 5 w 132"/>
              <a:gd name="T67" fmla="*/ 28 h 141"/>
              <a:gd name="T68" fmla="*/ 70 w 132"/>
              <a:gd name="T69" fmla="*/ 51 h 141"/>
              <a:gd name="T70" fmla="*/ 113 w 132"/>
              <a:gd name="T71" fmla="*/ 135 h 141"/>
              <a:gd name="T72" fmla="*/ 28 w 132"/>
              <a:gd name="T73" fmla="*/ 37 h 141"/>
              <a:gd name="T74" fmla="*/ 25 w 132"/>
              <a:gd name="T75" fmla="*/ 34 h 141"/>
              <a:gd name="T76" fmla="*/ 90 w 132"/>
              <a:gd name="T77" fmla="*/ 91 h 141"/>
              <a:gd name="T78" fmla="*/ 90 w 132"/>
              <a:gd name="T79" fmla="*/ 95 h 141"/>
              <a:gd name="T80" fmla="*/ 72 w 132"/>
              <a:gd name="T81" fmla="*/ 95 h 141"/>
              <a:gd name="T82" fmla="*/ 51 w 132"/>
              <a:gd name="T83" fmla="*/ 95 h 141"/>
              <a:gd name="T84" fmla="*/ 34 w 132"/>
              <a:gd name="T85" fmla="*/ 95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2" h="141">
                <a:moveTo>
                  <a:pt x="131" y="40"/>
                </a:moveTo>
                <a:cubicBezTo>
                  <a:pt x="130" y="38"/>
                  <a:pt x="128" y="38"/>
                  <a:pt x="126" y="38"/>
                </a:cubicBezTo>
                <a:cubicBezTo>
                  <a:pt x="113" y="42"/>
                  <a:pt x="99" y="42"/>
                  <a:pt x="85" y="38"/>
                </a:cubicBezTo>
                <a:cubicBezTo>
                  <a:pt x="83" y="38"/>
                  <a:pt x="81" y="38"/>
                  <a:pt x="80" y="39"/>
                </a:cubicBezTo>
                <a:cubicBezTo>
                  <a:pt x="80" y="40"/>
                  <a:pt x="79" y="42"/>
                  <a:pt x="79" y="43"/>
                </a:cubicBezTo>
                <a:cubicBezTo>
                  <a:pt x="83" y="70"/>
                  <a:pt x="83" y="70"/>
                  <a:pt x="83" y="70"/>
                </a:cubicBezTo>
                <a:cubicBezTo>
                  <a:pt x="84" y="74"/>
                  <a:pt x="86" y="76"/>
                  <a:pt x="90" y="77"/>
                </a:cubicBezTo>
                <a:cubicBezTo>
                  <a:pt x="93" y="77"/>
                  <a:pt x="96" y="77"/>
                  <a:pt x="99" y="78"/>
                </a:cubicBezTo>
                <a:cubicBezTo>
                  <a:pt x="99" y="92"/>
                  <a:pt x="99" y="92"/>
                  <a:pt x="99" y="92"/>
                </a:cubicBezTo>
                <a:cubicBezTo>
                  <a:pt x="99" y="95"/>
                  <a:pt x="101" y="97"/>
                  <a:pt x="104" y="97"/>
                </a:cubicBezTo>
                <a:cubicBezTo>
                  <a:pt x="108" y="97"/>
                  <a:pt x="108" y="97"/>
                  <a:pt x="108" y="97"/>
                </a:cubicBezTo>
                <a:cubicBezTo>
                  <a:pt x="110" y="97"/>
                  <a:pt x="113" y="95"/>
                  <a:pt x="113" y="92"/>
                </a:cubicBezTo>
                <a:cubicBezTo>
                  <a:pt x="113" y="78"/>
                  <a:pt x="113" y="78"/>
                  <a:pt x="113" y="78"/>
                </a:cubicBezTo>
                <a:cubicBezTo>
                  <a:pt x="116" y="77"/>
                  <a:pt x="119" y="77"/>
                  <a:pt x="122" y="77"/>
                </a:cubicBezTo>
                <a:cubicBezTo>
                  <a:pt x="125" y="76"/>
                  <a:pt x="128" y="74"/>
                  <a:pt x="128" y="70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2" y="42"/>
                  <a:pt x="132" y="40"/>
                  <a:pt x="131" y="40"/>
                </a:cubicBezTo>
                <a:close/>
                <a:moveTo>
                  <a:pt x="124" y="70"/>
                </a:moveTo>
                <a:cubicBezTo>
                  <a:pt x="124" y="71"/>
                  <a:pt x="123" y="72"/>
                  <a:pt x="121" y="73"/>
                </a:cubicBezTo>
                <a:cubicBezTo>
                  <a:pt x="118" y="73"/>
                  <a:pt x="114" y="73"/>
                  <a:pt x="110" y="74"/>
                </a:cubicBezTo>
                <a:cubicBezTo>
                  <a:pt x="108" y="74"/>
                  <a:pt x="108" y="74"/>
                  <a:pt x="108" y="74"/>
                </a:cubicBezTo>
                <a:cubicBezTo>
                  <a:pt x="108" y="92"/>
                  <a:pt x="108" y="92"/>
                  <a:pt x="108" y="92"/>
                </a:cubicBezTo>
                <a:cubicBezTo>
                  <a:pt x="108" y="92"/>
                  <a:pt x="108" y="93"/>
                  <a:pt x="108" y="93"/>
                </a:cubicBezTo>
                <a:cubicBezTo>
                  <a:pt x="104" y="93"/>
                  <a:pt x="104" y="93"/>
                  <a:pt x="104" y="93"/>
                </a:cubicBezTo>
                <a:cubicBezTo>
                  <a:pt x="103" y="93"/>
                  <a:pt x="103" y="92"/>
                  <a:pt x="103" y="92"/>
                </a:cubicBezTo>
                <a:cubicBezTo>
                  <a:pt x="103" y="74"/>
                  <a:pt x="103" y="74"/>
                  <a:pt x="103" y="74"/>
                </a:cubicBezTo>
                <a:cubicBezTo>
                  <a:pt x="101" y="74"/>
                  <a:pt x="101" y="74"/>
                  <a:pt x="101" y="74"/>
                </a:cubicBezTo>
                <a:cubicBezTo>
                  <a:pt x="97" y="73"/>
                  <a:pt x="94" y="73"/>
                  <a:pt x="90" y="73"/>
                </a:cubicBezTo>
                <a:cubicBezTo>
                  <a:pt x="89" y="72"/>
                  <a:pt x="87" y="71"/>
                  <a:pt x="87" y="70"/>
                </a:cubicBezTo>
                <a:cubicBezTo>
                  <a:pt x="83" y="42"/>
                  <a:pt x="83" y="42"/>
                  <a:pt x="83" y="42"/>
                </a:cubicBezTo>
                <a:cubicBezTo>
                  <a:pt x="84" y="42"/>
                  <a:pt x="84" y="42"/>
                  <a:pt x="84" y="42"/>
                </a:cubicBezTo>
                <a:cubicBezTo>
                  <a:pt x="99" y="46"/>
                  <a:pt x="113" y="46"/>
                  <a:pt x="128" y="42"/>
                </a:cubicBezTo>
                <a:cubicBezTo>
                  <a:pt x="128" y="42"/>
                  <a:pt x="128" y="42"/>
                  <a:pt x="128" y="42"/>
                </a:cubicBezTo>
                <a:lnTo>
                  <a:pt x="124" y="70"/>
                </a:lnTo>
                <a:close/>
                <a:moveTo>
                  <a:pt x="88" y="31"/>
                </a:moveTo>
                <a:cubicBezTo>
                  <a:pt x="88" y="21"/>
                  <a:pt x="88" y="21"/>
                  <a:pt x="88" y="21"/>
                </a:cubicBezTo>
                <a:cubicBezTo>
                  <a:pt x="88" y="19"/>
                  <a:pt x="89" y="17"/>
                  <a:pt x="92" y="17"/>
                </a:cubicBezTo>
                <a:cubicBezTo>
                  <a:pt x="101" y="17"/>
                  <a:pt x="101" y="17"/>
                  <a:pt x="101" y="17"/>
                </a:cubicBezTo>
                <a:cubicBezTo>
                  <a:pt x="101" y="2"/>
                  <a:pt x="101" y="2"/>
                  <a:pt x="101" y="2"/>
                </a:cubicBezTo>
                <a:cubicBezTo>
                  <a:pt x="101" y="1"/>
                  <a:pt x="102" y="0"/>
                  <a:pt x="103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09" y="0"/>
                  <a:pt x="110" y="1"/>
                  <a:pt x="110" y="2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22" y="17"/>
                  <a:pt x="124" y="19"/>
                  <a:pt x="124" y="21"/>
                </a:cubicBezTo>
                <a:cubicBezTo>
                  <a:pt x="124" y="31"/>
                  <a:pt x="124" y="31"/>
                  <a:pt x="124" y="31"/>
                </a:cubicBezTo>
                <a:cubicBezTo>
                  <a:pt x="124" y="32"/>
                  <a:pt x="122" y="34"/>
                  <a:pt x="121" y="35"/>
                </a:cubicBezTo>
                <a:cubicBezTo>
                  <a:pt x="111" y="37"/>
                  <a:pt x="101" y="37"/>
                  <a:pt x="91" y="34"/>
                </a:cubicBezTo>
                <a:cubicBezTo>
                  <a:pt x="89" y="34"/>
                  <a:pt x="88" y="32"/>
                  <a:pt x="88" y="31"/>
                </a:cubicBezTo>
                <a:close/>
                <a:moveTo>
                  <a:pt x="21" y="75"/>
                </a:moveTo>
                <a:cubicBezTo>
                  <a:pt x="76" y="75"/>
                  <a:pt x="76" y="75"/>
                  <a:pt x="76" y="75"/>
                </a:cubicBezTo>
                <a:cubicBezTo>
                  <a:pt x="76" y="81"/>
                  <a:pt x="76" y="81"/>
                  <a:pt x="76" y="81"/>
                </a:cubicBezTo>
                <a:cubicBezTo>
                  <a:pt x="21" y="81"/>
                  <a:pt x="21" y="81"/>
                  <a:pt x="21" y="81"/>
                </a:cubicBezTo>
                <a:lnTo>
                  <a:pt x="21" y="75"/>
                </a:lnTo>
                <a:close/>
                <a:moveTo>
                  <a:pt x="68" y="71"/>
                </a:moveTo>
                <a:cubicBezTo>
                  <a:pt x="15" y="71"/>
                  <a:pt x="15" y="71"/>
                  <a:pt x="15" y="71"/>
                </a:cubicBezTo>
                <a:cubicBezTo>
                  <a:pt x="15" y="64"/>
                  <a:pt x="15" y="64"/>
                  <a:pt x="15" y="64"/>
                </a:cubicBezTo>
                <a:cubicBezTo>
                  <a:pt x="68" y="64"/>
                  <a:pt x="68" y="64"/>
                  <a:pt x="68" y="64"/>
                </a:cubicBezTo>
                <a:lnTo>
                  <a:pt x="68" y="71"/>
                </a:lnTo>
                <a:close/>
                <a:moveTo>
                  <a:pt x="15" y="34"/>
                </a:moveTo>
                <a:cubicBezTo>
                  <a:pt x="17" y="34"/>
                  <a:pt x="18" y="36"/>
                  <a:pt x="18" y="37"/>
                </a:cubicBezTo>
                <a:cubicBezTo>
                  <a:pt x="18" y="39"/>
                  <a:pt x="17" y="40"/>
                  <a:pt x="15" y="40"/>
                </a:cubicBezTo>
                <a:cubicBezTo>
                  <a:pt x="14" y="40"/>
                  <a:pt x="12" y="39"/>
                  <a:pt x="12" y="37"/>
                </a:cubicBezTo>
                <a:cubicBezTo>
                  <a:pt x="12" y="36"/>
                  <a:pt x="14" y="34"/>
                  <a:pt x="15" y="34"/>
                </a:cubicBezTo>
                <a:close/>
                <a:moveTo>
                  <a:pt x="38" y="122"/>
                </a:moveTo>
                <a:cubicBezTo>
                  <a:pt x="38" y="116"/>
                  <a:pt x="38" y="116"/>
                  <a:pt x="38" y="116"/>
                </a:cubicBezTo>
                <a:cubicBezTo>
                  <a:pt x="61" y="116"/>
                  <a:pt x="61" y="116"/>
                  <a:pt x="61" y="116"/>
                </a:cubicBezTo>
                <a:cubicBezTo>
                  <a:pt x="61" y="122"/>
                  <a:pt x="61" y="122"/>
                  <a:pt x="61" y="122"/>
                </a:cubicBezTo>
                <a:lnTo>
                  <a:pt x="38" y="122"/>
                </a:lnTo>
                <a:close/>
                <a:moveTo>
                  <a:pt x="97" y="112"/>
                </a:moveTo>
                <a:cubicBezTo>
                  <a:pt x="26" y="112"/>
                  <a:pt x="26" y="112"/>
                  <a:pt x="26" y="112"/>
                </a:cubicBezTo>
                <a:cubicBezTo>
                  <a:pt x="26" y="106"/>
                  <a:pt x="26" y="106"/>
                  <a:pt x="26" y="106"/>
                </a:cubicBezTo>
                <a:cubicBezTo>
                  <a:pt x="97" y="106"/>
                  <a:pt x="97" y="106"/>
                  <a:pt x="97" y="106"/>
                </a:cubicBezTo>
                <a:lnTo>
                  <a:pt x="97" y="112"/>
                </a:lnTo>
                <a:close/>
                <a:moveTo>
                  <a:pt x="66" y="122"/>
                </a:moveTo>
                <a:cubicBezTo>
                  <a:pt x="66" y="116"/>
                  <a:pt x="66" y="116"/>
                  <a:pt x="66" y="116"/>
                </a:cubicBezTo>
                <a:cubicBezTo>
                  <a:pt x="89" y="116"/>
                  <a:pt x="89" y="116"/>
                  <a:pt x="89" y="116"/>
                </a:cubicBezTo>
                <a:cubicBezTo>
                  <a:pt x="89" y="122"/>
                  <a:pt x="89" y="122"/>
                  <a:pt x="89" y="122"/>
                </a:cubicBezTo>
                <a:lnTo>
                  <a:pt x="66" y="122"/>
                </a:lnTo>
                <a:close/>
                <a:moveTo>
                  <a:pt x="51" y="91"/>
                </a:moveTo>
                <a:cubicBezTo>
                  <a:pt x="34" y="91"/>
                  <a:pt x="34" y="91"/>
                  <a:pt x="34" y="91"/>
                </a:cubicBezTo>
                <a:cubicBezTo>
                  <a:pt x="34" y="85"/>
                  <a:pt x="34" y="85"/>
                  <a:pt x="34" y="85"/>
                </a:cubicBezTo>
                <a:cubicBezTo>
                  <a:pt x="51" y="85"/>
                  <a:pt x="51" y="85"/>
                  <a:pt x="51" y="85"/>
                </a:cubicBezTo>
                <a:lnTo>
                  <a:pt x="51" y="91"/>
                </a:lnTo>
                <a:close/>
                <a:moveTo>
                  <a:pt x="68" y="95"/>
                </a:moveTo>
                <a:cubicBezTo>
                  <a:pt x="68" y="102"/>
                  <a:pt x="68" y="102"/>
                  <a:pt x="68" y="102"/>
                </a:cubicBezTo>
                <a:cubicBezTo>
                  <a:pt x="55" y="102"/>
                  <a:pt x="55" y="102"/>
                  <a:pt x="55" y="102"/>
                </a:cubicBezTo>
                <a:cubicBezTo>
                  <a:pt x="55" y="95"/>
                  <a:pt x="55" y="95"/>
                  <a:pt x="55" y="95"/>
                </a:cubicBezTo>
                <a:lnTo>
                  <a:pt x="68" y="95"/>
                </a:lnTo>
                <a:close/>
                <a:moveTo>
                  <a:pt x="35" y="34"/>
                </a:moveTo>
                <a:cubicBezTo>
                  <a:pt x="37" y="34"/>
                  <a:pt x="38" y="36"/>
                  <a:pt x="38" y="37"/>
                </a:cubicBezTo>
                <a:cubicBezTo>
                  <a:pt x="38" y="39"/>
                  <a:pt x="37" y="40"/>
                  <a:pt x="35" y="40"/>
                </a:cubicBezTo>
                <a:cubicBezTo>
                  <a:pt x="34" y="40"/>
                  <a:pt x="32" y="39"/>
                  <a:pt x="32" y="37"/>
                </a:cubicBezTo>
                <a:cubicBezTo>
                  <a:pt x="32" y="36"/>
                  <a:pt x="34" y="34"/>
                  <a:pt x="35" y="34"/>
                </a:cubicBezTo>
                <a:close/>
                <a:moveTo>
                  <a:pt x="113" y="104"/>
                </a:moveTo>
                <a:cubicBezTo>
                  <a:pt x="118" y="104"/>
                  <a:pt x="118" y="104"/>
                  <a:pt x="118" y="104"/>
                </a:cubicBezTo>
                <a:cubicBezTo>
                  <a:pt x="118" y="141"/>
                  <a:pt x="118" y="141"/>
                  <a:pt x="118" y="141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22"/>
                  <a:pt x="0" y="22"/>
                  <a:pt x="0" y="22"/>
                </a:cubicBezTo>
                <a:cubicBezTo>
                  <a:pt x="80" y="22"/>
                  <a:pt x="80" y="22"/>
                  <a:pt x="80" y="22"/>
                </a:cubicBezTo>
                <a:cubicBezTo>
                  <a:pt x="80" y="28"/>
                  <a:pt x="80" y="28"/>
                  <a:pt x="80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46"/>
                  <a:pt x="5" y="46"/>
                  <a:pt x="5" y="46"/>
                </a:cubicBezTo>
                <a:cubicBezTo>
                  <a:pt x="70" y="46"/>
                  <a:pt x="70" y="46"/>
                  <a:pt x="70" y="46"/>
                </a:cubicBezTo>
                <a:cubicBezTo>
                  <a:pt x="70" y="51"/>
                  <a:pt x="70" y="51"/>
                  <a:pt x="70" y="51"/>
                </a:cubicBezTo>
                <a:cubicBezTo>
                  <a:pt x="5" y="51"/>
                  <a:pt x="5" y="51"/>
                  <a:pt x="5" y="51"/>
                </a:cubicBezTo>
                <a:cubicBezTo>
                  <a:pt x="5" y="135"/>
                  <a:pt x="5" y="135"/>
                  <a:pt x="5" y="135"/>
                </a:cubicBezTo>
                <a:cubicBezTo>
                  <a:pt x="113" y="135"/>
                  <a:pt x="113" y="135"/>
                  <a:pt x="113" y="135"/>
                </a:cubicBezTo>
                <a:lnTo>
                  <a:pt x="113" y="104"/>
                </a:lnTo>
                <a:close/>
                <a:moveTo>
                  <a:pt x="25" y="34"/>
                </a:moveTo>
                <a:cubicBezTo>
                  <a:pt x="27" y="34"/>
                  <a:pt x="28" y="36"/>
                  <a:pt x="28" y="37"/>
                </a:cubicBezTo>
                <a:cubicBezTo>
                  <a:pt x="28" y="39"/>
                  <a:pt x="27" y="40"/>
                  <a:pt x="25" y="40"/>
                </a:cubicBezTo>
                <a:cubicBezTo>
                  <a:pt x="24" y="40"/>
                  <a:pt x="22" y="39"/>
                  <a:pt x="22" y="37"/>
                </a:cubicBezTo>
                <a:cubicBezTo>
                  <a:pt x="22" y="36"/>
                  <a:pt x="24" y="34"/>
                  <a:pt x="25" y="34"/>
                </a:cubicBezTo>
                <a:close/>
                <a:moveTo>
                  <a:pt x="55" y="85"/>
                </a:moveTo>
                <a:cubicBezTo>
                  <a:pt x="90" y="85"/>
                  <a:pt x="90" y="85"/>
                  <a:pt x="90" y="85"/>
                </a:cubicBezTo>
                <a:cubicBezTo>
                  <a:pt x="90" y="91"/>
                  <a:pt x="90" y="91"/>
                  <a:pt x="90" y="91"/>
                </a:cubicBezTo>
                <a:cubicBezTo>
                  <a:pt x="55" y="91"/>
                  <a:pt x="55" y="91"/>
                  <a:pt x="55" y="91"/>
                </a:cubicBezTo>
                <a:lnTo>
                  <a:pt x="55" y="85"/>
                </a:lnTo>
                <a:close/>
                <a:moveTo>
                  <a:pt x="90" y="95"/>
                </a:moveTo>
                <a:cubicBezTo>
                  <a:pt x="90" y="102"/>
                  <a:pt x="90" y="102"/>
                  <a:pt x="90" y="102"/>
                </a:cubicBezTo>
                <a:cubicBezTo>
                  <a:pt x="72" y="102"/>
                  <a:pt x="72" y="102"/>
                  <a:pt x="72" y="102"/>
                </a:cubicBezTo>
                <a:cubicBezTo>
                  <a:pt x="72" y="95"/>
                  <a:pt x="72" y="95"/>
                  <a:pt x="72" y="95"/>
                </a:cubicBezTo>
                <a:lnTo>
                  <a:pt x="90" y="95"/>
                </a:lnTo>
                <a:close/>
                <a:moveTo>
                  <a:pt x="34" y="95"/>
                </a:moveTo>
                <a:cubicBezTo>
                  <a:pt x="51" y="95"/>
                  <a:pt x="51" y="95"/>
                  <a:pt x="51" y="95"/>
                </a:cubicBezTo>
                <a:cubicBezTo>
                  <a:pt x="51" y="102"/>
                  <a:pt x="51" y="102"/>
                  <a:pt x="51" y="102"/>
                </a:cubicBezTo>
                <a:cubicBezTo>
                  <a:pt x="34" y="102"/>
                  <a:pt x="34" y="102"/>
                  <a:pt x="34" y="102"/>
                </a:cubicBezTo>
                <a:lnTo>
                  <a:pt x="34" y="95"/>
                </a:lnTo>
                <a:close/>
              </a:path>
            </a:pathLst>
          </a:custGeom>
          <a:solidFill>
            <a:srgbClr val="00A1D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2" name="Group 345">
            <a:extLst>
              <a:ext uri="{FF2B5EF4-FFF2-40B4-BE49-F238E27FC236}">
                <a16:creationId xmlns:a16="http://schemas.microsoft.com/office/drawing/2014/main" id="{C9B79154-6726-9F3E-0FB7-662CA8D8ECC6}"/>
              </a:ext>
            </a:extLst>
          </p:cNvPr>
          <p:cNvGrpSpPr/>
          <p:nvPr/>
        </p:nvGrpSpPr>
        <p:grpSpPr>
          <a:xfrm>
            <a:off x="3882838" y="5077610"/>
            <a:ext cx="392328" cy="261259"/>
            <a:chOff x="4867275" y="2600326"/>
            <a:chExt cx="412750" cy="277813"/>
          </a:xfrm>
        </p:grpSpPr>
        <p:sp>
          <p:nvSpPr>
            <p:cNvPr id="33" name="Freeform 298">
              <a:extLst>
                <a:ext uri="{FF2B5EF4-FFF2-40B4-BE49-F238E27FC236}">
                  <a16:creationId xmlns:a16="http://schemas.microsoft.com/office/drawing/2014/main" id="{0273E25E-2577-B2DA-345A-C37949625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275" y="2600326"/>
              <a:ext cx="220663" cy="277813"/>
            </a:xfrm>
            <a:custGeom>
              <a:avLst/>
              <a:gdLst>
                <a:gd name="T0" fmla="*/ 51 w 59"/>
                <a:gd name="T1" fmla="*/ 60 h 74"/>
                <a:gd name="T2" fmla="*/ 37 w 59"/>
                <a:gd name="T3" fmla="*/ 64 h 74"/>
                <a:gd name="T4" fmla="*/ 10 w 59"/>
                <a:gd name="T5" fmla="*/ 37 h 74"/>
                <a:gd name="T6" fmla="*/ 37 w 59"/>
                <a:gd name="T7" fmla="*/ 10 h 74"/>
                <a:gd name="T8" fmla="*/ 51 w 59"/>
                <a:gd name="T9" fmla="*/ 14 h 74"/>
                <a:gd name="T10" fmla="*/ 59 w 59"/>
                <a:gd name="T11" fmla="*/ 7 h 74"/>
                <a:gd name="T12" fmla="*/ 37 w 59"/>
                <a:gd name="T13" fmla="*/ 0 h 74"/>
                <a:gd name="T14" fmla="*/ 0 w 59"/>
                <a:gd name="T15" fmla="*/ 37 h 74"/>
                <a:gd name="T16" fmla="*/ 37 w 59"/>
                <a:gd name="T17" fmla="*/ 74 h 74"/>
                <a:gd name="T18" fmla="*/ 59 w 59"/>
                <a:gd name="T19" fmla="*/ 68 h 74"/>
                <a:gd name="T20" fmla="*/ 51 w 59"/>
                <a:gd name="T21" fmla="*/ 6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1" y="60"/>
                  </a:moveTo>
                  <a:cubicBezTo>
                    <a:pt x="47" y="63"/>
                    <a:pt x="43" y="64"/>
                    <a:pt x="37" y="64"/>
                  </a:cubicBezTo>
                  <a:cubicBezTo>
                    <a:pt x="23" y="64"/>
                    <a:pt x="10" y="52"/>
                    <a:pt x="10" y="37"/>
                  </a:cubicBezTo>
                  <a:cubicBezTo>
                    <a:pt x="10" y="22"/>
                    <a:pt x="23" y="10"/>
                    <a:pt x="37" y="10"/>
                  </a:cubicBezTo>
                  <a:cubicBezTo>
                    <a:pt x="43" y="10"/>
                    <a:pt x="47" y="12"/>
                    <a:pt x="51" y="14"/>
                  </a:cubicBezTo>
                  <a:cubicBezTo>
                    <a:pt x="54" y="11"/>
                    <a:pt x="56" y="9"/>
                    <a:pt x="59" y="7"/>
                  </a:cubicBezTo>
                  <a:cubicBezTo>
                    <a:pt x="53" y="3"/>
                    <a:pt x="46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58"/>
                    <a:pt x="17" y="74"/>
                    <a:pt x="37" y="74"/>
                  </a:cubicBezTo>
                  <a:cubicBezTo>
                    <a:pt x="45" y="74"/>
                    <a:pt x="53" y="72"/>
                    <a:pt x="59" y="68"/>
                  </a:cubicBezTo>
                  <a:cubicBezTo>
                    <a:pt x="56" y="66"/>
                    <a:pt x="53" y="63"/>
                    <a:pt x="51" y="6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99">
              <a:extLst>
                <a:ext uri="{FF2B5EF4-FFF2-40B4-BE49-F238E27FC236}">
                  <a16:creationId xmlns:a16="http://schemas.microsoft.com/office/drawing/2014/main" id="{D498177C-4A93-5233-1745-0799DC0A32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8875" y="2625726"/>
              <a:ext cx="311150" cy="225425"/>
            </a:xfrm>
            <a:custGeom>
              <a:avLst/>
              <a:gdLst>
                <a:gd name="T0" fmla="*/ 54 w 83"/>
                <a:gd name="T1" fmla="*/ 0 h 60"/>
                <a:gd name="T2" fmla="*/ 24 w 83"/>
                <a:gd name="T3" fmla="*/ 26 h 60"/>
                <a:gd name="T4" fmla="*/ 19 w 83"/>
                <a:gd name="T5" fmla="*/ 26 h 60"/>
                <a:gd name="T6" fmla="*/ 10 w 83"/>
                <a:gd name="T7" fmla="*/ 20 h 60"/>
                <a:gd name="T8" fmla="*/ 0 w 83"/>
                <a:gd name="T9" fmla="*/ 30 h 60"/>
                <a:gd name="T10" fmla="*/ 10 w 83"/>
                <a:gd name="T11" fmla="*/ 40 h 60"/>
                <a:gd name="T12" fmla="*/ 19 w 83"/>
                <a:gd name="T13" fmla="*/ 34 h 60"/>
                <a:gd name="T14" fmla="*/ 24 w 83"/>
                <a:gd name="T15" fmla="*/ 34 h 60"/>
                <a:gd name="T16" fmla="*/ 54 w 83"/>
                <a:gd name="T17" fmla="*/ 60 h 60"/>
                <a:gd name="T18" fmla="*/ 83 w 83"/>
                <a:gd name="T19" fmla="*/ 30 h 60"/>
                <a:gd name="T20" fmla="*/ 54 w 83"/>
                <a:gd name="T21" fmla="*/ 0 h 60"/>
                <a:gd name="T22" fmla="*/ 54 w 83"/>
                <a:gd name="T23" fmla="*/ 54 h 60"/>
                <a:gd name="T24" fmla="*/ 30 w 83"/>
                <a:gd name="T25" fmla="*/ 30 h 60"/>
                <a:gd name="T26" fmla="*/ 54 w 83"/>
                <a:gd name="T27" fmla="*/ 7 h 60"/>
                <a:gd name="T28" fmla="*/ 77 w 83"/>
                <a:gd name="T29" fmla="*/ 30 h 60"/>
                <a:gd name="T30" fmla="*/ 54 w 83"/>
                <a:gd name="T31" fmla="*/ 5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0">
                  <a:moveTo>
                    <a:pt x="54" y="0"/>
                  </a:moveTo>
                  <a:cubicBezTo>
                    <a:pt x="38" y="0"/>
                    <a:pt x="26" y="11"/>
                    <a:pt x="24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3"/>
                    <a:pt x="14" y="20"/>
                    <a:pt x="10" y="20"/>
                  </a:cubicBezTo>
                  <a:cubicBezTo>
                    <a:pt x="5" y="20"/>
                    <a:pt x="0" y="25"/>
                    <a:pt x="0" y="30"/>
                  </a:cubicBezTo>
                  <a:cubicBezTo>
                    <a:pt x="0" y="36"/>
                    <a:pt x="5" y="40"/>
                    <a:pt x="10" y="40"/>
                  </a:cubicBezTo>
                  <a:cubicBezTo>
                    <a:pt x="14" y="40"/>
                    <a:pt x="18" y="38"/>
                    <a:pt x="19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6" y="49"/>
                    <a:pt x="38" y="60"/>
                    <a:pt x="54" y="60"/>
                  </a:cubicBezTo>
                  <a:cubicBezTo>
                    <a:pt x="70" y="60"/>
                    <a:pt x="83" y="47"/>
                    <a:pt x="83" y="30"/>
                  </a:cubicBezTo>
                  <a:cubicBezTo>
                    <a:pt x="83" y="14"/>
                    <a:pt x="70" y="0"/>
                    <a:pt x="54" y="0"/>
                  </a:cubicBezTo>
                  <a:close/>
                  <a:moveTo>
                    <a:pt x="54" y="54"/>
                  </a:moveTo>
                  <a:cubicBezTo>
                    <a:pt x="41" y="54"/>
                    <a:pt x="30" y="43"/>
                    <a:pt x="30" y="30"/>
                  </a:cubicBezTo>
                  <a:cubicBezTo>
                    <a:pt x="30" y="17"/>
                    <a:pt x="41" y="7"/>
                    <a:pt x="54" y="7"/>
                  </a:cubicBezTo>
                  <a:cubicBezTo>
                    <a:pt x="66" y="7"/>
                    <a:pt x="77" y="17"/>
                    <a:pt x="77" y="30"/>
                  </a:cubicBezTo>
                  <a:cubicBezTo>
                    <a:pt x="77" y="43"/>
                    <a:pt x="66" y="54"/>
                    <a:pt x="54" y="54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5" name="Group 345">
            <a:extLst>
              <a:ext uri="{FF2B5EF4-FFF2-40B4-BE49-F238E27FC236}">
                <a16:creationId xmlns:a16="http://schemas.microsoft.com/office/drawing/2014/main" id="{65C9EA84-7255-0FCB-6D3C-99C88E7E55AF}"/>
              </a:ext>
            </a:extLst>
          </p:cNvPr>
          <p:cNvGrpSpPr/>
          <p:nvPr/>
        </p:nvGrpSpPr>
        <p:grpSpPr>
          <a:xfrm>
            <a:off x="4448078" y="5077610"/>
            <a:ext cx="392328" cy="261259"/>
            <a:chOff x="4867275" y="2600326"/>
            <a:chExt cx="412750" cy="277813"/>
          </a:xfrm>
        </p:grpSpPr>
        <p:sp>
          <p:nvSpPr>
            <p:cNvPr id="36" name="Freeform 298">
              <a:extLst>
                <a:ext uri="{FF2B5EF4-FFF2-40B4-BE49-F238E27FC236}">
                  <a16:creationId xmlns:a16="http://schemas.microsoft.com/office/drawing/2014/main" id="{91449E48-4344-A7E0-4ECE-B777DADCBF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275" y="2600326"/>
              <a:ext cx="220663" cy="277813"/>
            </a:xfrm>
            <a:custGeom>
              <a:avLst/>
              <a:gdLst>
                <a:gd name="T0" fmla="*/ 51 w 59"/>
                <a:gd name="T1" fmla="*/ 60 h 74"/>
                <a:gd name="T2" fmla="*/ 37 w 59"/>
                <a:gd name="T3" fmla="*/ 64 h 74"/>
                <a:gd name="T4" fmla="*/ 10 w 59"/>
                <a:gd name="T5" fmla="*/ 37 h 74"/>
                <a:gd name="T6" fmla="*/ 37 w 59"/>
                <a:gd name="T7" fmla="*/ 10 h 74"/>
                <a:gd name="T8" fmla="*/ 51 w 59"/>
                <a:gd name="T9" fmla="*/ 14 h 74"/>
                <a:gd name="T10" fmla="*/ 59 w 59"/>
                <a:gd name="T11" fmla="*/ 7 h 74"/>
                <a:gd name="T12" fmla="*/ 37 w 59"/>
                <a:gd name="T13" fmla="*/ 0 h 74"/>
                <a:gd name="T14" fmla="*/ 0 w 59"/>
                <a:gd name="T15" fmla="*/ 37 h 74"/>
                <a:gd name="T16" fmla="*/ 37 w 59"/>
                <a:gd name="T17" fmla="*/ 74 h 74"/>
                <a:gd name="T18" fmla="*/ 59 w 59"/>
                <a:gd name="T19" fmla="*/ 68 h 74"/>
                <a:gd name="T20" fmla="*/ 51 w 59"/>
                <a:gd name="T21" fmla="*/ 6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1" y="60"/>
                  </a:moveTo>
                  <a:cubicBezTo>
                    <a:pt x="47" y="63"/>
                    <a:pt x="43" y="64"/>
                    <a:pt x="37" y="64"/>
                  </a:cubicBezTo>
                  <a:cubicBezTo>
                    <a:pt x="23" y="64"/>
                    <a:pt x="10" y="52"/>
                    <a:pt x="10" y="37"/>
                  </a:cubicBezTo>
                  <a:cubicBezTo>
                    <a:pt x="10" y="22"/>
                    <a:pt x="23" y="10"/>
                    <a:pt x="37" y="10"/>
                  </a:cubicBezTo>
                  <a:cubicBezTo>
                    <a:pt x="43" y="10"/>
                    <a:pt x="47" y="12"/>
                    <a:pt x="51" y="14"/>
                  </a:cubicBezTo>
                  <a:cubicBezTo>
                    <a:pt x="54" y="11"/>
                    <a:pt x="56" y="9"/>
                    <a:pt x="59" y="7"/>
                  </a:cubicBezTo>
                  <a:cubicBezTo>
                    <a:pt x="53" y="3"/>
                    <a:pt x="46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58"/>
                    <a:pt x="17" y="74"/>
                    <a:pt x="37" y="74"/>
                  </a:cubicBezTo>
                  <a:cubicBezTo>
                    <a:pt x="45" y="74"/>
                    <a:pt x="53" y="72"/>
                    <a:pt x="59" y="68"/>
                  </a:cubicBezTo>
                  <a:cubicBezTo>
                    <a:pt x="56" y="66"/>
                    <a:pt x="53" y="63"/>
                    <a:pt x="51" y="6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99">
              <a:extLst>
                <a:ext uri="{FF2B5EF4-FFF2-40B4-BE49-F238E27FC236}">
                  <a16:creationId xmlns:a16="http://schemas.microsoft.com/office/drawing/2014/main" id="{E9874959-A112-5BA0-D815-31AD4DD261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8875" y="2625726"/>
              <a:ext cx="311150" cy="225425"/>
            </a:xfrm>
            <a:custGeom>
              <a:avLst/>
              <a:gdLst>
                <a:gd name="T0" fmla="*/ 54 w 83"/>
                <a:gd name="T1" fmla="*/ 0 h 60"/>
                <a:gd name="T2" fmla="*/ 24 w 83"/>
                <a:gd name="T3" fmla="*/ 26 h 60"/>
                <a:gd name="T4" fmla="*/ 19 w 83"/>
                <a:gd name="T5" fmla="*/ 26 h 60"/>
                <a:gd name="T6" fmla="*/ 10 w 83"/>
                <a:gd name="T7" fmla="*/ 20 h 60"/>
                <a:gd name="T8" fmla="*/ 0 w 83"/>
                <a:gd name="T9" fmla="*/ 30 h 60"/>
                <a:gd name="T10" fmla="*/ 10 w 83"/>
                <a:gd name="T11" fmla="*/ 40 h 60"/>
                <a:gd name="T12" fmla="*/ 19 w 83"/>
                <a:gd name="T13" fmla="*/ 34 h 60"/>
                <a:gd name="T14" fmla="*/ 24 w 83"/>
                <a:gd name="T15" fmla="*/ 34 h 60"/>
                <a:gd name="T16" fmla="*/ 54 w 83"/>
                <a:gd name="T17" fmla="*/ 60 h 60"/>
                <a:gd name="T18" fmla="*/ 83 w 83"/>
                <a:gd name="T19" fmla="*/ 30 h 60"/>
                <a:gd name="T20" fmla="*/ 54 w 83"/>
                <a:gd name="T21" fmla="*/ 0 h 60"/>
                <a:gd name="T22" fmla="*/ 54 w 83"/>
                <a:gd name="T23" fmla="*/ 54 h 60"/>
                <a:gd name="T24" fmla="*/ 30 w 83"/>
                <a:gd name="T25" fmla="*/ 30 h 60"/>
                <a:gd name="T26" fmla="*/ 54 w 83"/>
                <a:gd name="T27" fmla="*/ 7 h 60"/>
                <a:gd name="T28" fmla="*/ 77 w 83"/>
                <a:gd name="T29" fmla="*/ 30 h 60"/>
                <a:gd name="T30" fmla="*/ 54 w 83"/>
                <a:gd name="T31" fmla="*/ 5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0">
                  <a:moveTo>
                    <a:pt x="54" y="0"/>
                  </a:moveTo>
                  <a:cubicBezTo>
                    <a:pt x="38" y="0"/>
                    <a:pt x="26" y="11"/>
                    <a:pt x="24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3"/>
                    <a:pt x="14" y="20"/>
                    <a:pt x="10" y="20"/>
                  </a:cubicBezTo>
                  <a:cubicBezTo>
                    <a:pt x="5" y="20"/>
                    <a:pt x="0" y="25"/>
                    <a:pt x="0" y="30"/>
                  </a:cubicBezTo>
                  <a:cubicBezTo>
                    <a:pt x="0" y="36"/>
                    <a:pt x="5" y="40"/>
                    <a:pt x="10" y="40"/>
                  </a:cubicBezTo>
                  <a:cubicBezTo>
                    <a:pt x="14" y="40"/>
                    <a:pt x="18" y="38"/>
                    <a:pt x="19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6" y="49"/>
                    <a:pt x="38" y="60"/>
                    <a:pt x="54" y="60"/>
                  </a:cubicBezTo>
                  <a:cubicBezTo>
                    <a:pt x="70" y="60"/>
                    <a:pt x="83" y="47"/>
                    <a:pt x="83" y="30"/>
                  </a:cubicBezTo>
                  <a:cubicBezTo>
                    <a:pt x="83" y="14"/>
                    <a:pt x="70" y="0"/>
                    <a:pt x="54" y="0"/>
                  </a:cubicBezTo>
                  <a:close/>
                  <a:moveTo>
                    <a:pt x="54" y="54"/>
                  </a:moveTo>
                  <a:cubicBezTo>
                    <a:pt x="41" y="54"/>
                    <a:pt x="30" y="43"/>
                    <a:pt x="30" y="30"/>
                  </a:cubicBezTo>
                  <a:cubicBezTo>
                    <a:pt x="30" y="17"/>
                    <a:pt x="41" y="7"/>
                    <a:pt x="54" y="7"/>
                  </a:cubicBezTo>
                  <a:cubicBezTo>
                    <a:pt x="66" y="7"/>
                    <a:pt x="77" y="17"/>
                    <a:pt x="77" y="30"/>
                  </a:cubicBezTo>
                  <a:cubicBezTo>
                    <a:pt x="77" y="43"/>
                    <a:pt x="66" y="54"/>
                    <a:pt x="54" y="54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8" name="Group 345">
            <a:extLst>
              <a:ext uri="{FF2B5EF4-FFF2-40B4-BE49-F238E27FC236}">
                <a16:creationId xmlns:a16="http://schemas.microsoft.com/office/drawing/2014/main" id="{8972D0AA-31B0-82C4-5216-249EADA8216D}"/>
              </a:ext>
            </a:extLst>
          </p:cNvPr>
          <p:cNvGrpSpPr/>
          <p:nvPr/>
        </p:nvGrpSpPr>
        <p:grpSpPr>
          <a:xfrm>
            <a:off x="5103277" y="5077610"/>
            <a:ext cx="392328" cy="261259"/>
            <a:chOff x="4867275" y="2600326"/>
            <a:chExt cx="412750" cy="277813"/>
          </a:xfrm>
        </p:grpSpPr>
        <p:sp>
          <p:nvSpPr>
            <p:cNvPr id="39" name="Freeform 298">
              <a:extLst>
                <a:ext uri="{FF2B5EF4-FFF2-40B4-BE49-F238E27FC236}">
                  <a16:creationId xmlns:a16="http://schemas.microsoft.com/office/drawing/2014/main" id="{04BC161B-2927-88E3-8DC6-67992DB3B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275" y="2600326"/>
              <a:ext cx="220663" cy="277813"/>
            </a:xfrm>
            <a:custGeom>
              <a:avLst/>
              <a:gdLst>
                <a:gd name="T0" fmla="*/ 51 w 59"/>
                <a:gd name="T1" fmla="*/ 60 h 74"/>
                <a:gd name="T2" fmla="*/ 37 w 59"/>
                <a:gd name="T3" fmla="*/ 64 h 74"/>
                <a:gd name="T4" fmla="*/ 10 w 59"/>
                <a:gd name="T5" fmla="*/ 37 h 74"/>
                <a:gd name="T6" fmla="*/ 37 w 59"/>
                <a:gd name="T7" fmla="*/ 10 h 74"/>
                <a:gd name="T8" fmla="*/ 51 w 59"/>
                <a:gd name="T9" fmla="*/ 14 h 74"/>
                <a:gd name="T10" fmla="*/ 59 w 59"/>
                <a:gd name="T11" fmla="*/ 7 h 74"/>
                <a:gd name="T12" fmla="*/ 37 w 59"/>
                <a:gd name="T13" fmla="*/ 0 h 74"/>
                <a:gd name="T14" fmla="*/ 0 w 59"/>
                <a:gd name="T15" fmla="*/ 37 h 74"/>
                <a:gd name="T16" fmla="*/ 37 w 59"/>
                <a:gd name="T17" fmla="*/ 74 h 74"/>
                <a:gd name="T18" fmla="*/ 59 w 59"/>
                <a:gd name="T19" fmla="*/ 68 h 74"/>
                <a:gd name="T20" fmla="*/ 51 w 59"/>
                <a:gd name="T21" fmla="*/ 6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1" y="60"/>
                  </a:moveTo>
                  <a:cubicBezTo>
                    <a:pt x="47" y="63"/>
                    <a:pt x="43" y="64"/>
                    <a:pt x="37" y="64"/>
                  </a:cubicBezTo>
                  <a:cubicBezTo>
                    <a:pt x="23" y="64"/>
                    <a:pt x="10" y="52"/>
                    <a:pt x="10" y="37"/>
                  </a:cubicBezTo>
                  <a:cubicBezTo>
                    <a:pt x="10" y="22"/>
                    <a:pt x="23" y="10"/>
                    <a:pt x="37" y="10"/>
                  </a:cubicBezTo>
                  <a:cubicBezTo>
                    <a:pt x="43" y="10"/>
                    <a:pt x="47" y="12"/>
                    <a:pt x="51" y="14"/>
                  </a:cubicBezTo>
                  <a:cubicBezTo>
                    <a:pt x="54" y="11"/>
                    <a:pt x="56" y="9"/>
                    <a:pt x="59" y="7"/>
                  </a:cubicBezTo>
                  <a:cubicBezTo>
                    <a:pt x="53" y="3"/>
                    <a:pt x="46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58"/>
                    <a:pt x="17" y="74"/>
                    <a:pt x="37" y="74"/>
                  </a:cubicBezTo>
                  <a:cubicBezTo>
                    <a:pt x="45" y="74"/>
                    <a:pt x="53" y="72"/>
                    <a:pt x="59" y="68"/>
                  </a:cubicBezTo>
                  <a:cubicBezTo>
                    <a:pt x="56" y="66"/>
                    <a:pt x="53" y="63"/>
                    <a:pt x="51" y="6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99">
              <a:extLst>
                <a:ext uri="{FF2B5EF4-FFF2-40B4-BE49-F238E27FC236}">
                  <a16:creationId xmlns:a16="http://schemas.microsoft.com/office/drawing/2014/main" id="{78E98E9F-EDB9-7D61-D2C4-FD2A5BF646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8875" y="2625726"/>
              <a:ext cx="311150" cy="225425"/>
            </a:xfrm>
            <a:custGeom>
              <a:avLst/>
              <a:gdLst>
                <a:gd name="T0" fmla="*/ 54 w 83"/>
                <a:gd name="T1" fmla="*/ 0 h 60"/>
                <a:gd name="T2" fmla="*/ 24 w 83"/>
                <a:gd name="T3" fmla="*/ 26 h 60"/>
                <a:gd name="T4" fmla="*/ 19 w 83"/>
                <a:gd name="T5" fmla="*/ 26 h 60"/>
                <a:gd name="T6" fmla="*/ 10 w 83"/>
                <a:gd name="T7" fmla="*/ 20 h 60"/>
                <a:gd name="T8" fmla="*/ 0 w 83"/>
                <a:gd name="T9" fmla="*/ 30 h 60"/>
                <a:gd name="T10" fmla="*/ 10 w 83"/>
                <a:gd name="T11" fmla="*/ 40 h 60"/>
                <a:gd name="T12" fmla="*/ 19 w 83"/>
                <a:gd name="T13" fmla="*/ 34 h 60"/>
                <a:gd name="T14" fmla="*/ 24 w 83"/>
                <a:gd name="T15" fmla="*/ 34 h 60"/>
                <a:gd name="T16" fmla="*/ 54 w 83"/>
                <a:gd name="T17" fmla="*/ 60 h 60"/>
                <a:gd name="T18" fmla="*/ 83 w 83"/>
                <a:gd name="T19" fmla="*/ 30 h 60"/>
                <a:gd name="T20" fmla="*/ 54 w 83"/>
                <a:gd name="T21" fmla="*/ 0 h 60"/>
                <a:gd name="T22" fmla="*/ 54 w 83"/>
                <a:gd name="T23" fmla="*/ 54 h 60"/>
                <a:gd name="T24" fmla="*/ 30 w 83"/>
                <a:gd name="T25" fmla="*/ 30 h 60"/>
                <a:gd name="T26" fmla="*/ 54 w 83"/>
                <a:gd name="T27" fmla="*/ 7 h 60"/>
                <a:gd name="T28" fmla="*/ 77 w 83"/>
                <a:gd name="T29" fmla="*/ 30 h 60"/>
                <a:gd name="T30" fmla="*/ 54 w 83"/>
                <a:gd name="T31" fmla="*/ 5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0">
                  <a:moveTo>
                    <a:pt x="54" y="0"/>
                  </a:moveTo>
                  <a:cubicBezTo>
                    <a:pt x="38" y="0"/>
                    <a:pt x="26" y="11"/>
                    <a:pt x="24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3"/>
                    <a:pt x="14" y="20"/>
                    <a:pt x="10" y="20"/>
                  </a:cubicBezTo>
                  <a:cubicBezTo>
                    <a:pt x="5" y="20"/>
                    <a:pt x="0" y="25"/>
                    <a:pt x="0" y="30"/>
                  </a:cubicBezTo>
                  <a:cubicBezTo>
                    <a:pt x="0" y="36"/>
                    <a:pt x="5" y="40"/>
                    <a:pt x="10" y="40"/>
                  </a:cubicBezTo>
                  <a:cubicBezTo>
                    <a:pt x="14" y="40"/>
                    <a:pt x="18" y="38"/>
                    <a:pt x="19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6" y="49"/>
                    <a:pt x="38" y="60"/>
                    <a:pt x="54" y="60"/>
                  </a:cubicBezTo>
                  <a:cubicBezTo>
                    <a:pt x="70" y="60"/>
                    <a:pt x="83" y="47"/>
                    <a:pt x="83" y="30"/>
                  </a:cubicBezTo>
                  <a:cubicBezTo>
                    <a:pt x="83" y="14"/>
                    <a:pt x="70" y="0"/>
                    <a:pt x="54" y="0"/>
                  </a:cubicBezTo>
                  <a:close/>
                  <a:moveTo>
                    <a:pt x="54" y="54"/>
                  </a:moveTo>
                  <a:cubicBezTo>
                    <a:pt x="41" y="54"/>
                    <a:pt x="30" y="43"/>
                    <a:pt x="30" y="30"/>
                  </a:cubicBezTo>
                  <a:cubicBezTo>
                    <a:pt x="30" y="17"/>
                    <a:pt x="41" y="7"/>
                    <a:pt x="54" y="7"/>
                  </a:cubicBezTo>
                  <a:cubicBezTo>
                    <a:pt x="66" y="7"/>
                    <a:pt x="77" y="17"/>
                    <a:pt x="77" y="30"/>
                  </a:cubicBezTo>
                  <a:cubicBezTo>
                    <a:pt x="77" y="43"/>
                    <a:pt x="66" y="54"/>
                    <a:pt x="54" y="54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1" name="Group 345">
            <a:extLst>
              <a:ext uri="{FF2B5EF4-FFF2-40B4-BE49-F238E27FC236}">
                <a16:creationId xmlns:a16="http://schemas.microsoft.com/office/drawing/2014/main" id="{F61A670D-6AA7-0757-6F44-A1B8A07745A1}"/>
              </a:ext>
            </a:extLst>
          </p:cNvPr>
          <p:cNvGrpSpPr/>
          <p:nvPr/>
        </p:nvGrpSpPr>
        <p:grpSpPr>
          <a:xfrm>
            <a:off x="5668517" y="5077610"/>
            <a:ext cx="392328" cy="261259"/>
            <a:chOff x="4867275" y="2600326"/>
            <a:chExt cx="412750" cy="277813"/>
          </a:xfrm>
        </p:grpSpPr>
        <p:sp>
          <p:nvSpPr>
            <p:cNvPr id="42" name="Freeform 298">
              <a:extLst>
                <a:ext uri="{FF2B5EF4-FFF2-40B4-BE49-F238E27FC236}">
                  <a16:creationId xmlns:a16="http://schemas.microsoft.com/office/drawing/2014/main" id="{BC560F78-42A2-91A6-1812-00C46231B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275" y="2600326"/>
              <a:ext cx="220663" cy="277813"/>
            </a:xfrm>
            <a:custGeom>
              <a:avLst/>
              <a:gdLst>
                <a:gd name="T0" fmla="*/ 51 w 59"/>
                <a:gd name="T1" fmla="*/ 60 h 74"/>
                <a:gd name="T2" fmla="*/ 37 w 59"/>
                <a:gd name="T3" fmla="*/ 64 h 74"/>
                <a:gd name="T4" fmla="*/ 10 w 59"/>
                <a:gd name="T5" fmla="*/ 37 h 74"/>
                <a:gd name="T6" fmla="*/ 37 w 59"/>
                <a:gd name="T7" fmla="*/ 10 h 74"/>
                <a:gd name="T8" fmla="*/ 51 w 59"/>
                <a:gd name="T9" fmla="*/ 14 h 74"/>
                <a:gd name="T10" fmla="*/ 59 w 59"/>
                <a:gd name="T11" fmla="*/ 7 h 74"/>
                <a:gd name="T12" fmla="*/ 37 w 59"/>
                <a:gd name="T13" fmla="*/ 0 h 74"/>
                <a:gd name="T14" fmla="*/ 0 w 59"/>
                <a:gd name="T15" fmla="*/ 37 h 74"/>
                <a:gd name="T16" fmla="*/ 37 w 59"/>
                <a:gd name="T17" fmla="*/ 74 h 74"/>
                <a:gd name="T18" fmla="*/ 59 w 59"/>
                <a:gd name="T19" fmla="*/ 68 h 74"/>
                <a:gd name="T20" fmla="*/ 51 w 59"/>
                <a:gd name="T21" fmla="*/ 6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1" y="60"/>
                  </a:moveTo>
                  <a:cubicBezTo>
                    <a:pt x="47" y="63"/>
                    <a:pt x="43" y="64"/>
                    <a:pt x="37" y="64"/>
                  </a:cubicBezTo>
                  <a:cubicBezTo>
                    <a:pt x="23" y="64"/>
                    <a:pt x="10" y="52"/>
                    <a:pt x="10" y="37"/>
                  </a:cubicBezTo>
                  <a:cubicBezTo>
                    <a:pt x="10" y="22"/>
                    <a:pt x="23" y="10"/>
                    <a:pt x="37" y="10"/>
                  </a:cubicBezTo>
                  <a:cubicBezTo>
                    <a:pt x="43" y="10"/>
                    <a:pt x="47" y="12"/>
                    <a:pt x="51" y="14"/>
                  </a:cubicBezTo>
                  <a:cubicBezTo>
                    <a:pt x="54" y="11"/>
                    <a:pt x="56" y="9"/>
                    <a:pt x="59" y="7"/>
                  </a:cubicBezTo>
                  <a:cubicBezTo>
                    <a:pt x="53" y="3"/>
                    <a:pt x="46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58"/>
                    <a:pt x="17" y="74"/>
                    <a:pt x="37" y="74"/>
                  </a:cubicBezTo>
                  <a:cubicBezTo>
                    <a:pt x="45" y="74"/>
                    <a:pt x="53" y="72"/>
                    <a:pt x="59" y="68"/>
                  </a:cubicBezTo>
                  <a:cubicBezTo>
                    <a:pt x="56" y="66"/>
                    <a:pt x="53" y="63"/>
                    <a:pt x="51" y="6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99">
              <a:extLst>
                <a:ext uri="{FF2B5EF4-FFF2-40B4-BE49-F238E27FC236}">
                  <a16:creationId xmlns:a16="http://schemas.microsoft.com/office/drawing/2014/main" id="{96378C2E-4425-D7DB-6BC2-9817E5821F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8875" y="2625726"/>
              <a:ext cx="311150" cy="225425"/>
            </a:xfrm>
            <a:custGeom>
              <a:avLst/>
              <a:gdLst>
                <a:gd name="T0" fmla="*/ 54 w 83"/>
                <a:gd name="T1" fmla="*/ 0 h 60"/>
                <a:gd name="T2" fmla="*/ 24 w 83"/>
                <a:gd name="T3" fmla="*/ 26 h 60"/>
                <a:gd name="T4" fmla="*/ 19 w 83"/>
                <a:gd name="T5" fmla="*/ 26 h 60"/>
                <a:gd name="T6" fmla="*/ 10 w 83"/>
                <a:gd name="T7" fmla="*/ 20 h 60"/>
                <a:gd name="T8" fmla="*/ 0 w 83"/>
                <a:gd name="T9" fmla="*/ 30 h 60"/>
                <a:gd name="T10" fmla="*/ 10 w 83"/>
                <a:gd name="T11" fmla="*/ 40 h 60"/>
                <a:gd name="T12" fmla="*/ 19 w 83"/>
                <a:gd name="T13" fmla="*/ 34 h 60"/>
                <a:gd name="T14" fmla="*/ 24 w 83"/>
                <a:gd name="T15" fmla="*/ 34 h 60"/>
                <a:gd name="T16" fmla="*/ 54 w 83"/>
                <a:gd name="T17" fmla="*/ 60 h 60"/>
                <a:gd name="T18" fmla="*/ 83 w 83"/>
                <a:gd name="T19" fmla="*/ 30 h 60"/>
                <a:gd name="T20" fmla="*/ 54 w 83"/>
                <a:gd name="T21" fmla="*/ 0 h 60"/>
                <a:gd name="T22" fmla="*/ 54 w 83"/>
                <a:gd name="T23" fmla="*/ 54 h 60"/>
                <a:gd name="T24" fmla="*/ 30 w 83"/>
                <a:gd name="T25" fmla="*/ 30 h 60"/>
                <a:gd name="T26" fmla="*/ 54 w 83"/>
                <a:gd name="T27" fmla="*/ 7 h 60"/>
                <a:gd name="T28" fmla="*/ 77 w 83"/>
                <a:gd name="T29" fmla="*/ 30 h 60"/>
                <a:gd name="T30" fmla="*/ 54 w 83"/>
                <a:gd name="T31" fmla="*/ 5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0">
                  <a:moveTo>
                    <a:pt x="54" y="0"/>
                  </a:moveTo>
                  <a:cubicBezTo>
                    <a:pt x="38" y="0"/>
                    <a:pt x="26" y="11"/>
                    <a:pt x="24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3"/>
                    <a:pt x="14" y="20"/>
                    <a:pt x="10" y="20"/>
                  </a:cubicBezTo>
                  <a:cubicBezTo>
                    <a:pt x="5" y="20"/>
                    <a:pt x="0" y="25"/>
                    <a:pt x="0" y="30"/>
                  </a:cubicBezTo>
                  <a:cubicBezTo>
                    <a:pt x="0" y="36"/>
                    <a:pt x="5" y="40"/>
                    <a:pt x="10" y="40"/>
                  </a:cubicBezTo>
                  <a:cubicBezTo>
                    <a:pt x="14" y="40"/>
                    <a:pt x="18" y="38"/>
                    <a:pt x="19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6" y="49"/>
                    <a:pt x="38" y="60"/>
                    <a:pt x="54" y="60"/>
                  </a:cubicBezTo>
                  <a:cubicBezTo>
                    <a:pt x="70" y="60"/>
                    <a:pt x="83" y="47"/>
                    <a:pt x="83" y="30"/>
                  </a:cubicBezTo>
                  <a:cubicBezTo>
                    <a:pt x="83" y="14"/>
                    <a:pt x="70" y="0"/>
                    <a:pt x="54" y="0"/>
                  </a:cubicBezTo>
                  <a:close/>
                  <a:moveTo>
                    <a:pt x="54" y="54"/>
                  </a:moveTo>
                  <a:cubicBezTo>
                    <a:pt x="41" y="54"/>
                    <a:pt x="30" y="43"/>
                    <a:pt x="30" y="30"/>
                  </a:cubicBezTo>
                  <a:cubicBezTo>
                    <a:pt x="30" y="17"/>
                    <a:pt x="41" y="7"/>
                    <a:pt x="54" y="7"/>
                  </a:cubicBezTo>
                  <a:cubicBezTo>
                    <a:pt x="66" y="7"/>
                    <a:pt x="77" y="17"/>
                    <a:pt x="77" y="30"/>
                  </a:cubicBezTo>
                  <a:cubicBezTo>
                    <a:pt x="77" y="43"/>
                    <a:pt x="66" y="54"/>
                    <a:pt x="54" y="54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4" name="Group 345">
            <a:extLst>
              <a:ext uri="{FF2B5EF4-FFF2-40B4-BE49-F238E27FC236}">
                <a16:creationId xmlns:a16="http://schemas.microsoft.com/office/drawing/2014/main" id="{06FB5EE6-E6B9-56E8-4D2B-CD174487E84B}"/>
              </a:ext>
            </a:extLst>
          </p:cNvPr>
          <p:cNvGrpSpPr/>
          <p:nvPr/>
        </p:nvGrpSpPr>
        <p:grpSpPr>
          <a:xfrm>
            <a:off x="6359512" y="5067299"/>
            <a:ext cx="392328" cy="261259"/>
            <a:chOff x="4867275" y="2600326"/>
            <a:chExt cx="412750" cy="277813"/>
          </a:xfrm>
        </p:grpSpPr>
        <p:sp>
          <p:nvSpPr>
            <p:cNvPr id="45" name="Freeform 298">
              <a:extLst>
                <a:ext uri="{FF2B5EF4-FFF2-40B4-BE49-F238E27FC236}">
                  <a16:creationId xmlns:a16="http://schemas.microsoft.com/office/drawing/2014/main" id="{2E4B164E-7298-8CB1-DB97-C1265F34E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275" y="2600326"/>
              <a:ext cx="220663" cy="277813"/>
            </a:xfrm>
            <a:custGeom>
              <a:avLst/>
              <a:gdLst>
                <a:gd name="T0" fmla="*/ 51 w 59"/>
                <a:gd name="T1" fmla="*/ 60 h 74"/>
                <a:gd name="T2" fmla="*/ 37 w 59"/>
                <a:gd name="T3" fmla="*/ 64 h 74"/>
                <a:gd name="T4" fmla="*/ 10 w 59"/>
                <a:gd name="T5" fmla="*/ 37 h 74"/>
                <a:gd name="T6" fmla="*/ 37 w 59"/>
                <a:gd name="T7" fmla="*/ 10 h 74"/>
                <a:gd name="T8" fmla="*/ 51 w 59"/>
                <a:gd name="T9" fmla="*/ 14 h 74"/>
                <a:gd name="T10" fmla="*/ 59 w 59"/>
                <a:gd name="T11" fmla="*/ 7 h 74"/>
                <a:gd name="T12" fmla="*/ 37 w 59"/>
                <a:gd name="T13" fmla="*/ 0 h 74"/>
                <a:gd name="T14" fmla="*/ 0 w 59"/>
                <a:gd name="T15" fmla="*/ 37 h 74"/>
                <a:gd name="T16" fmla="*/ 37 w 59"/>
                <a:gd name="T17" fmla="*/ 74 h 74"/>
                <a:gd name="T18" fmla="*/ 59 w 59"/>
                <a:gd name="T19" fmla="*/ 68 h 74"/>
                <a:gd name="T20" fmla="*/ 51 w 59"/>
                <a:gd name="T21" fmla="*/ 6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1" y="60"/>
                  </a:moveTo>
                  <a:cubicBezTo>
                    <a:pt x="47" y="63"/>
                    <a:pt x="43" y="64"/>
                    <a:pt x="37" y="64"/>
                  </a:cubicBezTo>
                  <a:cubicBezTo>
                    <a:pt x="23" y="64"/>
                    <a:pt x="10" y="52"/>
                    <a:pt x="10" y="37"/>
                  </a:cubicBezTo>
                  <a:cubicBezTo>
                    <a:pt x="10" y="22"/>
                    <a:pt x="23" y="10"/>
                    <a:pt x="37" y="10"/>
                  </a:cubicBezTo>
                  <a:cubicBezTo>
                    <a:pt x="43" y="10"/>
                    <a:pt x="47" y="12"/>
                    <a:pt x="51" y="14"/>
                  </a:cubicBezTo>
                  <a:cubicBezTo>
                    <a:pt x="54" y="11"/>
                    <a:pt x="56" y="9"/>
                    <a:pt x="59" y="7"/>
                  </a:cubicBezTo>
                  <a:cubicBezTo>
                    <a:pt x="53" y="3"/>
                    <a:pt x="46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58"/>
                    <a:pt x="17" y="74"/>
                    <a:pt x="37" y="74"/>
                  </a:cubicBezTo>
                  <a:cubicBezTo>
                    <a:pt x="45" y="74"/>
                    <a:pt x="53" y="72"/>
                    <a:pt x="59" y="68"/>
                  </a:cubicBezTo>
                  <a:cubicBezTo>
                    <a:pt x="56" y="66"/>
                    <a:pt x="53" y="63"/>
                    <a:pt x="51" y="6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99">
              <a:extLst>
                <a:ext uri="{FF2B5EF4-FFF2-40B4-BE49-F238E27FC236}">
                  <a16:creationId xmlns:a16="http://schemas.microsoft.com/office/drawing/2014/main" id="{F97D6B55-7B20-6FE1-F77A-FCC83DC692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8875" y="2625726"/>
              <a:ext cx="311150" cy="225425"/>
            </a:xfrm>
            <a:custGeom>
              <a:avLst/>
              <a:gdLst>
                <a:gd name="T0" fmla="*/ 54 w 83"/>
                <a:gd name="T1" fmla="*/ 0 h 60"/>
                <a:gd name="T2" fmla="*/ 24 w 83"/>
                <a:gd name="T3" fmla="*/ 26 h 60"/>
                <a:gd name="T4" fmla="*/ 19 w 83"/>
                <a:gd name="T5" fmla="*/ 26 h 60"/>
                <a:gd name="T6" fmla="*/ 10 w 83"/>
                <a:gd name="T7" fmla="*/ 20 h 60"/>
                <a:gd name="T8" fmla="*/ 0 w 83"/>
                <a:gd name="T9" fmla="*/ 30 h 60"/>
                <a:gd name="T10" fmla="*/ 10 w 83"/>
                <a:gd name="T11" fmla="*/ 40 h 60"/>
                <a:gd name="T12" fmla="*/ 19 w 83"/>
                <a:gd name="T13" fmla="*/ 34 h 60"/>
                <a:gd name="T14" fmla="*/ 24 w 83"/>
                <a:gd name="T15" fmla="*/ 34 h 60"/>
                <a:gd name="T16" fmla="*/ 54 w 83"/>
                <a:gd name="T17" fmla="*/ 60 h 60"/>
                <a:gd name="T18" fmla="*/ 83 w 83"/>
                <a:gd name="T19" fmla="*/ 30 h 60"/>
                <a:gd name="T20" fmla="*/ 54 w 83"/>
                <a:gd name="T21" fmla="*/ 0 h 60"/>
                <a:gd name="T22" fmla="*/ 54 w 83"/>
                <a:gd name="T23" fmla="*/ 54 h 60"/>
                <a:gd name="T24" fmla="*/ 30 w 83"/>
                <a:gd name="T25" fmla="*/ 30 h 60"/>
                <a:gd name="T26" fmla="*/ 54 w 83"/>
                <a:gd name="T27" fmla="*/ 7 h 60"/>
                <a:gd name="T28" fmla="*/ 77 w 83"/>
                <a:gd name="T29" fmla="*/ 30 h 60"/>
                <a:gd name="T30" fmla="*/ 54 w 83"/>
                <a:gd name="T31" fmla="*/ 5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0">
                  <a:moveTo>
                    <a:pt x="54" y="0"/>
                  </a:moveTo>
                  <a:cubicBezTo>
                    <a:pt x="38" y="0"/>
                    <a:pt x="26" y="11"/>
                    <a:pt x="24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3"/>
                    <a:pt x="14" y="20"/>
                    <a:pt x="10" y="20"/>
                  </a:cubicBezTo>
                  <a:cubicBezTo>
                    <a:pt x="5" y="20"/>
                    <a:pt x="0" y="25"/>
                    <a:pt x="0" y="30"/>
                  </a:cubicBezTo>
                  <a:cubicBezTo>
                    <a:pt x="0" y="36"/>
                    <a:pt x="5" y="40"/>
                    <a:pt x="10" y="40"/>
                  </a:cubicBezTo>
                  <a:cubicBezTo>
                    <a:pt x="14" y="40"/>
                    <a:pt x="18" y="38"/>
                    <a:pt x="19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6" y="49"/>
                    <a:pt x="38" y="60"/>
                    <a:pt x="54" y="60"/>
                  </a:cubicBezTo>
                  <a:cubicBezTo>
                    <a:pt x="70" y="60"/>
                    <a:pt x="83" y="47"/>
                    <a:pt x="83" y="30"/>
                  </a:cubicBezTo>
                  <a:cubicBezTo>
                    <a:pt x="83" y="14"/>
                    <a:pt x="70" y="0"/>
                    <a:pt x="54" y="0"/>
                  </a:cubicBezTo>
                  <a:close/>
                  <a:moveTo>
                    <a:pt x="54" y="54"/>
                  </a:moveTo>
                  <a:cubicBezTo>
                    <a:pt x="41" y="54"/>
                    <a:pt x="30" y="43"/>
                    <a:pt x="30" y="30"/>
                  </a:cubicBezTo>
                  <a:cubicBezTo>
                    <a:pt x="30" y="17"/>
                    <a:pt x="41" y="7"/>
                    <a:pt x="54" y="7"/>
                  </a:cubicBezTo>
                  <a:cubicBezTo>
                    <a:pt x="66" y="7"/>
                    <a:pt x="77" y="17"/>
                    <a:pt x="77" y="30"/>
                  </a:cubicBezTo>
                  <a:cubicBezTo>
                    <a:pt x="77" y="43"/>
                    <a:pt x="66" y="54"/>
                    <a:pt x="54" y="54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7" name="Group 345">
            <a:extLst>
              <a:ext uri="{FF2B5EF4-FFF2-40B4-BE49-F238E27FC236}">
                <a16:creationId xmlns:a16="http://schemas.microsoft.com/office/drawing/2014/main" id="{50F1D6FE-F3A3-5F5B-8963-C0A52CC912DD}"/>
              </a:ext>
            </a:extLst>
          </p:cNvPr>
          <p:cNvGrpSpPr/>
          <p:nvPr/>
        </p:nvGrpSpPr>
        <p:grpSpPr>
          <a:xfrm>
            <a:off x="6924752" y="5067299"/>
            <a:ext cx="392328" cy="261259"/>
            <a:chOff x="4867275" y="2600326"/>
            <a:chExt cx="412750" cy="277813"/>
          </a:xfrm>
        </p:grpSpPr>
        <p:sp>
          <p:nvSpPr>
            <p:cNvPr id="48" name="Freeform 298">
              <a:extLst>
                <a:ext uri="{FF2B5EF4-FFF2-40B4-BE49-F238E27FC236}">
                  <a16:creationId xmlns:a16="http://schemas.microsoft.com/office/drawing/2014/main" id="{0BC7439D-9C9B-6AF7-213A-87CF0C486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275" y="2600326"/>
              <a:ext cx="220663" cy="277813"/>
            </a:xfrm>
            <a:custGeom>
              <a:avLst/>
              <a:gdLst>
                <a:gd name="T0" fmla="*/ 51 w 59"/>
                <a:gd name="T1" fmla="*/ 60 h 74"/>
                <a:gd name="T2" fmla="*/ 37 w 59"/>
                <a:gd name="T3" fmla="*/ 64 h 74"/>
                <a:gd name="T4" fmla="*/ 10 w 59"/>
                <a:gd name="T5" fmla="*/ 37 h 74"/>
                <a:gd name="T6" fmla="*/ 37 w 59"/>
                <a:gd name="T7" fmla="*/ 10 h 74"/>
                <a:gd name="T8" fmla="*/ 51 w 59"/>
                <a:gd name="T9" fmla="*/ 14 h 74"/>
                <a:gd name="T10" fmla="*/ 59 w 59"/>
                <a:gd name="T11" fmla="*/ 7 h 74"/>
                <a:gd name="T12" fmla="*/ 37 w 59"/>
                <a:gd name="T13" fmla="*/ 0 h 74"/>
                <a:gd name="T14" fmla="*/ 0 w 59"/>
                <a:gd name="T15" fmla="*/ 37 h 74"/>
                <a:gd name="T16" fmla="*/ 37 w 59"/>
                <a:gd name="T17" fmla="*/ 74 h 74"/>
                <a:gd name="T18" fmla="*/ 59 w 59"/>
                <a:gd name="T19" fmla="*/ 68 h 74"/>
                <a:gd name="T20" fmla="*/ 51 w 59"/>
                <a:gd name="T21" fmla="*/ 6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1" y="60"/>
                  </a:moveTo>
                  <a:cubicBezTo>
                    <a:pt x="47" y="63"/>
                    <a:pt x="43" y="64"/>
                    <a:pt x="37" y="64"/>
                  </a:cubicBezTo>
                  <a:cubicBezTo>
                    <a:pt x="23" y="64"/>
                    <a:pt x="10" y="52"/>
                    <a:pt x="10" y="37"/>
                  </a:cubicBezTo>
                  <a:cubicBezTo>
                    <a:pt x="10" y="22"/>
                    <a:pt x="23" y="10"/>
                    <a:pt x="37" y="10"/>
                  </a:cubicBezTo>
                  <a:cubicBezTo>
                    <a:pt x="43" y="10"/>
                    <a:pt x="47" y="12"/>
                    <a:pt x="51" y="14"/>
                  </a:cubicBezTo>
                  <a:cubicBezTo>
                    <a:pt x="54" y="11"/>
                    <a:pt x="56" y="9"/>
                    <a:pt x="59" y="7"/>
                  </a:cubicBezTo>
                  <a:cubicBezTo>
                    <a:pt x="53" y="3"/>
                    <a:pt x="46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58"/>
                    <a:pt x="17" y="74"/>
                    <a:pt x="37" y="74"/>
                  </a:cubicBezTo>
                  <a:cubicBezTo>
                    <a:pt x="45" y="74"/>
                    <a:pt x="53" y="72"/>
                    <a:pt x="59" y="68"/>
                  </a:cubicBezTo>
                  <a:cubicBezTo>
                    <a:pt x="56" y="66"/>
                    <a:pt x="53" y="63"/>
                    <a:pt x="51" y="6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99">
              <a:extLst>
                <a:ext uri="{FF2B5EF4-FFF2-40B4-BE49-F238E27FC236}">
                  <a16:creationId xmlns:a16="http://schemas.microsoft.com/office/drawing/2014/main" id="{6A44EFBC-3946-9402-BD78-3FEA056B90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8875" y="2625726"/>
              <a:ext cx="311150" cy="225425"/>
            </a:xfrm>
            <a:custGeom>
              <a:avLst/>
              <a:gdLst>
                <a:gd name="T0" fmla="*/ 54 w 83"/>
                <a:gd name="T1" fmla="*/ 0 h 60"/>
                <a:gd name="T2" fmla="*/ 24 w 83"/>
                <a:gd name="T3" fmla="*/ 26 h 60"/>
                <a:gd name="T4" fmla="*/ 19 w 83"/>
                <a:gd name="T5" fmla="*/ 26 h 60"/>
                <a:gd name="T6" fmla="*/ 10 w 83"/>
                <a:gd name="T7" fmla="*/ 20 h 60"/>
                <a:gd name="T8" fmla="*/ 0 w 83"/>
                <a:gd name="T9" fmla="*/ 30 h 60"/>
                <a:gd name="T10" fmla="*/ 10 w 83"/>
                <a:gd name="T11" fmla="*/ 40 h 60"/>
                <a:gd name="T12" fmla="*/ 19 w 83"/>
                <a:gd name="T13" fmla="*/ 34 h 60"/>
                <a:gd name="T14" fmla="*/ 24 w 83"/>
                <a:gd name="T15" fmla="*/ 34 h 60"/>
                <a:gd name="T16" fmla="*/ 54 w 83"/>
                <a:gd name="T17" fmla="*/ 60 h 60"/>
                <a:gd name="T18" fmla="*/ 83 w 83"/>
                <a:gd name="T19" fmla="*/ 30 h 60"/>
                <a:gd name="T20" fmla="*/ 54 w 83"/>
                <a:gd name="T21" fmla="*/ 0 h 60"/>
                <a:gd name="T22" fmla="*/ 54 w 83"/>
                <a:gd name="T23" fmla="*/ 54 h 60"/>
                <a:gd name="T24" fmla="*/ 30 w 83"/>
                <a:gd name="T25" fmla="*/ 30 h 60"/>
                <a:gd name="T26" fmla="*/ 54 w 83"/>
                <a:gd name="T27" fmla="*/ 7 h 60"/>
                <a:gd name="T28" fmla="*/ 77 w 83"/>
                <a:gd name="T29" fmla="*/ 30 h 60"/>
                <a:gd name="T30" fmla="*/ 54 w 83"/>
                <a:gd name="T31" fmla="*/ 5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0">
                  <a:moveTo>
                    <a:pt x="54" y="0"/>
                  </a:moveTo>
                  <a:cubicBezTo>
                    <a:pt x="38" y="0"/>
                    <a:pt x="26" y="11"/>
                    <a:pt x="24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3"/>
                    <a:pt x="14" y="20"/>
                    <a:pt x="10" y="20"/>
                  </a:cubicBezTo>
                  <a:cubicBezTo>
                    <a:pt x="5" y="20"/>
                    <a:pt x="0" y="25"/>
                    <a:pt x="0" y="30"/>
                  </a:cubicBezTo>
                  <a:cubicBezTo>
                    <a:pt x="0" y="36"/>
                    <a:pt x="5" y="40"/>
                    <a:pt x="10" y="40"/>
                  </a:cubicBezTo>
                  <a:cubicBezTo>
                    <a:pt x="14" y="40"/>
                    <a:pt x="18" y="38"/>
                    <a:pt x="19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6" y="49"/>
                    <a:pt x="38" y="60"/>
                    <a:pt x="54" y="60"/>
                  </a:cubicBezTo>
                  <a:cubicBezTo>
                    <a:pt x="70" y="60"/>
                    <a:pt x="83" y="47"/>
                    <a:pt x="83" y="30"/>
                  </a:cubicBezTo>
                  <a:cubicBezTo>
                    <a:pt x="83" y="14"/>
                    <a:pt x="70" y="0"/>
                    <a:pt x="54" y="0"/>
                  </a:cubicBezTo>
                  <a:close/>
                  <a:moveTo>
                    <a:pt x="54" y="54"/>
                  </a:moveTo>
                  <a:cubicBezTo>
                    <a:pt x="41" y="54"/>
                    <a:pt x="30" y="43"/>
                    <a:pt x="30" y="30"/>
                  </a:cubicBezTo>
                  <a:cubicBezTo>
                    <a:pt x="30" y="17"/>
                    <a:pt x="41" y="7"/>
                    <a:pt x="54" y="7"/>
                  </a:cubicBezTo>
                  <a:cubicBezTo>
                    <a:pt x="66" y="7"/>
                    <a:pt x="77" y="17"/>
                    <a:pt x="77" y="30"/>
                  </a:cubicBezTo>
                  <a:cubicBezTo>
                    <a:pt x="77" y="43"/>
                    <a:pt x="66" y="54"/>
                    <a:pt x="54" y="54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0" name="Group 345">
            <a:extLst>
              <a:ext uri="{FF2B5EF4-FFF2-40B4-BE49-F238E27FC236}">
                <a16:creationId xmlns:a16="http://schemas.microsoft.com/office/drawing/2014/main" id="{30AE4565-E806-7DEF-2A12-67B1047B7C89}"/>
              </a:ext>
            </a:extLst>
          </p:cNvPr>
          <p:cNvGrpSpPr/>
          <p:nvPr/>
        </p:nvGrpSpPr>
        <p:grpSpPr>
          <a:xfrm>
            <a:off x="7579951" y="5067299"/>
            <a:ext cx="392328" cy="261259"/>
            <a:chOff x="4867275" y="2600326"/>
            <a:chExt cx="412750" cy="277813"/>
          </a:xfrm>
        </p:grpSpPr>
        <p:sp>
          <p:nvSpPr>
            <p:cNvPr id="51" name="Freeform 298">
              <a:extLst>
                <a:ext uri="{FF2B5EF4-FFF2-40B4-BE49-F238E27FC236}">
                  <a16:creationId xmlns:a16="http://schemas.microsoft.com/office/drawing/2014/main" id="{60B0C9B2-4430-30A0-B68B-EA43604AB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275" y="2600326"/>
              <a:ext cx="220663" cy="277813"/>
            </a:xfrm>
            <a:custGeom>
              <a:avLst/>
              <a:gdLst>
                <a:gd name="T0" fmla="*/ 51 w 59"/>
                <a:gd name="T1" fmla="*/ 60 h 74"/>
                <a:gd name="T2" fmla="*/ 37 w 59"/>
                <a:gd name="T3" fmla="*/ 64 h 74"/>
                <a:gd name="T4" fmla="*/ 10 w 59"/>
                <a:gd name="T5" fmla="*/ 37 h 74"/>
                <a:gd name="T6" fmla="*/ 37 w 59"/>
                <a:gd name="T7" fmla="*/ 10 h 74"/>
                <a:gd name="T8" fmla="*/ 51 w 59"/>
                <a:gd name="T9" fmla="*/ 14 h 74"/>
                <a:gd name="T10" fmla="*/ 59 w 59"/>
                <a:gd name="T11" fmla="*/ 7 h 74"/>
                <a:gd name="T12" fmla="*/ 37 w 59"/>
                <a:gd name="T13" fmla="*/ 0 h 74"/>
                <a:gd name="T14" fmla="*/ 0 w 59"/>
                <a:gd name="T15" fmla="*/ 37 h 74"/>
                <a:gd name="T16" fmla="*/ 37 w 59"/>
                <a:gd name="T17" fmla="*/ 74 h 74"/>
                <a:gd name="T18" fmla="*/ 59 w 59"/>
                <a:gd name="T19" fmla="*/ 68 h 74"/>
                <a:gd name="T20" fmla="*/ 51 w 59"/>
                <a:gd name="T21" fmla="*/ 6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1" y="60"/>
                  </a:moveTo>
                  <a:cubicBezTo>
                    <a:pt x="47" y="63"/>
                    <a:pt x="43" y="64"/>
                    <a:pt x="37" y="64"/>
                  </a:cubicBezTo>
                  <a:cubicBezTo>
                    <a:pt x="23" y="64"/>
                    <a:pt x="10" y="52"/>
                    <a:pt x="10" y="37"/>
                  </a:cubicBezTo>
                  <a:cubicBezTo>
                    <a:pt x="10" y="22"/>
                    <a:pt x="23" y="10"/>
                    <a:pt x="37" y="10"/>
                  </a:cubicBezTo>
                  <a:cubicBezTo>
                    <a:pt x="43" y="10"/>
                    <a:pt x="47" y="12"/>
                    <a:pt x="51" y="14"/>
                  </a:cubicBezTo>
                  <a:cubicBezTo>
                    <a:pt x="54" y="11"/>
                    <a:pt x="56" y="9"/>
                    <a:pt x="59" y="7"/>
                  </a:cubicBezTo>
                  <a:cubicBezTo>
                    <a:pt x="53" y="3"/>
                    <a:pt x="46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58"/>
                    <a:pt x="17" y="74"/>
                    <a:pt x="37" y="74"/>
                  </a:cubicBezTo>
                  <a:cubicBezTo>
                    <a:pt x="45" y="74"/>
                    <a:pt x="53" y="72"/>
                    <a:pt x="59" y="68"/>
                  </a:cubicBezTo>
                  <a:cubicBezTo>
                    <a:pt x="56" y="66"/>
                    <a:pt x="53" y="63"/>
                    <a:pt x="51" y="6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99">
              <a:extLst>
                <a:ext uri="{FF2B5EF4-FFF2-40B4-BE49-F238E27FC236}">
                  <a16:creationId xmlns:a16="http://schemas.microsoft.com/office/drawing/2014/main" id="{46E02681-CC42-A895-AA3E-7C69AA721D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8875" y="2625726"/>
              <a:ext cx="311150" cy="225425"/>
            </a:xfrm>
            <a:custGeom>
              <a:avLst/>
              <a:gdLst>
                <a:gd name="T0" fmla="*/ 54 w 83"/>
                <a:gd name="T1" fmla="*/ 0 h 60"/>
                <a:gd name="T2" fmla="*/ 24 w 83"/>
                <a:gd name="T3" fmla="*/ 26 h 60"/>
                <a:gd name="T4" fmla="*/ 19 w 83"/>
                <a:gd name="T5" fmla="*/ 26 h 60"/>
                <a:gd name="T6" fmla="*/ 10 w 83"/>
                <a:gd name="T7" fmla="*/ 20 h 60"/>
                <a:gd name="T8" fmla="*/ 0 w 83"/>
                <a:gd name="T9" fmla="*/ 30 h 60"/>
                <a:gd name="T10" fmla="*/ 10 w 83"/>
                <a:gd name="T11" fmla="*/ 40 h 60"/>
                <a:gd name="T12" fmla="*/ 19 w 83"/>
                <a:gd name="T13" fmla="*/ 34 h 60"/>
                <a:gd name="T14" fmla="*/ 24 w 83"/>
                <a:gd name="T15" fmla="*/ 34 h 60"/>
                <a:gd name="T16" fmla="*/ 54 w 83"/>
                <a:gd name="T17" fmla="*/ 60 h 60"/>
                <a:gd name="T18" fmla="*/ 83 w 83"/>
                <a:gd name="T19" fmla="*/ 30 h 60"/>
                <a:gd name="T20" fmla="*/ 54 w 83"/>
                <a:gd name="T21" fmla="*/ 0 h 60"/>
                <a:gd name="T22" fmla="*/ 54 w 83"/>
                <a:gd name="T23" fmla="*/ 54 h 60"/>
                <a:gd name="T24" fmla="*/ 30 w 83"/>
                <a:gd name="T25" fmla="*/ 30 h 60"/>
                <a:gd name="T26" fmla="*/ 54 w 83"/>
                <a:gd name="T27" fmla="*/ 7 h 60"/>
                <a:gd name="T28" fmla="*/ 77 w 83"/>
                <a:gd name="T29" fmla="*/ 30 h 60"/>
                <a:gd name="T30" fmla="*/ 54 w 83"/>
                <a:gd name="T31" fmla="*/ 5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0">
                  <a:moveTo>
                    <a:pt x="54" y="0"/>
                  </a:moveTo>
                  <a:cubicBezTo>
                    <a:pt x="38" y="0"/>
                    <a:pt x="26" y="11"/>
                    <a:pt x="24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3"/>
                    <a:pt x="14" y="20"/>
                    <a:pt x="10" y="20"/>
                  </a:cubicBezTo>
                  <a:cubicBezTo>
                    <a:pt x="5" y="20"/>
                    <a:pt x="0" y="25"/>
                    <a:pt x="0" y="30"/>
                  </a:cubicBezTo>
                  <a:cubicBezTo>
                    <a:pt x="0" y="36"/>
                    <a:pt x="5" y="40"/>
                    <a:pt x="10" y="40"/>
                  </a:cubicBezTo>
                  <a:cubicBezTo>
                    <a:pt x="14" y="40"/>
                    <a:pt x="18" y="38"/>
                    <a:pt x="19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6" y="49"/>
                    <a:pt x="38" y="60"/>
                    <a:pt x="54" y="60"/>
                  </a:cubicBezTo>
                  <a:cubicBezTo>
                    <a:pt x="70" y="60"/>
                    <a:pt x="83" y="47"/>
                    <a:pt x="83" y="30"/>
                  </a:cubicBezTo>
                  <a:cubicBezTo>
                    <a:pt x="83" y="14"/>
                    <a:pt x="70" y="0"/>
                    <a:pt x="54" y="0"/>
                  </a:cubicBezTo>
                  <a:close/>
                  <a:moveTo>
                    <a:pt x="54" y="54"/>
                  </a:moveTo>
                  <a:cubicBezTo>
                    <a:pt x="41" y="54"/>
                    <a:pt x="30" y="43"/>
                    <a:pt x="30" y="30"/>
                  </a:cubicBezTo>
                  <a:cubicBezTo>
                    <a:pt x="30" y="17"/>
                    <a:pt x="41" y="7"/>
                    <a:pt x="54" y="7"/>
                  </a:cubicBezTo>
                  <a:cubicBezTo>
                    <a:pt x="66" y="7"/>
                    <a:pt x="77" y="17"/>
                    <a:pt x="77" y="30"/>
                  </a:cubicBezTo>
                  <a:cubicBezTo>
                    <a:pt x="77" y="43"/>
                    <a:pt x="66" y="54"/>
                    <a:pt x="54" y="54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3" name="Group 345">
            <a:extLst>
              <a:ext uri="{FF2B5EF4-FFF2-40B4-BE49-F238E27FC236}">
                <a16:creationId xmlns:a16="http://schemas.microsoft.com/office/drawing/2014/main" id="{51DADB03-BB4C-5369-6042-177193D17F84}"/>
              </a:ext>
            </a:extLst>
          </p:cNvPr>
          <p:cNvGrpSpPr/>
          <p:nvPr/>
        </p:nvGrpSpPr>
        <p:grpSpPr>
          <a:xfrm>
            <a:off x="8145191" y="5067299"/>
            <a:ext cx="392328" cy="261259"/>
            <a:chOff x="4867275" y="2600326"/>
            <a:chExt cx="412750" cy="277813"/>
          </a:xfrm>
        </p:grpSpPr>
        <p:sp>
          <p:nvSpPr>
            <p:cNvPr id="54" name="Freeform 298">
              <a:extLst>
                <a:ext uri="{FF2B5EF4-FFF2-40B4-BE49-F238E27FC236}">
                  <a16:creationId xmlns:a16="http://schemas.microsoft.com/office/drawing/2014/main" id="{E53173D4-9093-88D6-9153-5568CF8B2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275" y="2600326"/>
              <a:ext cx="220663" cy="277813"/>
            </a:xfrm>
            <a:custGeom>
              <a:avLst/>
              <a:gdLst>
                <a:gd name="T0" fmla="*/ 51 w 59"/>
                <a:gd name="T1" fmla="*/ 60 h 74"/>
                <a:gd name="T2" fmla="*/ 37 w 59"/>
                <a:gd name="T3" fmla="*/ 64 h 74"/>
                <a:gd name="T4" fmla="*/ 10 w 59"/>
                <a:gd name="T5" fmla="*/ 37 h 74"/>
                <a:gd name="T6" fmla="*/ 37 w 59"/>
                <a:gd name="T7" fmla="*/ 10 h 74"/>
                <a:gd name="T8" fmla="*/ 51 w 59"/>
                <a:gd name="T9" fmla="*/ 14 h 74"/>
                <a:gd name="T10" fmla="*/ 59 w 59"/>
                <a:gd name="T11" fmla="*/ 7 h 74"/>
                <a:gd name="T12" fmla="*/ 37 w 59"/>
                <a:gd name="T13" fmla="*/ 0 h 74"/>
                <a:gd name="T14" fmla="*/ 0 w 59"/>
                <a:gd name="T15" fmla="*/ 37 h 74"/>
                <a:gd name="T16" fmla="*/ 37 w 59"/>
                <a:gd name="T17" fmla="*/ 74 h 74"/>
                <a:gd name="T18" fmla="*/ 59 w 59"/>
                <a:gd name="T19" fmla="*/ 68 h 74"/>
                <a:gd name="T20" fmla="*/ 51 w 59"/>
                <a:gd name="T21" fmla="*/ 6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1" y="60"/>
                  </a:moveTo>
                  <a:cubicBezTo>
                    <a:pt x="47" y="63"/>
                    <a:pt x="43" y="64"/>
                    <a:pt x="37" y="64"/>
                  </a:cubicBezTo>
                  <a:cubicBezTo>
                    <a:pt x="23" y="64"/>
                    <a:pt x="10" y="52"/>
                    <a:pt x="10" y="37"/>
                  </a:cubicBezTo>
                  <a:cubicBezTo>
                    <a:pt x="10" y="22"/>
                    <a:pt x="23" y="10"/>
                    <a:pt x="37" y="10"/>
                  </a:cubicBezTo>
                  <a:cubicBezTo>
                    <a:pt x="43" y="10"/>
                    <a:pt x="47" y="12"/>
                    <a:pt x="51" y="14"/>
                  </a:cubicBezTo>
                  <a:cubicBezTo>
                    <a:pt x="54" y="11"/>
                    <a:pt x="56" y="9"/>
                    <a:pt x="59" y="7"/>
                  </a:cubicBezTo>
                  <a:cubicBezTo>
                    <a:pt x="53" y="3"/>
                    <a:pt x="46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58"/>
                    <a:pt x="17" y="74"/>
                    <a:pt x="37" y="74"/>
                  </a:cubicBezTo>
                  <a:cubicBezTo>
                    <a:pt x="45" y="74"/>
                    <a:pt x="53" y="72"/>
                    <a:pt x="59" y="68"/>
                  </a:cubicBezTo>
                  <a:cubicBezTo>
                    <a:pt x="56" y="66"/>
                    <a:pt x="53" y="63"/>
                    <a:pt x="51" y="60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99">
              <a:extLst>
                <a:ext uri="{FF2B5EF4-FFF2-40B4-BE49-F238E27FC236}">
                  <a16:creationId xmlns:a16="http://schemas.microsoft.com/office/drawing/2014/main" id="{529E9769-261B-38C6-B28E-4EFA1FD727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8875" y="2625726"/>
              <a:ext cx="311150" cy="225425"/>
            </a:xfrm>
            <a:custGeom>
              <a:avLst/>
              <a:gdLst>
                <a:gd name="T0" fmla="*/ 54 w 83"/>
                <a:gd name="T1" fmla="*/ 0 h 60"/>
                <a:gd name="T2" fmla="*/ 24 w 83"/>
                <a:gd name="T3" fmla="*/ 26 h 60"/>
                <a:gd name="T4" fmla="*/ 19 w 83"/>
                <a:gd name="T5" fmla="*/ 26 h 60"/>
                <a:gd name="T6" fmla="*/ 10 w 83"/>
                <a:gd name="T7" fmla="*/ 20 h 60"/>
                <a:gd name="T8" fmla="*/ 0 w 83"/>
                <a:gd name="T9" fmla="*/ 30 h 60"/>
                <a:gd name="T10" fmla="*/ 10 w 83"/>
                <a:gd name="T11" fmla="*/ 40 h 60"/>
                <a:gd name="T12" fmla="*/ 19 w 83"/>
                <a:gd name="T13" fmla="*/ 34 h 60"/>
                <a:gd name="T14" fmla="*/ 24 w 83"/>
                <a:gd name="T15" fmla="*/ 34 h 60"/>
                <a:gd name="T16" fmla="*/ 54 w 83"/>
                <a:gd name="T17" fmla="*/ 60 h 60"/>
                <a:gd name="T18" fmla="*/ 83 w 83"/>
                <a:gd name="T19" fmla="*/ 30 h 60"/>
                <a:gd name="T20" fmla="*/ 54 w 83"/>
                <a:gd name="T21" fmla="*/ 0 h 60"/>
                <a:gd name="T22" fmla="*/ 54 w 83"/>
                <a:gd name="T23" fmla="*/ 54 h 60"/>
                <a:gd name="T24" fmla="*/ 30 w 83"/>
                <a:gd name="T25" fmla="*/ 30 h 60"/>
                <a:gd name="T26" fmla="*/ 54 w 83"/>
                <a:gd name="T27" fmla="*/ 7 h 60"/>
                <a:gd name="T28" fmla="*/ 77 w 83"/>
                <a:gd name="T29" fmla="*/ 30 h 60"/>
                <a:gd name="T30" fmla="*/ 54 w 83"/>
                <a:gd name="T31" fmla="*/ 5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0">
                  <a:moveTo>
                    <a:pt x="54" y="0"/>
                  </a:moveTo>
                  <a:cubicBezTo>
                    <a:pt x="38" y="0"/>
                    <a:pt x="26" y="11"/>
                    <a:pt x="24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3"/>
                    <a:pt x="14" y="20"/>
                    <a:pt x="10" y="20"/>
                  </a:cubicBezTo>
                  <a:cubicBezTo>
                    <a:pt x="5" y="20"/>
                    <a:pt x="0" y="25"/>
                    <a:pt x="0" y="30"/>
                  </a:cubicBezTo>
                  <a:cubicBezTo>
                    <a:pt x="0" y="36"/>
                    <a:pt x="5" y="40"/>
                    <a:pt x="10" y="40"/>
                  </a:cubicBezTo>
                  <a:cubicBezTo>
                    <a:pt x="14" y="40"/>
                    <a:pt x="18" y="38"/>
                    <a:pt x="19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6" y="49"/>
                    <a:pt x="38" y="60"/>
                    <a:pt x="54" y="60"/>
                  </a:cubicBezTo>
                  <a:cubicBezTo>
                    <a:pt x="70" y="60"/>
                    <a:pt x="83" y="47"/>
                    <a:pt x="83" y="30"/>
                  </a:cubicBezTo>
                  <a:cubicBezTo>
                    <a:pt x="83" y="14"/>
                    <a:pt x="70" y="0"/>
                    <a:pt x="54" y="0"/>
                  </a:cubicBezTo>
                  <a:close/>
                  <a:moveTo>
                    <a:pt x="54" y="54"/>
                  </a:moveTo>
                  <a:cubicBezTo>
                    <a:pt x="41" y="54"/>
                    <a:pt x="30" y="43"/>
                    <a:pt x="30" y="30"/>
                  </a:cubicBezTo>
                  <a:cubicBezTo>
                    <a:pt x="30" y="17"/>
                    <a:pt x="41" y="7"/>
                    <a:pt x="54" y="7"/>
                  </a:cubicBezTo>
                  <a:cubicBezTo>
                    <a:pt x="66" y="7"/>
                    <a:pt x="77" y="17"/>
                    <a:pt x="77" y="30"/>
                  </a:cubicBezTo>
                  <a:cubicBezTo>
                    <a:pt x="77" y="43"/>
                    <a:pt x="66" y="54"/>
                    <a:pt x="54" y="54"/>
                  </a:cubicBezTo>
                  <a:close/>
                </a:path>
              </a:pathLst>
            </a:custGeom>
            <a:solidFill>
              <a:srgbClr val="00A1D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56" name="Picture 18">
            <a:extLst>
              <a:ext uri="{FF2B5EF4-FFF2-40B4-BE49-F238E27FC236}">
                <a16:creationId xmlns:a16="http://schemas.microsoft.com/office/drawing/2014/main" id="{5A3E1ECD-E80C-C3E6-ACD6-B2D186125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761" y="3620552"/>
            <a:ext cx="680922" cy="6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18">
            <a:extLst>
              <a:ext uri="{FF2B5EF4-FFF2-40B4-BE49-F238E27FC236}">
                <a16:creationId xmlns:a16="http://schemas.microsoft.com/office/drawing/2014/main" id="{C7B45F4A-3A89-A2B7-1438-0A380D863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1505" y="4859615"/>
            <a:ext cx="680922" cy="6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623AD5F0-8A85-7A00-AEEF-E84EA8F33475}"/>
              </a:ext>
            </a:extLst>
          </p:cNvPr>
          <p:cNvSpPr txBox="1"/>
          <p:nvPr/>
        </p:nvSpPr>
        <p:spPr>
          <a:xfrm>
            <a:off x="1006190" y="3046933"/>
            <a:ext cx="2056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Capa de Reception API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7CCC511D-0699-4B00-FBB8-C30EEE80167D}"/>
              </a:ext>
            </a:extLst>
          </p:cNvPr>
          <p:cNvSpPr txBox="1"/>
          <p:nvPr/>
        </p:nvSpPr>
        <p:spPr>
          <a:xfrm>
            <a:off x="1230417" y="3800176"/>
            <a:ext cx="1978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B0F0"/>
                </a:solidFill>
              </a:rPr>
              <a:t>Capa de Business API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F00AE002-4469-7245-8A5D-597601B31408}"/>
              </a:ext>
            </a:extLst>
          </p:cNvPr>
          <p:cNvSpPr txBox="1"/>
          <p:nvPr/>
        </p:nvSpPr>
        <p:spPr>
          <a:xfrm>
            <a:off x="1263966" y="4448063"/>
            <a:ext cx="1758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B0F0"/>
                </a:solidFill>
              </a:rPr>
              <a:t>Capa de Proxy API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7174A95-CDA4-47C0-BCAC-A6244DCFB09C}"/>
              </a:ext>
            </a:extLst>
          </p:cNvPr>
          <p:cNvSpPr txBox="1"/>
          <p:nvPr/>
        </p:nvSpPr>
        <p:spPr>
          <a:xfrm>
            <a:off x="1263966" y="5067299"/>
            <a:ext cx="18485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B0F0"/>
                </a:solidFill>
              </a:rPr>
              <a:t>Capa de System API</a:t>
            </a:r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6B78FD00-8BB9-9668-9FAD-8ADCDFBAFD78}"/>
              </a:ext>
            </a:extLst>
          </p:cNvPr>
          <p:cNvCxnSpPr>
            <a:cxnSpLocks/>
          </p:cNvCxnSpPr>
          <p:nvPr/>
        </p:nvCxnSpPr>
        <p:spPr>
          <a:xfrm>
            <a:off x="869418" y="3405371"/>
            <a:ext cx="2464380" cy="0"/>
          </a:xfrm>
          <a:prstGeom prst="line">
            <a:avLst/>
          </a:prstGeom>
          <a:ln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1B4A9A44-031D-807B-7140-4E3C7B3A33D0}"/>
              </a:ext>
            </a:extLst>
          </p:cNvPr>
          <p:cNvCxnSpPr/>
          <p:nvPr/>
        </p:nvCxnSpPr>
        <p:spPr>
          <a:xfrm>
            <a:off x="1263966" y="4125768"/>
            <a:ext cx="2155276" cy="0"/>
          </a:xfrm>
          <a:prstGeom prst="line">
            <a:avLst/>
          </a:prstGeom>
          <a:ln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Conector recto 1087">
            <a:extLst>
              <a:ext uri="{FF2B5EF4-FFF2-40B4-BE49-F238E27FC236}">
                <a16:creationId xmlns:a16="http://schemas.microsoft.com/office/drawing/2014/main" id="{938FD5E3-B799-E4EB-C9B6-D57A0B2C655C}"/>
              </a:ext>
            </a:extLst>
          </p:cNvPr>
          <p:cNvCxnSpPr/>
          <p:nvPr/>
        </p:nvCxnSpPr>
        <p:spPr>
          <a:xfrm>
            <a:off x="1263966" y="4725123"/>
            <a:ext cx="2155276" cy="0"/>
          </a:xfrm>
          <a:prstGeom prst="line">
            <a:avLst/>
          </a:prstGeom>
          <a:ln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Conector recto 1088">
            <a:extLst>
              <a:ext uri="{FF2B5EF4-FFF2-40B4-BE49-F238E27FC236}">
                <a16:creationId xmlns:a16="http://schemas.microsoft.com/office/drawing/2014/main" id="{F86D9181-508D-7137-F73C-AFC57F8AE911}"/>
              </a:ext>
            </a:extLst>
          </p:cNvPr>
          <p:cNvCxnSpPr/>
          <p:nvPr/>
        </p:nvCxnSpPr>
        <p:spPr>
          <a:xfrm>
            <a:off x="1263966" y="5375076"/>
            <a:ext cx="2155276" cy="0"/>
          </a:xfrm>
          <a:prstGeom prst="line">
            <a:avLst/>
          </a:prstGeom>
          <a:ln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Conector recto 1089">
            <a:extLst>
              <a:ext uri="{FF2B5EF4-FFF2-40B4-BE49-F238E27FC236}">
                <a16:creationId xmlns:a16="http://schemas.microsoft.com/office/drawing/2014/main" id="{3A3D4649-CD95-C8CA-B005-0675F25310E8}"/>
              </a:ext>
            </a:extLst>
          </p:cNvPr>
          <p:cNvCxnSpPr>
            <a:cxnSpLocks/>
          </p:cNvCxnSpPr>
          <p:nvPr/>
        </p:nvCxnSpPr>
        <p:spPr>
          <a:xfrm flipH="1">
            <a:off x="9104816" y="4477584"/>
            <a:ext cx="2854271" cy="0"/>
          </a:xfrm>
          <a:prstGeom prst="line">
            <a:avLst/>
          </a:prstGeom>
          <a:ln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Conector recto 1090">
            <a:extLst>
              <a:ext uri="{FF2B5EF4-FFF2-40B4-BE49-F238E27FC236}">
                <a16:creationId xmlns:a16="http://schemas.microsoft.com/office/drawing/2014/main" id="{BC7DA02B-B6C7-A931-3D97-672DA17C5F94}"/>
              </a:ext>
            </a:extLst>
          </p:cNvPr>
          <p:cNvCxnSpPr>
            <a:cxnSpLocks/>
          </p:cNvCxnSpPr>
          <p:nvPr/>
        </p:nvCxnSpPr>
        <p:spPr>
          <a:xfrm flipH="1">
            <a:off x="10402427" y="5361762"/>
            <a:ext cx="1556660" cy="6853"/>
          </a:xfrm>
          <a:prstGeom prst="line">
            <a:avLst/>
          </a:prstGeom>
          <a:ln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2" name="CuadroTexto 1091">
            <a:extLst>
              <a:ext uri="{FF2B5EF4-FFF2-40B4-BE49-F238E27FC236}">
                <a16:creationId xmlns:a16="http://schemas.microsoft.com/office/drawing/2014/main" id="{96A3CBDE-97E8-D922-C53A-7EEB4B16525B}"/>
              </a:ext>
            </a:extLst>
          </p:cNvPr>
          <p:cNvSpPr txBox="1"/>
          <p:nvPr/>
        </p:nvSpPr>
        <p:spPr>
          <a:xfrm>
            <a:off x="11151102" y="4205760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B0F0"/>
                </a:solidFill>
              </a:rPr>
              <a:t>BIAN</a:t>
            </a:r>
          </a:p>
        </p:txBody>
      </p:sp>
      <p:sp>
        <p:nvSpPr>
          <p:cNvPr id="1093" name="CuadroTexto 1092">
            <a:extLst>
              <a:ext uri="{FF2B5EF4-FFF2-40B4-BE49-F238E27FC236}">
                <a16:creationId xmlns:a16="http://schemas.microsoft.com/office/drawing/2014/main" id="{16FE1C87-1766-A58D-496F-BE4F8B8CEF6A}"/>
              </a:ext>
            </a:extLst>
          </p:cNvPr>
          <p:cNvSpPr txBox="1"/>
          <p:nvPr/>
        </p:nvSpPr>
        <p:spPr>
          <a:xfrm>
            <a:off x="10672095" y="5034671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B0F0"/>
                </a:solidFill>
              </a:rPr>
              <a:t>Connectors</a:t>
            </a:r>
          </a:p>
        </p:txBody>
      </p:sp>
      <p:pic>
        <p:nvPicPr>
          <p:cNvPr id="1094" name="Picture 22" descr="BIAN Tech: The New Portal, Apps and APIs">
            <a:extLst>
              <a:ext uri="{FF2B5EF4-FFF2-40B4-BE49-F238E27FC236}">
                <a16:creationId xmlns:a16="http://schemas.microsoft.com/office/drawing/2014/main" id="{BFF0EA5E-E85F-47F1-93C9-D756F8D01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6095" y="4527812"/>
            <a:ext cx="1410249" cy="33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5" name="CuadroTexto 1094">
            <a:extLst>
              <a:ext uri="{FF2B5EF4-FFF2-40B4-BE49-F238E27FC236}">
                <a16:creationId xmlns:a16="http://schemas.microsoft.com/office/drawing/2014/main" id="{CF2EA3F9-7767-AAC9-01AD-D4E7EDB9E539}"/>
              </a:ext>
            </a:extLst>
          </p:cNvPr>
          <p:cNvSpPr txBox="1"/>
          <p:nvPr/>
        </p:nvSpPr>
        <p:spPr>
          <a:xfrm>
            <a:off x="6292600" y="1904422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B0F0"/>
                </a:solidFill>
              </a:rPr>
              <a:t>Canales</a:t>
            </a:r>
          </a:p>
        </p:txBody>
      </p:sp>
      <p:sp>
        <p:nvSpPr>
          <p:cNvPr id="1096" name="Rectángulo: esquinas redondeadas 1095">
            <a:extLst>
              <a:ext uri="{FF2B5EF4-FFF2-40B4-BE49-F238E27FC236}">
                <a16:creationId xmlns:a16="http://schemas.microsoft.com/office/drawing/2014/main" id="{DEECAAF2-E966-6218-B406-D74CCF5A7FFA}"/>
              </a:ext>
            </a:extLst>
          </p:cNvPr>
          <p:cNvSpPr/>
          <p:nvPr/>
        </p:nvSpPr>
        <p:spPr>
          <a:xfrm>
            <a:off x="10592596" y="2866774"/>
            <a:ext cx="1697555" cy="935253"/>
          </a:xfrm>
          <a:prstGeom prst="roundRect">
            <a:avLst/>
          </a:prstGeom>
          <a:noFill/>
          <a:ln w="127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97" name="CuadroTexto 1096">
            <a:extLst>
              <a:ext uri="{FF2B5EF4-FFF2-40B4-BE49-F238E27FC236}">
                <a16:creationId xmlns:a16="http://schemas.microsoft.com/office/drawing/2014/main" id="{CC49F64F-7BA0-79BF-02CF-0E507D9D13B7}"/>
              </a:ext>
            </a:extLst>
          </p:cNvPr>
          <p:cNvSpPr txBox="1"/>
          <p:nvPr/>
        </p:nvSpPr>
        <p:spPr>
          <a:xfrm>
            <a:off x="12326609" y="3110579"/>
            <a:ext cx="17283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7030A0"/>
                </a:solidFill>
              </a:rPr>
              <a:t>Servicios On-Cloud</a:t>
            </a:r>
          </a:p>
        </p:txBody>
      </p:sp>
      <p:sp>
        <p:nvSpPr>
          <p:cNvPr id="1098" name="CuadroTexto 1097">
            <a:extLst>
              <a:ext uri="{FF2B5EF4-FFF2-40B4-BE49-F238E27FC236}">
                <a16:creationId xmlns:a16="http://schemas.microsoft.com/office/drawing/2014/main" id="{47093F91-2D29-9916-5D15-00DE32B3F1A0}"/>
              </a:ext>
            </a:extLst>
          </p:cNvPr>
          <p:cNvSpPr txBox="1"/>
          <p:nvPr/>
        </p:nvSpPr>
        <p:spPr>
          <a:xfrm>
            <a:off x="1455030" y="5974431"/>
            <a:ext cx="1608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B0F0"/>
                </a:solidFill>
              </a:rPr>
              <a:t>Capa de Backend</a:t>
            </a:r>
          </a:p>
        </p:txBody>
      </p:sp>
      <p:pic>
        <p:nvPicPr>
          <p:cNvPr id="1100" name="Imagen 1099">
            <a:extLst>
              <a:ext uri="{FF2B5EF4-FFF2-40B4-BE49-F238E27FC236}">
                <a16:creationId xmlns:a16="http://schemas.microsoft.com/office/drawing/2014/main" id="{5C990FED-AD18-8E2C-7FE1-D1BFE2958257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81151"/>
          <a:stretch/>
        </p:blipFill>
        <p:spPr>
          <a:xfrm>
            <a:off x="10800515" y="3116745"/>
            <a:ext cx="1318175" cy="310586"/>
          </a:xfrm>
          <a:prstGeom prst="rect">
            <a:avLst/>
          </a:prstGeom>
        </p:spPr>
      </p:pic>
      <p:pic>
        <p:nvPicPr>
          <p:cNvPr id="1101" name="Imagen 1100">
            <a:extLst>
              <a:ext uri="{FF2B5EF4-FFF2-40B4-BE49-F238E27FC236}">
                <a16:creationId xmlns:a16="http://schemas.microsoft.com/office/drawing/2014/main" id="{542B53E9-54AB-24A1-67FB-AEFEC0D6611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23280"/>
          <a:stretch/>
        </p:blipFill>
        <p:spPr>
          <a:xfrm>
            <a:off x="9274421" y="5799909"/>
            <a:ext cx="1318175" cy="1264137"/>
          </a:xfrm>
          <a:prstGeom prst="rect">
            <a:avLst/>
          </a:prstGeom>
        </p:spPr>
      </p:pic>
      <p:cxnSp>
        <p:nvCxnSpPr>
          <p:cNvPr id="1102" name="Conector recto 1101">
            <a:extLst>
              <a:ext uri="{FF2B5EF4-FFF2-40B4-BE49-F238E27FC236}">
                <a16:creationId xmlns:a16="http://schemas.microsoft.com/office/drawing/2014/main" id="{4BC3B7EB-4C65-A5A0-B337-6EE23564E979}"/>
              </a:ext>
            </a:extLst>
          </p:cNvPr>
          <p:cNvCxnSpPr>
            <a:cxnSpLocks/>
          </p:cNvCxnSpPr>
          <p:nvPr/>
        </p:nvCxnSpPr>
        <p:spPr>
          <a:xfrm flipH="1">
            <a:off x="12290151" y="3513775"/>
            <a:ext cx="1764816" cy="0"/>
          </a:xfrm>
          <a:prstGeom prst="line">
            <a:avLst/>
          </a:prstGeom>
          <a:ln>
            <a:solidFill>
              <a:srgbClr val="7030A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3" name="Rectángulo: esquinas redondeadas 1102">
            <a:extLst>
              <a:ext uri="{FF2B5EF4-FFF2-40B4-BE49-F238E27FC236}">
                <a16:creationId xmlns:a16="http://schemas.microsoft.com/office/drawing/2014/main" id="{0D7F1324-3A70-776A-81B1-AB8C623C331A}"/>
              </a:ext>
            </a:extLst>
          </p:cNvPr>
          <p:cNvSpPr/>
          <p:nvPr/>
        </p:nvSpPr>
        <p:spPr>
          <a:xfrm>
            <a:off x="9167653" y="5651104"/>
            <a:ext cx="1697555" cy="1474756"/>
          </a:xfrm>
          <a:prstGeom prst="roundRect">
            <a:avLst/>
          </a:prstGeom>
          <a:noFill/>
          <a:ln w="127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04" name="Conector recto 1103">
            <a:extLst>
              <a:ext uri="{FF2B5EF4-FFF2-40B4-BE49-F238E27FC236}">
                <a16:creationId xmlns:a16="http://schemas.microsoft.com/office/drawing/2014/main" id="{9556EEE5-C587-BE2E-F6B3-E0771B69537A}"/>
              </a:ext>
            </a:extLst>
          </p:cNvPr>
          <p:cNvCxnSpPr>
            <a:cxnSpLocks/>
          </p:cNvCxnSpPr>
          <p:nvPr/>
        </p:nvCxnSpPr>
        <p:spPr>
          <a:xfrm flipH="1" flipV="1">
            <a:off x="10871146" y="6438830"/>
            <a:ext cx="1837536" cy="1524"/>
          </a:xfrm>
          <a:prstGeom prst="line">
            <a:avLst/>
          </a:prstGeom>
          <a:ln>
            <a:solidFill>
              <a:srgbClr val="7030A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5" name="CuadroTexto 1104">
            <a:extLst>
              <a:ext uri="{FF2B5EF4-FFF2-40B4-BE49-F238E27FC236}">
                <a16:creationId xmlns:a16="http://schemas.microsoft.com/office/drawing/2014/main" id="{53FAA385-BA16-1A4D-9137-532FC2349EEA}"/>
              </a:ext>
            </a:extLst>
          </p:cNvPr>
          <p:cNvSpPr txBox="1"/>
          <p:nvPr/>
        </p:nvSpPr>
        <p:spPr>
          <a:xfrm>
            <a:off x="11020399" y="6053107"/>
            <a:ext cx="1688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7030A0"/>
                </a:solidFill>
              </a:rPr>
              <a:t>Servicios On-Prem</a:t>
            </a:r>
          </a:p>
        </p:txBody>
      </p:sp>
      <p:sp>
        <p:nvSpPr>
          <p:cNvPr id="1108" name="Rectángulo: esquinas redondeadas 1107">
            <a:extLst>
              <a:ext uri="{FF2B5EF4-FFF2-40B4-BE49-F238E27FC236}">
                <a16:creationId xmlns:a16="http://schemas.microsoft.com/office/drawing/2014/main" id="{02425351-17C8-D47D-587C-72344CC64B54}"/>
              </a:ext>
            </a:extLst>
          </p:cNvPr>
          <p:cNvSpPr/>
          <p:nvPr/>
        </p:nvSpPr>
        <p:spPr>
          <a:xfrm>
            <a:off x="3419242" y="5662166"/>
            <a:ext cx="5576217" cy="934577"/>
          </a:xfrm>
          <a:prstGeom prst="roundRect">
            <a:avLst/>
          </a:prstGeom>
          <a:noFill/>
          <a:ln w="127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10" name="Imagen 1109">
            <a:extLst>
              <a:ext uri="{FF2B5EF4-FFF2-40B4-BE49-F238E27FC236}">
                <a16:creationId xmlns:a16="http://schemas.microsoft.com/office/drawing/2014/main" id="{B8598FA4-CDFA-45A4-74F1-A38DF5A0CD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8570" y="5895780"/>
            <a:ext cx="5268060" cy="304843"/>
          </a:xfrm>
          <a:prstGeom prst="rect">
            <a:avLst/>
          </a:prstGeom>
        </p:spPr>
      </p:pic>
      <p:cxnSp>
        <p:nvCxnSpPr>
          <p:cNvPr id="1113" name="Conector recto 1112">
            <a:extLst>
              <a:ext uri="{FF2B5EF4-FFF2-40B4-BE49-F238E27FC236}">
                <a16:creationId xmlns:a16="http://schemas.microsoft.com/office/drawing/2014/main" id="{DF501824-2308-55B9-A1CC-2E8FB3E7658C}"/>
              </a:ext>
            </a:extLst>
          </p:cNvPr>
          <p:cNvCxnSpPr/>
          <p:nvPr/>
        </p:nvCxnSpPr>
        <p:spPr>
          <a:xfrm>
            <a:off x="1263966" y="6380513"/>
            <a:ext cx="2155276" cy="0"/>
          </a:xfrm>
          <a:prstGeom prst="line">
            <a:avLst/>
          </a:prstGeom>
          <a:ln>
            <a:solidFill>
              <a:srgbClr val="00B0F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9" name="Google Shape;1121;g2585b2cbdef_0_80">
            <a:extLst>
              <a:ext uri="{FF2B5EF4-FFF2-40B4-BE49-F238E27FC236}">
                <a16:creationId xmlns:a16="http://schemas.microsoft.com/office/drawing/2014/main" id="{BE0D90C4-FD28-7617-F71F-9C63CC729637}"/>
              </a:ext>
            </a:extLst>
          </p:cNvPr>
          <p:cNvSpPr txBox="1"/>
          <p:nvPr/>
        </p:nvSpPr>
        <p:spPr>
          <a:xfrm>
            <a:off x="1715007" y="1601746"/>
            <a:ext cx="25503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es-MX" sz="2220" b="1" i="0" u="none" strike="noStrike" cap="none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Vista Resumen</a:t>
            </a:r>
            <a:endParaRPr sz="200" b="1" i="0" u="none" strike="noStrike" cap="none" dirty="0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311ef7f287_0_764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00" b="1" dirty="0"/>
              <a:t>Arquitectura API-Led</a:t>
            </a:r>
            <a:endParaRPr sz="43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00" b="1" dirty="0"/>
              <a:t> </a:t>
            </a:r>
            <a:r>
              <a:rPr lang="es-MX" sz="3400" b="1" dirty="0">
                <a:solidFill>
                  <a:schemeClr val="accent5"/>
                </a:solidFill>
              </a:rPr>
              <a:t>Implementación de Estándar BIAN y Conectores hacia legados</a:t>
            </a:r>
            <a:endParaRPr sz="43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9051170-455E-3771-7ED3-EBFF48F45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793" y="1932577"/>
            <a:ext cx="4367532" cy="5856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9" name="Google Shape;1121;g2585b2cbdef_0_80">
            <a:extLst>
              <a:ext uri="{FF2B5EF4-FFF2-40B4-BE49-F238E27FC236}">
                <a16:creationId xmlns:a16="http://schemas.microsoft.com/office/drawing/2014/main" id="{C9E50443-C45D-04C4-248C-F31AA542D568}"/>
              </a:ext>
            </a:extLst>
          </p:cNvPr>
          <p:cNvSpPr txBox="1"/>
          <p:nvPr/>
        </p:nvSpPr>
        <p:spPr>
          <a:xfrm>
            <a:off x="1715007" y="1601746"/>
            <a:ext cx="25503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es-MX" sz="2220" b="1" i="0" u="none" strike="noStrike" cap="none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Vista Completa</a:t>
            </a:r>
            <a:endParaRPr sz="200" b="1" i="0" u="none" strike="noStrike" cap="none" dirty="0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6" name="Picture 2">
            <a:extLst>
              <a:ext uri="{FF2B5EF4-FFF2-40B4-BE49-F238E27FC236}">
                <a16:creationId xmlns:a16="http://schemas.microsoft.com/office/drawing/2014/main" id="{594C8776-E178-21CA-AEFE-F1F56FEE4C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846"/>
          <a:stretch/>
        </p:blipFill>
        <p:spPr bwMode="auto">
          <a:xfrm>
            <a:off x="5289325" y="1601746"/>
            <a:ext cx="9438383" cy="6094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7" name="Google Shape;1121;g2585b2cbdef_0_80">
            <a:extLst>
              <a:ext uri="{FF2B5EF4-FFF2-40B4-BE49-F238E27FC236}">
                <a16:creationId xmlns:a16="http://schemas.microsoft.com/office/drawing/2014/main" id="{435B1009-A498-AC6D-7D9A-F6281B69502A}"/>
              </a:ext>
            </a:extLst>
          </p:cNvPr>
          <p:cNvSpPr txBox="1"/>
          <p:nvPr/>
        </p:nvSpPr>
        <p:spPr>
          <a:xfrm>
            <a:off x="6951034" y="1601954"/>
            <a:ext cx="4625416" cy="49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es-MX" sz="2220" b="1" dirty="0">
                <a:solidFill>
                  <a:srgbClr val="3D85C6"/>
                </a:solidFill>
                <a:latin typeface="Trebuchet MS"/>
                <a:sym typeface="Trebuchet MS"/>
              </a:rPr>
              <a:t>Zoom 1 – Capa de Recepción API</a:t>
            </a:r>
            <a:endParaRPr sz="200" b="1" i="0" u="none" strike="noStrike" cap="none" dirty="0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Triángulo isósceles 1108">
            <a:extLst>
              <a:ext uri="{FF2B5EF4-FFF2-40B4-BE49-F238E27FC236}">
                <a16:creationId xmlns:a16="http://schemas.microsoft.com/office/drawing/2014/main" id="{EE3E9113-CF30-B3D3-C8A8-E21268783DD9}"/>
              </a:ext>
            </a:extLst>
          </p:cNvPr>
          <p:cNvSpPr/>
          <p:nvPr/>
        </p:nvSpPr>
        <p:spPr>
          <a:xfrm rot="5400000">
            <a:off x="302817" y="2590798"/>
            <a:ext cx="787704" cy="33745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4874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311ef7f287_0_764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00" b="1" dirty="0"/>
              <a:t>Arquitectura API-Led</a:t>
            </a:r>
            <a:endParaRPr sz="43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00" b="1" dirty="0"/>
              <a:t> </a:t>
            </a:r>
            <a:r>
              <a:rPr lang="es-MX" sz="3400" b="1" dirty="0">
                <a:solidFill>
                  <a:schemeClr val="accent5"/>
                </a:solidFill>
              </a:rPr>
              <a:t>Implementación de Estándar BIAN y Conectores hacia legados</a:t>
            </a:r>
            <a:endParaRPr sz="43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9051170-455E-3771-7ED3-EBFF48F45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793" y="1932577"/>
            <a:ext cx="4367532" cy="5856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9" name="Google Shape;1121;g2585b2cbdef_0_80">
            <a:extLst>
              <a:ext uri="{FF2B5EF4-FFF2-40B4-BE49-F238E27FC236}">
                <a16:creationId xmlns:a16="http://schemas.microsoft.com/office/drawing/2014/main" id="{C9E50443-C45D-04C4-248C-F31AA542D568}"/>
              </a:ext>
            </a:extLst>
          </p:cNvPr>
          <p:cNvSpPr txBox="1"/>
          <p:nvPr/>
        </p:nvSpPr>
        <p:spPr>
          <a:xfrm>
            <a:off x="1715007" y="1601746"/>
            <a:ext cx="25503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es-MX" sz="2220" b="1" i="0" u="none" strike="noStrike" cap="none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Vista Completa</a:t>
            </a:r>
            <a:endParaRPr sz="200" b="1" i="0" u="none" strike="noStrike" cap="none" dirty="0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6" name="Picture 2">
            <a:extLst>
              <a:ext uri="{FF2B5EF4-FFF2-40B4-BE49-F238E27FC236}">
                <a16:creationId xmlns:a16="http://schemas.microsoft.com/office/drawing/2014/main" id="{594C8776-E178-21CA-AEFE-F1F56FEE4C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10" b="34427"/>
          <a:stretch/>
        </p:blipFill>
        <p:spPr bwMode="auto">
          <a:xfrm>
            <a:off x="5409068" y="2007023"/>
            <a:ext cx="9064170" cy="5671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7" name="Google Shape;1121;g2585b2cbdef_0_80">
            <a:extLst>
              <a:ext uri="{FF2B5EF4-FFF2-40B4-BE49-F238E27FC236}">
                <a16:creationId xmlns:a16="http://schemas.microsoft.com/office/drawing/2014/main" id="{435B1009-A498-AC6D-7D9A-F6281B69502A}"/>
              </a:ext>
            </a:extLst>
          </p:cNvPr>
          <p:cNvSpPr txBox="1"/>
          <p:nvPr/>
        </p:nvSpPr>
        <p:spPr>
          <a:xfrm>
            <a:off x="6951034" y="1601954"/>
            <a:ext cx="4625416" cy="49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es-MX" sz="2220" b="1" dirty="0">
                <a:solidFill>
                  <a:srgbClr val="3D85C6"/>
                </a:solidFill>
                <a:latin typeface="Trebuchet MS"/>
                <a:sym typeface="Trebuchet MS"/>
              </a:rPr>
              <a:t>Zoom 2 – Capa de Business API</a:t>
            </a:r>
            <a:endParaRPr sz="200" b="1" i="0" u="none" strike="noStrike" cap="none" dirty="0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751076D0-BFF0-2478-6846-B6D976072AA1}"/>
              </a:ext>
            </a:extLst>
          </p:cNvPr>
          <p:cNvSpPr/>
          <p:nvPr/>
        </p:nvSpPr>
        <p:spPr>
          <a:xfrm rot="5400000">
            <a:off x="302817" y="3374569"/>
            <a:ext cx="787704" cy="33745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983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311ef7f287_0_764"/>
          <p:cNvSpPr txBox="1">
            <a:spLocks noGrp="1"/>
          </p:cNvSpPr>
          <p:nvPr>
            <p:ph type="title"/>
          </p:nvPr>
        </p:nvSpPr>
        <p:spPr>
          <a:xfrm>
            <a:off x="134089" y="440509"/>
            <a:ext cx="149775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00" b="1" dirty="0"/>
              <a:t>Arquitectura API-Led</a:t>
            </a:r>
            <a:endParaRPr sz="43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rebuchet MS"/>
              <a:buNone/>
            </a:pPr>
            <a:r>
              <a:rPr lang="es-MX" sz="4300" b="1" dirty="0"/>
              <a:t> </a:t>
            </a:r>
            <a:r>
              <a:rPr lang="es-MX" sz="3400" b="1" dirty="0">
                <a:solidFill>
                  <a:schemeClr val="accent5"/>
                </a:solidFill>
              </a:rPr>
              <a:t>Implementación de Estándar BIAN y Conectores hacia legados</a:t>
            </a:r>
            <a:endParaRPr sz="43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9051170-455E-3771-7ED3-EBFF48F45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793" y="1932577"/>
            <a:ext cx="4367532" cy="5856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9" name="Google Shape;1121;g2585b2cbdef_0_80">
            <a:extLst>
              <a:ext uri="{FF2B5EF4-FFF2-40B4-BE49-F238E27FC236}">
                <a16:creationId xmlns:a16="http://schemas.microsoft.com/office/drawing/2014/main" id="{C9E50443-C45D-04C4-248C-F31AA542D568}"/>
              </a:ext>
            </a:extLst>
          </p:cNvPr>
          <p:cNvSpPr txBox="1"/>
          <p:nvPr/>
        </p:nvSpPr>
        <p:spPr>
          <a:xfrm>
            <a:off x="1715007" y="1601746"/>
            <a:ext cx="25503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es-MX" sz="2220" b="1" i="0" u="none" strike="noStrike" cap="none" dirty="0">
                <a:solidFill>
                  <a:srgbClr val="3D85C6"/>
                </a:solidFill>
                <a:latin typeface="Trebuchet MS"/>
                <a:ea typeface="Trebuchet MS"/>
                <a:cs typeface="Trebuchet MS"/>
                <a:sym typeface="Trebuchet MS"/>
              </a:rPr>
              <a:t>Vista Completa</a:t>
            </a:r>
            <a:endParaRPr sz="200" b="1" i="0" u="none" strike="noStrike" cap="none" dirty="0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6" name="Picture 2">
            <a:extLst>
              <a:ext uri="{FF2B5EF4-FFF2-40B4-BE49-F238E27FC236}">
                <a16:creationId xmlns:a16="http://schemas.microsoft.com/office/drawing/2014/main" id="{594C8776-E178-21CA-AEFE-F1F56FEE4C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422" b="1797"/>
          <a:stretch/>
        </p:blipFill>
        <p:spPr bwMode="auto">
          <a:xfrm>
            <a:off x="5376411" y="2279103"/>
            <a:ext cx="9064170" cy="398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7" name="Google Shape;1121;g2585b2cbdef_0_80">
            <a:extLst>
              <a:ext uri="{FF2B5EF4-FFF2-40B4-BE49-F238E27FC236}">
                <a16:creationId xmlns:a16="http://schemas.microsoft.com/office/drawing/2014/main" id="{435B1009-A498-AC6D-7D9A-F6281B69502A}"/>
              </a:ext>
            </a:extLst>
          </p:cNvPr>
          <p:cNvSpPr txBox="1"/>
          <p:nvPr/>
        </p:nvSpPr>
        <p:spPr>
          <a:xfrm>
            <a:off x="6951033" y="1601954"/>
            <a:ext cx="7167737" cy="49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es-MX" sz="2220" b="1" dirty="0">
                <a:solidFill>
                  <a:srgbClr val="3D85C6"/>
                </a:solidFill>
                <a:latin typeface="Trebuchet MS"/>
                <a:sym typeface="Trebuchet MS"/>
              </a:rPr>
              <a:t>Zoom 3 – Capa de System API + Backend y Servicios</a:t>
            </a:r>
            <a:endParaRPr sz="200" b="1" i="0" u="none" strike="noStrike" cap="none" dirty="0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53320DA0-4656-76FD-7A16-EA162A47BA8F}"/>
              </a:ext>
            </a:extLst>
          </p:cNvPr>
          <p:cNvSpPr/>
          <p:nvPr/>
        </p:nvSpPr>
        <p:spPr>
          <a:xfrm rot="5400000">
            <a:off x="302817" y="5900052"/>
            <a:ext cx="787704" cy="33745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3032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RD-Corporativo-Presentacion">
  <a:themeElements>
    <a:clrScheme name="RD Paleta 2019 V2">
      <a:dk1>
        <a:srgbClr val="303841"/>
      </a:dk1>
      <a:lt1>
        <a:srgbClr val="FFFFFF"/>
      </a:lt1>
      <a:dk2>
        <a:srgbClr val="000000"/>
      </a:dk2>
      <a:lt2>
        <a:srgbClr val="FCFCFC"/>
      </a:lt2>
      <a:accent1>
        <a:srgbClr val="747F83"/>
      </a:accent1>
      <a:accent2>
        <a:srgbClr val="747F83"/>
      </a:accent2>
      <a:accent3>
        <a:srgbClr val="303841"/>
      </a:accent3>
      <a:accent4>
        <a:srgbClr val="7C7E80"/>
      </a:accent4>
      <a:accent5>
        <a:srgbClr val="F32A14"/>
      </a:accent5>
      <a:accent6>
        <a:srgbClr val="303841"/>
      </a:accent6>
      <a:hlink>
        <a:srgbClr val="7C7E80"/>
      </a:hlink>
      <a:folHlink>
        <a:srgbClr val="F32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zure PPT Template - 2018">
  <a:themeElements>
    <a:clrScheme name="Azure DevOps">
      <a:dk1>
        <a:srgbClr val="000000"/>
      </a:dk1>
      <a:lt1>
        <a:srgbClr val="FFFFFF"/>
      </a:lt1>
      <a:dk2>
        <a:srgbClr val="0078D7"/>
      </a:dk2>
      <a:lt2>
        <a:srgbClr val="FFFFFF"/>
      </a:lt2>
      <a:accent1>
        <a:srgbClr val="0078D7"/>
      </a:accent1>
      <a:accent2>
        <a:srgbClr val="4DB0FF"/>
      </a:accent2>
      <a:accent3>
        <a:srgbClr val="B1D6F2"/>
      </a:accent3>
      <a:accent4>
        <a:srgbClr val="035AA0"/>
      </a:accent4>
      <a:accent5>
        <a:srgbClr val="94D0FF"/>
      </a:accent5>
      <a:accent6>
        <a:srgbClr val="797979"/>
      </a:accent6>
      <a:hlink>
        <a:srgbClr val="0078D7"/>
      </a:hlink>
      <a:folHlink>
        <a:srgbClr val="0078D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BCG Grid 16:9">
  <a:themeElements>
    <a:clrScheme name="Client Theme Color">
      <a:dk1>
        <a:srgbClr val="404040"/>
      </a:dk1>
      <a:lt1>
        <a:srgbClr val="FFFFFF"/>
      </a:lt1>
      <a:dk2>
        <a:srgbClr val="3D5B96"/>
      </a:dk2>
      <a:lt2>
        <a:srgbClr val="808080"/>
      </a:lt2>
      <a:accent1>
        <a:srgbClr val="2B4069"/>
      </a:accent1>
      <a:accent2>
        <a:srgbClr val="4668AC"/>
      </a:accent2>
      <a:accent3>
        <a:srgbClr val="7C96CA"/>
      </a:accent3>
      <a:accent4>
        <a:srgbClr val="E1E7F3"/>
      </a:accent4>
      <a:accent5>
        <a:srgbClr val="B2B2B2"/>
      </a:accent5>
      <a:accent6>
        <a:srgbClr val="E2E2E2"/>
      </a:accent6>
      <a:hlink>
        <a:srgbClr val="0093ED"/>
      </a:hlink>
      <a:folHlink>
        <a:srgbClr val="D0D9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Props1.xml><?xml version="1.0" encoding="utf-8"?>
<ds:datastoreItem xmlns:ds="http://schemas.openxmlformats.org/officeDocument/2006/customXml" ds:itemID="{25DF4893-D57B-48B1-9C42-8BF14C9B86D1}"/>
</file>

<file path=customXml/itemProps2.xml><?xml version="1.0" encoding="utf-8"?>
<ds:datastoreItem xmlns:ds="http://schemas.openxmlformats.org/officeDocument/2006/customXml" ds:itemID="{79A8A733-DE2B-497C-B6F0-F1B56F33D5C6}"/>
</file>

<file path=customXml/itemProps3.xml><?xml version="1.0" encoding="utf-8"?>
<ds:datastoreItem xmlns:ds="http://schemas.openxmlformats.org/officeDocument/2006/customXml" ds:itemID="{EAE31365-2E8D-43D5-8EFD-33A6B8183CC1}"/>
</file>

<file path=docProps/app.xml><?xml version="1.0" encoding="utf-8"?>
<Properties xmlns="http://schemas.openxmlformats.org/officeDocument/2006/extended-properties" xmlns:vt="http://schemas.openxmlformats.org/officeDocument/2006/docPropsVTypes">
  <TotalTime>2283</TotalTime>
  <Words>486</Words>
  <Application>Microsoft Office PowerPoint</Application>
  <PresentationFormat>Personalizado</PresentationFormat>
  <Paragraphs>101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19</vt:i4>
      </vt:variant>
    </vt:vector>
  </HeadingPairs>
  <TitlesOfParts>
    <vt:vector size="32" baseType="lpstr">
      <vt:lpstr>FreesiaUPC</vt:lpstr>
      <vt:lpstr>Trebuchet MS</vt:lpstr>
      <vt:lpstr>Quattrocento Sans</vt:lpstr>
      <vt:lpstr>MS PGothic</vt:lpstr>
      <vt:lpstr>Georgia</vt:lpstr>
      <vt:lpstr>Helvetica Neue</vt:lpstr>
      <vt:lpstr>Calibri</vt:lpstr>
      <vt:lpstr>Arial</vt:lpstr>
      <vt:lpstr>Open Sans</vt:lpstr>
      <vt:lpstr>Noto Sans Symbols</vt:lpstr>
      <vt:lpstr>RD-Corporativo-Presentacion</vt:lpstr>
      <vt:lpstr>Azure PPT Template - 2018</vt:lpstr>
      <vt:lpstr>3_BCG Grid 16:9</vt:lpstr>
      <vt:lpstr>Presentación de PowerPoint</vt:lpstr>
      <vt:lpstr>Presentación de PowerPoint</vt:lpstr>
      <vt:lpstr>1. Informe de observaciones e hipótesis iniciales</vt:lpstr>
      <vt:lpstr>Contexto AS-IS </vt:lpstr>
      <vt:lpstr>Presentación de PowerPoint</vt:lpstr>
      <vt:lpstr>Arquitectura de componentes y capas TO-BE</vt:lpstr>
      <vt:lpstr>Presentación de PowerPoint</vt:lpstr>
      <vt:lpstr>Modelo de la Base de Datos Esquema de Golden Record y Productos</vt:lpstr>
      <vt:lpstr>Presentación de PowerPoint</vt:lpstr>
      <vt:lpstr>Opción 1 - iPaas completamente administrado con APIgee como capa gateway  Mulesoft fully iPaaS with APigee as gateway layer </vt:lpstr>
      <vt:lpstr>Opción 2 -  Google Cloud Platform  y APIgee como API manager principal GCP and APIgee as main </vt:lpstr>
      <vt:lpstr>Opción 3 -  Mulesoft RTF en Google Kubernetes auto-administrado  en GCP con el API Manager APIgee  Mulesoft RTF on self managed Google Kubernetes Engine on GCP  with Apigee</vt:lpstr>
      <vt:lpstr>Presentación de PowerPoint</vt:lpstr>
      <vt:lpstr>Modelo de despliegue Mulesoft cloudhub</vt:lpstr>
      <vt:lpstr>Presentación de PowerPoint</vt:lpstr>
      <vt:lpstr>Arquitectura API-Led  Implementación de Estándar BIAN y Conectores hacia legados</vt:lpstr>
      <vt:lpstr>Arquitectura API-Led  Implementación de Estándar BIAN y Conectores hacia legados</vt:lpstr>
      <vt:lpstr>Arquitectura API-Led  Implementación de Estándar BIAN y Conectores hacia legados</vt:lpstr>
      <vt:lpstr>Arquitectura API-Led  Implementación de Estándar BIAN y Conectores hacia legados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Anthony Kumar</dc:creator>
  <cp:lastModifiedBy>Rogelio Martinez</cp:lastModifiedBy>
  <cp:revision>7</cp:revision>
  <dcterms:modified xsi:type="dcterms:W3CDTF">2023-07-20T06:33:03Z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