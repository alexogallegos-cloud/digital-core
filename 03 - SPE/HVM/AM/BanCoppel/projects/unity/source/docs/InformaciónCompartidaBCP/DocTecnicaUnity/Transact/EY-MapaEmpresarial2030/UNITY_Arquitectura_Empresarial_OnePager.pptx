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322" r:id="rId6"/>
    <p:sldId id="32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29" autoAdjust="0"/>
    <p:restoredTop sz="94610"/>
  </p:normalViewPr>
  <p:slideViewPr>
    <p:cSldViewPr snapToGrid="0" snapToObjects="1">
      <p:cViewPr>
        <p:scale>
          <a:sx n="107" d="100"/>
          <a:sy n="107" d="100"/>
        </p:scale>
        <p:origin x="-235" y="-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42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FB03-3AB2-BAD1-5E29-8C5A2B137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0D1FC-2FEE-1B48-F6F1-DC9A9087A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22D33-1337-B7A3-2536-0E7D1C9DF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F2541-3939-9509-0107-838110A25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47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4B530D1D-9E39-8845-26AA-569001383F01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CF22FF4F-BEDA-CC22-D2D2-237E5BD9E634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406B74BF-DFA7-A272-EC1C-69599FAC3594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24F8C5E4-EEE2-2D68-7A24-B309146EE9F5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792A0849-467F-A13C-9CFE-C8C6EA6F6431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67378D3A-3FEF-1225-D8BF-39E2A24D64E4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F97FDB2E-C636-35CE-C68F-F1D847F1F068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0F7E3A7C-13C2-5092-549C-1BF8F9D61525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E594D0C4-624D-B146-A176-E469919D7194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C8B0A7E0-945D-6E42-A0DC-4C8C3FDE3940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547F8462-F043-F8F7-5927-6B355E5179A7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F75640B2-13AC-86EA-8445-DDEC4C294C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EA3830AA-EE8F-88A4-ADF9-287377B0692C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1A145EC5-C2B3-286C-4A08-C4560D265FA1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45D71346-E075-71E2-1AC7-6505A4DD6F87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A00C4918-43BE-F447-125A-19A3B328F4D0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89D87839-467F-E20D-43F2-F9F8B8E5C014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9F04123D-C411-C886-2285-F50BD456F01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912AF-9A6C-5E09-AFB8-DE56A4C6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677183-A486-4E73-1421-03A6F85998E4}"/>
              </a:ext>
            </a:extLst>
          </p:cNvPr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6EA212-B30F-754C-AF63-07A984BF9EC9}"/>
              </a:ext>
            </a:extLst>
          </p:cNvPr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132076-11A9-EBAD-3BCF-4C3AB23F5290}"/>
              </a:ext>
            </a:extLst>
          </p:cNvPr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D7EC3A-890E-FA04-C48C-7B8F58A8541F}"/>
              </a:ext>
            </a:extLst>
          </p:cNvPr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8D2355-0118-9E46-C882-22C36BC2D034}"/>
              </a:ext>
            </a:extLst>
          </p:cNvPr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E38DB3-E928-7AE8-FCEA-B8EF05744974}"/>
              </a:ext>
            </a:extLst>
          </p:cNvPr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C4717C-9353-8E1B-90A6-3576C3549BDC}"/>
              </a:ext>
            </a:extLst>
          </p:cNvPr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470B5AB-1D35-8ED1-CFAC-17CBAFA43A1D}"/>
              </a:ext>
            </a:extLst>
          </p:cNvPr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44778D-FD94-2D57-5EAA-C54CFAB592DB}"/>
              </a:ext>
            </a:extLst>
          </p:cNvPr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DE78828-AC14-6A9B-A4FF-0E0B4A83F8FA}"/>
              </a:ext>
            </a:extLst>
          </p:cNvPr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A299CD-DF35-EAC2-678A-7AD3D3545C20}"/>
              </a:ext>
            </a:extLst>
          </p:cNvPr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716F2E5-590C-85DF-5942-4F21E606101B}"/>
              </a:ext>
            </a:extLst>
          </p:cNvPr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E8268D1-3924-4C94-9AF0-D5F77DF8ABB6}"/>
              </a:ext>
            </a:extLst>
          </p:cNvPr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5869980-597B-0AE9-6E0F-CD23251AE146}"/>
              </a:ext>
            </a:extLst>
          </p:cNvPr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270F199-4835-18BB-BEE1-AF0FFD1EA349}"/>
              </a:ext>
            </a:extLst>
          </p:cNvPr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CD2BB3A-CBC8-8534-58E9-DAADB979C4A6}"/>
              </a:ext>
            </a:extLst>
          </p:cNvPr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A32AE5-D8CC-5F1F-2382-8707B00E0333}"/>
              </a:ext>
            </a:extLst>
          </p:cNvPr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4FFA6CF-CDD1-A45B-CE94-BF505D6B23DC}"/>
              </a:ext>
            </a:extLst>
          </p:cNvPr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B8CAD96-FB9B-28E7-340E-6B11A5B7C190}"/>
              </a:ext>
            </a:extLst>
          </p:cNvPr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F7ED3EF-6A17-B2CB-8668-EAB998B70FB4}"/>
              </a:ext>
            </a:extLst>
          </p:cNvPr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414184F-F265-DD48-7995-9CC016AD2B4B}"/>
              </a:ext>
            </a:extLst>
          </p:cNvPr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B74804-E839-A368-012B-CD361A92D25D}"/>
              </a:ext>
            </a:extLst>
          </p:cNvPr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5AA812B-C9C0-5E24-9CD4-59F5ED0D2032}"/>
              </a:ext>
            </a:extLst>
          </p:cNvPr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D068B93-61D3-91C2-EC04-B01567CCCBE8}"/>
              </a:ext>
            </a:extLst>
          </p:cNvPr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E82AE80-44BD-959A-9699-EE93A9A60D2F}"/>
              </a:ext>
            </a:extLst>
          </p:cNvPr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A16EBA8-7BE8-B772-53BC-0990111C27FE}"/>
              </a:ext>
            </a:extLst>
          </p:cNvPr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62C60F2-5DDD-C60A-ADD0-6D8DD8622D16}"/>
              </a:ext>
            </a:extLst>
          </p:cNvPr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1E64FE8-6977-651B-B715-C871761F8FA9}"/>
              </a:ext>
            </a:extLst>
          </p:cNvPr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675E9BC-904D-DAEF-AAB6-EF427E6DA00C}"/>
              </a:ext>
            </a:extLst>
          </p:cNvPr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41789BD-2212-6266-E3CD-AD3436635552}"/>
              </a:ext>
            </a:extLst>
          </p:cNvPr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956ED46-A2B2-7C41-23A9-97A57179AF04}"/>
              </a:ext>
            </a:extLst>
          </p:cNvPr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AC7DCD5-2E0D-9A85-0CD4-3894FD1EAEAD}"/>
              </a:ext>
            </a:extLst>
          </p:cNvPr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DF282EC-2C25-CAB1-9C6B-7E0755550DAC}"/>
              </a:ext>
            </a:extLst>
          </p:cNvPr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64C9CDE-E67E-4909-EE0A-8C9344F1813F}"/>
              </a:ext>
            </a:extLst>
          </p:cNvPr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304FD6D-E465-5717-DA22-9513A069CC77}"/>
              </a:ext>
            </a:extLst>
          </p:cNvPr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2B66571-7504-4962-6C0C-406C7587DD5B}"/>
              </a:ext>
            </a:extLst>
          </p:cNvPr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04BDAC7-06D9-89A1-C7A1-873BAF7CB43F}"/>
              </a:ext>
            </a:extLst>
          </p:cNvPr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DBAA05D-BDA9-B402-B0A2-65256C884D64}"/>
              </a:ext>
            </a:extLst>
          </p:cNvPr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7161B07-6C37-5B17-147F-4D9F8CF1116C}"/>
              </a:ext>
            </a:extLst>
          </p:cNvPr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32BB26C-9E20-C927-0326-8F097828821A}"/>
              </a:ext>
            </a:extLst>
          </p:cNvPr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7D0F476-C140-53F8-EABD-E37B51F31504}"/>
              </a:ext>
            </a:extLst>
          </p:cNvPr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C5A6545-1695-DF3D-6521-E35D7D502DE0}"/>
              </a:ext>
            </a:extLst>
          </p:cNvPr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DF35CF1-CE9C-4012-192A-2D309CC2EE93}"/>
              </a:ext>
            </a:extLst>
          </p:cNvPr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CBE9153-6AF2-932F-51DF-C4CBB0A9CF3F}"/>
              </a:ext>
            </a:extLst>
          </p:cNvPr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97516A1-59B3-2278-31D8-28CAA036B266}"/>
              </a:ext>
            </a:extLst>
          </p:cNvPr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1628A788-C4F9-5FBC-B0E5-104F9D3EE714}"/>
              </a:ext>
            </a:extLst>
          </p:cNvPr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C96F929-1767-1867-3F39-0946CEE9CE81}"/>
              </a:ext>
            </a:extLst>
          </p:cNvPr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6BB04D63-86F3-1A95-B355-B92906EDCB61}"/>
              </a:ext>
            </a:extLst>
          </p:cNvPr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42C97D6-4A00-BFC2-801A-4A983D1B7910}"/>
              </a:ext>
            </a:extLst>
          </p:cNvPr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718E611-9277-E439-1B75-376436CCE351}"/>
              </a:ext>
            </a:extLst>
          </p:cNvPr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DAF49492-48C3-BFDE-33CB-E059B4DE4390}"/>
              </a:ext>
            </a:extLst>
          </p:cNvPr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703347FC-6FD6-DD58-3429-C9C7213294A4}"/>
              </a:ext>
            </a:extLst>
          </p:cNvPr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90BCD5C-6601-C5BF-0D1D-2B647E59DE97}"/>
              </a:ext>
            </a:extLst>
          </p:cNvPr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B355A345-5B26-828C-4896-7A56FF3587FC}"/>
              </a:ext>
            </a:extLst>
          </p:cNvPr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2AE4E765-9553-3BD5-4DAE-6616358705A2}"/>
              </a:ext>
            </a:extLst>
          </p:cNvPr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60D21E3-8CD9-910B-0971-D981353452DF}"/>
              </a:ext>
            </a:extLst>
          </p:cNvPr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3BEAB6E-B31B-CBB0-7EBC-4E72C4E567E4}"/>
              </a:ext>
            </a:extLst>
          </p:cNvPr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F562BF38-C0A0-056F-254C-12BD640CC5C0}"/>
              </a:ext>
            </a:extLst>
          </p:cNvPr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22EF148-9981-3520-8037-ADD59187A87F}"/>
              </a:ext>
            </a:extLst>
          </p:cNvPr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FA0FDF01-B0AD-6466-37EF-15C7FA755A84}"/>
              </a:ext>
            </a:extLst>
          </p:cNvPr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59C0AFA-1E28-7073-326A-D953A45583C9}"/>
              </a:ext>
            </a:extLst>
          </p:cNvPr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DD09032D-045D-A352-CDF3-D41315F30D2C}"/>
              </a:ext>
            </a:extLst>
          </p:cNvPr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DEBAF95A-C7E7-95F0-11C4-C08665432749}"/>
              </a:ext>
            </a:extLst>
          </p:cNvPr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0D739EED-C5BE-1FA3-1882-20A87AE4C100}"/>
              </a:ext>
            </a:extLst>
          </p:cNvPr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BD50574-8CC4-7D81-A1A8-52D71089226F}"/>
              </a:ext>
            </a:extLst>
          </p:cNvPr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>
              <a:solidFill>
                <a:schemeClr val="bg1"/>
              </a:solidFill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3199E98A-59C0-F772-42B3-767DA3FA8D29}"/>
              </a:ext>
            </a:extLst>
          </p:cNvPr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7334C417-6597-F69B-ED33-F9B1E82F8BCA}"/>
              </a:ext>
            </a:extLst>
          </p:cNvPr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FC047823-4B4F-4602-9CD5-3C9D0613D0B3}"/>
              </a:ext>
            </a:extLst>
          </p:cNvPr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09C70FB9-7DFB-237A-3597-DCC5E078F3C4}"/>
              </a:ext>
            </a:extLst>
          </p:cNvPr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67AEAE58-760E-299F-E29D-B10417494F66}"/>
              </a:ext>
            </a:extLst>
          </p:cNvPr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9545874D-2091-1291-D68B-8552C0932718}"/>
              </a:ext>
            </a:extLst>
          </p:cNvPr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A8BFD33E-6119-B09C-209B-720A935E791A}"/>
              </a:ext>
            </a:extLst>
          </p:cNvPr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85B781C3-9995-30A2-A836-8F03F94DFCD3}"/>
              </a:ext>
            </a:extLst>
          </p:cNvPr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36EAF306-0659-54E9-F6CB-98B85E71612C}"/>
              </a:ext>
            </a:extLst>
          </p:cNvPr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7693A270-F2D2-DCF0-B6D0-D90CE466D9C1}"/>
              </a:ext>
            </a:extLst>
          </p:cNvPr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5EF636CF-292F-0D4C-D6D5-F3C2DD3D5E53}"/>
              </a:ext>
            </a:extLst>
          </p:cNvPr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9306F8CB-6BF3-894A-47EF-659BC27E1E12}"/>
              </a:ext>
            </a:extLst>
          </p:cNvPr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8C11C3F4-029D-F046-FA3E-2776A5796BDD}"/>
              </a:ext>
            </a:extLst>
          </p:cNvPr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22374C9D-505B-14FB-E7A9-A778D261EC5C}"/>
              </a:ext>
            </a:extLst>
          </p:cNvPr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5411C657-A1B2-DDE4-5248-C4BC99263E63}"/>
              </a:ext>
            </a:extLst>
          </p:cNvPr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8E8E6A42-E64E-2E26-6086-2806A24B010E}"/>
              </a:ext>
            </a:extLst>
          </p:cNvPr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02AAE474-9353-91C1-B4AC-64EF222AEFC7}"/>
              </a:ext>
            </a:extLst>
          </p:cNvPr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931A3402-3F91-DE1C-60E5-4710C9BB0273}"/>
              </a:ext>
            </a:extLst>
          </p:cNvPr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B4107A25-C63F-F23B-E454-C9A2AABDB02B}"/>
              </a:ext>
            </a:extLst>
          </p:cNvPr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17D2AC99-41BA-15AF-3488-C2B9DDE76F09}"/>
              </a:ext>
            </a:extLst>
          </p:cNvPr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6F44D30D-0ED2-E126-F188-23A87CD25002}"/>
              </a:ext>
            </a:extLst>
          </p:cNvPr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BA0E16BF-16CE-380C-47F0-B6E281CEC5D7}"/>
              </a:ext>
            </a:extLst>
          </p:cNvPr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B09CE2BC-824B-E1D3-0C6F-9C5DFE39777F}"/>
              </a:ext>
            </a:extLst>
          </p:cNvPr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84703E3B-3BC6-D753-167D-418F31DD8FCD}"/>
              </a:ext>
            </a:extLst>
          </p:cNvPr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DF05DB28-2D2B-5CC4-38BC-2AC47DE1B68B}"/>
              </a:ext>
            </a:extLst>
          </p:cNvPr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2104E2FC-30BC-37F3-E570-53E77E3DF38D}"/>
              </a:ext>
            </a:extLst>
          </p:cNvPr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2DA55E28-C643-88FF-D534-26C31558E375}"/>
              </a:ext>
            </a:extLst>
          </p:cNvPr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7879F1B8-320B-9354-F1CC-54810F7DB029}"/>
              </a:ext>
            </a:extLst>
          </p:cNvPr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D23907A2-A2D5-0565-17F5-159DE0105119}"/>
              </a:ext>
            </a:extLst>
          </p:cNvPr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C5D8B300-1668-2E73-3FB3-3B5925476D68}"/>
              </a:ext>
            </a:extLst>
          </p:cNvPr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E340661B-E0DF-2264-6BFC-DBD453D06025}"/>
              </a:ext>
            </a:extLst>
          </p:cNvPr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C19DF4FE-474A-5798-68BB-316EB95FE5A5}"/>
              </a:ext>
            </a:extLst>
          </p:cNvPr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31DA13BC-8FA6-0DC7-3E1F-054CA4A992F2}"/>
              </a:ext>
            </a:extLst>
          </p:cNvPr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E868988A-6614-535D-18BF-DA877997542C}"/>
              </a:ext>
            </a:extLst>
          </p:cNvPr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535062F8-432C-405A-7B06-FFBC75D18CC9}"/>
              </a:ext>
            </a:extLst>
          </p:cNvPr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5CF4B023-08DB-1AE0-7C1A-C5F6E74D52A7}"/>
              </a:ext>
            </a:extLst>
          </p:cNvPr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8CF1875B-6A18-6731-C6F1-A663C8372C23}"/>
              </a:ext>
            </a:extLst>
          </p:cNvPr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246AB312-D7A5-850B-BE61-CEB2C61010B2}"/>
              </a:ext>
            </a:extLst>
          </p:cNvPr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809DBEDA-D4C9-D489-BA24-95D925472D3C}"/>
              </a:ext>
            </a:extLst>
          </p:cNvPr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CC061A78-41AE-4058-B6FD-07443991AD3F}"/>
              </a:ext>
            </a:extLst>
          </p:cNvPr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6C6E7A9A-7769-5079-64C9-4FA4C160C490}"/>
              </a:ext>
            </a:extLst>
          </p:cNvPr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9CB50E0B-BC7E-4352-3598-6C9C307BB2B0}"/>
              </a:ext>
            </a:extLst>
          </p:cNvPr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250E605A-7A89-1E02-A27C-D37339317E08}"/>
              </a:ext>
            </a:extLst>
          </p:cNvPr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1F7A5E52-33DF-CB64-24FF-6EEBD0B22D2E}"/>
              </a:ext>
            </a:extLst>
          </p:cNvPr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4B4F077B-5D13-E05C-1AB6-11870CDF95EF}"/>
              </a:ext>
            </a:extLst>
          </p:cNvPr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2F073C38-B4D4-16C2-2511-B2E0749EA9E8}"/>
              </a:ext>
            </a:extLst>
          </p:cNvPr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3D4F44BB-A183-56CD-C270-F11AAD58702C}"/>
              </a:ext>
            </a:extLst>
          </p:cNvPr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8BED5CA4-7E9E-0729-2640-662F9ED778C4}"/>
              </a:ext>
            </a:extLst>
          </p:cNvPr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08D14D49-81A1-DFBA-AE6B-3FDE84510539}"/>
              </a:ext>
            </a:extLst>
          </p:cNvPr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F9C11D5F-93ED-96A6-6F69-E59ED5539122}"/>
              </a:ext>
            </a:extLst>
          </p:cNvPr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700614E6-A7A6-1FB8-9D10-0B983D63D544}"/>
              </a:ext>
            </a:extLst>
          </p:cNvPr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>
            <a:extLst>
              <a:ext uri="{FF2B5EF4-FFF2-40B4-BE49-F238E27FC236}">
                <a16:creationId xmlns:a16="http://schemas.microsoft.com/office/drawing/2014/main" id="{83F42305-1E10-8CB9-596F-23EEE66C8372}"/>
              </a:ext>
            </a:extLst>
          </p:cNvPr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42F0D222-DADC-7449-EA7A-B634BC04EFEB}"/>
              </a:ext>
            </a:extLst>
          </p:cNvPr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8F911A1F-69AE-23D5-2A27-1069F59E1AE1}"/>
              </a:ext>
            </a:extLst>
          </p:cNvPr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A5B8494C-12A5-06CF-B9D8-9E0A96BF7AD8}"/>
              </a:ext>
            </a:extLst>
          </p:cNvPr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17F50946-137A-FECD-D6D7-B114E8718CCA}"/>
              </a:ext>
            </a:extLst>
          </p:cNvPr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A7B26639-E944-236D-A101-4DA05C05D929}"/>
              </a:ext>
            </a:extLst>
          </p:cNvPr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34106328-37A5-9E10-F5AC-B573C662144C}"/>
              </a:ext>
            </a:extLst>
          </p:cNvPr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63CBD0F9-7701-2C16-8644-7ED37E7C818B}"/>
              </a:ext>
            </a:extLst>
          </p:cNvPr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5950B906-ED16-6BD2-423A-470728A1C624}"/>
              </a:ext>
            </a:extLst>
          </p:cNvPr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296B1FAF-3951-510C-8F50-17F6DBED2884}"/>
              </a:ext>
            </a:extLst>
          </p:cNvPr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33F6B92F-F665-089E-E88F-DC756B1DB6A1}"/>
              </a:ext>
            </a:extLst>
          </p:cNvPr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80D7A39D-2B7A-A068-63E6-0EB199452AA3}"/>
              </a:ext>
            </a:extLst>
          </p:cNvPr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>
            <a:extLst>
              <a:ext uri="{FF2B5EF4-FFF2-40B4-BE49-F238E27FC236}">
                <a16:creationId xmlns:a16="http://schemas.microsoft.com/office/drawing/2014/main" id="{0F18A981-0120-8BB0-4750-D4A906D978A1}"/>
              </a:ext>
            </a:extLst>
          </p:cNvPr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C5B12EC6-4A4E-2364-8B55-005C2A30BA47}"/>
              </a:ext>
            </a:extLst>
          </p:cNvPr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2E673555-C0A4-AF2B-931C-06B3B0691AED}"/>
              </a:ext>
            </a:extLst>
          </p:cNvPr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B3FABB08-5AF5-4FFA-BAA6-5539C3A490D5}"/>
              </a:ext>
            </a:extLst>
          </p:cNvPr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422EBB9E-FAF9-C341-FA99-C9C00E100CEA}"/>
              </a:ext>
            </a:extLst>
          </p:cNvPr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C162DA3F-9E3A-3C6D-94D1-51C6DF7664CF}"/>
              </a:ext>
            </a:extLst>
          </p:cNvPr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>
            <a:extLst>
              <a:ext uri="{FF2B5EF4-FFF2-40B4-BE49-F238E27FC236}">
                <a16:creationId xmlns:a16="http://schemas.microsoft.com/office/drawing/2014/main" id="{F1ED8F43-F6DB-F774-ECA7-8376A97F104E}"/>
              </a:ext>
            </a:extLst>
          </p:cNvPr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541AD6C9-6242-AF21-647D-D76E4F6913A6}"/>
              </a:ext>
            </a:extLst>
          </p:cNvPr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>
            <a:extLst>
              <a:ext uri="{FF2B5EF4-FFF2-40B4-BE49-F238E27FC236}">
                <a16:creationId xmlns:a16="http://schemas.microsoft.com/office/drawing/2014/main" id="{FB3FDCC2-B718-6BF8-89D3-D2CD7897C2F0}"/>
              </a:ext>
            </a:extLst>
          </p:cNvPr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0EBB649D-3991-92FB-9FB4-720C8B79B992}"/>
              </a:ext>
            </a:extLst>
          </p:cNvPr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>
            <a:extLst>
              <a:ext uri="{FF2B5EF4-FFF2-40B4-BE49-F238E27FC236}">
                <a16:creationId xmlns:a16="http://schemas.microsoft.com/office/drawing/2014/main" id="{153628FB-CF7B-F85C-4B63-6EAA33B3012F}"/>
              </a:ext>
            </a:extLst>
          </p:cNvPr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5BD20EBD-9130-5577-2B50-0AC9B63943A6}"/>
              </a:ext>
            </a:extLst>
          </p:cNvPr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42" name="Text 140">
            <a:extLst>
              <a:ext uri="{FF2B5EF4-FFF2-40B4-BE49-F238E27FC236}">
                <a16:creationId xmlns:a16="http://schemas.microsoft.com/office/drawing/2014/main" id="{DE7B3A43-DEE8-EF36-4BAF-F63F737086EF}"/>
              </a:ext>
            </a:extLst>
          </p:cNvPr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B541D963-0694-2554-CB64-E7BDD842F72F}"/>
              </a:ext>
            </a:extLst>
          </p:cNvPr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>
            <a:extLst>
              <a:ext uri="{FF2B5EF4-FFF2-40B4-BE49-F238E27FC236}">
                <a16:creationId xmlns:a16="http://schemas.microsoft.com/office/drawing/2014/main" id="{7AD8387B-A3BF-A73E-4401-0D41F7756EBA}"/>
              </a:ext>
            </a:extLst>
          </p:cNvPr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3F2A6B85-AF30-500E-8C1A-0EDE0AFC0784}"/>
              </a:ext>
            </a:extLst>
          </p:cNvPr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46" name="Text 144">
            <a:extLst>
              <a:ext uri="{FF2B5EF4-FFF2-40B4-BE49-F238E27FC236}">
                <a16:creationId xmlns:a16="http://schemas.microsoft.com/office/drawing/2014/main" id="{A2D45C95-E632-5D4D-3984-A4D72D6F5183}"/>
              </a:ext>
            </a:extLst>
          </p:cNvPr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8160A302-321E-FE7D-037A-FF2E94665087}"/>
              </a:ext>
            </a:extLst>
          </p:cNvPr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48" name="Text 146">
            <a:extLst>
              <a:ext uri="{FF2B5EF4-FFF2-40B4-BE49-F238E27FC236}">
                <a16:creationId xmlns:a16="http://schemas.microsoft.com/office/drawing/2014/main" id="{DFACC59F-6233-93E5-9783-EA92A7F0A741}"/>
              </a:ext>
            </a:extLst>
          </p:cNvPr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8978B5B9-7937-0818-CDA1-643A324D4FD4}"/>
              </a:ext>
            </a:extLst>
          </p:cNvPr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50" name="Text 148">
            <a:extLst>
              <a:ext uri="{FF2B5EF4-FFF2-40B4-BE49-F238E27FC236}">
                <a16:creationId xmlns:a16="http://schemas.microsoft.com/office/drawing/2014/main" id="{9A9D379A-E393-4D3A-9FCF-CB6F94768DEF}"/>
              </a:ext>
            </a:extLst>
          </p:cNvPr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DB63332D-F73D-924C-6CD5-45C2CE9F9F77}"/>
              </a:ext>
            </a:extLst>
          </p:cNvPr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52" name="Text 150">
            <a:extLst>
              <a:ext uri="{FF2B5EF4-FFF2-40B4-BE49-F238E27FC236}">
                <a16:creationId xmlns:a16="http://schemas.microsoft.com/office/drawing/2014/main" id="{7ECC6BE5-6AE8-D209-67A4-FF274E3BC56D}"/>
              </a:ext>
            </a:extLst>
          </p:cNvPr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218F431C-94CD-D021-FA10-C5C5D46F166D}"/>
              </a:ext>
            </a:extLst>
          </p:cNvPr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54" name="Text 152">
            <a:extLst>
              <a:ext uri="{FF2B5EF4-FFF2-40B4-BE49-F238E27FC236}">
                <a16:creationId xmlns:a16="http://schemas.microsoft.com/office/drawing/2014/main" id="{5776DF6E-3B4F-7ED8-E761-2F7F3D67B9A5}"/>
              </a:ext>
            </a:extLst>
          </p:cNvPr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232F17B5-D312-8070-B786-9D8B693808CA}"/>
              </a:ext>
            </a:extLst>
          </p:cNvPr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>
            <a:extLst>
              <a:ext uri="{FF2B5EF4-FFF2-40B4-BE49-F238E27FC236}">
                <a16:creationId xmlns:a16="http://schemas.microsoft.com/office/drawing/2014/main" id="{63DEAE39-61DB-3AC7-BA84-D79325C99B5B}"/>
              </a:ext>
            </a:extLst>
          </p:cNvPr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80D89081-27C2-7BD0-200F-0A4B017C7374}"/>
              </a:ext>
            </a:extLst>
          </p:cNvPr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>
            <a:extLst>
              <a:ext uri="{FF2B5EF4-FFF2-40B4-BE49-F238E27FC236}">
                <a16:creationId xmlns:a16="http://schemas.microsoft.com/office/drawing/2014/main" id="{33AAEE40-738B-EEDF-B6A1-6709FF3B744C}"/>
              </a:ext>
            </a:extLst>
          </p:cNvPr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DFB94080-E16E-E6A1-1663-E2FEB6B8AF8D}"/>
              </a:ext>
            </a:extLst>
          </p:cNvPr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>
            <a:extLst>
              <a:ext uri="{FF2B5EF4-FFF2-40B4-BE49-F238E27FC236}">
                <a16:creationId xmlns:a16="http://schemas.microsoft.com/office/drawing/2014/main" id="{13B00248-81CF-7F09-7E4F-3CE5CCC48006}"/>
              </a:ext>
            </a:extLst>
          </p:cNvPr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4D8EF3E2-B384-B178-724D-4E5A5FB7D819}"/>
              </a:ext>
            </a:extLst>
          </p:cNvPr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62" name="Text 160">
            <a:extLst>
              <a:ext uri="{FF2B5EF4-FFF2-40B4-BE49-F238E27FC236}">
                <a16:creationId xmlns:a16="http://schemas.microsoft.com/office/drawing/2014/main" id="{74698925-F744-68E9-9566-51DA8EA96B4B}"/>
              </a:ext>
            </a:extLst>
          </p:cNvPr>
          <p:cNvSpPr/>
          <p:nvPr/>
        </p:nvSpPr>
        <p:spPr>
          <a:xfrm>
            <a:off x="3533903" y="2826106"/>
            <a:ext cx="551180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119E4133-67E8-E9C3-1D71-9358EB7D468A}"/>
              </a:ext>
            </a:extLst>
          </p:cNvPr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>
            <a:extLst>
              <a:ext uri="{FF2B5EF4-FFF2-40B4-BE49-F238E27FC236}">
                <a16:creationId xmlns:a16="http://schemas.microsoft.com/office/drawing/2014/main" id="{C6E8A558-EC1C-2221-6F47-2DA39D72A082}"/>
              </a:ext>
            </a:extLst>
          </p:cNvPr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98FC256B-ECA2-0892-1FD6-09E6E965978C}"/>
              </a:ext>
            </a:extLst>
          </p:cNvPr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66" name="Text 164">
            <a:extLst>
              <a:ext uri="{FF2B5EF4-FFF2-40B4-BE49-F238E27FC236}">
                <a16:creationId xmlns:a16="http://schemas.microsoft.com/office/drawing/2014/main" id="{FCAEC8C0-912A-7D0C-FD9F-B254D7FCAAAC}"/>
              </a:ext>
            </a:extLst>
          </p:cNvPr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D69553A5-3CE4-D372-D2E2-87B1A5FEAABE}"/>
              </a:ext>
            </a:extLst>
          </p:cNvPr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68" name="Text 166">
            <a:extLst>
              <a:ext uri="{FF2B5EF4-FFF2-40B4-BE49-F238E27FC236}">
                <a16:creationId xmlns:a16="http://schemas.microsoft.com/office/drawing/2014/main" id="{16B90F37-3FC3-836F-EDA5-3987649CD7AC}"/>
              </a:ext>
            </a:extLst>
          </p:cNvPr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66B96CFC-8690-0063-00B8-ECD2276D0677}"/>
              </a:ext>
            </a:extLst>
          </p:cNvPr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>
            <a:extLst>
              <a:ext uri="{FF2B5EF4-FFF2-40B4-BE49-F238E27FC236}">
                <a16:creationId xmlns:a16="http://schemas.microsoft.com/office/drawing/2014/main" id="{AFDC3A24-7D98-23B1-055A-EEB8904A698E}"/>
              </a:ext>
            </a:extLst>
          </p:cNvPr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26E8845A-E507-56DB-3B18-FA4133D8A823}"/>
              </a:ext>
            </a:extLst>
          </p:cNvPr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72" name="Text 170">
            <a:extLst>
              <a:ext uri="{FF2B5EF4-FFF2-40B4-BE49-F238E27FC236}">
                <a16:creationId xmlns:a16="http://schemas.microsoft.com/office/drawing/2014/main" id="{9DFDB0B7-5806-A90E-623E-251B5D745D22}"/>
              </a:ext>
            </a:extLst>
          </p:cNvPr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39870C89-300D-6D5D-5CF2-BECEA0833748}"/>
              </a:ext>
            </a:extLst>
          </p:cNvPr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74" name="Text 172">
            <a:extLst>
              <a:ext uri="{FF2B5EF4-FFF2-40B4-BE49-F238E27FC236}">
                <a16:creationId xmlns:a16="http://schemas.microsoft.com/office/drawing/2014/main" id="{EB837888-258A-4402-3484-B2861A97D6FE}"/>
              </a:ext>
            </a:extLst>
          </p:cNvPr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F57B529B-BABF-6274-D34D-6F54E54BF1EA}"/>
              </a:ext>
            </a:extLst>
          </p:cNvPr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76" name="Text 174">
            <a:extLst>
              <a:ext uri="{FF2B5EF4-FFF2-40B4-BE49-F238E27FC236}">
                <a16:creationId xmlns:a16="http://schemas.microsoft.com/office/drawing/2014/main" id="{496C4AC0-7170-ED07-0FE9-B654173ED5F3}"/>
              </a:ext>
            </a:extLst>
          </p:cNvPr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E62BDF89-8646-BADF-41C4-80926E770EC8}"/>
              </a:ext>
            </a:extLst>
          </p:cNvPr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78" name="Text 176">
            <a:extLst>
              <a:ext uri="{FF2B5EF4-FFF2-40B4-BE49-F238E27FC236}">
                <a16:creationId xmlns:a16="http://schemas.microsoft.com/office/drawing/2014/main" id="{FB51FFE0-825B-D8EB-9BCE-7A3495C742C1}"/>
              </a:ext>
            </a:extLst>
          </p:cNvPr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010F95C9-45F6-8AE1-D870-B1C6F69CF70F}"/>
              </a:ext>
            </a:extLst>
          </p:cNvPr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>
            <a:extLst>
              <a:ext uri="{FF2B5EF4-FFF2-40B4-BE49-F238E27FC236}">
                <a16:creationId xmlns:a16="http://schemas.microsoft.com/office/drawing/2014/main" id="{83A73B53-D912-DC38-8444-799C8AD3C39C}"/>
              </a:ext>
            </a:extLst>
          </p:cNvPr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701B6599-07E0-08C6-61C4-4FD6F6E0A4C5}"/>
              </a:ext>
            </a:extLst>
          </p:cNvPr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82" name="Text 180">
            <a:extLst>
              <a:ext uri="{FF2B5EF4-FFF2-40B4-BE49-F238E27FC236}">
                <a16:creationId xmlns:a16="http://schemas.microsoft.com/office/drawing/2014/main" id="{A0125589-041D-CA34-C0C2-28C08992DAA7}"/>
              </a:ext>
            </a:extLst>
          </p:cNvPr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27AC04BB-D3B4-903A-2B58-09F0EB60D3BE}"/>
              </a:ext>
            </a:extLst>
          </p:cNvPr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>
            <a:extLst>
              <a:ext uri="{FF2B5EF4-FFF2-40B4-BE49-F238E27FC236}">
                <a16:creationId xmlns:a16="http://schemas.microsoft.com/office/drawing/2014/main" id="{E4110D93-8C8D-135A-D378-D80938A4D794}"/>
              </a:ext>
            </a:extLst>
          </p:cNvPr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022E8EA9-C9AA-B24A-C53B-515A522BA47F}"/>
              </a:ext>
            </a:extLst>
          </p:cNvPr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>
            <a:extLst>
              <a:ext uri="{FF2B5EF4-FFF2-40B4-BE49-F238E27FC236}">
                <a16:creationId xmlns:a16="http://schemas.microsoft.com/office/drawing/2014/main" id="{5DCA717A-599C-3A9E-EE77-7074C45A2017}"/>
              </a:ext>
            </a:extLst>
          </p:cNvPr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6EBB96A2-3D38-8305-D5C5-2200770FF2E4}"/>
              </a:ext>
            </a:extLst>
          </p:cNvPr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>
            <a:extLst>
              <a:ext uri="{FF2B5EF4-FFF2-40B4-BE49-F238E27FC236}">
                <a16:creationId xmlns:a16="http://schemas.microsoft.com/office/drawing/2014/main" id="{2D76EAB6-B210-19E4-C9F6-892F3F13008E}"/>
              </a:ext>
            </a:extLst>
          </p:cNvPr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E62F1353-C40B-379D-BA34-D54A1F58BB8E}"/>
              </a:ext>
            </a:extLst>
          </p:cNvPr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>
            <a:extLst>
              <a:ext uri="{FF2B5EF4-FFF2-40B4-BE49-F238E27FC236}">
                <a16:creationId xmlns:a16="http://schemas.microsoft.com/office/drawing/2014/main" id="{E7E474E7-AAB5-35D2-98EB-781513D6BDB5}"/>
              </a:ext>
            </a:extLst>
          </p:cNvPr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9F17E063-A3EE-7D68-45C0-0F21CF3F9339}"/>
              </a:ext>
            </a:extLst>
          </p:cNvPr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>
            <a:extLst>
              <a:ext uri="{FF2B5EF4-FFF2-40B4-BE49-F238E27FC236}">
                <a16:creationId xmlns:a16="http://schemas.microsoft.com/office/drawing/2014/main" id="{C588D5EB-CC73-874E-26BD-D30F5A1B0079}"/>
              </a:ext>
            </a:extLst>
          </p:cNvPr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DF136157-B53C-3275-FC8D-378F2C7F94C8}"/>
              </a:ext>
            </a:extLst>
          </p:cNvPr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194" name="Text 192">
            <a:extLst>
              <a:ext uri="{FF2B5EF4-FFF2-40B4-BE49-F238E27FC236}">
                <a16:creationId xmlns:a16="http://schemas.microsoft.com/office/drawing/2014/main" id="{ABAF6279-B296-4C9C-F06D-7F8F9CC3324F}"/>
              </a:ext>
            </a:extLst>
          </p:cNvPr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6D014FB5-E84D-A678-747B-59BD3848C227}"/>
              </a:ext>
            </a:extLst>
          </p:cNvPr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>
            <a:extLst>
              <a:ext uri="{FF2B5EF4-FFF2-40B4-BE49-F238E27FC236}">
                <a16:creationId xmlns:a16="http://schemas.microsoft.com/office/drawing/2014/main" id="{82264ABE-4536-84C5-02FC-195C27B6AE1D}"/>
              </a:ext>
            </a:extLst>
          </p:cNvPr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3D123A84-6A16-137D-1C0C-14524886B3DA}"/>
              </a:ext>
            </a:extLst>
          </p:cNvPr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>
            <a:extLst>
              <a:ext uri="{FF2B5EF4-FFF2-40B4-BE49-F238E27FC236}">
                <a16:creationId xmlns:a16="http://schemas.microsoft.com/office/drawing/2014/main" id="{2317FA16-442C-3E8E-5BD8-362BE6D92CFB}"/>
              </a:ext>
            </a:extLst>
          </p:cNvPr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E3477FB6-CE4F-EB40-ABC3-B29AC72B428F}"/>
              </a:ext>
            </a:extLst>
          </p:cNvPr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>
            <a:extLst>
              <a:ext uri="{FF2B5EF4-FFF2-40B4-BE49-F238E27FC236}">
                <a16:creationId xmlns:a16="http://schemas.microsoft.com/office/drawing/2014/main" id="{53CAB150-367C-2096-C49A-268D527A0224}"/>
              </a:ext>
            </a:extLst>
          </p:cNvPr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01D7E554-98BD-CDD2-DBF1-D5BAE78955B6}"/>
              </a:ext>
            </a:extLst>
          </p:cNvPr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>
            <a:extLst>
              <a:ext uri="{FF2B5EF4-FFF2-40B4-BE49-F238E27FC236}">
                <a16:creationId xmlns:a16="http://schemas.microsoft.com/office/drawing/2014/main" id="{5BF566FF-41AD-2683-960D-CAFC9E2D1CC7}"/>
              </a:ext>
            </a:extLst>
          </p:cNvPr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305A78FA-A671-64D9-42B1-4208610C90D8}"/>
              </a:ext>
            </a:extLst>
          </p:cNvPr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algn="ctr"/>
            <a:endParaRPr lang="es-MX" sz="600" dirty="0">
              <a:latin typeface="Aptos" pitchFamily="34" charset="0"/>
            </a:endParaRPr>
          </a:p>
        </p:txBody>
      </p:sp>
      <p:sp>
        <p:nvSpPr>
          <p:cNvPr id="204" name="Text 202">
            <a:extLst>
              <a:ext uri="{FF2B5EF4-FFF2-40B4-BE49-F238E27FC236}">
                <a16:creationId xmlns:a16="http://schemas.microsoft.com/office/drawing/2014/main" id="{B610D264-A671-BCB6-8E3F-AC840CC30130}"/>
              </a:ext>
            </a:extLst>
          </p:cNvPr>
          <p:cNvSpPr/>
          <p:nvPr/>
        </p:nvSpPr>
        <p:spPr>
          <a:xfrm>
            <a:off x="11338053" y="2318918"/>
            <a:ext cx="749535" cy="33660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s-MX" sz="600" dirty="0">
                <a:latin typeface="Aptos" pitchFamily="34" charset="0"/>
              </a:rPr>
              <a:t>Servicio y mantenimiento de crédito</a:t>
            </a:r>
          </a:p>
        </p:txBody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30791938-F42B-CC0A-1913-4C894E84A1B5}"/>
              </a:ext>
            </a:extLst>
          </p:cNvPr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06" name="Text 204">
            <a:extLst>
              <a:ext uri="{FF2B5EF4-FFF2-40B4-BE49-F238E27FC236}">
                <a16:creationId xmlns:a16="http://schemas.microsoft.com/office/drawing/2014/main" id="{BC4D8EEF-2561-B09F-49A1-D5B60568F44A}"/>
              </a:ext>
            </a:extLst>
          </p:cNvPr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>
            <a:extLst>
              <a:ext uri="{FF2B5EF4-FFF2-40B4-BE49-F238E27FC236}">
                <a16:creationId xmlns:a16="http://schemas.microsoft.com/office/drawing/2014/main" id="{45DFCF4F-F85B-3696-E8EC-665E30FC26B4}"/>
              </a:ext>
            </a:extLst>
          </p:cNvPr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>
            <a:extLst>
              <a:ext uri="{FF2B5EF4-FFF2-40B4-BE49-F238E27FC236}">
                <a16:creationId xmlns:a16="http://schemas.microsoft.com/office/drawing/2014/main" id="{2FA1697D-5115-8894-AE3E-B55B91FA81B0}"/>
              </a:ext>
            </a:extLst>
          </p:cNvPr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>
            <a:extLst>
              <a:ext uri="{FF2B5EF4-FFF2-40B4-BE49-F238E27FC236}">
                <a16:creationId xmlns:a16="http://schemas.microsoft.com/office/drawing/2014/main" id="{455EC87E-D403-C444-6A1C-AB3716F902EC}"/>
              </a:ext>
            </a:extLst>
          </p:cNvPr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10" name="Text 208">
            <a:extLst>
              <a:ext uri="{FF2B5EF4-FFF2-40B4-BE49-F238E27FC236}">
                <a16:creationId xmlns:a16="http://schemas.microsoft.com/office/drawing/2014/main" id="{9FBDDD26-4683-8FB9-E8BA-665DF10DD7C3}"/>
              </a:ext>
            </a:extLst>
          </p:cNvPr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>
            <a:extLst>
              <a:ext uri="{FF2B5EF4-FFF2-40B4-BE49-F238E27FC236}">
                <a16:creationId xmlns:a16="http://schemas.microsoft.com/office/drawing/2014/main" id="{58D8FF1E-0334-D222-2814-C6ACAD049FC2}"/>
              </a:ext>
            </a:extLst>
          </p:cNvPr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>
            <a:extLst>
              <a:ext uri="{FF2B5EF4-FFF2-40B4-BE49-F238E27FC236}">
                <a16:creationId xmlns:a16="http://schemas.microsoft.com/office/drawing/2014/main" id="{BE742CE0-5DF4-9CB3-81E6-98E9EB0760D3}"/>
              </a:ext>
            </a:extLst>
          </p:cNvPr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>
            <a:extLst>
              <a:ext uri="{FF2B5EF4-FFF2-40B4-BE49-F238E27FC236}">
                <a16:creationId xmlns:a16="http://schemas.microsoft.com/office/drawing/2014/main" id="{6E96D820-D10C-0E52-4E01-91FE8A4A3646}"/>
              </a:ext>
            </a:extLst>
          </p:cNvPr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>
            <a:extLst>
              <a:ext uri="{FF2B5EF4-FFF2-40B4-BE49-F238E27FC236}">
                <a16:creationId xmlns:a16="http://schemas.microsoft.com/office/drawing/2014/main" id="{92F9465C-9BE0-F210-7AF8-FDE15986D0C4}"/>
              </a:ext>
            </a:extLst>
          </p:cNvPr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2136CBBE-6F5C-F8EE-D8E3-2F8B2F7FFD4E}"/>
              </a:ext>
            </a:extLst>
          </p:cNvPr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>
            <a:extLst>
              <a:ext uri="{FF2B5EF4-FFF2-40B4-BE49-F238E27FC236}">
                <a16:creationId xmlns:a16="http://schemas.microsoft.com/office/drawing/2014/main" id="{6E8D4D74-5284-0EDD-8620-0A3ADAF02ABE}"/>
              </a:ext>
            </a:extLst>
          </p:cNvPr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A40D4810-6741-8D31-AE25-AA4588418DAC}"/>
              </a:ext>
            </a:extLst>
          </p:cNvPr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>
            <a:extLst>
              <a:ext uri="{FF2B5EF4-FFF2-40B4-BE49-F238E27FC236}">
                <a16:creationId xmlns:a16="http://schemas.microsoft.com/office/drawing/2014/main" id="{FCF8FBBD-3CCC-9C27-6FFD-16C9CD345099}"/>
              </a:ext>
            </a:extLst>
          </p:cNvPr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3237B7F5-C744-4ABF-F10E-8C3DFD234F09}"/>
              </a:ext>
            </a:extLst>
          </p:cNvPr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>
            <a:extLst>
              <a:ext uri="{FF2B5EF4-FFF2-40B4-BE49-F238E27FC236}">
                <a16:creationId xmlns:a16="http://schemas.microsoft.com/office/drawing/2014/main" id="{1C6FC8C0-E692-4B3D-FFB6-C674181D43D0}"/>
              </a:ext>
            </a:extLst>
          </p:cNvPr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>
            <a:extLst>
              <a:ext uri="{FF2B5EF4-FFF2-40B4-BE49-F238E27FC236}">
                <a16:creationId xmlns:a16="http://schemas.microsoft.com/office/drawing/2014/main" id="{13EFEC52-48EC-6597-4AAE-C49D37BF5725}"/>
              </a:ext>
            </a:extLst>
          </p:cNvPr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>
            <a:extLst>
              <a:ext uri="{FF2B5EF4-FFF2-40B4-BE49-F238E27FC236}">
                <a16:creationId xmlns:a16="http://schemas.microsoft.com/office/drawing/2014/main" id="{E64AA555-86DF-84B5-09FB-D3D1C52C1B87}"/>
              </a:ext>
            </a:extLst>
          </p:cNvPr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2040CBFB-D05F-6B89-7BD8-7B0505BC64DE}"/>
              </a:ext>
            </a:extLst>
          </p:cNvPr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>
            <a:extLst>
              <a:ext uri="{FF2B5EF4-FFF2-40B4-BE49-F238E27FC236}">
                <a16:creationId xmlns:a16="http://schemas.microsoft.com/office/drawing/2014/main" id="{C88CEBA8-423E-244B-9D75-81657F36F340}"/>
              </a:ext>
            </a:extLst>
          </p:cNvPr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>
            <a:extLst>
              <a:ext uri="{FF2B5EF4-FFF2-40B4-BE49-F238E27FC236}">
                <a16:creationId xmlns:a16="http://schemas.microsoft.com/office/drawing/2014/main" id="{9FCD2D3F-E806-A04B-03FE-26CA13A64075}"/>
              </a:ext>
            </a:extLst>
          </p:cNvPr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>
            <a:extLst>
              <a:ext uri="{FF2B5EF4-FFF2-40B4-BE49-F238E27FC236}">
                <a16:creationId xmlns:a16="http://schemas.microsoft.com/office/drawing/2014/main" id="{94BA0D4D-6670-2A70-E3AB-14C5FDEFFEDF}"/>
              </a:ext>
            </a:extLst>
          </p:cNvPr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>
            <a:extLst>
              <a:ext uri="{FF2B5EF4-FFF2-40B4-BE49-F238E27FC236}">
                <a16:creationId xmlns:a16="http://schemas.microsoft.com/office/drawing/2014/main" id="{22170BA2-D145-7E93-2471-5BBD93ACA113}"/>
              </a:ext>
            </a:extLst>
          </p:cNvPr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>
            <a:extLst>
              <a:ext uri="{FF2B5EF4-FFF2-40B4-BE49-F238E27FC236}">
                <a16:creationId xmlns:a16="http://schemas.microsoft.com/office/drawing/2014/main" id="{F2415AB6-ACA5-ABC4-07B7-B7BC8B317E5B}"/>
              </a:ext>
            </a:extLst>
          </p:cNvPr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>
            <a:extLst>
              <a:ext uri="{FF2B5EF4-FFF2-40B4-BE49-F238E27FC236}">
                <a16:creationId xmlns:a16="http://schemas.microsoft.com/office/drawing/2014/main" id="{279D8FD7-2CBF-75F4-35E0-BC5B804F3E8B}"/>
              </a:ext>
            </a:extLst>
          </p:cNvPr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>
            <a:extLst>
              <a:ext uri="{FF2B5EF4-FFF2-40B4-BE49-F238E27FC236}">
                <a16:creationId xmlns:a16="http://schemas.microsoft.com/office/drawing/2014/main" id="{44487DFC-7866-6B83-6350-F25DBEBD811E}"/>
              </a:ext>
            </a:extLst>
          </p:cNvPr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>
            <a:extLst>
              <a:ext uri="{FF2B5EF4-FFF2-40B4-BE49-F238E27FC236}">
                <a16:creationId xmlns:a16="http://schemas.microsoft.com/office/drawing/2014/main" id="{EDBB6861-45B4-6E29-DA6D-088FD3D1B977}"/>
              </a:ext>
            </a:extLst>
          </p:cNvPr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>
            <a:extLst>
              <a:ext uri="{FF2B5EF4-FFF2-40B4-BE49-F238E27FC236}">
                <a16:creationId xmlns:a16="http://schemas.microsoft.com/office/drawing/2014/main" id="{200492B5-0044-136C-F697-E84B3E506ECE}"/>
              </a:ext>
            </a:extLst>
          </p:cNvPr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>
            <a:extLst>
              <a:ext uri="{FF2B5EF4-FFF2-40B4-BE49-F238E27FC236}">
                <a16:creationId xmlns:a16="http://schemas.microsoft.com/office/drawing/2014/main" id="{D11F566E-5896-9407-53EF-545A43501E55}"/>
              </a:ext>
            </a:extLst>
          </p:cNvPr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>
            <a:extLst>
              <a:ext uri="{FF2B5EF4-FFF2-40B4-BE49-F238E27FC236}">
                <a16:creationId xmlns:a16="http://schemas.microsoft.com/office/drawing/2014/main" id="{1152DA94-8C15-7DC0-0325-DFAC32F0D1AA}"/>
              </a:ext>
            </a:extLst>
          </p:cNvPr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>
            <a:extLst>
              <a:ext uri="{FF2B5EF4-FFF2-40B4-BE49-F238E27FC236}">
                <a16:creationId xmlns:a16="http://schemas.microsoft.com/office/drawing/2014/main" id="{FE74F718-B92C-DE0C-C292-A3B760F1BC7F}"/>
              </a:ext>
            </a:extLst>
          </p:cNvPr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>
            <a:extLst>
              <a:ext uri="{FF2B5EF4-FFF2-40B4-BE49-F238E27FC236}">
                <a16:creationId xmlns:a16="http://schemas.microsoft.com/office/drawing/2014/main" id="{C1713492-8D9D-F933-29B2-0634A4D7B0FD}"/>
              </a:ext>
            </a:extLst>
          </p:cNvPr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>
            <a:extLst>
              <a:ext uri="{FF2B5EF4-FFF2-40B4-BE49-F238E27FC236}">
                <a16:creationId xmlns:a16="http://schemas.microsoft.com/office/drawing/2014/main" id="{C3F58636-FCFA-FF0A-BD6E-24C41077B980}"/>
              </a:ext>
            </a:extLst>
          </p:cNvPr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>
            <a:extLst>
              <a:ext uri="{FF2B5EF4-FFF2-40B4-BE49-F238E27FC236}">
                <a16:creationId xmlns:a16="http://schemas.microsoft.com/office/drawing/2014/main" id="{B220E141-301D-E199-E9D5-5AFC9C2E03E9}"/>
              </a:ext>
            </a:extLst>
          </p:cNvPr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9465009E-9018-C92F-43E3-B2FDFC520771}"/>
              </a:ext>
            </a:extLst>
          </p:cNvPr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>
            <a:extLst>
              <a:ext uri="{FF2B5EF4-FFF2-40B4-BE49-F238E27FC236}">
                <a16:creationId xmlns:a16="http://schemas.microsoft.com/office/drawing/2014/main" id="{E7019D79-8EDD-83A0-C094-9099FBE74D22}"/>
              </a:ext>
            </a:extLst>
          </p:cNvPr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>
            <a:extLst>
              <a:ext uri="{FF2B5EF4-FFF2-40B4-BE49-F238E27FC236}">
                <a16:creationId xmlns:a16="http://schemas.microsoft.com/office/drawing/2014/main" id="{2775B112-CD27-8E58-6526-6995C7E538A7}"/>
              </a:ext>
            </a:extLst>
          </p:cNvPr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>
            <a:extLst>
              <a:ext uri="{FF2B5EF4-FFF2-40B4-BE49-F238E27FC236}">
                <a16:creationId xmlns:a16="http://schemas.microsoft.com/office/drawing/2014/main" id="{24D29771-EDC9-8B87-E108-0B785F827CB1}"/>
              </a:ext>
            </a:extLst>
          </p:cNvPr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>
            <a:extLst>
              <a:ext uri="{FF2B5EF4-FFF2-40B4-BE49-F238E27FC236}">
                <a16:creationId xmlns:a16="http://schemas.microsoft.com/office/drawing/2014/main" id="{FFE1D931-AA58-03F2-A346-00A93E5F32F4}"/>
              </a:ext>
            </a:extLst>
          </p:cNvPr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>
            <a:extLst>
              <a:ext uri="{FF2B5EF4-FFF2-40B4-BE49-F238E27FC236}">
                <a16:creationId xmlns:a16="http://schemas.microsoft.com/office/drawing/2014/main" id="{B6FAE748-5B64-9847-030C-CFDE7C188348}"/>
              </a:ext>
            </a:extLst>
          </p:cNvPr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>
            <a:extLst>
              <a:ext uri="{FF2B5EF4-FFF2-40B4-BE49-F238E27FC236}">
                <a16:creationId xmlns:a16="http://schemas.microsoft.com/office/drawing/2014/main" id="{2CB7CD16-971C-51F3-FE8B-8B216054AE98}"/>
              </a:ext>
            </a:extLst>
          </p:cNvPr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>
            <a:extLst>
              <a:ext uri="{FF2B5EF4-FFF2-40B4-BE49-F238E27FC236}">
                <a16:creationId xmlns:a16="http://schemas.microsoft.com/office/drawing/2014/main" id="{65249264-67A9-3DC3-E4D3-AE23A5B74E04}"/>
              </a:ext>
            </a:extLst>
          </p:cNvPr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>
            <a:extLst>
              <a:ext uri="{FF2B5EF4-FFF2-40B4-BE49-F238E27FC236}">
                <a16:creationId xmlns:a16="http://schemas.microsoft.com/office/drawing/2014/main" id="{3C76F699-0E71-81B5-9DF7-277DC2571161}"/>
              </a:ext>
            </a:extLst>
          </p:cNvPr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>
            <a:extLst>
              <a:ext uri="{FF2B5EF4-FFF2-40B4-BE49-F238E27FC236}">
                <a16:creationId xmlns:a16="http://schemas.microsoft.com/office/drawing/2014/main" id="{F6E1971C-E5F4-B2EB-48B6-DC9ABCBE388D}"/>
              </a:ext>
            </a:extLst>
          </p:cNvPr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>
            <a:extLst>
              <a:ext uri="{FF2B5EF4-FFF2-40B4-BE49-F238E27FC236}">
                <a16:creationId xmlns:a16="http://schemas.microsoft.com/office/drawing/2014/main" id="{FEF360D1-B465-24E2-D9DB-C05DEF354DA8}"/>
              </a:ext>
            </a:extLst>
          </p:cNvPr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>
            <a:extLst>
              <a:ext uri="{FF2B5EF4-FFF2-40B4-BE49-F238E27FC236}">
                <a16:creationId xmlns:a16="http://schemas.microsoft.com/office/drawing/2014/main" id="{D84E5E0C-9274-D52F-B606-18212EB22249}"/>
              </a:ext>
            </a:extLst>
          </p:cNvPr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>
            <a:extLst>
              <a:ext uri="{FF2B5EF4-FFF2-40B4-BE49-F238E27FC236}">
                <a16:creationId xmlns:a16="http://schemas.microsoft.com/office/drawing/2014/main" id="{1788D893-DFEE-9606-49AB-FC826AD9E497}"/>
              </a:ext>
            </a:extLst>
          </p:cNvPr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>
            <a:extLst>
              <a:ext uri="{FF2B5EF4-FFF2-40B4-BE49-F238E27FC236}">
                <a16:creationId xmlns:a16="http://schemas.microsoft.com/office/drawing/2014/main" id="{DE1FDE50-2844-0BB3-FF3E-70E71FFC5008}"/>
              </a:ext>
            </a:extLst>
          </p:cNvPr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>
            <a:extLst>
              <a:ext uri="{FF2B5EF4-FFF2-40B4-BE49-F238E27FC236}">
                <a16:creationId xmlns:a16="http://schemas.microsoft.com/office/drawing/2014/main" id="{B16FF38C-D9AE-9673-C70B-05E9E22A14DE}"/>
              </a:ext>
            </a:extLst>
          </p:cNvPr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>
            <a:extLst>
              <a:ext uri="{FF2B5EF4-FFF2-40B4-BE49-F238E27FC236}">
                <a16:creationId xmlns:a16="http://schemas.microsoft.com/office/drawing/2014/main" id="{186DD712-6F10-4204-11EB-668AC1DB0579}"/>
              </a:ext>
            </a:extLst>
          </p:cNvPr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>
            <a:extLst>
              <a:ext uri="{FF2B5EF4-FFF2-40B4-BE49-F238E27FC236}">
                <a16:creationId xmlns:a16="http://schemas.microsoft.com/office/drawing/2014/main" id="{E2FC43CA-E948-4D25-F3D9-1A28DA655046}"/>
              </a:ext>
            </a:extLst>
          </p:cNvPr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>
            <a:extLst>
              <a:ext uri="{FF2B5EF4-FFF2-40B4-BE49-F238E27FC236}">
                <a16:creationId xmlns:a16="http://schemas.microsoft.com/office/drawing/2014/main" id="{C087E32D-606B-2996-D632-AA013CAB26A7}"/>
              </a:ext>
            </a:extLst>
          </p:cNvPr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>
            <a:extLst>
              <a:ext uri="{FF2B5EF4-FFF2-40B4-BE49-F238E27FC236}">
                <a16:creationId xmlns:a16="http://schemas.microsoft.com/office/drawing/2014/main" id="{D22D25C1-005F-000D-D857-6BE4BC98D1B1}"/>
              </a:ext>
            </a:extLst>
          </p:cNvPr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>
            <a:extLst>
              <a:ext uri="{FF2B5EF4-FFF2-40B4-BE49-F238E27FC236}">
                <a16:creationId xmlns:a16="http://schemas.microsoft.com/office/drawing/2014/main" id="{9F9930DC-290C-EBCB-225F-B6241D851545}"/>
              </a:ext>
            </a:extLst>
          </p:cNvPr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>
            <a:extLst>
              <a:ext uri="{FF2B5EF4-FFF2-40B4-BE49-F238E27FC236}">
                <a16:creationId xmlns:a16="http://schemas.microsoft.com/office/drawing/2014/main" id="{DAF17884-742C-4444-F12C-D1142F67B629}"/>
              </a:ext>
            </a:extLst>
          </p:cNvPr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>
            <a:extLst>
              <a:ext uri="{FF2B5EF4-FFF2-40B4-BE49-F238E27FC236}">
                <a16:creationId xmlns:a16="http://schemas.microsoft.com/office/drawing/2014/main" id="{874AB14E-F963-A3AA-A8F6-F9F039858069}"/>
              </a:ext>
            </a:extLst>
          </p:cNvPr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>
            <a:extLst>
              <a:ext uri="{FF2B5EF4-FFF2-40B4-BE49-F238E27FC236}">
                <a16:creationId xmlns:a16="http://schemas.microsoft.com/office/drawing/2014/main" id="{83874007-8926-DCAE-1587-5F25B348EA96}"/>
              </a:ext>
            </a:extLst>
          </p:cNvPr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>
            <a:extLst>
              <a:ext uri="{FF2B5EF4-FFF2-40B4-BE49-F238E27FC236}">
                <a16:creationId xmlns:a16="http://schemas.microsoft.com/office/drawing/2014/main" id="{CFFAC353-54EB-A276-162D-E7B2D506F9CF}"/>
              </a:ext>
            </a:extLst>
          </p:cNvPr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>
            <a:extLst>
              <a:ext uri="{FF2B5EF4-FFF2-40B4-BE49-F238E27FC236}">
                <a16:creationId xmlns:a16="http://schemas.microsoft.com/office/drawing/2014/main" id="{4EB2B765-C75B-D473-34EA-AF37FE1308A4}"/>
              </a:ext>
            </a:extLst>
          </p:cNvPr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>
            <a:extLst>
              <a:ext uri="{FF2B5EF4-FFF2-40B4-BE49-F238E27FC236}">
                <a16:creationId xmlns:a16="http://schemas.microsoft.com/office/drawing/2014/main" id="{D9679364-586B-456A-F0DA-EB6D6953C212}"/>
              </a:ext>
            </a:extLst>
          </p:cNvPr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>
            <a:extLst>
              <a:ext uri="{FF2B5EF4-FFF2-40B4-BE49-F238E27FC236}">
                <a16:creationId xmlns:a16="http://schemas.microsoft.com/office/drawing/2014/main" id="{64970075-633C-A34F-CE39-55C3F08D8A48}"/>
              </a:ext>
            </a:extLst>
          </p:cNvPr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>
            <a:extLst>
              <a:ext uri="{FF2B5EF4-FFF2-40B4-BE49-F238E27FC236}">
                <a16:creationId xmlns:a16="http://schemas.microsoft.com/office/drawing/2014/main" id="{09D3A29F-5594-203C-0065-9BDCE2EE715B}"/>
              </a:ext>
            </a:extLst>
          </p:cNvPr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>
            <a:extLst>
              <a:ext uri="{FF2B5EF4-FFF2-40B4-BE49-F238E27FC236}">
                <a16:creationId xmlns:a16="http://schemas.microsoft.com/office/drawing/2014/main" id="{D573A354-B746-A03B-0E90-4AF6DE3916C1}"/>
              </a:ext>
            </a:extLst>
          </p:cNvPr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>
            <a:extLst>
              <a:ext uri="{FF2B5EF4-FFF2-40B4-BE49-F238E27FC236}">
                <a16:creationId xmlns:a16="http://schemas.microsoft.com/office/drawing/2014/main" id="{65F26CF4-8E40-3917-94DB-C02B46F791F5}"/>
              </a:ext>
            </a:extLst>
          </p:cNvPr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>
            <a:extLst>
              <a:ext uri="{FF2B5EF4-FFF2-40B4-BE49-F238E27FC236}">
                <a16:creationId xmlns:a16="http://schemas.microsoft.com/office/drawing/2014/main" id="{54CB3631-2779-2690-4F75-E9BC24C37103}"/>
              </a:ext>
            </a:extLst>
          </p:cNvPr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>
            <a:extLst>
              <a:ext uri="{FF2B5EF4-FFF2-40B4-BE49-F238E27FC236}">
                <a16:creationId xmlns:a16="http://schemas.microsoft.com/office/drawing/2014/main" id="{78FFF25D-DC4D-38B0-B93A-0D9ED7342DC5}"/>
              </a:ext>
            </a:extLst>
          </p:cNvPr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>
            <a:extLst>
              <a:ext uri="{FF2B5EF4-FFF2-40B4-BE49-F238E27FC236}">
                <a16:creationId xmlns:a16="http://schemas.microsoft.com/office/drawing/2014/main" id="{1DD3AAAF-7B90-C9DD-F510-43CA78FE9D61}"/>
              </a:ext>
            </a:extLst>
          </p:cNvPr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>
            <a:extLst>
              <a:ext uri="{FF2B5EF4-FFF2-40B4-BE49-F238E27FC236}">
                <a16:creationId xmlns:a16="http://schemas.microsoft.com/office/drawing/2014/main" id="{DAD491E7-9F21-5ED9-5E57-6A371F5F8129}"/>
              </a:ext>
            </a:extLst>
          </p:cNvPr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>
            <a:extLst>
              <a:ext uri="{FF2B5EF4-FFF2-40B4-BE49-F238E27FC236}">
                <a16:creationId xmlns:a16="http://schemas.microsoft.com/office/drawing/2014/main" id="{A25F4242-BFA4-D4CD-2068-E18DA96BEF7F}"/>
              </a:ext>
            </a:extLst>
          </p:cNvPr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>
            <a:extLst>
              <a:ext uri="{FF2B5EF4-FFF2-40B4-BE49-F238E27FC236}">
                <a16:creationId xmlns:a16="http://schemas.microsoft.com/office/drawing/2014/main" id="{3FCB2D30-2844-FA52-55BF-F1DCCE90A735}"/>
              </a:ext>
            </a:extLst>
          </p:cNvPr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>
            <a:extLst>
              <a:ext uri="{FF2B5EF4-FFF2-40B4-BE49-F238E27FC236}">
                <a16:creationId xmlns:a16="http://schemas.microsoft.com/office/drawing/2014/main" id="{6E7739C1-B253-1C25-A2AB-802E63EED122}"/>
              </a:ext>
            </a:extLst>
          </p:cNvPr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>
            <a:extLst>
              <a:ext uri="{FF2B5EF4-FFF2-40B4-BE49-F238E27FC236}">
                <a16:creationId xmlns:a16="http://schemas.microsoft.com/office/drawing/2014/main" id="{DDAA5614-674A-9CA3-9760-FD3A5AB991A8}"/>
              </a:ext>
            </a:extLst>
          </p:cNvPr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>
            <a:extLst>
              <a:ext uri="{FF2B5EF4-FFF2-40B4-BE49-F238E27FC236}">
                <a16:creationId xmlns:a16="http://schemas.microsoft.com/office/drawing/2014/main" id="{117F7A88-1025-AC07-CAB9-5D2BFFCC8B40}"/>
              </a:ext>
            </a:extLst>
          </p:cNvPr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78" name="Text 276">
            <a:extLst>
              <a:ext uri="{FF2B5EF4-FFF2-40B4-BE49-F238E27FC236}">
                <a16:creationId xmlns:a16="http://schemas.microsoft.com/office/drawing/2014/main" id="{BB5F48BB-4570-7FF1-1D34-C794E121A6C5}"/>
              </a:ext>
            </a:extLst>
          </p:cNvPr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>
              <a:solidFill>
                <a:schemeClr val="bg1"/>
              </a:solidFill>
            </a:endParaRPr>
          </a:p>
        </p:txBody>
      </p:sp>
      <p:sp>
        <p:nvSpPr>
          <p:cNvPr id="279" name="Shape 277">
            <a:extLst>
              <a:ext uri="{FF2B5EF4-FFF2-40B4-BE49-F238E27FC236}">
                <a16:creationId xmlns:a16="http://schemas.microsoft.com/office/drawing/2014/main" id="{F1E6C7E4-CFAB-F2FB-5382-710F1B52E808}"/>
              </a:ext>
            </a:extLst>
          </p:cNvPr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>
            <a:extLst>
              <a:ext uri="{FF2B5EF4-FFF2-40B4-BE49-F238E27FC236}">
                <a16:creationId xmlns:a16="http://schemas.microsoft.com/office/drawing/2014/main" id="{832F2F68-280E-F9AC-37B6-4CAA6C681729}"/>
              </a:ext>
            </a:extLst>
          </p:cNvPr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>
            <a:extLst>
              <a:ext uri="{FF2B5EF4-FFF2-40B4-BE49-F238E27FC236}">
                <a16:creationId xmlns:a16="http://schemas.microsoft.com/office/drawing/2014/main" id="{A3418DAE-18C4-891B-7428-6111A6E101B4}"/>
              </a:ext>
            </a:extLst>
          </p:cNvPr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>
            <a:extLst>
              <a:ext uri="{FF2B5EF4-FFF2-40B4-BE49-F238E27FC236}">
                <a16:creationId xmlns:a16="http://schemas.microsoft.com/office/drawing/2014/main" id="{C2DA49D9-1862-0EBB-27CC-FB3C1FE088CB}"/>
              </a:ext>
            </a:extLst>
          </p:cNvPr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>
            <a:extLst>
              <a:ext uri="{FF2B5EF4-FFF2-40B4-BE49-F238E27FC236}">
                <a16:creationId xmlns:a16="http://schemas.microsoft.com/office/drawing/2014/main" id="{8E095C53-9D4C-8156-622C-28CC56263D54}"/>
              </a:ext>
            </a:extLst>
          </p:cNvPr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400" dirty="0"/>
          </a:p>
        </p:txBody>
      </p:sp>
      <p:sp>
        <p:nvSpPr>
          <p:cNvPr id="284" name="Text 282">
            <a:extLst>
              <a:ext uri="{FF2B5EF4-FFF2-40B4-BE49-F238E27FC236}">
                <a16:creationId xmlns:a16="http://schemas.microsoft.com/office/drawing/2014/main" id="{4B03792D-B9D3-408C-4B34-9D5F1DA8C710}"/>
              </a:ext>
            </a:extLst>
          </p:cNvPr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>
            <a:extLst>
              <a:ext uri="{FF2B5EF4-FFF2-40B4-BE49-F238E27FC236}">
                <a16:creationId xmlns:a16="http://schemas.microsoft.com/office/drawing/2014/main" id="{E051693F-91EA-89C9-BB7E-207FF7045B51}"/>
              </a:ext>
            </a:extLst>
          </p:cNvPr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400" dirty="0"/>
          </a:p>
        </p:txBody>
      </p:sp>
      <p:sp>
        <p:nvSpPr>
          <p:cNvPr id="286" name="Text 284">
            <a:extLst>
              <a:ext uri="{FF2B5EF4-FFF2-40B4-BE49-F238E27FC236}">
                <a16:creationId xmlns:a16="http://schemas.microsoft.com/office/drawing/2014/main" id="{7A6D29E8-1457-BA67-2122-4990736F8517}"/>
              </a:ext>
            </a:extLst>
          </p:cNvPr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>
            <a:extLst>
              <a:ext uri="{FF2B5EF4-FFF2-40B4-BE49-F238E27FC236}">
                <a16:creationId xmlns:a16="http://schemas.microsoft.com/office/drawing/2014/main" id="{19F73E50-8500-C01D-27E5-1AFB439611AE}"/>
              </a:ext>
            </a:extLst>
          </p:cNvPr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88" name="Text 286">
            <a:extLst>
              <a:ext uri="{FF2B5EF4-FFF2-40B4-BE49-F238E27FC236}">
                <a16:creationId xmlns:a16="http://schemas.microsoft.com/office/drawing/2014/main" id="{DBB2B483-9721-5D29-E6D3-7FDFE640269A}"/>
              </a:ext>
            </a:extLst>
          </p:cNvPr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>
            <a:extLst>
              <a:ext uri="{FF2B5EF4-FFF2-40B4-BE49-F238E27FC236}">
                <a16:creationId xmlns:a16="http://schemas.microsoft.com/office/drawing/2014/main" id="{39AB7F33-0AB7-2950-EF7B-566D61FC68E8}"/>
              </a:ext>
            </a:extLst>
          </p:cNvPr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90" name="Text 288">
            <a:extLst>
              <a:ext uri="{FF2B5EF4-FFF2-40B4-BE49-F238E27FC236}">
                <a16:creationId xmlns:a16="http://schemas.microsoft.com/office/drawing/2014/main" id="{4ECCC488-5ACA-DFB2-50BA-36DC9E64B0CE}"/>
              </a:ext>
            </a:extLst>
          </p:cNvPr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>
            <a:extLst>
              <a:ext uri="{FF2B5EF4-FFF2-40B4-BE49-F238E27FC236}">
                <a16:creationId xmlns:a16="http://schemas.microsoft.com/office/drawing/2014/main" id="{0827D800-1EAC-7900-59B2-1340CDE93766}"/>
              </a:ext>
            </a:extLst>
          </p:cNvPr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292" name="Text 290">
            <a:extLst>
              <a:ext uri="{FF2B5EF4-FFF2-40B4-BE49-F238E27FC236}">
                <a16:creationId xmlns:a16="http://schemas.microsoft.com/office/drawing/2014/main" id="{D5F44D1F-CDEA-365C-1140-38A72D959DB0}"/>
              </a:ext>
            </a:extLst>
          </p:cNvPr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>
            <a:extLst>
              <a:ext uri="{FF2B5EF4-FFF2-40B4-BE49-F238E27FC236}">
                <a16:creationId xmlns:a16="http://schemas.microsoft.com/office/drawing/2014/main" id="{7F04DA21-5BA9-43D3-36E3-E71421F51BF6}"/>
              </a:ext>
            </a:extLst>
          </p:cNvPr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>
            <a:extLst>
              <a:ext uri="{FF2B5EF4-FFF2-40B4-BE49-F238E27FC236}">
                <a16:creationId xmlns:a16="http://schemas.microsoft.com/office/drawing/2014/main" id="{201A1428-A9E4-A2B0-4B7D-48C246726078}"/>
              </a:ext>
            </a:extLst>
          </p:cNvPr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>
            <a:extLst>
              <a:ext uri="{FF2B5EF4-FFF2-40B4-BE49-F238E27FC236}">
                <a16:creationId xmlns:a16="http://schemas.microsoft.com/office/drawing/2014/main" id="{B4D7E0A0-873A-5E52-18D0-60E9F09278DC}"/>
              </a:ext>
            </a:extLst>
          </p:cNvPr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>
            <a:extLst>
              <a:ext uri="{FF2B5EF4-FFF2-40B4-BE49-F238E27FC236}">
                <a16:creationId xmlns:a16="http://schemas.microsoft.com/office/drawing/2014/main" id="{D50E42FB-89A9-351E-1361-C57AA6C48A38}"/>
              </a:ext>
            </a:extLst>
          </p:cNvPr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s-MX" sz="400" dirty="0"/>
              <a:t>Cuentas que generan intereses</a:t>
            </a:r>
          </a:p>
        </p:txBody>
      </p:sp>
      <p:sp>
        <p:nvSpPr>
          <p:cNvPr id="297" name="Shape 295">
            <a:extLst>
              <a:ext uri="{FF2B5EF4-FFF2-40B4-BE49-F238E27FC236}">
                <a16:creationId xmlns:a16="http://schemas.microsoft.com/office/drawing/2014/main" id="{CE0065D7-F793-D5F5-FFAD-4D7156EB6E8B}"/>
              </a:ext>
            </a:extLst>
          </p:cNvPr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>
            <a:extLst>
              <a:ext uri="{FF2B5EF4-FFF2-40B4-BE49-F238E27FC236}">
                <a16:creationId xmlns:a16="http://schemas.microsoft.com/office/drawing/2014/main" id="{35ADBE9E-E415-761F-007D-FC78F6BE9863}"/>
              </a:ext>
            </a:extLst>
          </p:cNvPr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s-MX" sz="400" dirty="0"/>
              <a:t>Eventos activados por calendario</a:t>
            </a:r>
          </a:p>
        </p:txBody>
      </p:sp>
      <p:sp>
        <p:nvSpPr>
          <p:cNvPr id="299" name="Shape 297">
            <a:extLst>
              <a:ext uri="{FF2B5EF4-FFF2-40B4-BE49-F238E27FC236}">
                <a16:creationId xmlns:a16="http://schemas.microsoft.com/office/drawing/2014/main" id="{911ED665-4D0B-B6C1-E887-FEBD5ED943F5}"/>
              </a:ext>
            </a:extLst>
          </p:cNvPr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>
            <a:extLst>
              <a:ext uri="{FF2B5EF4-FFF2-40B4-BE49-F238E27FC236}">
                <a16:creationId xmlns:a16="http://schemas.microsoft.com/office/drawing/2014/main" id="{574B38FF-1923-A4F5-9B01-7A7D76C8BD26}"/>
              </a:ext>
            </a:extLst>
          </p:cNvPr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s-MX" sz="400" dirty="0"/>
              <a:t>Eventos activados por el cliente</a:t>
            </a:r>
          </a:p>
        </p:txBody>
      </p:sp>
      <p:sp>
        <p:nvSpPr>
          <p:cNvPr id="301" name="Shape 299">
            <a:extLst>
              <a:ext uri="{FF2B5EF4-FFF2-40B4-BE49-F238E27FC236}">
                <a16:creationId xmlns:a16="http://schemas.microsoft.com/office/drawing/2014/main" id="{6462AD26-9277-79E0-1B62-6B0C9354AE26}"/>
              </a:ext>
            </a:extLst>
          </p:cNvPr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>
            <a:extLst>
              <a:ext uri="{FF2B5EF4-FFF2-40B4-BE49-F238E27FC236}">
                <a16:creationId xmlns:a16="http://schemas.microsoft.com/office/drawing/2014/main" id="{09FF9850-C1AB-666E-B810-9499744CA7E5}"/>
              </a:ext>
            </a:extLst>
          </p:cNvPr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>
            <a:extLst>
              <a:ext uri="{FF2B5EF4-FFF2-40B4-BE49-F238E27FC236}">
                <a16:creationId xmlns:a16="http://schemas.microsoft.com/office/drawing/2014/main" id="{22A3D3FC-5A23-C746-D396-C3FD1C74A107}"/>
              </a:ext>
            </a:extLst>
          </p:cNvPr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>
            <a:extLst>
              <a:ext uri="{FF2B5EF4-FFF2-40B4-BE49-F238E27FC236}">
                <a16:creationId xmlns:a16="http://schemas.microsoft.com/office/drawing/2014/main" id="{200C2DF6-D10B-E3F3-35E7-6C58CE6873DF}"/>
              </a:ext>
            </a:extLst>
          </p:cNvPr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s-MX" sz="400" dirty="0">
                <a:solidFill>
                  <a:schemeClr val="bg1"/>
                </a:solidFill>
              </a:rPr>
              <a:t>Servicio de tarjeta de debito/ATM</a:t>
            </a:r>
          </a:p>
        </p:txBody>
      </p:sp>
      <p:sp>
        <p:nvSpPr>
          <p:cNvPr id="305" name="Shape 303">
            <a:extLst>
              <a:ext uri="{FF2B5EF4-FFF2-40B4-BE49-F238E27FC236}">
                <a16:creationId xmlns:a16="http://schemas.microsoft.com/office/drawing/2014/main" id="{E068EF97-B4BD-36FB-0C3A-E29F33C7EE2A}"/>
              </a:ext>
            </a:extLst>
          </p:cNvPr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>
            <a:extLst>
              <a:ext uri="{FF2B5EF4-FFF2-40B4-BE49-F238E27FC236}">
                <a16:creationId xmlns:a16="http://schemas.microsoft.com/office/drawing/2014/main" id="{F9F8A9C6-F286-D88C-8E0A-E4F5058695B7}"/>
              </a:ext>
            </a:extLst>
          </p:cNvPr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>
            <a:extLst>
              <a:ext uri="{FF2B5EF4-FFF2-40B4-BE49-F238E27FC236}">
                <a16:creationId xmlns:a16="http://schemas.microsoft.com/office/drawing/2014/main" id="{6A02FAB6-38C6-831A-1C7C-9BA90563BB3A}"/>
              </a:ext>
            </a:extLst>
          </p:cNvPr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08" name="Text 306">
            <a:extLst>
              <a:ext uri="{FF2B5EF4-FFF2-40B4-BE49-F238E27FC236}">
                <a16:creationId xmlns:a16="http://schemas.microsoft.com/office/drawing/2014/main" id="{4114DA6C-EA3C-613D-5DBB-3D8234920786}"/>
              </a:ext>
            </a:extLst>
          </p:cNvPr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>
            <a:extLst>
              <a:ext uri="{FF2B5EF4-FFF2-40B4-BE49-F238E27FC236}">
                <a16:creationId xmlns:a16="http://schemas.microsoft.com/office/drawing/2014/main" id="{061F2E4B-E096-73ED-8331-94EA0D16E3BE}"/>
              </a:ext>
            </a:extLst>
          </p:cNvPr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10" name="Text 308">
            <a:extLst>
              <a:ext uri="{FF2B5EF4-FFF2-40B4-BE49-F238E27FC236}">
                <a16:creationId xmlns:a16="http://schemas.microsoft.com/office/drawing/2014/main" id="{7687C416-67A0-CBB8-E308-357837B549F1}"/>
              </a:ext>
            </a:extLst>
          </p:cNvPr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>
            <a:extLst>
              <a:ext uri="{FF2B5EF4-FFF2-40B4-BE49-F238E27FC236}">
                <a16:creationId xmlns:a16="http://schemas.microsoft.com/office/drawing/2014/main" id="{22A20A42-D5CE-61E3-8087-728EC9DB7607}"/>
              </a:ext>
            </a:extLst>
          </p:cNvPr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>
            <a:extLst>
              <a:ext uri="{FF2B5EF4-FFF2-40B4-BE49-F238E27FC236}">
                <a16:creationId xmlns:a16="http://schemas.microsoft.com/office/drawing/2014/main" id="{2E6FC1D8-60E2-0F0F-D420-7DEA7818329A}"/>
              </a:ext>
            </a:extLst>
          </p:cNvPr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>
            <a:extLst>
              <a:ext uri="{FF2B5EF4-FFF2-40B4-BE49-F238E27FC236}">
                <a16:creationId xmlns:a16="http://schemas.microsoft.com/office/drawing/2014/main" id="{950A3254-0353-6ED9-54BE-A68938AC0AC9}"/>
              </a:ext>
            </a:extLst>
          </p:cNvPr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>
            <a:extLst>
              <a:ext uri="{FF2B5EF4-FFF2-40B4-BE49-F238E27FC236}">
                <a16:creationId xmlns:a16="http://schemas.microsoft.com/office/drawing/2014/main" id="{4676A46F-FAA7-AA52-B77D-7087CC414681}"/>
              </a:ext>
            </a:extLst>
          </p:cNvPr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>
            <a:extLst>
              <a:ext uri="{FF2B5EF4-FFF2-40B4-BE49-F238E27FC236}">
                <a16:creationId xmlns:a16="http://schemas.microsoft.com/office/drawing/2014/main" id="{C62DDD58-B26E-818D-6BEF-819CA6B08430}"/>
              </a:ext>
            </a:extLst>
          </p:cNvPr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34" name="Text 332">
            <a:extLst>
              <a:ext uri="{FF2B5EF4-FFF2-40B4-BE49-F238E27FC236}">
                <a16:creationId xmlns:a16="http://schemas.microsoft.com/office/drawing/2014/main" id="{BB26FCAA-F3A0-01ED-6649-252AF4EAA8CF}"/>
              </a:ext>
            </a:extLst>
          </p:cNvPr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>
            <a:extLst>
              <a:ext uri="{FF2B5EF4-FFF2-40B4-BE49-F238E27FC236}">
                <a16:creationId xmlns:a16="http://schemas.microsoft.com/office/drawing/2014/main" id="{88A25502-E5C2-D3E3-A46E-1576F150640B}"/>
              </a:ext>
            </a:extLst>
          </p:cNvPr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36" name="Text 334">
            <a:extLst>
              <a:ext uri="{FF2B5EF4-FFF2-40B4-BE49-F238E27FC236}">
                <a16:creationId xmlns:a16="http://schemas.microsoft.com/office/drawing/2014/main" id="{5FABAE82-25AB-7F58-F789-500B0716D6FD}"/>
              </a:ext>
            </a:extLst>
          </p:cNvPr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>
            <a:extLst>
              <a:ext uri="{FF2B5EF4-FFF2-40B4-BE49-F238E27FC236}">
                <a16:creationId xmlns:a16="http://schemas.microsoft.com/office/drawing/2014/main" id="{D9A60FFB-5A21-0CF3-4AC6-DAA97ED0F5AE}"/>
              </a:ext>
            </a:extLst>
          </p:cNvPr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38" name="Text 336">
            <a:extLst>
              <a:ext uri="{FF2B5EF4-FFF2-40B4-BE49-F238E27FC236}">
                <a16:creationId xmlns:a16="http://schemas.microsoft.com/office/drawing/2014/main" id="{C6434090-0B97-5077-0378-E90FDD242109}"/>
              </a:ext>
            </a:extLst>
          </p:cNvPr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>
            <a:extLst>
              <a:ext uri="{FF2B5EF4-FFF2-40B4-BE49-F238E27FC236}">
                <a16:creationId xmlns:a16="http://schemas.microsoft.com/office/drawing/2014/main" id="{0295DFB0-4F7B-F631-7739-83E0DE838412}"/>
              </a:ext>
            </a:extLst>
          </p:cNvPr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40" name="Text 338">
            <a:extLst>
              <a:ext uri="{FF2B5EF4-FFF2-40B4-BE49-F238E27FC236}">
                <a16:creationId xmlns:a16="http://schemas.microsoft.com/office/drawing/2014/main" id="{4B8C2586-D195-27FC-29F3-6106FEC2732B}"/>
              </a:ext>
            </a:extLst>
          </p:cNvPr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>
            <a:extLst>
              <a:ext uri="{FF2B5EF4-FFF2-40B4-BE49-F238E27FC236}">
                <a16:creationId xmlns:a16="http://schemas.microsoft.com/office/drawing/2014/main" id="{902903A6-4AC8-A2A6-96D6-7726C0A773AB}"/>
              </a:ext>
            </a:extLst>
          </p:cNvPr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42" name="Text 340">
            <a:extLst>
              <a:ext uri="{FF2B5EF4-FFF2-40B4-BE49-F238E27FC236}">
                <a16:creationId xmlns:a16="http://schemas.microsoft.com/office/drawing/2014/main" id="{517B1FA3-72DA-3469-9DE0-F4E8F391AE8A}"/>
              </a:ext>
            </a:extLst>
          </p:cNvPr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>
            <a:extLst>
              <a:ext uri="{FF2B5EF4-FFF2-40B4-BE49-F238E27FC236}">
                <a16:creationId xmlns:a16="http://schemas.microsoft.com/office/drawing/2014/main" id="{00A559C3-6F75-43C4-B6B1-23C6D616717C}"/>
              </a:ext>
            </a:extLst>
          </p:cNvPr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44" name="Text 342">
            <a:extLst>
              <a:ext uri="{FF2B5EF4-FFF2-40B4-BE49-F238E27FC236}">
                <a16:creationId xmlns:a16="http://schemas.microsoft.com/office/drawing/2014/main" id="{53D1AEA0-E2A6-A7BE-564C-F1E07731EA65}"/>
              </a:ext>
            </a:extLst>
          </p:cNvPr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>
            <a:extLst>
              <a:ext uri="{FF2B5EF4-FFF2-40B4-BE49-F238E27FC236}">
                <a16:creationId xmlns:a16="http://schemas.microsoft.com/office/drawing/2014/main" id="{6C010D05-2CD0-CE4F-9D8E-D1E7CE07E6DD}"/>
              </a:ext>
            </a:extLst>
          </p:cNvPr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46" name="Text 344">
            <a:extLst>
              <a:ext uri="{FF2B5EF4-FFF2-40B4-BE49-F238E27FC236}">
                <a16:creationId xmlns:a16="http://schemas.microsoft.com/office/drawing/2014/main" id="{7A0C506E-22A1-16A3-5BE1-C5A8E93FB4E9}"/>
              </a:ext>
            </a:extLst>
          </p:cNvPr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>
            <a:extLst>
              <a:ext uri="{FF2B5EF4-FFF2-40B4-BE49-F238E27FC236}">
                <a16:creationId xmlns:a16="http://schemas.microsoft.com/office/drawing/2014/main" id="{D01598D2-5D82-F87A-0433-90930A16EE43}"/>
              </a:ext>
            </a:extLst>
          </p:cNvPr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48" name="Text 346">
            <a:extLst>
              <a:ext uri="{FF2B5EF4-FFF2-40B4-BE49-F238E27FC236}">
                <a16:creationId xmlns:a16="http://schemas.microsoft.com/office/drawing/2014/main" id="{DDD214C9-A46F-DEAA-2D25-4587DFD71B30}"/>
              </a:ext>
            </a:extLst>
          </p:cNvPr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>
            <a:extLst>
              <a:ext uri="{FF2B5EF4-FFF2-40B4-BE49-F238E27FC236}">
                <a16:creationId xmlns:a16="http://schemas.microsoft.com/office/drawing/2014/main" id="{9F779144-3F67-2AB4-8145-44C026C70784}"/>
              </a:ext>
            </a:extLst>
          </p:cNvPr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50" name="Text 348">
            <a:extLst>
              <a:ext uri="{FF2B5EF4-FFF2-40B4-BE49-F238E27FC236}">
                <a16:creationId xmlns:a16="http://schemas.microsoft.com/office/drawing/2014/main" id="{97BB545C-73D5-684A-3520-32310CE49147}"/>
              </a:ext>
            </a:extLst>
          </p:cNvPr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>
            <a:extLst>
              <a:ext uri="{FF2B5EF4-FFF2-40B4-BE49-F238E27FC236}">
                <a16:creationId xmlns:a16="http://schemas.microsoft.com/office/drawing/2014/main" id="{C0AEE946-C651-E7B1-8842-106AAECB97A9}"/>
              </a:ext>
            </a:extLst>
          </p:cNvPr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52" name="Text 350">
            <a:extLst>
              <a:ext uri="{FF2B5EF4-FFF2-40B4-BE49-F238E27FC236}">
                <a16:creationId xmlns:a16="http://schemas.microsoft.com/office/drawing/2014/main" id="{18616296-67B0-FC62-C508-CD46AC89A16B}"/>
              </a:ext>
            </a:extLst>
          </p:cNvPr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>
            <a:extLst>
              <a:ext uri="{FF2B5EF4-FFF2-40B4-BE49-F238E27FC236}">
                <a16:creationId xmlns:a16="http://schemas.microsoft.com/office/drawing/2014/main" id="{9C7A2430-7A8D-B8D4-50AD-442BFB31D64B}"/>
              </a:ext>
            </a:extLst>
          </p:cNvPr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54" name="Text 352">
            <a:extLst>
              <a:ext uri="{FF2B5EF4-FFF2-40B4-BE49-F238E27FC236}">
                <a16:creationId xmlns:a16="http://schemas.microsoft.com/office/drawing/2014/main" id="{A943E6A1-1301-200F-65F4-26165C50A0D2}"/>
              </a:ext>
            </a:extLst>
          </p:cNvPr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>
            <a:extLst>
              <a:ext uri="{FF2B5EF4-FFF2-40B4-BE49-F238E27FC236}">
                <a16:creationId xmlns:a16="http://schemas.microsoft.com/office/drawing/2014/main" id="{5CE51CF5-1463-2902-1734-07DFA4830A76}"/>
              </a:ext>
            </a:extLst>
          </p:cNvPr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56" name="Text 354">
            <a:extLst>
              <a:ext uri="{FF2B5EF4-FFF2-40B4-BE49-F238E27FC236}">
                <a16:creationId xmlns:a16="http://schemas.microsoft.com/office/drawing/2014/main" id="{6DAC3033-59B1-2AE3-0440-C7909577A06A}"/>
              </a:ext>
            </a:extLst>
          </p:cNvPr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>
            <a:extLst>
              <a:ext uri="{FF2B5EF4-FFF2-40B4-BE49-F238E27FC236}">
                <a16:creationId xmlns:a16="http://schemas.microsoft.com/office/drawing/2014/main" id="{A2169D5B-A1E2-38B4-E84B-F6E85CC1B62F}"/>
              </a:ext>
            </a:extLst>
          </p:cNvPr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58" name="Text 356">
            <a:extLst>
              <a:ext uri="{FF2B5EF4-FFF2-40B4-BE49-F238E27FC236}">
                <a16:creationId xmlns:a16="http://schemas.microsoft.com/office/drawing/2014/main" id="{46B2D659-BCC0-8162-334F-C905E036AA40}"/>
              </a:ext>
            </a:extLst>
          </p:cNvPr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>
            <a:extLst>
              <a:ext uri="{FF2B5EF4-FFF2-40B4-BE49-F238E27FC236}">
                <a16:creationId xmlns:a16="http://schemas.microsoft.com/office/drawing/2014/main" id="{9017608B-A94F-91C7-AB96-4D6245571006}"/>
              </a:ext>
            </a:extLst>
          </p:cNvPr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60" name="Text 358">
            <a:extLst>
              <a:ext uri="{FF2B5EF4-FFF2-40B4-BE49-F238E27FC236}">
                <a16:creationId xmlns:a16="http://schemas.microsoft.com/office/drawing/2014/main" id="{7D5D8FC4-30EA-DA49-53F1-07C70B003DFC}"/>
              </a:ext>
            </a:extLst>
          </p:cNvPr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>
            <a:extLst>
              <a:ext uri="{FF2B5EF4-FFF2-40B4-BE49-F238E27FC236}">
                <a16:creationId xmlns:a16="http://schemas.microsoft.com/office/drawing/2014/main" id="{DCAD3A75-E805-937E-608D-B04D7EF2D6EA}"/>
              </a:ext>
            </a:extLst>
          </p:cNvPr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62" name="Text 360">
            <a:extLst>
              <a:ext uri="{FF2B5EF4-FFF2-40B4-BE49-F238E27FC236}">
                <a16:creationId xmlns:a16="http://schemas.microsoft.com/office/drawing/2014/main" id="{5FA8FAD9-0BCB-D3B5-F1BD-3314BC72BD5A}"/>
              </a:ext>
            </a:extLst>
          </p:cNvPr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>
            <a:extLst>
              <a:ext uri="{FF2B5EF4-FFF2-40B4-BE49-F238E27FC236}">
                <a16:creationId xmlns:a16="http://schemas.microsoft.com/office/drawing/2014/main" id="{AA65FCA1-5DA5-8DB8-A60C-3184415F549F}"/>
              </a:ext>
            </a:extLst>
          </p:cNvPr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64" name="Text 362">
            <a:extLst>
              <a:ext uri="{FF2B5EF4-FFF2-40B4-BE49-F238E27FC236}">
                <a16:creationId xmlns:a16="http://schemas.microsoft.com/office/drawing/2014/main" id="{88CF592C-D480-6BFF-1E19-742626E51E03}"/>
              </a:ext>
            </a:extLst>
          </p:cNvPr>
          <p:cNvSpPr/>
          <p:nvPr/>
        </p:nvSpPr>
        <p:spPr>
          <a:xfrm>
            <a:off x="3163294" y="4670197"/>
            <a:ext cx="625032" cy="138532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/>
          <a:lstStyle/>
          <a:p>
            <a:pPr algn="ctr"/>
            <a:r>
              <a:rPr lang="es-MX" sz="500" dirty="0">
                <a:latin typeface="Aptos" pitchFamily="34" charset="0"/>
              </a:rPr>
              <a:t>Proceso del día 1 y día 2</a:t>
            </a:r>
          </a:p>
          <a:p>
            <a:pPr algn="ctr"/>
            <a:endParaRPr lang="es-MX" sz="500" dirty="0">
              <a:latin typeface="Aptos" pitchFamily="34" charset="0"/>
            </a:endParaRPr>
          </a:p>
          <a:p>
            <a:pPr algn="ctr"/>
            <a:endParaRPr lang="es-MX" sz="500" dirty="0">
              <a:latin typeface="Aptos" pitchFamily="34" charset="0"/>
            </a:endParaRPr>
          </a:p>
          <a:p>
            <a:pPr algn="ctr"/>
            <a:endParaRPr lang="es-MX" sz="500" dirty="0">
              <a:latin typeface="Aptos" pitchFamily="34" charset="0"/>
            </a:endParaRPr>
          </a:p>
          <a:p>
            <a:pPr algn="ctr"/>
            <a:endParaRPr lang="es-MX" sz="500" dirty="0">
              <a:latin typeface="Aptos" pitchFamily="34" charset="0"/>
            </a:endParaRPr>
          </a:p>
          <a:p>
            <a:pPr algn="ctr"/>
            <a:endParaRPr lang="es-MX" sz="500" dirty="0">
              <a:latin typeface="Aptos" pitchFamily="34" charset="0"/>
            </a:endParaRPr>
          </a:p>
        </p:txBody>
      </p:sp>
      <p:sp>
        <p:nvSpPr>
          <p:cNvPr id="365" name="Shape 363">
            <a:extLst>
              <a:ext uri="{FF2B5EF4-FFF2-40B4-BE49-F238E27FC236}">
                <a16:creationId xmlns:a16="http://schemas.microsoft.com/office/drawing/2014/main" id="{61895603-548B-65BD-FD23-54DB2D5AE65A}"/>
              </a:ext>
            </a:extLst>
          </p:cNvPr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66" name="Text 364">
            <a:extLst>
              <a:ext uri="{FF2B5EF4-FFF2-40B4-BE49-F238E27FC236}">
                <a16:creationId xmlns:a16="http://schemas.microsoft.com/office/drawing/2014/main" id="{0D8C78DC-A773-FF00-CB0C-69700D9CC1BC}"/>
              </a:ext>
            </a:extLst>
          </p:cNvPr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>
            <a:extLst>
              <a:ext uri="{FF2B5EF4-FFF2-40B4-BE49-F238E27FC236}">
                <a16:creationId xmlns:a16="http://schemas.microsoft.com/office/drawing/2014/main" id="{CD1E8294-2AB5-092B-37B7-2E15FE68F368}"/>
              </a:ext>
            </a:extLst>
          </p:cNvPr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68" name="Text 366">
            <a:extLst>
              <a:ext uri="{FF2B5EF4-FFF2-40B4-BE49-F238E27FC236}">
                <a16:creationId xmlns:a16="http://schemas.microsoft.com/office/drawing/2014/main" id="{5E6CEE00-8F64-005A-DCDD-9E6DF55E18B6}"/>
              </a:ext>
            </a:extLst>
          </p:cNvPr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>
            <a:extLst>
              <a:ext uri="{FF2B5EF4-FFF2-40B4-BE49-F238E27FC236}">
                <a16:creationId xmlns:a16="http://schemas.microsoft.com/office/drawing/2014/main" id="{A5F6FC52-8771-5062-D561-69CA6E1222FB}"/>
              </a:ext>
            </a:extLst>
          </p:cNvPr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70" name="Text 368">
            <a:extLst>
              <a:ext uri="{FF2B5EF4-FFF2-40B4-BE49-F238E27FC236}">
                <a16:creationId xmlns:a16="http://schemas.microsoft.com/office/drawing/2014/main" id="{EAEBDA07-2F30-808A-4FE9-653EDBC8EDB8}"/>
              </a:ext>
            </a:extLst>
          </p:cNvPr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>
            <a:extLst>
              <a:ext uri="{FF2B5EF4-FFF2-40B4-BE49-F238E27FC236}">
                <a16:creationId xmlns:a16="http://schemas.microsoft.com/office/drawing/2014/main" id="{EB4F4795-0458-912B-BA93-1045712EF843}"/>
              </a:ext>
            </a:extLst>
          </p:cNvPr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72" name="Text 370">
            <a:extLst>
              <a:ext uri="{FF2B5EF4-FFF2-40B4-BE49-F238E27FC236}">
                <a16:creationId xmlns:a16="http://schemas.microsoft.com/office/drawing/2014/main" id="{1FE52C20-A64A-4A3E-6662-ECB5CF594B7F}"/>
              </a:ext>
            </a:extLst>
          </p:cNvPr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>
            <a:extLst>
              <a:ext uri="{FF2B5EF4-FFF2-40B4-BE49-F238E27FC236}">
                <a16:creationId xmlns:a16="http://schemas.microsoft.com/office/drawing/2014/main" id="{18325E91-7808-D983-7BAD-E01FB142632F}"/>
              </a:ext>
            </a:extLst>
          </p:cNvPr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>
            <a:extLst>
              <a:ext uri="{FF2B5EF4-FFF2-40B4-BE49-F238E27FC236}">
                <a16:creationId xmlns:a16="http://schemas.microsoft.com/office/drawing/2014/main" id="{094F2C22-A43C-59CE-368B-D94C03A15A46}"/>
              </a:ext>
            </a:extLst>
          </p:cNvPr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>
            <a:extLst>
              <a:ext uri="{FF2B5EF4-FFF2-40B4-BE49-F238E27FC236}">
                <a16:creationId xmlns:a16="http://schemas.microsoft.com/office/drawing/2014/main" id="{F11D7EF8-EBC5-6285-1FA9-940318825BF6}"/>
              </a:ext>
            </a:extLst>
          </p:cNvPr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76" name="Text 374">
            <a:extLst>
              <a:ext uri="{FF2B5EF4-FFF2-40B4-BE49-F238E27FC236}">
                <a16:creationId xmlns:a16="http://schemas.microsoft.com/office/drawing/2014/main" id="{84553564-E1B5-6CCD-B242-743C437391D1}"/>
              </a:ext>
            </a:extLst>
          </p:cNvPr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>
            <a:extLst>
              <a:ext uri="{FF2B5EF4-FFF2-40B4-BE49-F238E27FC236}">
                <a16:creationId xmlns:a16="http://schemas.microsoft.com/office/drawing/2014/main" id="{416A4D25-8C28-0860-49FD-4717D350D4BC}"/>
              </a:ext>
            </a:extLst>
          </p:cNvPr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78" name="Text 376">
            <a:extLst>
              <a:ext uri="{FF2B5EF4-FFF2-40B4-BE49-F238E27FC236}">
                <a16:creationId xmlns:a16="http://schemas.microsoft.com/office/drawing/2014/main" id="{9A30A878-DF45-AE38-1B93-E0199E427885}"/>
              </a:ext>
            </a:extLst>
          </p:cNvPr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>
            <a:extLst>
              <a:ext uri="{FF2B5EF4-FFF2-40B4-BE49-F238E27FC236}">
                <a16:creationId xmlns:a16="http://schemas.microsoft.com/office/drawing/2014/main" id="{B166AFA9-A898-818B-1E37-B3BA5E4A20B7}"/>
              </a:ext>
            </a:extLst>
          </p:cNvPr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80" name="Text 378">
            <a:extLst>
              <a:ext uri="{FF2B5EF4-FFF2-40B4-BE49-F238E27FC236}">
                <a16:creationId xmlns:a16="http://schemas.microsoft.com/office/drawing/2014/main" id="{0088A58C-FCDD-7BA3-F99E-24AB85617B1A}"/>
              </a:ext>
            </a:extLst>
          </p:cNvPr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>
            <a:extLst>
              <a:ext uri="{FF2B5EF4-FFF2-40B4-BE49-F238E27FC236}">
                <a16:creationId xmlns:a16="http://schemas.microsoft.com/office/drawing/2014/main" id="{0A058980-38F3-586E-397D-F5AE597B7012}"/>
              </a:ext>
            </a:extLst>
          </p:cNvPr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82" name="Text 380">
            <a:extLst>
              <a:ext uri="{FF2B5EF4-FFF2-40B4-BE49-F238E27FC236}">
                <a16:creationId xmlns:a16="http://schemas.microsoft.com/office/drawing/2014/main" id="{6317A99B-60DB-1D14-B3FC-21CE26D43F5B}"/>
              </a:ext>
            </a:extLst>
          </p:cNvPr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>
            <a:extLst>
              <a:ext uri="{FF2B5EF4-FFF2-40B4-BE49-F238E27FC236}">
                <a16:creationId xmlns:a16="http://schemas.microsoft.com/office/drawing/2014/main" id="{7E0B0197-5AD0-2252-2A50-FCB880A29C49}"/>
              </a:ext>
            </a:extLst>
          </p:cNvPr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84" name="Text 382">
            <a:extLst>
              <a:ext uri="{FF2B5EF4-FFF2-40B4-BE49-F238E27FC236}">
                <a16:creationId xmlns:a16="http://schemas.microsoft.com/office/drawing/2014/main" id="{CF9148B6-3FBE-E6FE-D488-5D0BA4ABA10F}"/>
              </a:ext>
            </a:extLst>
          </p:cNvPr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>
            <a:extLst>
              <a:ext uri="{FF2B5EF4-FFF2-40B4-BE49-F238E27FC236}">
                <a16:creationId xmlns:a16="http://schemas.microsoft.com/office/drawing/2014/main" id="{A62997CF-1C99-C954-816A-372E4748DE24}"/>
              </a:ext>
            </a:extLst>
          </p:cNvPr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>
            <a:extLst>
              <a:ext uri="{FF2B5EF4-FFF2-40B4-BE49-F238E27FC236}">
                <a16:creationId xmlns:a16="http://schemas.microsoft.com/office/drawing/2014/main" id="{C9834C9D-BBF6-F60E-E145-85BB973CA0A6}"/>
              </a:ext>
            </a:extLst>
          </p:cNvPr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>
            <a:extLst>
              <a:ext uri="{FF2B5EF4-FFF2-40B4-BE49-F238E27FC236}">
                <a16:creationId xmlns:a16="http://schemas.microsoft.com/office/drawing/2014/main" id="{C10D89FF-9283-227C-B000-066FF3410B48}"/>
              </a:ext>
            </a:extLst>
          </p:cNvPr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88" name="Text 386">
            <a:extLst>
              <a:ext uri="{FF2B5EF4-FFF2-40B4-BE49-F238E27FC236}">
                <a16:creationId xmlns:a16="http://schemas.microsoft.com/office/drawing/2014/main" id="{3C502CC4-A670-0C9B-39E8-DEFEAA4CB1A0}"/>
              </a:ext>
            </a:extLst>
          </p:cNvPr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>
            <a:extLst>
              <a:ext uri="{FF2B5EF4-FFF2-40B4-BE49-F238E27FC236}">
                <a16:creationId xmlns:a16="http://schemas.microsoft.com/office/drawing/2014/main" id="{7D263EA3-5337-7E38-16F2-E03726DC99A4}"/>
              </a:ext>
            </a:extLst>
          </p:cNvPr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>
            <a:extLst>
              <a:ext uri="{FF2B5EF4-FFF2-40B4-BE49-F238E27FC236}">
                <a16:creationId xmlns:a16="http://schemas.microsoft.com/office/drawing/2014/main" id="{981B9B39-045D-71DC-8D23-3FBC9FACEAA1}"/>
              </a:ext>
            </a:extLst>
          </p:cNvPr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>
            <a:extLst>
              <a:ext uri="{FF2B5EF4-FFF2-40B4-BE49-F238E27FC236}">
                <a16:creationId xmlns:a16="http://schemas.microsoft.com/office/drawing/2014/main" id="{9955B75B-44FC-25B0-F5E4-01C8F04749A5}"/>
              </a:ext>
            </a:extLst>
          </p:cNvPr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>
            <a:extLst>
              <a:ext uri="{FF2B5EF4-FFF2-40B4-BE49-F238E27FC236}">
                <a16:creationId xmlns:a16="http://schemas.microsoft.com/office/drawing/2014/main" id="{B97563F8-1FA4-9D2F-AB68-EFD62713C9AE}"/>
              </a:ext>
            </a:extLst>
          </p:cNvPr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>
            <a:extLst>
              <a:ext uri="{FF2B5EF4-FFF2-40B4-BE49-F238E27FC236}">
                <a16:creationId xmlns:a16="http://schemas.microsoft.com/office/drawing/2014/main" id="{E90C40AB-8A47-6C87-AE1A-CE9CA8B6E626}"/>
              </a:ext>
            </a:extLst>
          </p:cNvPr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394" name="Text 392">
            <a:extLst>
              <a:ext uri="{FF2B5EF4-FFF2-40B4-BE49-F238E27FC236}">
                <a16:creationId xmlns:a16="http://schemas.microsoft.com/office/drawing/2014/main" id="{7975DD62-AF2E-F571-49D1-D97D20D00792}"/>
              </a:ext>
            </a:extLst>
          </p:cNvPr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>
            <a:extLst>
              <a:ext uri="{FF2B5EF4-FFF2-40B4-BE49-F238E27FC236}">
                <a16:creationId xmlns:a16="http://schemas.microsoft.com/office/drawing/2014/main" id="{2C74F29D-332B-E13B-CA6C-2656AA2A8D52}"/>
              </a:ext>
            </a:extLst>
          </p:cNvPr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>
            <a:extLst>
              <a:ext uri="{FF2B5EF4-FFF2-40B4-BE49-F238E27FC236}">
                <a16:creationId xmlns:a16="http://schemas.microsoft.com/office/drawing/2014/main" id="{E6E77FB9-CC11-439A-3BEF-734BD383330D}"/>
              </a:ext>
            </a:extLst>
          </p:cNvPr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>
            <a:extLst>
              <a:ext uri="{FF2B5EF4-FFF2-40B4-BE49-F238E27FC236}">
                <a16:creationId xmlns:a16="http://schemas.microsoft.com/office/drawing/2014/main" id="{53AC31FB-02D6-5629-2F11-DB4C4C3A459D}"/>
              </a:ext>
            </a:extLst>
          </p:cNvPr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>
            <a:extLst>
              <a:ext uri="{FF2B5EF4-FFF2-40B4-BE49-F238E27FC236}">
                <a16:creationId xmlns:a16="http://schemas.microsoft.com/office/drawing/2014/main" id="{83DB308F-1D43-0044-A355-89EF963AE8CA}"/>
              </a:ext>
            </a:extLst>
          </p:cNvPr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>
            <a:extLst>
              <a:ext uri="{FF2B5EF4-FFF2-40B4-BE49-F238E27FC236}">
                <a16:creationId xmlns:a16="http://schemas.microsoft.com/office/drawing/2014/main" id="{D661927F-0A49-4652-42D2-5C28E49BF1A1}"/>
              </a:ext>
            </a:extLst>
          </p:cNvPr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>
            <a:extLst>
              <a:ext uri="{FF2B5EF4-FFF2-40B4-BE49-F238E27FC236}">
                <a16:creationId xmlns:a16="http://schemas.microsoft.com/office/drawing/2014/main" id="{6062DC94-B244-D67D-09DF-DDF0A297DDBC}"/>
              </a:ext>
            </a:extLst>
          </p:cNvPr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>
            <a:extLst>
              <a:ext uri="{FF2B5EF4-FFF2-40B4-BE49-F238E27FC236}">
                <a16:creationId xmlns:a16="http://schemas.microsoft.com/office/drawing/2014/main" id="{314E0A8D-34F9-CFCD-CB6F-00F556313A5A}"/>
              </a:ext>
            </a:extLst>
          </p:cNvPr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>
            <a:extLst>
              <a:ext uri="{FF2B5EF4-FFF2-40B4-BE49-F238E27FC236}">
                <a16:creationId xmlns:a16="http://schemas.microsoft.com/office/drawing/2014/main" id="{03BE0B59-B5C6-9733-78EE-B9B407EB7AA6}"/>
              </a:ext>
            </a:extLst>
          </p:cNvPr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>
            <a:extLst>
              <a:ext uri="{FF2B5EF4-FFF2-40B4-BE49-F238E27FC236}">
                <a16:creationId xmlns:a16="http://schemas.microsoft.com/office/drawing/2014/main" id="{39D3A801-E765-F1A0-EB89-FC1C62E68995}"/>
              </a:ext>
            </a:extLst>
          </p:cNvPr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>
            <a:extLst>
              <a:ext uri="{FF2B5EF4-FFF2-40B4-BE49-F238E27FC236}">
                <a16:creationId xmlns:a16="http://schemas.microsoft.com/office/drawing/2014/main" id="{39A700AC-F5EC-D02B-AAF1-7E2677D4C52F}"/>
              </a:ext>
            </a:extLst>
          </p:cNvPr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>
            <a:extLst>
              <a:ext uri="{FF2B5EF4-FFF2-40B4-BE49-F238E27FC236}">
                <a16:creationId xmlns:a16="http://schemas.microsoft.com/office/drawing/2014/main" id="{E1F0AE21-5591-A4B1-14E6-DEE0E1D6335B}"/>
              </a:ext>
            </a:extLst>
          </p:cNvPr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>
            <a:extLst>
              <a:ext uri="{FF2B5EF4-FFF2-40B4-BE49-F238E27FC236}">
                <a16:creationId xmlns:a16="http://schemas.microsoft.com/office/drawing/2014/main" id="{24C094EF-65F5-0821-BDF3-E08FE79E8A60}"/>
              </a:ext>
            </a:extLst>
          </p:cNvPr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>
            <a:extLst>
              <a:ext uri="{FF2B5EF4-FFF2-40B4-BE49-F238E27FC236}">
                <a16:creationId xmlns:a16="http://schemas.microsoft.com/office/drawing/2014/main" id="{2AE55F5A-D338-D009-3A01-FAEFABA76468}"/>
              </a:ext>
            </a:extLst>
          </p:cNvPr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>
            <a:extLst>
              <a:ext uri="{FF2B5EF4-FFF2-40B4-BE49-F238E27FC236}">
                <a16:creationId xmlns:a16="http://schemas.microsoft.com/office/drawing/2014/main" id="{54328B9B-4FE4-9662-4397-4D139CFA01E9}"/>
              </a:ext>
            </a:extLst>
          </p:cNvPr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>
            <a:extLst>
              <a:ext uri="{FF2B5EF4-FFF2-40B4-BE49-F238E27FC236}">
                <a16:creationId xmlns:a16="http://schemas.microsoft.com/office/drawing/2014/main" id="{20BBE30D-2E0A-DC34-74CD-67ED2A37C9CA}"/>
              </a:ext>
            </a:extLst>
          </p:cNvPr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10" name="Text 408">
            <a:extLst>
              <a:ext uri="{FF2B5EF4-FFF2-40B4-BE49-F238E27FC236}">
                <a16:creationId xmlns:a16="http://schemas.microsoft.com/office/drawing/2014/main" id="{16002B28-C441-AE75-0312-650EC1099ED6}"/>
              </a:ext>
            </a:extLst>
          </p:cNvPr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>
            <a:extLst>
              <a:ext uri="{FF2B5EF4-FFF2-40B4-BE49-F238E27FC236}">
                <a16:creationId xmlns:a16="http://schemas.microsoft.com/office/drawing/2014/main" id="{A9612417-3BC4-AF30-36FC-D59AD5D527B5}"/>
              </a:ext>
            </a:extLst>
          </p:cNvPr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12" name="Text 410">
            <a:extLst>
              <a:ext uri="{FF2B5EF4-FFF2-40B4-BE49-F238E27FC236}">
                <a16:creationId xmlns:a16="http://schemas.microsoft.com/office/drawing/2014/main" id="{CF2A4D3F-94F8-3E97-30CA-FA1BEED403E5}"/>
              </a:ext>
            </a:extLst>
          </p:cNvPr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>
            <a:extLst>
              <a:ext uri="{FF2B5EF4-FFF2-40B4-BE49-F238E27FC236}">
                <a16:creationId xmlns:a16="http://schemas.microsoft.com/office/drawing/2014/main" id="{6A141438-AC0C-B95F-C4AE-58F0E401CA3E}"/>
              </a:ext>
            </a:extLst>
          </p:cNvPr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14" name="Text 412">
            <a:extLst>
              <a:ext uri="{FF2B5EF4-FFF2-40B4-BE49-F238E27FC236}">
                <a16:creationId xmlns:a16="http://schemas.microsoft.com/office/drawing/2014/main" id="{AE66F369-7C43-ABCB-F4A7-9F388EF7F054}"/>
              </a:ext>
            </a:extLst>
          </p:cNvPr>
          <p:cNvSpPr/>
          <p:nvPr/>
        </p:nvSpPr>
        <p:spPr>
          <a:xfrm>
            <a:off x="10567911" y="4433317"/>
            <a:ext cx="737191" cy="195072"/>
          </a:xfrm>
          <a:prstGeom prst="rect">
            <a:avLst/>
          </a:prstGeom>
          <a:noFill/>
          <a:ln>
            <a:noFill/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s-MX" sz="500" dirty="0">
                <a:solidFill>
                  <a:schemeClr val="bg1"/>
                </a:solidFill>
                <a:latin typeface="Aptos" pitchFamily="34" charset="0"/>
              </a:rPr>
              <a:t>Generación del estado de cuenta</a:t>
            </a:r>
          </a:p>
        </p:txBody>
      </p:sp>
      <p:sp>
        <p:nvSpPr>
          <p:cNvPr id="415" name="Shape 413">
            <a:extLst>
              <a:ext uri="{FF2B5EF4-FFF2-40B4-BE49-F238E27FC236}">
                <a16:creationId xmlns:a16="http://schemas.microsoft.com/office/drawing/2014/main" id="{A51BFD08-17E0-38C5-6793-8F3FE6D6A967}"/>
              </a:ext>
            </a:extLst>
          </p:cNvPr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16" name="Text 414">
            <a:extLst>
              <a:ext uri="{FF2B5EF4-FFF2-40B4-BE49-F238E27FC236}">
                <a16:creationId xmlns:a16="http://schemas.microsoft.com/office/drawing/2014/main" id="{CED34F79-F031-3B1E-B153-4CD850027CDF}"/>
              </a:ext>
            </a:extLst>
          </p:cNvPr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>
            <a:extLst>
              <a:ext uri="{FF2B5EF4-FFF2-40B4-BE49-F238E27FC236}">
                <a16:creationId xmlns:a16="http://schemas.microsoft.com/office/drawing/2014/main" id="{A3EC867C-32E7-A0AD-F249-1C80637A1CFC}"/>
              </a:ext>
            </a:extLst>
          </p:cNvPr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18" name="Text 416">
            <a:extLst>
              <a:ext uri="{FF2B5EF4-FFF2-40B4-BE49-F238E27FC236}">
                <a16:creationId xmlns:a16="http://schemas.microsoft.com/office/drawing/2014/main" id="{22BAA13E-F011-E5B8-9018-E83AEB284E64}"/>
              </a:ext>
            </a:extLst>
          </p:cNvPr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>
              <a:solidFill>
                <a:schemeClr val="bg1"/>
              </a:solidFill>
            </a:endParaRPr>
          </a:p>
        </p:txBody>
      </p:sp>
      <p:sp>
        <p:nvSpPr>
          <p:cNvPr id="419" name="Shape 417">
            <a:extLst>
              <a:ext uri="{FF2B5EF4-FFF2-40B4-BE49-F238E27FC236}">
                <a16:creationId xmlns:a16="http://schemas.microsoft.com/office/drawing/2014/main" id="{60C34AB1-F0C6-52D0-68D2-6318007D2F83}"/>
              </a:ext>
            </a:extLst>
          </p:cNvPr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20" name="Text 418">
            <a:extLst>
              <a:ext uri="{FF2B5EF4-FFF2-40B4-BE49-F238E27FC236}">
                <a16:creationId xmlns:a16="http://schemas.microsoft.com/office/drawing/2014/main" id="{AD370491-0F59-6263-A0F9-99816F81D882}"/>
              </a:ext>
            </a:extLst>
          </p:cNvPr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>
            <a:extLst>
              <a:ext uri="{FF2B5EF4-FFF2-40B4-BE49-F238E27FC236}">
                <a16:creationId xmlns:a16="http://schemas.microsoft.com/office/drawing/2014/main" id="{A7971DAE-EF17-7E6C-08E6-D95A6D0E0268}"/>
              </a:ext>
            </a:extLst>
          </p:cNvPr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>
            <a:extLst>
              <a:ext uri="{FF2B5EF4-FFF2-40B4-BE49-F238E27FC236}">
                <a16:creationId xmlns:a16="http://schemas.microsoft.com/office/drawing/2014/main" id="{98A238B3-7981-6CC1-A8DE-C33DE3C41583}"/>
              </a:ext>
            </a:extLst>
          </p:cNvPr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>
            <a:extLst>
              <a:ext uri="{FF2B5EF4-FFF2-40B4-BE49-F238E27FC236}">
                <a16:creationId xmlns:a16="http://schemas.microsoft.com/office/drawing/2014/main" id="{6699E916-F5EE-97A8-4B11-46661D8E8D0C}"/>
              </a:ext>
            </a:extLst>
          </p:cNvPr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>
            <a:extLst>
              <a:ext uri="{FF2B5EF4-FFF2-40B4-BE49-F238E27FC236}">
                <a16:creationId xmlns:a16="http://schemas.microsoft.com/office/drawing/2014/main" id="{E911ED0E-DA65-B4DE-928E-C9FB3CA1A8F2}"/>
              </a:ext>
            </a:extLst>
          </p:cNvPr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>
            <a:extLst>
              <a:ext uri="{FF2B5EF4-FFF2-40B4-BE49-F238E27FC236}">
                <a16:creationId xmlns:a16="http://schemas.microsoft.com/office/drawing/2014/main" id="{919A70A5-E863-C07D-B526-E40D6B5E5952}"/>
              </a:ext>
            </a:extLst>
          </p:cNvPr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>
            <a:extLst>
              <a:ext uri="{FF2B5EF4-FFF2-40B4-BE49-F238E27FC236}">
                <a16:creationId xmlns:a16="http://schemas.microsoft.com/office/drawing/2014/main" id="{9AC9D647-E71A-9A3A-2D9E-B94CC2AE613B}"/>
              </a:ext>
            </a:extLst>
          </p:cNvPr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>
            <a:extLst>
              <a:ext uri="{FF2B5EF4-FFF2-40B4-BE49-F238E27FC236}">
                <a16:creationId xmlns:a16="http://schemas.microsoft.com/office/drawing/2014/main" id="{F41AB01B-DEF6-396E-5FCE-966417122079}"/>
              </a:ext>
            </a:extLst>
          </p:cNvPr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>
            <a:extLst>
              <a:ext uri="{FF2B5EF4-FFF2-40B4-BE49-F238E27FC236}">
                <a16:creationId xmlns:a16="http://schemas.microsoft.com/office/drawing/2014/main" id="{7A0CAA16-C9B6-DE86-ABDE-878166CF531F}"/>
              </a:ext>
            </a:extLst>
          </p:cNvPr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>
            <a:extLst>
              <a:ext uri="{FF2B5EF4-FFF2-40B4-BE49-F238E27FC236}">
                <a16:creationId xmlns:a16="http://schemas.microsoft.com/office/drawing/2014/main" id="{419763AC-F689-C5B1-05B9-6CF2326410D7}"/>
              </a:ext>
            </a:extLst>
          </p:cNvPr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>
            <a:extLst>
              <a:ext uri="{FF2B5EF4-FFF2-40B4-BE49-F238E27FC236}">
                <a16:creationId xmlns:a16="http://schemas.microsoft.com/office/drawing/2014/main" id="{3614881A-1687-677C-25F2-03972FE80273}"/>
              </a:ext>
            </a:extLst>
          </p:cNvPr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>
            <a:extLst>
              <a:ext uri="{FF2B5EF4-FFF2-40B4-BE49-F238E27FC236}">
                <a16:creationId xmlns:a16="http://schemas.microsoft.com/office/drawing/2014/main" id="{5EB58745-3D32-8E01-EF4B-53EBF39F51AA}"/>
              </a:ext>
            </a:extLst>
          </p:cNvPr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34" name="Text 432">
            <a:extLst>
              <a:ext uri="{FF2B5EF4-FFF2-40B4-BE49-F238E27FC236}">
                <a16:creationId xmlns:a16="http://schemas.microsoft.com/office/drawing/2014/main" id="{E07AD134-80B5-E4A8-DEB4-682E0A419919}"/>
              </a:ext>
            </a:extLst>
          </p:cNvPr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35" name="Shape 433">
            <a:extLst>
              <a:ext uri="{FF2B5EF4-FFF2-40B4-BE49-F238E27FC236}">
                <a16:creationId xmlns:a16="http://schemas.microsoft.com/office/drawing/2014/main" id="{E399400D-CC04-2E41-07F0-EB4C9104EC43}"/>
              </a:ext>
            </a:extLst>
          </p:cNvPr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>
            <a:extLst>
              <a:ext uri="{FF2B5EF4-FFF2-40B4-BE49-F238E27FC236}">
                <a16:creationId xmlns:a16="http://schemas.microsoft.com/office/drawing/2014/main" id="{AA3AC405-1974-420F-10E5-997DBA3224B9}"/>
              </a:ext>
            </a:extLst>
          </p:cNvPr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>
            <a:extLst>
              <a:ext uri="{FF2B5EF4-FFF2-40B4-BE49-F238E27FC236}">
                <a16:creationId xmlns:a16="http://schemas.microsoft.com/office/drawing/2014/main" id="{AA7D7C16-3630-DBF1-FC94-48DDA5741534}"/>
              </a:ext>
            </a:extLst>
          </p:cNvPr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>
            <a:extLst>
              <a:ext uri="{FF2B5EF4-FFF2-40B4-BE49-F238E27FC236}">
                <a16:creationId xmlns:a16="http://schemas.microsoft.com/office/drawing/2014/main" id="{AFB9636E-5376-58E4-14A9-E83690B0BBF4}"/>
              </a:ext>
            </a:extLst>
          </p:cNvPr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>
            <a:extLst>
              <a:ext uri="{FF2B5EF4-FFF2-40B4-BE49-F238E27FC236}">
                <a16:creationId xmlns:a16="http://schemas.microsoft.com/office/drawing/2014/main" id="{30E7A814-D1B3-44E3-1A3E-00A7DC96C024}"/>
              </a:ext>
            </a:extLst>
          </p:cNvPr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>
            <a:extLst>
              <a:ext uri="{FF2B5EF4-FFF2-40B4-BE49-F238E27FC236}">
                <a16:creationId xmlns:a16="http://schemas.microsoft.com/office/drawing/2014/main" id="{53333D91-2EF6-4DE5-D3A8-4DBB799FD61F}"/>
              </a:ext>
            </a:extLst>
          </p:cNvPr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>
            <a:extLst>
              <a:ext uri="{FF2B5EF4-FFF2-40B4-BE49-F238E27FC236}">
                <a16:creationId xmlns:a16="http://schemas.microsoft.com/office/drawing/2014/main" id="{A279DA3A-0566-73A2-78AF-C22D0B03A154}"/>
              </a:ext>
            </a:extLst>
          </p:cNvPr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>
            <a:extLst>
              <a:ext uri="{FF2B5EF4-FFF2-40B4-BE49-F238E27FC236}">
                <a16:creationId xmlns:a16="http://schemas.microsoft.com/office/drawing/2014/main" id="{098FC5D9-0E7C-15F1-39F6-448962D54726}"/>
              </a:ext>
            </a:extLst>
          </p:cNvPr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>
            <a:extLst>
              <a:ext uri="{FF2B5EF4-FFF2-40B4-BE49-F238E27FC236}">
                <a16:creationId xmlns:a16="http://schemas.microsoft.com/office/drawing/2014/main" id="{20609DB1-B3C9-65DC-B147-23C0092B3E4F}"/>
              </a:ext>
            </a:extLst>
          </p:cNvPr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44" name="Text 442">
            <a:extLst>
              <a:ext uri="{FF2B5EF4-FFF2-40B4-BE49-F238E27FC236}">
                <a16:creationId xmlns:a16="http://schemas.microsoft.com/office/drawing/2014/main" id="{D26885E4-0CD0-C6E0-6DDF-5BD7B4A0752D}"/>
              </a:ext>
            </a:extLst>
          </p:cNvPr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45" name="Shape 443">
            <a:extLst>
              <a:ext uri="{FF2B5EF4-FFF2-40B4-BE49-F238E27FC236}">
                <a16:creationId xmlns:a16="http://schemas.microsoft.com/office/drawing/2014/main" id="{F2D14424-BB07-A501-56F0-3757C2F84924}"/>
              </a:ext>
            </a:extLst>
          </p:cNvPr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46" name="Text 444">
            <a:extLst>
              <a:ext uri="{FF2B5EF4-FFF2-40B4-BE49-F238E27FC236}">
                <a16:creationId xmlns:a16="http://schemas.microsoft.com/office/drawing/2014/main" id="{DE09EF6A-D4B8-3280-AEFB-172003F1051C}"/>
              </a:ext>
            </a:extLst>
          </p:cNvPr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47" name="Shape 445">
            <a:extLst>
              <a:ext uri="{FF2B5EF4-FFF2-40B4-BE49-F238E27FC236}">
                <a16:creationId xmlns:a16="http://schemas.microsoft.com/office/drawing/2014/main" id="{C9EB7F0B-9F31-D236-814F-B2594987575B}"/>
              </a:ext>
            </a:extLst>
          </p:cNvPr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48" name="Text 446">
            <a:extLst>
              <a:ext uri="{FF2B5EF4-FFF2-40B4-BE49-F238E27FC236}">
                <a16:creationId xmlns:a16="http://schemas.microsoft.com/office/drawing/2014/main" id="{6068CC55-F83A-AFC6-5C1B-8DF877946A43}"/>
              </a:ext>
            </a:extLst>
          </p:cNvPr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49" name="Shape 447">
            <a:extLst>
              <a:ext uri="{FF2B5EF4-FFF2-40B4-BE49-F238E27FC236}">
                <a16:creationId xmlns:a16="http://schemas.microsoft.com/office/drawing/2014/main" id="{6A06E4CE-3F9C-493D-CC0C-BD282C293E3B}"/>
              </a:ext>
            </a:extLst>
          </p:cNvPr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50" name="Text 448">
            <a:extLst>
              <a:ext uri="{FF2B5EF4-FFF2-40B4-BE49-F238E27FC236}">
                <a16:creationId xmlns:a16="http://schemas.microsoft.com/office/drawing/2014/main" id="{AFF23935-61C2-CE4A-3107-68B6F02583D2}"/>
              </a:ext>
            </a:extLst>
          </p:cNvPr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51" name="Shape 449">
            <a:extLst>
              <a:ext uri="{FF2B5EF4-FFF2-40B4-BE49-F238E27FC236}">
                <a16:creationId xmlns:a16="http://schemas.microsoft.com/office/drawing/2014/main" id="{6C8D638B-69AE-180D-86DF-A3623E6A59A2}"/>
              </a:ext>
            </a:extLst>
          </p:cNvPr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52" name="Text 450">
            <a:extLst>
              <a:ext uri="{FF2B5EF4-FFF2-40B4-BE49-F238E27FC236}">
                <a16:creationId xmlns:a16="http://schemas.microsoft.com/office/drawing/2014/main" id="{6B260C77-574A-52D8-438D-2BC895E20F41}"/>
              </a:ext>
            </a:extLst>
          </p:cNvPr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4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400" noProof="0" dirty="0">
              <a:solidFill>
                <a:schemeClr val="bg1"/>
              </a:solidFill>
            </a:endParaRPr>
          </a:p>
        </p:txBody>
      </p:sp>
      <p:sp>
        <p:nvSpPr>
          <p:cNvPr id="453" name="Shape 451">
            <a:extLst>
              <a:ext uri="{FF2B5EF4-FFF2-40B4-BE49-F238E27FC236}">
                <a16:creationId xmlns:a16="http://schemas.microsoft.com/office/drawing/2014/main" id="{F293F9BF-F470-AA8E-A664-99F1B1AD1834}"/>
              </a:ext>
            </a:extLst>
          </p:cNvPr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54" name="Text 452">
            <a:extLst>
              <a:ext uri="{FF2B5EF4-FFF2-40B4-BE49-F238E27FC236}">
                <a16:creationId xmlns:a16="http://schemas.microsoft.com/office/drawing/2014/main" id="{91DB795D-AD94-4872-7DE9-98F5996437C7}"/>
              </a:ext>
            </a:extLst>
          </p:cNvPr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55" name="Shape 453">
            <a:extLst>
              <a:ext uri="{FF2B5EF4-FFF2-40B4-BE49-F238E27FC236}">
                <a16:creationId xmlns:a16="http://schemas.microsoft.com/office/drawing/2014/main" id="{2105602D-2D65-EECB-2AF8-310524ECF4EC}"/>
              </a:ext>
            </a:extLst>
          </p:cNvPr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56" name="Text 454">
            <a:extLst>
              <a:ext uri="{FF2B5EF4-FFF2-40B4-BE49-F238E27FC236}">
                <a16:creationId xmlns:a16="http://schemas.microsoft.com/office/drawing/2014/main" id="{4803C4BE-56F8-FE28-6D52-8A71F6474367}"/>
              </a:ext>
            </a:extLst>
          </p:cNvPr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57" name="Shape 455">
            <a:extLst>
              <a:ext uri="{FF2B5EF4-FFF2-40B4-BE49-F238E27FC236}">
                <a16:creationId xmlns:a16="http://schemas.microsoft.com/office/drawing/2014/main" id="{BA07660F-C134-575E-1224-AA8DD6059D78}"/>
              </a:ext>
            </a:extLst>
          </p:cNvPr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>
            <a:extLst>
              <a:ext uri="{FF2B5EF4-FFF2-40B4-BE49-F238E27FC236}">
                <a16:creationId xmlns:a16="http://schemas.microsoft.com/office/drawing/2014/main" id="{F2A61B34-DD45-8F12-58B7-BB00F15C1420}"/>
              </a:ext>
            </a:extLst>
          </p:cNvPr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>
            <a:extLst>
              <a:ext uri="{FF2B5EF4-FFF2-40B4-BE49-F238E27FC236}">
                <a16:creationId xmlns:a16="http://schemas.microsoft.com/office/drawing/2014/main" id="{AEA77021-F813-B5B8-6705-080BF145BE8D}"/>
              </a:ext>
            </a:extLst>
          </p:cNvPr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>
            <a:extLst>
              <a:ext uri="{FF2B5EF4-FFF2-40B4-BE49-F238E27FC236}">
                <a16:creationId xmlns:a16="http://schemas.microsoft.com/office/drawing/2014/main" id="{B7AA1BBE-F63F-84E5-C75B-0F5C78FC788F}"/>
              </a:ext>
            </a:extLst>
          </p:cNvPr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>
            <a:extLst>
              <a:ext uri="{FF2B5EF4-FFF2-40B4-BE49-F238E27FC236}">
                <a16:creationId xmlns:a16="http://schemas.microsoft.com/office/drawing/2014/main" id="{25599C0E-92C7-44A8-38EF-1AB0CD0C3D00}"/>
              </a:ext>
            </a:extLst>
          </p:cNvPr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62" name="Text 460">
            <a:extLst>
              <a:ext uri="{FF2B5EF4-FFF2-40B4-BE49-F238E27FC236}">
                <a16:creationId xmlns:a16="http://schemas.microsoft.com/office/drawing/2014/main" id="{D0612E18-AEA5-5CE1-4A7A-2D8E56965E6E}"/>
              </a:ext>
            </a:extLst>
          </p:cNvPr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63" name="Shape 461">
            <a:extLst>
              <a:ext uri="{FF2B5EF4-FFF2-40B4-BE49-F238E27FC236}">
                <a16:creationId xmlns:a16="http://schemas.microsoft.com/office/drawing/2014/main" id="{09F93F35-319B-7A6C-2E90-D1F7F016EED6}"/>
              </a:ext>
            </a:extLst>
          </p:cNvPr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64" name="Text 462">
            <a:extLst>
              <a:ext uri="{FF2B5EF4-FFF2-40B4-BE49-F238E27FC236}">
                <a16:creationId xmlns:a16="http://schemas.microsoft.com/office/drawing/2014/main" id="{C4F38929-5680-7307-DE91-23ADB34F5416}"/>
              </a:ext>
            </a:extLst>
          </p:cNvPr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65" name="Shape 463">
            <a:extLst>
              <a:ext uri="{FF2B5EF4-FFF2-40B4-BE49-F238E27FC236}">
                <a16:creationId xmlns:a16="http://schemas.microsoft.com/office/drawing/2014/main" id="{D3F6D038-3A4C-2C00-F46F-6BDBD5835151}"/>
              </a:ext>
            </a:extLst>
          </p:cNvPr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466" name="Text 464">
            <a:extLst>
              <a:ext uri="{FF2B5EF4-FFF2-40B4-BE49-F238E27FC236}">
                <a16:creationId xmlns:a16="http://schemas.microsoft.com/office/drawing/2014/main" id="{75E626F7-04DE-ED35-CA14-6129A4D50976}"/>
              </a:ext>
            </a:extLst>
          </p:cNvPr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>
              <a:solidFill>
                <a:schemeClr val="bg1"/>
              </a:solidFill>
            </a:endParaRPr>
          </a:p>
        </p:txBody>
      </p:sp>
      <p:sp>
        <p:nvSpPr>
          <p:cNvPr id="467" name="Shape 465">
            <a:extLst>
              <a:ext uri="{FF2B5EF4-FFF2-40B4-BE49-F238E27FC236}">
                <a16:creationId xmlns:a16="http://schemas.microsoft.com/office/drawing/2014/main" id="{3E7A5650-478B-0183-3B72-0879043A416E}"/>
              </a:ext>
            </a:extLst>
          </p:cNvPr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>
            <a:extLst>
              <a:ext uri="{FF2B5EF4-FFF2-40B4-BE49-F238E27FC236}">
                <a16:creationId xmlns:a16="http://schemas.microsoft.com/office/drawing/2014/main" id="{14001AEA-402C-F19D-1FBE-E86F71BF8982}"/>
              </a:ext>
            </a:extLst>
          </p:cNvPr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>
            <a:extLst>
              <a:ext uri="{FF2B5EF4-FFF2-40B4-BE49-F238E27FC236}">
                <a16:creationId xmlns:a16="http://schemas.microsoft.com/office/drawing/2014/main" id="{18E4F603-CEBE-F0EA-442D-45CC30EC65AE}"/>
              </a:ext>
            </a:extLst>
          </p:cNvPr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>
            <a:extLst>
              <a:ext uri="{FF2B5EF4-FFF2-40B4-BE49-F238E27FC236}">
                <a16:creationId xmlns:a16="http://schemas.microsoft.com/office/drawing/2014/main" id="{CD50B0F1-B0AC-1034-0DCB-9BD0ECC62B87}"/>
              </a:ext>
            </a:extLst>
          </p:cNvPr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>
            <a:extLst>
              <a:ext uri="{FF2B5EF4-FFF2-40B4-BE49-F238E27FC236}">
                <a16:creationId xmlns:a16="http://schemas.microsoft.com/office/drawing/2014/main" id="{E4BBD914-BF99-A321-D7A5-ACCBBD911082}"/>
              </a:ext>
            </a:extLst>
          </p:cNvPr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>
            <a:extLst>
              <a:ext uri="{FF2B5EF4-FFF2-40B4-BE49-F238E27FC236}">
                <a16:creationId xmlns:a16="http://schemas.microsoft.com/office/drawing/2014/main" id="{2A584CA5-7AB7-1CAB-06D4-3F3B3AC1C8DF}"/>
              </a:ext>
            </a:extLst>
          </p:cNvPr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>
            <a:extLst>
              <a:ext uri="{FF2B5EF4-FFF2-40B4-BE49-F238E27FC236}">
                <a16:creationId xmlns:a16="http://schemas.microsoft.com/office/drawing/2014/main" id="{CD45B620-71BD-9737-0F16-FB43300AC4FC}"/>
              </a:ext>
            </a:extLst>
          </p:cNvPr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>
            <a:extLst>
              <a:ext uri="{FF2B5EF4-FFF2-40B4-BE49-F238E27FC236}">
                <a16:creationId xmlns:a16="http://schemas.microsoft.com/office/drawing/2014/main" id="{FBC4635A-C733-8FDD-A705-46346C4A3F36}"/>
              </a:ext>
            </a:extLst>
          </p:cNvPr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>
            <a:extLst>
              <a:ext uri="{FF2B5EF4-FFF2-40B4-BE49-F238E27FC236}">
                <a16:creationId xmlns:a16="http://schemas.microsoft.com/office/drawing/2014/main" id="{0C2FA38C-2D15-38A7-8301-95D22170653B}"/>
              </a:ext>
            </a:extLst>
          </p:cNvPr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>
            <a:extLst>
              <a:ext uri="{FF2B5EF4-FFF2-40B4-BE49-F238E27FC236}">
                <a16:creationId xmlns:a16="http://schemas.microsoft.com/office/drawing/2014/main" id="{DCB40337-E216-4193-667E-D7F85F96775D}"/>
              </a:ext>
            </a:extLst>
          </p:cNvPr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>
            <a:extLst>
              <a:ext uri="{FF2B5EF4-FFF2-40B4-BE49-F238E27FC236}">
                <a16:creationId xmlns:a16="http://schemas.microsoft.com/office/drawing/2014/main" id="{274A5CB9-2137-5866-E83F-5903F6186E7B}"/>
              </a:ext>
            </a:extLst>
          </p:cNvPr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>
            <a:extLst>
              <a:ext uri="{FF2B5EF4-FFF2-40B4-BE49-F238E27FC236}">
                <a16:creationId xmlns:a16="http://schemas.microsoft.com/office/drawing/2014/main" id="{A64309EB-4991-6E2E-F0AA-E33EF98B289F}"/>
              </a:ext>
            </a:extLst>
          </p:cNvPr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>
            <a:extLst>
              <a:ext uri="{FF2B5EF4-FFF2-40B4-BE49-F238E27FC236}">
                <a16:creationId xmlns:a16="http://schemas.microsoft.com/office/drawing/2014/main" id="{F81637EC-6A1B-F026-EEA4-7FA6F9456B72}"/>
              </a:ext>
            </a:extLst>
          </p:cNvPr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>
            <a:extLst>
              <a:ext uri="{FF2B5EF4-FFF2-40B4-BE49-F238E27FC236}">
                <a16:creationId xmlns:a16="http://schemas.microsoft.com/office/drawing/2014/main" id="{8C933F5E-167C-6A9B-7A58-ECAE292C174A}"/>
              </a:ext>
            </a:extLst>
          </p:cNvPr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>
            <a:extLst>
              <a:ext uri="{FF2B5EF4-FFF2-40B4-BE49-F238E27FC236}">
                <a16:creationId xmlns:a16="http://schemas.microsoft.com/office/drawing/2014/main" id="{F71507B0-F0B4-8398-398C-EF9834977D8F}"/>
              </a:ext>
            </a:extLst>
          </p:cNvPr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>
            <a:extLst>
              <a:ext uri="{FF2B5EF4-FFF2-40B4-BE49-F238E27FC236}">
                <a16:creationId xmlns:a16="http://schemas.microsoft.com/office/drawing/2014/main" id="{ED37E198-2AF2-3DD5-44B1-85702977D924}"/>
              </a:ext>
            </a:extLst>
          </p:cNvPr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>
            <a:extLst>
              <a:ext uri="{FF2B5EF4-FFF2-40B4-BE49-F238E27FC236}">
                <a16:creationId xmlns:a16="http://schemas.microsoft.com/office/drawing/2014/main" id="{673561CA-E894-5A7D-637B-29FADD686F35}"/>
              </a:ext>
            </a:extLst>
          </p:cNvPr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>
            <a:extLst>
              <a:ext uri="{FF2B5EF4-FFF2-40B4-BE49-F238E27FC236}">
                <a16:creationId xmlns:a16="http://schemas.microsoft.com/office/drawing/2014/main" id="{181647B6-CF4A-6236-F00E-4094F3B7144A}"/>
              </a:ext>
            </a:extLst>
          </p:cNvPr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>
            <a:extLst>
              <a:ext uri="{FF2B5EF4-FFF2-40B4-BE49-F238E27FC236}">
                <a16:creationId xmlns:a16="http://schemas.microsoft.com/office/drawing/2014/main" id="{FDD0A9FF-E073-529F-E5E4-4D84FCC5C1AD}"/>
              </a:ext>
            </a:extLst>
          </p:cNvPr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>
            <a:extLst>
              <a:ext uri="{FF2B5EF4-FFF2-40B4-BE49-F238E27FC236}">
                <a16:creationId xmlns:a16="http://schemas.microsoft.com/office/drawing/2014/main" id="{FEF3745D-C1C0-9671-AD1F-B7CD56344376}"/>
              </a:ext>
            </a:extLst>
          </p:cNvPr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>
            <a:extLst>
              <a:ext uri="{FF2B5EF4-FFF2-40B4-BE49-F238E27FC236}">
                <a16:creationId xmlns:a16="http://schemas.microsoft.com/office/drawing/2014/main" id="{11F3CCCF-7477-8CE9-2DA3-A73E8F0FA5D5}"/>
              </a:ext>
            </a:extLst>
          </p:cNvPr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>
            <a:extLst>
              <a:ext uri="{FF2B5EF4-FFF2-40B4-BE49-F238E27FC236}">
                <a16:creationId xmlns:a16="http://schemas.microsoft.com/office/drawing/2014/main" id="{1171E9A1-88F9-C663-1AF0-5C7FAAAD389B}"/>
              </a:ext>
            </a:extLst>
          </p:cNvPr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>
            <a:extLst>
              <a:ext uri="{FF2B5EF4-FFF2-40B4-BE49-F238E27FC236}">
                <a16:creationId xmlns:a16="http://schemas.microsoft.com/office/drawing/2014/main" id="{3BD9DF89-63A5-2774-66A0-52BE7B74FD02}"/>
              </a:ext>
            </a:extLst>
          </p:cNvPr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>
            <a:extLst>
              <a:ext uri="{FF2B5EF4-FFF2-40B4-BE49-F238E27FC236}">
                <a16:creationId xmlns:a16="http://schemas.microsoft.com/office/drawing/2014/main" id="{7380C8F0-95A3-7232-F73B-EE32C290B8E7}"/>
              </a:ext>
            </a:extLst>
          </p:cNvPr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>
            <a:extLst>
              <a:ext uri="{FF2B5EF4-FFF2-40B4-BE49-F238E27FC236}">
                <a16:creationId xmlns:a16="http://schemas.microsoft.com/office/drawing/2014/main" id="{CDE88C3B-3265-BB85-3993-F261AD896FB2}"/>
              </a:ext>
            </a:extLst>
          </p:cNvPr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>
            <a:extLst>
              <a:ext uri="{FF2B5EF4-FFF2-40B4-BE49-F238E27FC236}">
                <a16:creationId xmlns:a16="http://schemas.microsoft.com/office/drawing/2014/main" id="{8A0BE63B-9953-6FD7-E049-EF6E240FCFB8}"/>
              </a:ext>
            </a:extLst>
          </p:cNvPr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>
            <a:extLst>
              <a:ext uri="{FF2B5EF4-FFF2-40B4-BE49-F238E27FC236}">
                <a16:creationId xmlns:a16="http://schemas.microsoft.com/office/drawing/2014/main" id="{268DCB32-4542-D30F-67FB-1674BB2CDA17}"/>
              </a:ext>
            </a:extLst>
          </p:cNvPr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>
            <a:extLst>
              <a:ext uri="{FF2B5EF4-FFF2-40B4-BE49-F238E27FC236}">
                <a16:creationId xmlns:a16="http://schemas.microsoft.com/office/drawing/2014/main" id="{32B1BCF6-6D57-A519-9CCE-877138AA0D21}"/>
              </a:ext>
            </a:extLst>
          </p:cNvPr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>
            <a:extLst>
              <a:ext uri="{FF2B5EF4-FFF2-40B4-BE49-F238E27FC236}">
                <a16:creationId xmlns:a16="http://schemas.microsoft.com/office/drawing/2014/main" id="{D59574CE-B99C-DB00-91B4-F0A4507374EB}"/>
              </a:ext>
            </a:extLst>
          </p:cNvPr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>
            <a:extLst>
              <a:ext uri="{FF2B5EF4-FFF2-40B4-BE49-F238E27FC236}">
                <a16:creationId xmlns:a16="http://schemas.microsoft.com/office/drawing/2014/main" id="{BC49A0A8-2B11-6980-9F82-28E35041E596}"/>
              </a:ext>
            </a:extLst>
          </p:cNvPr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>
            <a:extLst>
              <a:ext uri="{FF2B5EF4-FFF2-40B4-BE49-F238E27FC236}">
                <a16:creationId xmlns:a16="http://schemas.microsoft.com/office/drawing/2014/main" id="{5C54BC4E-9841-1F0B-B87A-A08B7BB630C0}"/>
              </a:ext>
            </a:extLst>
          </p:cNvPr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>
            <a:extLst>
              <a:ext uri="{FF2B5EF4-FFF2-40B4-BE49-F238E27FC236}">
                <a16:creationId xmlns:a16="http://schemas.microsoft.com/office/drawing/2014/main" id="{212EA8D9-0523-179E-4084-ABB9A3392EE3}"/>
              </a:ext>
            </a:extLst>
          </p:cNvPr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>
            <a:extLst>
              <a:ext uri="{FF2B5EF4-FFF2-40B4-BE49-F238E27FC236}">
                <a16:creationId xmlns:a16="http://schemas.microsoft.com/office/drawing/2014/main" id="{48E63DD1-ABC9-4E5F-54CB-E456C36B7AAC}"/>
              </a:ext>
            </a:extLst>
          </p:cNvPr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>
            <a:extLst>
              <a:ext uri="{FF2B5EF4-FFF2-40B4-BE49-F238E27FC236}">
                <a16:creationId xmlns:a16="http://schemas.microsoft.com/office/drawing/2014/main" id="{1CA507E9-456D-00BB-AF70-EBE0167D72D7}"/>
              </a:ext>
            </a:extLst>
          </p:cNvPr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>
            <a:extLst>
              <a:ext uri="{FF2B5EF4-FFF2-40B4-BE49-F238E27FC236}">
                <a16:creationId xmlns:a16="http://schemas.microsoft.com/office/drawing/2014/main" id="{5EDFA1E4-C1EA-65B2-A451-D1FCC6FCAD90}"/>
              </a:ext>
            </a:extLst>
          </p:cNvPr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>
            <a:extLst>
              <a:ext uri="{FF2B5EF4-FFF2-40B4-BE49-F238E27FC236}">
                <a16:creationId xmlns:a16="http://schemas.microsoft.com/office/drawing/2014/main" id="{BCAF716D-B722-4BEB-5ECF-595C5092D299}"/>
              </a:ext>
            </a:extLst>
          </p:cNvPr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>
            <a:extLst>
              <a:ext uri="{FF2B5EF4-FFF2-40B4-BE49-F238E27FC236}">
                <a16:creationId xmlns:a16="http://schemas.microsoft.com/office/drawing/2014/main" id="{B1EE550A-57DF-B523-FDAF-884A3656A133}"/>
              </a:ext>
            </a:extLst>
          </p:cNvPr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>
            <a:extLst>
              <a:ext uri="{FF2B5EF4-FFF2-40B4-BE49-F238E27FC236}">
                <a16:creationId xmlns:a16="http://schemas.microsoft.com/office/drawing/2014/main" id="{AE101860-BE47-A8D6-55E3-C40E568565E8}"/>
              </a:ext>
            </a:extLst>
          </p:cNvPr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>
            <a:extLst>
              <a:ext uri="{FF2B5EF4-FFF2-40B4-BE49-F238E27FC236}">
                <a16:creationId xmlns:a16="http://schemas.microsoft.com/office/drawing/2014/main" id="{EA7B3FA7-152A-C27B-5AAC-55A2B6D0FB33}"/>
              </a:ext>
            </a:extLst>
          </p:cNvPr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>
            <a:extLst>
              <a:ext uri="{FF2B5EF4-FFF2-40B4-BE49-F238E27FC236}">
                <a16:creationId xmlns:a16="http://schemas.microsoft.com/office/drawing/2014/main" id="{37EAE75F-E5D4-BA96-E527-4A13A6E20B5E}"/>
              </a:ext>
            </a:extLst>
          </p:cNvPr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>
            <a:extLst>
              <a:ext uri="{FF2B5EF4-FFF2-40B4-BE49-F238E27FC236}">
                <a16:creationId xmlns:a16="http://schemas.microsoft.com/office/drawing/2014/main" id="{EEB75251-BD59-D5F7-DD55-EE4E1E3E6CD4}"/>
              </a:ext>
            </a:extLst>
          </p:cNvPr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>
            <a:extLst>
              <a:ext uri="{FF2B5EF4-FFF2-40B4-BE49-F238E27FC236}">
                <a16:creationId xmlns:a16="http://schemas.microsoft.com/office/drawing/2014/main" id="{D23896C4-A2AF-3ACB-8E00-70B1A34D017E}"/>
              </a:ext>
            </a:extLst>
          </p:cNvPr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8EB3CF81-B3D9-44A2-C7AC-CDDDB74BFEA5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5901A017-190B-CA88-3256-B2BCADB5AD93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310218C1-B36E-4207-6C6A-68D3051CECFF}"/>
              </a:ext>
            </a:extLst>
          </p:cNvPr>
          <p:cNvSpPr/>
          <p:nvPr/>
        </p:nvSpPr>
        <p:spPr>
          <a:xfrm>
            <a:off x="1526236" y="4192425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9EE3B73D-735D-8E15-F60B-AFE22E4234E9}"/>
              </a:ext>
            </a:extLst>
          </p:cNvPr>
          <p:cNvSpPr/>
          <p:nvPr/>
        </p:nvSpPr>
        <p:spPr>
          <a:xfrm>
            <a:off x="1530203" y="4171494"/>
            <a:ext cx="722193" cy="104607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es-MX" sz="400" dirty="0">
                <a:latin typeface="Aptos" pitchFamily="34" charset="0"/>
              </a:rPr>
              <a:t>Procesamiento de saldos</a:t>
            </a:r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265FAF9A-1328-1FBF-B563-D9B8FDE58DDE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B8AB4EA1-B181-D4F3-12E5-ED806DD4B121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 fontScale="70000" lnSpcReduction="20000"/>
          </a:bodyPr>
          <a:lstStyle/>
          <a:p>
            <a:pPr algn="ctr"/>
            <a:r>
              <a:rPr lang="es-MX" sz="600" dirty="0">
                <a:latin typeface="Aptos" pitchFamily="34" charset="0"/>
              </a:rPr>
              <a:t>Procesamiento de intereses</a:t>
            </a:r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E91B9AC2-7B77-5A30-6915-DA86CF02A3E6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4B3175C9-B5B2-3913-1E47-4A9FA4E12600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9C3E7277-947B-CF50-8047-3824A42A1514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C2C1610D-4B38-352B-CD72-3B82517C8E5E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noFill/>
          <a:ln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C45F49BE-F8C3-9BA0-FD14-06E7037039D5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E3DFE48E-41FB-95B6-6CF9-EEE27F140B3F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noFill/>
          <a:ln>
            <a:noFill/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DDDBD5B4-7FF4-C4ED-2D9A-5671C32C1B05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205D8059-81A1-2142-AA5C-9F75E672B051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es-MX" sz="400" dirty="0">
                <a:latin typeface="Aptos" pitchFamily="34" charset="0"/>
              </a:rPr>
              <a:t>Ajustes</a:t>
            </a:r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3DAD2176-BB34-CAB2-3F1A-2981FD7EF411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B4EBF8AA-6E0E-0855-251D-05C64673F3B4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es-MX" sz="400">
                <a:latin typeface="Aptos" pitchFamily="34" charset="0"/>
              </a:rPr>
              <a:t>Excepciones</a:t>
            </a:r>
            <a:endParaRPr lang="es-MX" sz="400" dirty="0">
              <a:latin typeface="Aptos" pitchFamily="34" charset="0"/>
            </a:endParaRPr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B0BD718A-61E3-F2FD-42ED-CB00BC4F856B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2D70DE75-CFDB-1C89-D3E2-AE04A504C763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noFill/>
          <a:ln>
            <a:noFill/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F41E3FDD-23C2-94E4-9C90-75D031522E39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pattFill prst="pct75">
            <a:fgClr>
              <a:srgbClr val="FFC000"/>
            </a:fgClr>
            <a:bgClr>
              <a:schemeClr val="bg1"/>
            </a:bgClr>
          </a:pattFill>
          <a:ln w="3175">
            <a:noFill/>
            <a:prstDash val="solid"/>
          </a:ln>
        </p:spPr>
        <p:txBody>
          <a:bodyPr/>
          <a:lstStyle/>
          <a:p>
            <a:pPr algn="ctr">
              <a:lnSpc>
                <a:spcPct val="80000"/>
              </a:lnSpc>
            </a:pPr>
            <a:endParaRPr lang="es-MX" sz="400" dirty="0">
              <a:latin typeface="Aptos" pitchFamily="34" charset="0"/>
            </a:endParaRPr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C22FCEEF-8AB8-F4B8-7EBD-08D38DBA684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noFill/>
          <a:ln>
            <a:noFill/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</p:spTree>
    <p:extLst>
      <p:ext uri="{BB962C8B-B14F-4D97-AF65-F5344CB8AC3E}">
        <p14:creationId xmlns:p14="http://schemas.microsoft.com/office/powerpoint/2010/main" val="266269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61F08-1060-8E8B-528F-5F7787B28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" y="0"/>
            <a:ext cx="12177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6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BC95A2-6ED5-4EFD-9801-042807E006AB}">
  <ds:schemaRefs>
    <ds:schemaRef ds:uri="http://schemas.microsoft.com/office/2006/metadata/properties"/>
    <ds:schemaRef ds:uri="http://schemas.microsoft.com/office/infopath/2007/PartnerControls"/>
    <ds:schemaRef ds:uri="bcf21e1d-e7b2-4ba8-bb72-ca5e3ff425f9"/>
  </ds:schemaRefs>
</ds:datastoreItem>
</file>

<file path=customXml/itemProps2.xml><?xml version="1.0" encoding="utf-8"?>
<ds:datastoreItem xmlns:ds="http://schemas.openxmlformats.org/officeDocument/2006/customXml" ds:itemID="{1E554A52-0E77-482D-A6BB-1E1E2BA1AC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265388-A23D-4B92-A64A-5A686A9B69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1852</Words>
  <Application>Microsoft Office PowerPoint</Application>
  <PresentationFormat>Widescreen</PresentationFormat>
  <Paragraphs>505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Servicios Financieros Coppel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- Arquitectura Empresarial de Referencia</dc:title>
  <dc:subject>UNITY Enterprise Architecture L1 L2 L3 Capability Map</dc:subject>
  <dc:creator>OpenAI</dc:creator>
  <cp:lastModifiedBy>Angélica Tolosa Bravo</cp:lastModifiedBy>
  <cp:revision>3</cp:revision>
  <dcterms:created xsi:type="dcterms:W3CDTF">2026-07-30T22:14:29Z</dcterms:created>
  <dcterms:modified xsi:type="dcterms:W3CDTF">2026-08-18T22:27:12Z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