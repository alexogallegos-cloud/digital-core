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8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6858000" cx="12192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Montserrat"/>
      <p:regular r:id="rId30"/>
      <p:bold r:id="rId31"/>
      <p:italic r:id="rId32"/>
      <p:boldItalic r:id="rId33"/>
    </p:embeddedFont>
    <p:embeddedFont>
      <p:font typeface="Josefin Sans"/>
      <p:regular r:id="rId34"/>
      <p:bold r:id="rId35"/>
      <p:italic r:id="rId36"/>
      <p:boldItalic r:id="rId37"/>
    </p:embeddedFont>
    <p:embeddedFont>
      <p:font typeface="Helvetica Neue"/>
      <p:regular r:id="rId38"/>
      <p:bold r:id="rId39"/>
      <p:italic r:id="rId40"/>
      <p:boldItalic r:id="rId41"/>
    </p:embeddedFont>
    <p:embeddedFont>
      <p:font typeface="Helvetica Neue Light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9AA0A6"/>
          </p15:clr>
        </p15:guide>
        <p15:guide id="2" orient="horz" pos="2205">
          <p15:clr>
            <a:srgbClr val="9AA0A6"/>
          </p15:clr>
        </p15:guide>
        <p15:guide id="3" orient="horz" pos="2206">
          <p15:clr>
            <a:srgbClr val="9AA0A6"/>
          </p15:clr>
        </p15:guide>
        <p15:guide id="4" orient="horz" pos="2215">
          <p15:clr>
            <a:srgbClr val="9AA0A6"/>
          </p15:clr>
        </p15:guide>
        <p15:guide id="5" orient="horz" pos="2494">
          <p15:clr>
            <a:srgbClr val="9AA0A6"/>
          </p15:clr>
        </p15:guide>
        <p15:guide id="6" orient="horz" pos="2324">
          <p15:clr>
            <a:srgbClr val="747775"/>
          </p15:clr>
        </p15:guide>
        <p15:guide id="7" pos="312">
          <p15:clr>
            <a:srgbClr val="A4A3A4"/>
          </p15:clr>
        </p15:guide>
        <p15:guide id="8" orient="horz" pos="340">
          <p15:clr>
            <a:srgbClr val="747775"/>
          </p15:clr>
        </p15:guide>
        <p15:guide id="9" orient="horz" pos="1525">
          <p15:clr>
            <a:srgbClr val="747775"/>
          </p15:clr>
        </p15:guide>
        <p15:guide id="10" orient="horz" pos="1805">
          <p15:clr>
            <a:srgbClr val="747775"/>
          </p15:clr>
        </p15:guide>
        <p15:guide id="11" orient="horz" pos="680">
          <p15:clr>
            <a:srgbClr val="747775"/>
          </p15:clr>
        </p15:guide>
        <p15:guide id="12" orient="horz" pos="1230">
          <p15:clr>
            <a:srgbClr val="747775"/>
          </p15:clr>
        </p15:guide>
        <p15:guide id="13" orient="horz" pos="1616">
          <p15:clr>
            <a:srgbClr val="747775"/>
          </p15:clr>
        </p15:guide>
        <p15:guide id="14" orient="horz" pos="1928">
          <p15:clr>
            <a:srgbClr val="747775"/>
          </p15:clr>
        </p15:guide>
        <p15:guide id="15" orient="horz" pos="411">
          <p15:clr>
            <a:srgbClr val="747775"/>
          </p15:clr>
        </p15:guide>
        <p15:guide id="16" orient="horz" pos="573">
          <p15:clr>
            <a:srgbClr val="747775"/>
          </p15:clr>
        </p15:guide>
        <p15:guide id="17" orient="horz" pos="1996">
          <p15:clr>
            <a:srgbClr val="747775"/>
          </p15:clr>
        </p15:guide>
        <p15:guide id="18" orient="horz" pos="283">
          <p15:clr>
            <a:srgbClr val="747775"/>
          </p15:clr>
        </p15:guide>
        <p15:guide id="19" orient="horz" pos="1054">
          <p15:clr>
            <a:srgbClr val="747775"/>
          </p15:clr>
        </p15:guide>
        <p15:guide id="20" orient="horz" pos="1191">
          <p15:clr>
            <a:srgbClr val="747775"/>
          </p15:clr>
        </p15:guide>
        <p15:guide id="21" orient="horz" pos="1210">
          <p15:clr>
            <a:srgbClr val="747775"/>
          </p15:clr>
        </p15:guide>
      </p15:sldGuideLst>
    </p:ext>
    <p:ext uri="GoogleSlidesCustomDataVersion2">
      <go:slidesCustomData xmlns:go="http://customooxmlschemas.google.com/" r:id="rId46" roundtripDataSignature="AMtx7mhkrE6NfTOMRhKNi4zq+rUHkUy5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28DD64-33A9-44F8-9626-0A0872FE02DA}">
  <a:tblStyle styleId="{6F28DD64-33A9-44F8-9626-0A0872FE02D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F0"/>
          </a:solidFill>
        </a:fill>
      </a:tcStyle>
    </a:wholeTbl>
    <a:band1H>
      <a:tcTxStyle b="off" i="off"/>
      <a:tcStyle>
        <a:fill>
          <a:solidFill>
            <a:srgbClr val="CBD0E1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BD0E1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2205" orient="horz"/>
        <p:guide pos="2206" orient="horz"/>
        <p:guide pos="2215" orient="horz"/>
        <p:guide pos="2494" orient="horz"/>
        <p:guide pos="2324" orient="horz"/>
        <p:guide pos="312"/>
        <p:guide pos="340" orient="horz"/>
        <p:guide pos="1525" orient="horz"/>
        <p:guide pos="1805" orient="horz"/>
        <p:guide pos="680" orient="horz"/>
        <p:guide pos="1230" orient="horz"/>
        <p:guide pos="1616" orient="horz"/>
        <p:guide pos="1928" orient="horz"/>
        <p:guide pos="411" orient="horz"/>
        <p:guide pos="573" orient="horz"/>
        <p:guide pos="1996" orient="horz"/>
        <p:guide pos="283" orient="horz"/>
        <p:guide pos="1054" orient="horz"/>
        <p:guide pos="1191" orient="horz"/>
        <p:guide pos="1210" orient="horz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Roboto-regular.fntdata"/><Relationship Id="rId13" Type="http://schemas.openxmlformats.org/officeDocument/2006/relationships/slide" Target="slides/slide6.xml"/><Relationship Id="rId39" Type="http://schemas.openxmlformats.org/officeDocument/2006/relationships/font" Target="fonts/HelveticaNeue-bold.fntdata"/><Relationship Id="rId18" Type="http://schemas.openxmlformats.org/officeDocument/2006/relationships/slide" Target="slides/slide11.xml"/><Relationship Id="rId42" Type="http://schemas.openxmlformats.org/officeDocument/2006/relationships/font" Target="fonts/HelveticaNeueLight-regular.fntdata"/><Relationship Id="rId21" Type="http://schemas.openxmlformats.org/officeDocument/2006/relationships/slide" Target="slides/slide14.xml"/><Relationship Id="rId34" Type="http://schemas.openxmlformats.org/officeDocument/2006/relationships/font" Target="fonts/JosefinSans-regular.fntdata"/><Relationship Id="rId47" Type="http://schemas.openxmlformats.org/officeDocument/2006/relationships/customXml" Target="../customXml/item1.xml"/><Relationship Id="rId7" Type="http://schemas.openxmlformats.org/officeDocument/2006/relationships/notesMaster" Target="notesMasters/notesMaster1.xml"/><Relationship Id="rId2" Type="http://schemas.openxmlformats.org/officeDocument/2006/relationships/viewProps" Target="viewProps.xml"/><Relationship Id="rId29" Type="http://schemas.openxmlformats.org/officeDocument/2006/relationships/font" Target="fonts/Roboto-boldItalic.fntdata"/><Relationship Id="rId16" Type="http://schemas.openxmlformats.org/officeDocument/2006/relationships/slide" Target="slides/slide9.xml"/><Relationship Id="rId40" Type="http://schemas.openxmlformats.org/officeDocument/2006/relationships/font" Target="fonts/HelveticaNeue-italic.fntdata"/><Relationship Id="rId24" Type="http://schemas.openxmlformats.org/officeDocument/2006/relationships/slide" Target="slides/slide17.xml"/><Relationship Id="rId45" Type="http://schemas.openxmlformats.org/officeDocument/2006/relationships/font" Target="fonts/HelveticaNeueLight-boldItalic.fntdata"/><Relationship Id="rId11" Type="http://schemas.openxmlformats.org/officeDocument/2006/relationships/slide" Target="slides/slide4.xml"/><Relationship Id="rId32" Type="http://schemas.openxmlformats.org/officeDocument/2006/relationships/font" Target="fonts/Montserrat-italic.fntdata"/><Relationship Id="rId37" Type="http://schemas.openxmlformats.org/officeDocument/2006/relationships/font" Target="fonts/JosefinSans-boldItalic.fntdata"/><Relationship Id="rId23" Type="http://schemas.openxmlformats.org/officeDocument/2006/relationships/slide" Target="slides/slide16.xml"/><Relationship Id="rId28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36" Type="http://schemas.openxmlformats.org/officeDocument/2006/relationships/font" Target="fonts/JosefinSans-italic.fntdata"/><Relationship Id="rId49" Type="http://schemas.openxmlformats.org/officeDocument/2006/relationships/customXml" Target="../customXml/item3.xml"/><Relationship Id="rId44" Type="http://schemas.openxmlformats.org/officeDocument/2006/relationships/font" Target="fonts/HelveticaNeueLight-italic.fntdata"/><Relationship Id="rId31" Type="http://schemas.openxmlformats.org/officeDocument/2006/relationships/font" Target="fonts/Montserrat-bold.fntdata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22" Type="http://schemas.openxmlformats.org/officeDocument/2006/relationships/slide" Target="slides/slide15.xml"/><Relationship Id="rId43" Type="http://schemas.openxmlformats.org/officeDocument/2006/relationships/font" Target="fonts/HelveticaNeueLight-bold.fntdata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7" Type="http://schemas.openxmlformats.org/officeDocument/2006/relationships/font" Target="fonts/Roboto-bold.fntdata"/><Relationship Id="rId30" Type="http://schemas.openxmlformats.org/officeDocument/2006/relationships/font" Target="fonts/Montserrat-regular.fntdata"/><Relationship Id="rId35" Type="http://schemas.openxmlformats.org/officeDocument/2006/relationships/font" Target="fonts/JosefinSans-bold.fntdata"/><Relationship Id="rId14" Type="http://schemas.openxmlformats.org/officeDocument/2006/relationships/slide" Target="slides/slide7.xml"/><Relationship Id="rId48" Type="http://schemas.openxmlformats.org/officeDocument/2006/relationships/customXml" Target="../customXml/item2.xml"/><Relationship Id="rId8" Type="http://schemas.openxmlformats.org/officeDocument/2006/relationships/slide" Target="slides/slide1.xml"/><Relationship Id="rId3" Type="http://schemas.openxmlformats.org/officeDocument/2006/relationships/presProps" Target="presProps.xml"/><Relationship Id="rId46" Type="http://customschemas.google.com/relationships/presentationmetadata" Target="metadata"/><Relationship Id="rId25" Type="http://schemas.openxmlformats.org/officeDocument/2006/relationships/slide" Target="slides/slide18.xml"/><Relationship Id="rId33" Type="http://schemas.openxmlformats.org/officeDocument/2006/relationships/font" Target="fonts/Montserrat-boldItalic.fntdata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38" Type="http://schemas.openxmlformats.org/officeDocument/2006/relationships/font" Target="fonts/HelveticaNeue-regular.fntdata"/><Relationship Id="rId20" Type="http://schemas.openxmlformats.org/officeDocument/2006/relationships/slide" Target="slides/slide13.xml"/><Relationship Id="rId41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6" Type="http://schemas.openxmlformats.org/officeDocument/2006/relationships/slideMaster" Target="slideMasters/slideMaster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6d902d46bf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6d902d46bf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g36d902d46bf_0_1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afc0eb0d7b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afc0eb0d7b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fc0eb0d7b_0_2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g3afc0eb0d7b_0_2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dc258724d2_9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g3dc258724d2_9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afc0eb0d7b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3afc0eb0d7b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771545eb8c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771545eb8c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771be79fa8_1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g3771be79fa8_1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g3771be79fa8_1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afc0eb0d7b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g3afc0eb0d7b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afc0eb0d7b_0_7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g3afc0eb0d7b_0_7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afc0eb0d7b_0_3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9" name="Google Shape;569;g3afc0eb0d7b_0_3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afc0eb0d7b_0_8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8" name="Google Shape;628;g3afc0eb0d7b_0_8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afc0eb0d7b_0_8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g3afc0eb0d7b_0_8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771545eb8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g3771545eb8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771545eb8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g3771545eb8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771545eb8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g3771545eb8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771545eb8c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g3771545eb8c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771545eb8c_0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g3771545eb8c_0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8" name="Google Shape;718;g3771545eb8c_0_1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6d902d46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2" name="Google Shape;742;g36d902d46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2">
  <p:cSld name="TITLE_5_1">
    <p:bg>
      <p:bgPr>
        <a:solidFill>
          <a:srgbClr val="081754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6d902d46bf_0_211"/>
          <p:cNvSpPr/>
          <p:nvPr/>
        </p:nvSpPr>
        <p:spPr>
          <a:xfrm>
            <a:off x="8535867" y="0"/>
            <a:ext cx="6858000" cy="68580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cias 1">
  <p:cSld name="TITLE_1_1_3_1_1_7">
    <p:bg>
      <p:bgPr>
        <a:solidFill>
          <a:srgbClr val="081754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6d902d46bf_0_119"/>
          <p:cNvSpPr txBox="1"/>
          <p:nvPr/>
        </p:nvSpPr>
        <p:spPr>
          <a:xfrm>
            <a:off x="11498833" y="174276"/>
            <a:ext cx="56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s-GT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g36d902d46bf_0_119"/>
          <p:cNvSpPr txBox="1"/>
          <p:nvPr/>
        </p:nvSpPr>
        <p:spPr>
          <a:xfrm>
            <a:off x="342833" y="174273"/>
            <a:ext cx="166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GT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Título de la presentación</a:t>
            </a:r>
            <a:endParaRPr b="0" i="0" sz="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" name="Google Shape;17;g36d902d46bf_0_119"/>
          <p:cNvSpPr/>
          <p:nvPr/>
        </p:nvSpPr>
        <p:spPr>
          <a:xfrm>
            <a:off x="6401833" y="3870633"/>
            <a:ext cx="4067700" cy="40677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g36d902d46bf_0_119"/>
          <p:cNvSpPr/>
          <p:nvPr/>
        </p:nvSpPr>
        <p:spPr>
          <a:xfrm>
            <a:off x="5990800" y="178800"/>
            <a:ext cx="1569900" cy="15699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g36d902d46bf_0_119"/>
          <p:cNvSpPr/>
          <p:nvPr/>
        </p:nvSpPr>
        <p:spPr>
          <a:xfrm>
            <a:off x="782667" y="4972233"/>
            <a:ext cx="879900" cy="8799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g36d902d46bf_0_119" title="Primary logo whit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56055" y="6357245"/>
            <a:ext cx="1265004" cy="192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bg>
      <p:bgPr>
        <a:solidFill>
          <a:schemeClr val="accen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2e7ead46630_0_258"/>
          <p:cNvSpPr/>
          <p:nvPr/>
        </p:nvSpPr>
        <p:spPr>
          <a:xfrm>
            <a:off x="9539609" y="-1297435"/>
            <a:ext cx="3529200" cy="3529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78475" lIns="78475" spcFirstLastPara="1" rIns="78475" wrap="square" tIns="78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2e7ead46630_0_258"/>
          <p:cNvSpPr/>
          <p:nvPr/>
        </p:nvSpPr>
        <p:spPr>
          <a:xfrm>
            <a:off x="7747040" y="723568"/>
            <a:ext cx="2015100" cy="2015100"/>
          </a:xfrm>
          <a:prstGeom prst="ellipse">
            <a:avLst/>
          </a:prstGeom>
          <a:solidFill>
            <a:srgbClr val="FFE400"/>
          </a:solidFill>
          <a:ln>
            <a:noFill/>
          </a:ln>
        </p:spPr>
        <p:txBody>
          <a:bodyPr anchorCtr="0" anchor="ctr" bIns="78475" lIns="78475" spcFirstLastPara="1" rIns="78475" wrap="square" tIns="78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g2e7ead46630_0_258"/>
          <p:cNvCxnSpPr/>
          <p:nvPr/>
        </p:nvCxnSpPr>
        <p:spPr>
          <a:xfrm>
            <a:off x="11162292" y="5986627"/>
            <a:ext cx="0" cy="196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" name="Google Shape;25;g2e7ead46630_0_2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65396" y="5991236"/>
            <a:ext cx="508563" cy="196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g2e7ead46630_0_258"/>
          <p:cNvPicPr preferRelativeResize="0"/>
          <p:nvPr/>
        </p:nvPicPr>
        <p:blipFill rotWithShape="1">
          <a:blip r:embed="rId3">
            <a:alphaModFix/>
          </a:blip>
          <a:srcRect b="13111" l="0" r="0" t="13104"/>
          <a:stretch/>
        </p:blipFill>
        <p:spPr>
          <a:xfrm>
            <a:off x="9851279" y="5678105"/>
            <a:ext cx="1675453" cy="76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lida - Agenda">
  <p:cSld name="TITLE_AND_TWO_COLUMNS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e7ead46630_0_264"/>
          <p:cNvSpPr/>
          <p:nvPr/>
        </p:nvSpPr>
        <p:spPr>
          <a:xfrm>
            <a:off x="9539600" y="-1297433"/>
            <a:ext cx="3529200" cy="35292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2e7ead46630_0_264"/>
          <p:cNvSpPr/>
          <p:nvPr/>
        </p:nvSpPr>
        <p:spPr>
          <a:xfrm>
            <a:off x="7747033" y="723567"/>
            <a:ext cx="2015100" cy="2015100"/>
          </a:xfrm>
          <a:prstGeom prst="ellipse">
            <a:avLst/>
          </a:prstGeom>
          <a:solidFill>
            <a:srgbClr val="FFE40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g2e7ead46630_0_264"/>
          <p:cNvSpPr/>
          <p:nvPr/>
        </p:nvSpPr>
        <p:spPr>
          <a:xfrm>
            <a:off x="9539600" y="2364367"/>
            <a:ext cx="861300" cy="861300"/>
          </a:xfrm>
          <a:prstGeom prst="ellipse">
            <a:avLst/>
          </a:prstGeom>
          <a:solidFill>
            <a:srgbClr val="FFE40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2e7ead46630_0_264"/>
          <p:cNvSpPr/>
          <p:nvPr/>
        </p:nvSpPr>
        <p:spPr>
          <a:xfrm>
            <a:off x="9859733" y="1898567"/>
            <a:ext cx="333300" cy="3333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g2e7ead46630_0_264"/>
          <p:cNvSpPr txBox="1"/>
          <p:nvPr>
            <p:ph idx="1" type="subTitle"/>
          </p:nvPr>
        </p:nvSpPr>
        <p:spPr>
          <a:xfrm>
            <a:off x="415600" y="921333"/>
            <a:ext cx="55659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e7ead46630_0_270"/>
          <p:cNvSpPr txBox="1"/>
          <p:nvPr>
            <p:ph type="title"/>
          </p:nvPr>
        </p:nvSpPr>
        <p:spPr>
          <a:xfrm>
            <a:off x="653667" y="600203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175" lIns="44175" spcFirstLastPara="1" rIns="44175" wrap="square" tIns="441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4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4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4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4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4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4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4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41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e7ead46630_0_272"/>
          <p:cNvSpPr txBox="1"/>
          <p:nvPr>
            <p:ph type="title"/>
          </p:nvPr>
        </p:nvSpPr>
        <p:spPr>
          <a:xfrm>
            <a:off x="361951" y="118535"/>
            <a:ext cx="105156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2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1_One column 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e7ead46630_0_274"/>
          <p:cNvSpPr/>
          <p:nvPr/>
        </p:nvSpPr>
        <p:spPr>
          <a:xfrm>
            <a:off x="0" y="6469967"/>
            <a:ext cx="12192000" cy="387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2e7ead46630_0_274"/>
          <p:cNvSpPr/>
          <p:nvPr/>
        </p:nvSpPr>
        <p:spPr>
          <a:xfrm>
            <a:off x="4152437" y="6517669"/>
            <a:ext cx="292500" cy="292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2e7ead46630_0_274"/>
          <p:cNvSpPr/>
          <p:nvPr/>
        </p:nvSpPr>
        <p:spPr>
          <a:xfrm rot="-6092842">
            <a:off x="3819413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2e7ead46630_0_274"/>
          <p:cNvSpPr/>
          <p:nvPr/>
        </p:nvSpPr>
        <p:spPr>
          <a:xfrm>
            <a:off x="3463244" y="6517669"/>
            <a:ext cx="292500" cy="2925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2e7ead46630_0_274"/>
          <p:cNvSpPr/>
          <p:nvPr/>
        </p:nvSpPr>
        <p:spPr>
          <a:xfrm rot="-6092842">
            <a:off x="3130217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2e7ead46630_0_274"/>
          <p:cNvSpPr/>
          <p:nvPr/>
        </p:nvSpPr>
        <p:spPr>
          <a:xfrm>
            <a:off x="2774049" y="6517669"/>
            <a:ext cx="292500" cy="292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2e7ead46630_0_274"/>
          <p:cNvSpPr/>
          <p:nvPr/>
        </p:nvSpPr>
        <p:spPr>
          <a:xfrm rot="-6092842">
            <a:off x="2441025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2e7ead46630_0_274"/>
          <p:cNvSpPr/>
          <p:nvPr/>
        </p:nvSpPr>
        <p:spPr>
          <a:xfrm>
            <a:off x="2084856" y="6517669"/>
            <a:ext cx="292500" cy="2925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2e7ead46630_0_274"/>
          <p:cNvSpPr/>
          <p:nvPr/>
        </p:nvSpPr>
        <p:spPr>
          <a:xfrm rot="-6092842">
            <a:off x="1751833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2e7ead46630_0_274"/>
          <p:cNvSpPr/>
          <p:nvPr/>
        </p:nvSpPr>
        <p:spPr>
          <a:xfrm>
            <a:off x="1395664" y="6517669"/>
            <a:ext cx="292500" cy="292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2e7ead46630_0_274"/>
          <p:cNvSpPr/>
          <p:nvPr/>
        </p:nvSpPr>
        <p:spPr>
          <a:xfrm rot="-6092842">
            <a:off x="1062640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2e7ead46630_0_274"/>
          <p:cNvSpPr/>
          <p:nvPr/>
        </p:nvSpPr>
        <p:spPr>
          <a:xfrm>
            <a:off x="706469" y="6517669"/>
            <a:ext cx="292500" cy="2925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2e7ead46630_0_274"/>
          <p:cNvSpPr/>
          <p:nvPr/>
        </p:nvSpPr>
        <p:spPr>
          <a:xfrm rot="-6092842">
            <a:off x="373444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2e7ead46630_0_274"/>
          <p:cNvSpPr txBox="1"/>
          <p:nvPr>
            <p:ph type="title"/>
          </p:nvPr>
        </p:nvSpPr>
        <p:spPr>
          <a:xfrm>
            <a:off x="510361" y="110141"/>
            <a:ext cx="11153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2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2" name="Google Shape;52;g2e7ead46630_0_274"/>
          <p:cNvSpPr txBox="1"/>
          <p:nvPr>
            <p:ph idx="1" type="body"/>
          </p:nvPr>
        </p:nvSpPr>
        <p:spPr>
          <a:xfrm>
            <a:off x="510361" y="725977"/>
            <a:ext cx="1114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1pPr>
            <a:lvl2pPr indent="-2730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2pPr>
            <a:lvl3pPr indent="-2730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3pPr>
            <a:lvl4pPr indent="-2730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4pPr>
            <a:lvl5pPr indent="-2730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5pPr>
            <a:lvl6pPr indent="-2730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6pPr>
            <a:lvl7pPr indent="-2730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8pPr>
            <a:lvl9pPr indent="-2730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3">
  <p:cSld name="ONE_COLUMN_TEXT_3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e7ead46630_0_290"/>
          <p:cNvSpPr txBox="1"/>
          <p:nvPr>
            <p:ph idx="1" type="body"/>
          </p:nvPr>
        </p:nvSpPr>
        <p:spPr>
          <a:xfrm>
            <a:off x="856067" y="1462100"/>
            <a:ext cx="5951100" cy="45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tamaran Light"/>
              <a:buChar char="⬣"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3020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tamaran Light"/>
              <a:buChar char="○"/>
              <a:defRPr>
                <a:solidFill>
                  <a:srgbClr val="000000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tamaran Light"/>
              <a:buChar char="■"/>
              <a:defRPr>
                <a:solidFill>
                  <a:srgbClr val="000000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tamaran Light"/>
              <a:buChar char="●"/>
              <a:defRPr>
                <a:solidFill>
                  <a:srgbClr val="000000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tamaran Light"/>
              <a:buAutoNum type="alphaLcPeriod"/>
              <a:defRPr>
                <a:solidFill>
                  <a:srgbClr val="000000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tamaran Light"/>
              <a:buAutoNum type="romanLcPeriod"/>
              <a:defRPr>
                <a:solidFill>
                  <a:srgbClr val="000000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tamaran Light"/>
              <a:buAutoNum type="arabicPeriod"/>
              <a:defRPr>
                <a:solidFill>
                  <a:srgbClr val="000000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tamaran Light"/>
              <a:buAutoNum type="alphaLcPeriod"/>
              <a:defRPr>
                <a:solidFill>
                  <a:srgbClr val="000000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1600"/>
              <a:buFont typeface="Catamaran Light"/>
              <a:buAutoNum type="romanLcPeriod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5" name="Google Shape;55;g2e7ead46630_0_290"/>
          <p:cNvSpPr txBox="1"/>
          <p:nvPr>
            <p:ph type="ctrTitle"/>
          </p:nvPr>
        </p:nvSpPr>
        <p:spPr>
          <a:xfrm>
            <a:off x="813965" y="495667"/>
            <a:ext cx="5829600" cy="12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None/>
              <a:defRPr sz="2900">
                <a:solidFill>
                  <a:srgbClr val="145F9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7ead46630_0_29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0C0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2e7ead46630_0_293"/>
          <p:cNvSpPr/>
          <p:nvPr/>
        </p:nvSpPr>
        <p:spPr>
          <a:xfrm flipH="1">
            <a:off x="0" y="3850641"/>
            <a:ext cx="12192000" cy="3007360"/>
          </a:xfrm>
          <a:prstGeom prst="flowChartManualInput">
            <a:avLst/>
          </a:prstGeom>
          <a:solidFill>
            <a:srgbClr val="0029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g2e7ead46630_0_293"/>
          <p:cNvPicPr preferRelativeResize="0"/>
          <p:nvPr/>
        </p:nvPicPr>
        <p:blipFill rotWithShape="1">
          <a:blip r:embed="rId2">
            <a:alphaModFix/>
          </a:blip>
          <a:srcRect b="19924" l="0" r="0" t="30050"/>
          <a:stretch/>
        </p:blipFill>
        <p:spPr>
          <a:xfrm>
            <a:off x="11271015" y="6548701"/>
            <a:ext cx="570034" cy="217500"/>
          </a:xfrm>
          <a:prstGeom prst="rect">
            <a:avLst/>
          </a:prstGeom>
          <a:noFill/>
          <a:ln>
            <a:noFill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</p:pic>
      <p:pic>
        <p:nvPicPr>
          <p:cNvPr id="60" name="Google Shape;60;g2e7ead46630_0_2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87915" y="6369616"/>
            <a:ext cx="931997" cy="575368"/>
          </a:xfrm>
          <a:prstGeom prst="rect">
            <a:avLst/>
          </a:prstGeom>
          <a:noFill/>
          <a:ln>
            <a:noFill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</p:pic>
      <p:cxnSp>
        <p:nvCxnSpPr>
          <p:cNvPr id="61" name="Google Shape;61;g2e7ead46630_0_293"/>
          <p:cNvCxnSpPr/>
          <p:nvPr/>
        </p:nvCxnSpPr>
        <p:spPr>
          <a:xfrm>
            <a:off x="11213080" y="6559265"/>
            <a:ext cx="0" cy="196500"/>
          </a:xfrm>
          <a:prstGeom prst="straightConnector1">
            <a:avLst/>
          </a:prstGeom>
          <a:noFill/>
          <a:ln cap="flat" cmpd="sng" w="9525">
            <a:solidFill>
              <a:srgbClr val="2F5D9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 column text 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7ead46630_0_299"/>
          <p:cNvSpPr/>
          <p:nvPr/>
        </p:nvSpPr>
        <p:spPr>
          <a:xfrm rot="5400000">
            <a:off x="-3276527" y="3271800"/>
            <a:ext cx="6858000" cy="314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78500" lIns="78500" spcFirstLastPara="1" rIns="78500" wrap="square" tIns="78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g2e7ead46630_0_299"/>
          <p:cNvGrpSpPr/>
          <p:nvPr/>
        </p:nvGrpSpPr>
        <p:grpSpPr>
          <a:xfrm rot="5400000">
            <a:off x="-1748048" y="4704791"/>
            <a:ext cx="3847449" cy="296791"/>
            <a:chOff x="260378" y="4876502"/>
            <a:chExt cx="3073253" cy="243411"/>
          </a:xfrm>
        </p:grpSpPr>
        <p:sp>
          <p:nvSpPr>
            <p:cNvPr id="65" name="Google Shape;65;g2e7ead46630_0_299"/>
            <p:cNvSpPr/>
            <p:nvPr/>
          </p:nvSpPr>
          <p:spPr>
            <a:xfrm>
              <a:off x="3114331" y="4888259"/>
              <a:ext cx="219300" cy="21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g2e7ead46630_0_299"/>
            <p:cNvSpPr/>
            <p:nvPr/>
          </p:nvSpPr>
          <p:spPr>
            <a:xfrm rot="-6177018">
              <a:off x="2864006" y="4897560"/>
              <a:ext cx="203475" cy="201294"/>
            </a:xfrm>
            <a:prstGeom prst="chord">
              <a:avLst>
                <a:gd fmla="val 2700000" name="adj1"/>
                <a:gd fmla="val 16200000" name="adj2"/>
              </a:avLst>
            </a:prstGeom>
            <a:solidFill>
              <a:srgbClr val="265AA7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g2e7ead46630_0_299"/>
            <p:cNvSpPr/>
            <p:nvPr/>
          </p:nvSpPr>
          <p:spPr>
            <a:xfrm>
              <a:off x="2597436" y="4888259"/>
              <a:ext cx="219300" cy="219300"/>
            </a:xfrm>
            <a:prstGeom prst="ellipse">
              <a:avLst/>
            </a:prstGeom>
            <a:solidFill>
              <a:srgbClr val="265AA7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g2e7ead46630_0_299"/>
            <p:cNvSpPr/>
            <p:nvPr/>
          </p:nvSpPr>
          <p:spPr>
            <a:xfrm rot="-6177018">
              <a:off x="2347109" y="4897560"/>
              <a:ext cx="203475" cy="201294"/>
            </a:xfrm>
            <a:prstGeom prst="chord">
              <a:avLst>
                <a:gd fmla="val 2700000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g2e7ead46630_0_299"/>
            <p:cNvSpPr/>
            <p:nvPr/>
          </p:nvSpPr>
          <p:spPr>
            <a:xfrm>
              <a:off x="2080539" y="4888259"/>
              <a:ext cx="219300" cy="21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g2e7ead46630_0_299"/>
            <p:cNvSpPr/>
            <p:nvPr/>
          </p:nvSpPr>
          <p:spPr>
            <a:xfrm rot="-6177018">
              <a:off x="1830213" y="4897560"/>
              <a:ext cx="203475" cy="201294"/>
            </a:xfrm>
            <a:prstGeom prst="chord">
              <a:avLst>
                <a:gd fmla="val 2700000" name="adj1"/>
                <a:gd fmla="val 16200000" name="adj2"/>
              </a:avLst>
            </a:prstGeom>
            <a:solidFill>
              <a:srgbClr val="265AA7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g2e7ead46630_0_299"/>
            <p:cNvSpPr/>
            <p:nvPr/>
          </p:nvSpPr>
          <p:spPr>
            <a:xfrm>
              <a:off x="1563644" y="4888259"/>
              <a:ext cx="219300" cy="219300"/>
            </a:xfrm>
            <a:prstGeom prst="ellipse">
              <a:avLst/>
            </a:prstGeom>
            <a:solidFill>
              <a:srgbClr val="265AA7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g2e7ead46630_0_299"/>
            <p:cNvSpPr/>
            <p:nvPr/>
          </p:nvSpPr>
          <p:spPr>
            <a:xfrm rot="-6177018">
              <a:off x="1313319" y="4897560"/>
              <a:ext cx="203475" cy="201294"/>
            </a:xfrm>
            <a:prstGeom prst="chord">
              <a:avLst>
                <a:gd fmla="val 2700000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g2e7ead46630_0_299"/>
            <p:cNvSpPr/>
            <p:nvPr/>
          </p:nvSpPr>
          <p:spPr>
            <a:xfrm>
              <a:off x="1046749" y="4888259"/>
              <a:ext cx="219300" cy="21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g2e7ead46630_0_299"/>
            <p:cNvSpPr/>
            <p:nvPr/>
          </p:nvSpPr>
          <p:spPr>
            <a:xfrm rot="-6177018">
              <a:off x="796424" y="4897560"/>
              <a:ext cx="203475" cy="201294"/>
            </a:xfrm>
            <a:prstGeom prst="chord">
              <a:avLst>
                <a:gd fmla="val 2700000" name="adj1"/>
                <a:gd fmla="val 16200000" name="adj2"/>
              </a:avLst>
            </a:prstGeom>
            <a:solidFill>
              <a:srgbClr val="265AA7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g2e7ead46630_0_299"/>
            <p:cNvSpPr/>
            <p:nvPr/>
          </p:nvSpPr>
          <p:spPr>
            <a:xfrm>
              <a:off x="529852" y="4888259"/>
              <a:ext cx="219300" cy="219300"/>
            </a:xfrm>
            <a:prstGeom prst="ellipse">
              <a:avLst/>
            </a:prstGeom>
            <a:solidFill>
              <a:srgbClr val="265AA7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g2e7ead46630_0_299"/>
            <p:cNvSpPr/>
            <p:nvPr/>
          </p:nvSpPr>
          <p:spPr>
            <a:xfrm rot="-6177018">
              <a:off x="279527" y="4897560"/>
              <a:ext cx="203475" cy="201294"/>
            </a:xfrm>
            <a:prstGeom prst="chord">
              <a:avLst>
                <a:gd fmla="val 2700000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58875" lIns="58875" spcFirstLastPara="1" rIns="58875" wrap="square" tIns="5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bg>
      <p:bgPr>
        <a:solidFill>
          <a:srgbClr val="C4E3E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e7ead46630_0_314"/>
          <p:cNvSpPr/>
          <p:nvPr/>
        </p:nvSpPr>
        <p:spPr>
          <a:xfrm flipH="1" rot="-8298052">
            <a:off x="9710794" y="2219946"/>
            <a:ext cx="922866" cy="821463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78475" lIns="78475" spcFirstLastPara="1" rIns="78475" wrap="square" tIns="78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2e7ead46630_0_314"/>
          <p:cNvSpPr/>
          <p:nvPr/>
        </p:nvSpPr>
        <p:spPr>
          <a:xfrm flipH="1" rot="-8297905">
            <a:off x="10680383" y="2578061"/>
            <a:ext cx="600257" cy="534291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78475" lIns="78475" spcFirstLastPara="1" rIns="78475" wrap="square" tIns="78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2e7ead46630_0_314"/>
          <p:cNvSpPr/>
          <p:nvPr/>
        </p:nvSpPr>
        <p:spPr>
          <a:xfrm>
            <a:off x="9539609" y="-1297435"/>
            <a:ext cx="3529200" cy="352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78475" lIns="78475" spcFirstLastPara="1" rIns="78475" wrap="square" tIns="78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2e7ead46630_0_314"/>
          <p:cNvSpPr/>
          <p:nvPr/>
        </p:nvSpPr>
        <p:spPr>
          <a:xfrm>
            <a:off x="7747040" y="723568"/>
            <a:ext cx="2015100" cy="2015100"/>
          </a:xfrm>
          <a:prstGeom prst="ellipse">
            <a:avLst/>
          </a:prstGeom>
          <a:solidFill>
            <a:srgbClr val="FFE400"/>
          </a:solidFill>
          <a:ln>
            <a:noFill/>
          </a:ln>
        </p:spPr>
        <p:txBody>
          <a:bodyPr anchorCtr="0" anchor="ctr" bIns="78475" lIns="78475" spcFirstLastPara="1" rIns="78475" wrap="square" tIns="78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e7ead46630_0_31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g2e7ead46630_0_31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85" name="Google Shape;85;g2e7ead46630_0_31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e7ead46630_0_323"/>
          <p:cNvSpPr/>
          <p:nvPr/>
        </p:nvSpPr>
        <p:spPr>
          <a:xfrm flipH="1" rot="-3422659">
            <a:off x="220699" y="5331427"/>
            <a:ext cx="510276" cy="481465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78500" lIns="78500" spcFirstLastPara="1" rIns="78500" wrap="square" tIns="78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2e7ead46630_0_323"/>
          <p:cNvSpPr/>
          <p:nvPr/>
        </p:nvSpPr>
        <p:spPr>
          <a:xfrm flipH="1" rot="-3422700">
            <a:off x="780756" y="4729655"/>
            <a:ext cx="345420" cy="327714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500" lIns="78500" spcFirstLastPara="1" rIns="78500" wrap="square" tIns="78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2e7ead46630_0_323"/>
          <p:cNvSpPr/>
          <p:nvPr/>
        </p:nvSpPr>
        <p:spPr>
          <a:xfrm flipH="1" rot="-3422522">
            <a:off x="751947" y="5889540"/>
            <a:ext cx="672857" cy="634806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78500" lIns="78500" spcFirstLastPara="1" rIns="78500" wrap="square" tIns="78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2e7ead46630_0_323"/>
          <p:cNvSpPr/>
          <p:nvPr/>
        </p:nvSpPr>
        <p:spPr>
          <a:xfrm flipH="1" rot="-3422700">
            <a:off x="11142000" y="483151"/>
            <a:ext cx="345420" cy="327714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500" lIns="78500" spcFirstLastPara="1" rIns="78500" wrap="square" tIns="78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2e7ead46630_0_323"/>
          <p:cNvSpPr/>
          <p:nvPr/>
        </p:nvSpPr>
        <p:spPr>
          <a:xfrm flipH="1" rot="-3422659">
            <a:off x="11450943" y="1277289"/>
            <a:ext cx="510276" cy="481465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78500" lIns="78500" spcFirstLastPara="1" rIns="78500" wrap="square" tIns="78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e7ead46630_0_329"/>
          <p:cNvSpPr txBox="1"/>
          <p:nvPr>
            <p:ph type="title"/>
          </p:nvPr>
        </p:nvSpPr>
        <p:spPr>
          <a:xfrm>
            <a:off x="415607" y="593368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175" lIns="44175" spcFirstLastPara="1" rIns="44175" wrap="square" tIns="441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4" name="Google Shape;94;g2e7ead46630_0_329"/>
          <p:cNvSpPr/>
          <p:nvPr/>
        </p:nvSpPr>
        <p:spPr>
          <a:xfrm>
            <a:off x="140000" y="5055848"/>
            <a:ext cx="684300" cy="68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78475" lIns="78475" spcFirstLastPara="1" rIns="78475" wrap="square" tIns="78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2e7ead46630_0_329"/>
          <p:cNvSpPr/>
          <p:nvPr/>
        </p:nvSpPr>
        <p:spPr>
          <a:xfrm rot="-1221696">
            <a:off x="171587" y="4322501"/>
            <a:ext cx="620790" cy="642525"/>
          </a:xfrm>
          <a:prstGeom prst="chord">
            <a:avLst>
              <a:gd fmla="val 2700000" name="adj1"/>
              <a:gd fmla="val 1620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78475" lIns="78475" spcFirstLastPara="1" rIns="78475" wrap="square" tIns="78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2e7ead46630_0_329"/>
          <p:cNvSpPr/>
          <p:nvPr/>
        </p:nvSpPr>
        <p:spPr>
          <a:xfrm>
            <a:off x="11444112" y="1644177"/>
            <a:ext cx="684300" cy="6843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78475" lIns="78475" spcFirstLastPara="1" rIns="78475" wrap="square" tIns="78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2e7ead46630_0_329"/>
          <p:cNvSpPr/>
          <p:nvPr/>
        </p:nvSpPr>
        <p:spPr>
          <a:xfrm rot="9167033">
            <a:off x="11479285" y="976478"/>
            <a:ext cx="613974" cy="650738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FFE400"/>
          </a:solidFill>
          <a:ln>
            <a:noFill/>
          </a:ln>
        </p:spPr>
        <p:txBody>
          <a:bodyPr anchorCtr="0" anchor="ctr" bIns="78475" lIns="78475" spcFirstLastPara="1" rIns="78475" wrap="square" tIns="78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1_Title and bod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e7ead46630_0_335"/>
          <p:cNvSpPr txBox="1"/>
          <p:nvPr>
            <p:ph type="title"/>
          </p:nvPr>
        </p:nvSpPr>
        <p:spPr>
          <a:xfrm>
            <a:off x="415607" y="593368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g2e7ead46630_0_335"/>
          <p:cNvSpPr/>
          <p:nvPr/>
        </p:nvSpPr>
        <p:spPr>
          <a:xfrm>
            <a:off x="140000" y="6003524"/>
            <a:ext cx="684300" cy="6843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2e7ead46630_0_335"/>
          <p:cNvSpPr/>
          <p:nvPr/>
        </p:nvSpPr>
        <p:spPr>
          <a:xfrm rot="-7530740">
            <a:off x="573292" y="5408357"/>
            <a:ext cx="630597" cy="630597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FFE400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2e7ead46630_0_335"/>
          <p:cNvSpPr/>
          <p:nvPr/>
        </p:nvSpPr>
        <p:spPr>
          <a:xfrm>
            <a:off x="140000" y="5055840"/>
            <a:ext cx="684300" cy="6843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2e7ead46630_0_335"/>
          <p:cNvSpPr/>
          <p:nvPr/>
        </p:nvSpPr>
        <p:spPr>
          <a:xfrm rot="-1356689">
            <a:off x="166959" y="4328423"/>
            <a:ext cx="630462" cy="630462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FFE400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2e7ead46630_0_335"/>
          <p:cNvSpPr/>
          <p:nvPr/>
        </p:nvSpPr>
        <p:spPr>
          <a:xfrm>
            <a:off x="11444100" y="1644175"/>
            <a:ext cx="684300" cy="6843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2e7ead46630_0_335"/>
          <p:cNvSpPr/>
          <p:nvPr/>
        </p:nvSpPr>
        <p:spPr>
          <a:xfrm rot="8999685">
            <a:off x="11471002" y="986703"/>
            <a:ext cx="630500" cy="630500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FFE400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1_Section 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Google Shape;107;g2e7ead46630_0_343"/>
          <p:cNvGraphicFramePr/>
          <p:nvPr/>
        </p:nvGraphicFramePr>
        <p:xfrm>
          <a:off x="88757" y="9382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{6F28DD64-33A9-44F8-9626-0A0872FE02DA}</a:tableStyleId>
              </a:tblPr>
              <a:tblGrid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  <a:gridCol w="380275"/>
              </a:tblGrid>
              <a:tr h="323675">
                <a:tc grid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GT" sz="1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2023</a:t>
                      </a:r>
                      <a:endParaRPr sz="1500" u="none" cap="none" strike="noStrike"/>
                    </a:p>
                  </a:txBody>
                  <a:tcPr marT="45725" marB="45725" marR="91475" marL="91475" anchor="ctr">
                    <a:solidFill>
                      <a:srgbClr val="00B0F0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GT" sz="1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2024</a:t>
                      </a:r>
                      <a:endParaRPr sz="1500" u="none" cap="none" strike="noStrike"/>
                    </a:p>
                  </a:txBody>
                  <a:tcPr marT="45725" marB="45725" marR="91475" marL="91475" anchor="ctr">
                    <a:solidFill>
                      <a:srgbClr val="00B0F0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GT" sz="1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2025</a:t>
                      </a:r>
                      <a:endParaRPr sz="1500" u="none" cap="none" strike="noStrike"/>
                    </a:p>
                  </a:txBody>
                  <a:tcPr marT="45725" marB="45725" marR="91475" marL="91475" anchor="ctr">
                    <a:solidFill>
                      <a:srgbClr val="00B0F0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23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Jun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Jul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Ago</a:t>
                      </a:r>
                      <a:endParaRPr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Sep</a:t>
                      </a:r>
                      <a:endParaRPr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Oct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Nov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Dic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Ene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Feb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Abr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May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Jun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Jul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Ago</a:t>
                      </a:r>
                      <a:endParaRPr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Sep</a:t>
                      </a:r>
                      <a:endParaRPr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Oct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Nov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Dic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Ene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Feb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Abr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May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Jun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Jul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Ago</a:t>
                      </a:r>
                      <a:endParaRPr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Sep</a:t>
                      </a:r>
                      <a:endParaRPr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Oct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Nov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-GT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Dic</a:t>
                      </a:r>
                      <a:endParaRPr sz="1500" u="none" cap="none" strike="noStrike"/>
                    </a:p>
                  </a:txBody>
                  <a:tcPr marT="45725" marB="45725" marR="91475" marL="91475">
                    <a:solidFill>
                      <a:srgbClr val="00B0F0"/>
                    </a:solidFill>
                  </a:tcPr>
                </a:tc>
              </a:tr>
              <a:tr h="487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75" marL="91475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 1">
  <p:cSld name="3_Custom Layout 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e7ead46630_0_3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g2e7ead46630_0_345"/>
          <p:cNvPicPr preferRelativeResize="0"/>
          <p:nvPr/>
        </p:nvPicPr>
        <p:blipFill rotWithShape="1">
          <a:blip r:embed="rId2">
            <a:alphaModFix/>
          </a:blip>
          <a:srcRect b="0" l="12411" r="0" t="0"/>
          <a:stretch/>
        </p:blipFill>
        <p:spPr>
          <a:xfrm>
            <a:off x="0" y="1"/>
            <a:ext cx="4895276" cy="849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2e7ead46630_0_345"/>
          <p:cNvPicPr preferRelativeResize="0"/>
          <p:nvPr/>
        </p:nvPicPr>
        <p:blipFill rotWithShape="1">
          <a:blip r:embed="rId2">
            <a:alphaModFix/>
          </a:blip>
          <a:srcRect b="0" l="12411" r="0" t="0"/>
          <a:stretch/>
        </p:blipFill>
        <p:spPr>
          <a:xfrm rot="10800000">
            <a:off x="7296725" y="6008920"/>
            <a:ext cx="4895276" cy="8490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g2e7ead46630_0_345"/>
          <p:cNvGrpSpPr/>
          <p:nvPr/>
        </p:nvGrpSpPr>
        <p:grpSpPr>
          <a:xfrm>
            <a:off x="227443" y="669084"/>
            <a:ext cx="727741" cy="395998"/>
            <a:chOff x="227443" y="669088"/>
            <a:chExt cx="727741" cy="395998"/>
          </a:xfrm>
        </p:grpSpPr>
        <p:sp>
          <p:nvSpPr>
            <p:cNvPr id="113" name="Google Shape;113;g2e7ead46630_0_345"/>
            <p:cNvSpPr/>
            <p:nvPr/>
          </p:nvSpPr>
          <p:spPr>
            <a:xfrm>
              <a:off x="227443" y="669088"/>
              <a:ext cx="360000" cy="360000"/>
            </a:xfrm>
            <a:prstGeom prst="ellipse">
              <a:avLst/>
            </a:prstGeom>
            <a:solidFill>
              <a:srgbClr val="275BA7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g2e7ead46630_0_345"/>
            <p:cNvSpPr/>
            <p:nvPr/>
          </p:nvSpPr>
          <p:spPr>
            <a:xfrm>
              <a:off x="739184" y="849086"/>
              <a:ext cx="216000" cy="216000"/>
            </a:xfrm>
            <a:prstGeom prst="ellipse">
              <a:avLst/>
            </a:prstGeom>
            <a:solidFill>
              <a:srgbClr val="FFE539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g2e7ead46630_0_345"/>
          <p:cNvGrpSpPr/>
          <p:nvPr/>
        </p:nvGrpSpPr>
        <p:grpSpPr>
          <a:xfrm rot="10198466">
            <a:off x="10597150" y="6289358"/>
            <a:ext cx="727793" cy="396026"/>
            <a:chOff x="227443" y="669088"/>
            <a:chExt cx="727741" cy="395998"/>
          </a:xfrm>
        </p:grpSpPr>
        <p:sp>
          <p:nvSpPr>
            <p:cNvPr id="116" name="Google Shape;116;g2e7ead46630_0_345"/>
            <p:cNvSpPr/>
            <p:nvPr/>
          </p:nvSpPr>
          <p:spPr>
            <a:xfrm>
              <a:off x="227443" y="669088"/>
              <a:ext cx="360000" cy="360000"/>
            </a:xfrm>
            <a:prstGeom prst="ellipse">
              <a:avLst/>
            </a:prstGeom>
            <a:solidFill>
              <a:srgbClr val="275BA7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g2e7ead46630_0_345"/>
            <p:cNvSpPr/>
            <p:nvPr/>
          </p:nvSpPr>
          <p:spPr>
            <a:xfrm>
              <a:off x="739184" y="849086"/>
              <a:ext cx="216000" cy="216000"/>
            </a:xfrm>
            <a:prstGeom prst="ellipse">
              <a:avLst/>
            </a:prstGeom>
            <a:solidFill>
              <a:srgbClr val="FFE539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8" name="Google Shape;118;g2e7ead46630_0_3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5999" y="6642001"/>
            <a:ext cx="467763" cy="21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1_One column text 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7ead46630_0_356"/>
          <p:cNvSpPr/>
          <p:nvPr/>
        </p:nvSpPr>
        <p:spPr>
          <a:xfrm>
            <a:off x="0" y="6469967"/>
            <a:ext cx="12192000" cy="387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2e7ead46630_0_356"/>
          <p:cNvSpPr/>
          <p:nvPr/>
        </p:nvSpPr>
        <p:spPr>
          <a:xfrm>
            <a:off x="4152437" y="6517669"/>
            <a:ext cx="292500" cy="292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2e7ead46630_0_356"/>
          <p:cNvSpPr/>
          <p:nvPr/>
        </p:nvSpPr>
        <p:spPr>
          <a:xfrm rot="-6092842">
            <a:off x="3819413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2e7ead46630_0_356"/>
          <p:cNvSpPr/>
          <p:nvPr/>
        </p:nvSpPr>
        <p:spPr>
          <a:xfrm>
            <a:off x="3463244" y="6517669"/>
            <a:ext cx="292500" cy="2925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2e7ead46630_0_356"/>
          <p:cNvSpPr/>
          <p:nvPr/>
        </p:nvSpPr>
        <p:spPr>
          <a:xfrm rot="-6092842">
            <a:off x="3130217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2e7ead46630_0_356"/>
          <p:cNvSpPr/>
          <p:nvPr/>
        </p:nvSpPr>
        <p:spPr>
          <a:xfrm>
            <a:off x="2774049" y="6517669"/>
            <a:ext cx="292500" cy="292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2e7ead46630_0_356"/>
          <p:cNvSpPr/>
          <p:nvPr/>
        </p:nvSpPr>
        <p:spPr>
          <a:xfrm rot="-6092842">
            <a:off x="2441025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2e7ead46630_0_356"/>
          <p:cNvSpPr/>
          <p:nvPr/>
        </p:nvSpPr>
        <p:spPr>
          <a:xfrm>
            <a:off x="2084856" y="6517669"/>
            <a:ext cx="292500" cy="2925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2e7ead46630_0_356"/>
          <p:cNvSpPr/>
          <p:nvPr/>
        </p:nvSpPr>
        <p:spPr>
          <a:xfrm rot="-6092842">
            <a:off x="1751833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2e7ead46630_0_356"/>
          <p:cNvSpPr/>
          <p:nvPr/>
        </p:nvSpPr>
        <p:spPr>
          <a:xfrm>
            <a:off x="1395664" y="6517669"/>
            <a:ext cx="292500" cy="292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2e7ead46630_0_356"/>
          <p:cNvSpPr/>
          <p:nvPr/>
        </p:nvSpPr>
        <p:spPr>
          <a:xfrm rot="-6092842">
            <a:off x="1062640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2e7ead46630_0_356"/>
          <p:cNvSpPr/>
          <p:nvPr/>
        </p:nvSpPr>
        <p:spPr>
          <a:xfrm>
            <a:off x="706469" y="6517669"/>
            <a:ext cx="292500" cy="2925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2e7ead46630_0_356"/>
          <p:cNvSpPr/>
          <p:nvPr/>
        </p:nvSpPr>
        <p:spPr>
          <a:xfrm rot="-6092842">
            <a:off x="373444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2e7ead46630_0_356"/>
          <p:cNvSpPr txBox="1"/>
          <p:nvPr>
            <p:ph type="title"/>
          </p:nvPr>
        </p:nvSpPr>
        <p:spPr>
          <a:xfrm>
            <a:off x="510361" y="110141"/>
            <a:ext cx="11153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2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34" name="Google Shape;134;g2e7ead46630_0_356"/>
          <p:cNvSpPr txBox="1"/>
          <p:nvPr>
            <p:ph idx="1" type="body"/>
          </p:nvPr>
        </p:nvSpPr>
        <p:spPr>
          <a:xfrm>
            <a:off x="510361" y="725977"/>
            <a:ext cx="1114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1pPr>
            <a:lvl2pPr indent="-2730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2pPr>
            <a:lvl3pPr indent="-2730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3pPr>
            <a:lvl4pPr indent="-2730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4pPr>
            <a:lvl5pPr indent="-2730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5pPr>
            <a:lvl6pPr indent="-2730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6pPr>
            <a:lvl7pPr indent="-2730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8pPr>
            <a:lvl9pPr indent="-2730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1_One column text 3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7ead46630_0_372"/>
          <p:cNvSpPr/>
          <p:nvPr/>
        </p:nvSpPr>
        <p:spPr>
          <a:xfrm>
            <a:off x="0" y="6469967"/>
            <a:ext cx="12192000" cy="387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2e7ead46630_0_372"/>
          <p:cNvSpPr/>
          <p:nvPr/>
        </p:nvSpPr>
        <p:spPr>
          <a:xfrm>
            <a:off x="4152437" y="6517669"/>
            <a:ext cx="292500" cy="292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2e7ead46630_0_372"/>
          <p:cNvSpPr/>
          <p:nvPr/>
        </p:nvSpPr>
        <p:spPr>
          <a:xfrm rot="-6092842">
            <a:off x="3819413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2e7ead46630_0_372"/>
          <p:cNvSpPr/>
          <p:nvPr/>
        </p:nvSpPr>
        <p:spPr>
          <a:xfrm>
            <a:off x="3463244" y="6517669"/>
            <a:ext cx="292500" cy="2925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2e7ead46630_0_372"/>
          <p:cNvSpPr/>
          <p:nvPr/>
        </p:nvSpPr>
        <p:spPr>
          <a:xfrm rot="-6092842">
            <a:off x="3130217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2e7ead46630_0_372"/>
          <p:cNvSpPr/>
          <p:nvPr/>
        </p:nvSpPr>
        <p:spPr>
          <a:xfrm>
            <a:off x="2774049" y="6517669"/>
            <a:ext cx="292500" cy="292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2e7ead46630_0_372"/>
          <p:cNvSpPr/>
          <p:nvPr/>
        </p:nvSpPr>
        <p:spPr>
          <a:xfrm rot="-6092842">
            <a:off x="2441025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2e7ead46630_0_372"/>
          <p:cNvSpPr/>
          <p:nvPr/>
        </p:nvSpPr>
        <p:spPr>
          <a:xfrm>
            <a:off x="2084856" y="6517669"/>
            <a:ext cx="292500" cy="2925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2e7ead46630_0_372"/>
          <p:cNvSpPr/>
          <p:nvPr/>
        </p:nvSpPr>
        <p:spPr>
          <a:xfrm rot="-6092842">
            <a:off x="1751833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2e7ead46630_0_372"/>
          <p:cNvSpPr/>
          <p:nvPr/>
        </p:nvSpPr>
        <p:spPr>
          <a:xfrm>
            <a:off x="1395664" y="6517669"/>
            <a:ext cx="292500" cy="292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2e7ead46630_0_372"/>
          <p:cNvSpPr/>
          <p:nvPr/>
        </p:nvSpPr>
        <p:spPr>
          <a:xfrm rot="-6092842">
            <a:off x="1062640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2e7ead46630_0_372"/>
          <p:cNvSpPr/>
          <p:nvPr/>
        </p:nvSpPr>
        <p:spPr>
          <a:xfrm>
            <a:off x="706469" y="6517669"/>
            <a:ext cx="292500" cy="2925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2e7ead46630_0_372"/>
          <p:cNvSpPr/>
          <p:nvPr/>
        </p:nvSpPr>
        <p:spPr>
          <a:xfrm rot="-6092842">
            <a:off x="373444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2e7ead46630_0_372"/>
          <p:cNvSpPr txBox="1"/>
          <p:nvPr>
            <p:ph type="title"/>
          </p:nvPr>
        </p:nvSpPr>
        <p:spPr>
          <a:xfrm>
            <a:off x="510361" y="110141"/>
            <a:ext cx="11153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2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50" name="Google Shape;150;g2e7ead46630_0_372"/>
          <p:cNvSpPr txBox="1"/>
          <p:nvPr>
            <p:ph idx="1" type="body"/>
          </p:nvPr>
        </p:nvSpPr>
        <p:spPr>
          <a:xfrm>
            <a:off x="510361" y="725977"/>
            <a:ext cx="1114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1pPr>
            <a:lvl2pPr indent="-2730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2pPr>
            <a:lvl3pPr indent="-2730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3pPr>
            <a:lvl4pPr indent="-2730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4pPr>
            <a:lvl5pPr indent="-2730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5pPr>
            <a:lvl6pPr indent="-2730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6pPr>
            <a:lvl7pPr indent="-2730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8pPr>
            <a:lvl9pPr indent="-2730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1_One column text 4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e7ead46630_0_388"/>
          <p:cNvSpPr/>
          <p:nvPr/>
        </p:nvSpPr>
        <p:spPr>
          <a:xfrm>
            <a:off x="0" y="6469967"/>
            <a:ext cx="12192000" cy="387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2e7ead46630_0_388"/>
          <p:cNvSpPr/>
          <p:nvPr/>
        </p:nvSpPr>
        <p:spPr>
          <a:xfrm>
            <a:off x="4152437" y="6517669"/>
            <a:ext cx="292500" cy="292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2e7ead46630_0_388"/>
          <p:cNvSpPr/>
          <p:nvPr/>
        </p:nvSpPr>
        <p:spPr>
          <a:xfrm rot="-6092842">
            <a:off x="3819413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2e7ead46630_0_388"/>
          <p:cNvSpPr/>
          <p:nvPr/>
        </p:nvSpPr>
        <p:spPr>
          <a:xfrm>
            <a:off x="3463244" y="6517669"/>
            <a:ext cx="292500" cy="2925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e7ead46630_0_388"/>
          <p:cNvSpPr/>
          <p:nvPr/>
        </p:nvSpPr>
        <p:spPr>
          <a:xfrm rot="-6092842">
            <a:off x="3130217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e7ead46630_0_388"/>
          <p:cNvSpPr/>
          <p:nvPr/>
        </p:nvSpPr>
        <p:spPr>
          <a:xfrm>
            <a:off x="2774049" y="6517669"/>
            <a:ext cx="292500" cy="292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2e7ead46630_0_388"/>
          <p:cNvSpPr/>
          <p:nvPr/>
        </p:nvSpPr>
        <p:spPr>
          <a:xfrm rot="-6092842">
            <a:off x="2441025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2e7ead46630_0_388"/>
          <p:cNvSpPr/>
          <p:nvPr/>
        </p:nvSpPr>
        <p:spPr>
          <a:xfrm>
            <a:off x="2084856" y="6517669"/>
            <a:ext cx="292500" cy="2925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2e7ead46630_0_388"/>
          <p:cNvSpPr/>
          <p:nvPr/>
        </p:nvSpPr>
        <p:spPr>
          <a:xfrm rot="-6092842">
            <a:off x="1751833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2e7ead46630_0_388"/>
          <p:cNvSpPr/>
          <p:nvPr/>
        </p:nvSpPr>
        <p:spPr>
          <a:xfrm>
            <a:off x="1395664" y="6517669"/>
            <a:ext cx="292500" cy="292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2e7ead46630_0_388"/>
          <p:cNvSpPr/>
          <p:nvPr/>
        </p:nvSpPr>
        <p:spPr>
          <a:xfrm rot="-6092842">
            <a:off x="1062640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2e7ead46630_0_388"/>
          <p:cNvSpPr/>
          <p:nvPr/>
        </p:nvSpPr>
        <p:spPr>
          <a:xfrm>
            <a:off x="706469" y="6517669"/>
            <a:ext cx="292500" cy="2925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2e7ead46630_0_388"/>
          <p:cNvSpPr/>
          <p:nvPr/>
        </p:nvSpPr>
        <p:spPr>
          <a:xfrm rot="-6092842">
            <a:off x="373444" y="652920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2e7ead46630_0_388"/>
          <p:cNvSpPr txBox="1"/>
          <p:nvPr>
            <p:ph type="title"/>
          </p:nvPr>
        </p:nvSpPr>
        <p:spPr>
          <a:xfrm>
            <a:off x="510361" y="110141"/>
            <a:ext cx="11153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2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66" name="Google Shape;166;g2e7ead46630_0_388"/>
          <p:cNvSpPr txBox="1"/>
          <p:nvPr>
            <p:ph idx="1" type="body"/>
          </p:nvPr>
        </p:nvSpPr>
        <p:spPr>
          <a:xfrm>
            <a:off x="510361" y="725977"/>
            <a:ext cx="1114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1pPr>
            <a:lvl2pPr indent="-2730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2pPr>
            <a:lvl3pPr indent="-2730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3pPr>
            <a:lvl4pPr indent="-2730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4pPr>
            <a:lvl5pPr indent="-2730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5pPr>
            <a:lvl6pPr indent="-2730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6pPr>
            <a:lvl7pPr indent="-2730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8pPr>
            <a:lvl9pPr indent="-2730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seño personalizado">
  <p:cSld name="1_Diseño personalizado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e7ead46630_0_404"/>
          <p:cNvSpPr txBox="1"/>
          <p:nvPr>
            <p:ph type="title"/>
          </p:nvPr>
        </p:nvSpPr>
        <p:spPr>
          <a:xfrm>
            <a:off x="361951" y="118535"/>
            <a:ext cx="105156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175" lIns="44175" spcFirstLastPara="1" rIns="44175" wrap="square" tIns="441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2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2">
  <p:cSld name="Agenda 2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7ead46630_0_406"/>
          <p:cNvSpPr/>
          <p:nvPr/>
        </p:nvSpPr>
        <p:spPr>
          <a:xfrm>
            <a:off x="0" y="0"/>
            <a:ext cx="34068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2e7ead46630_0_406"/>
          <p:cNvSpPr/>
          <p:nvPr/>
        </p:nvSpPr>
        <p:spPr>
          <a:xfrm rot="9905962">
            <a:off x="1113944" y="5548596"/>
            <a:ext cx="863331" cy="863331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FFE40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2e7ead46630_0_406"/>
          <p:cNvSpPr/>
          <p:nvPr/>
        </p:nvSpPr>
        <p:spPr>
          <a:xfrm>
            <a:off x="495781" y="4514859"/>
            <a:ext cx="936900" cy="936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2e7ead46630_0_406"/>
          <p:cNvSpPr/>
          <p:nvPr/>
        </p:nvSpPr>
        <p:spPr>
          <a:xfrm>
            <a:off x="1953987" y="4742884"/>
            <a:ext cx="936900" cy="936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2e7ead46630_0_406"/>
          <p:cNvSpPr/>
          <p:nvPr/>
        </p:nvSpPr>
        <p:spPr>
          <a:xfrm rot="-7530040">
            <a:off x="1322251" y="4108195"/>
            <a:ext cx="863767" cy="863767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FFE40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2e7ead46630_0_406"/>
          <p:cNvSpPr/>
          <p:nvPr/>
        </p:nvSpPr>
        <p:spPr>
          <a:xfrm>
            <a:off x="2004641" y="3469205"/>
            <a:ext cx="936900" cy="936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2e7ead46630_0_406"/>
          <p:cNvSpPr/>
          <p:nvPr/>
        </p:nvSpPr>
        <p:spPr>
          <a:xfrm>
            <a:off x="916009" y="3242664"/>
            <a:ext cx="936900" cy="936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2e7ead46630_0_406"/>
          <p:cNvSpPr/>
          <p:nvPr/>
        </p:nvSpPr>
        <p:spPr>
          <a:xfrm rot="-1083061">
            <a:off x="2117186" y="2547811"/>
            <a:ext cx="863606" cy="863606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FFE40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2e7ead46630_0_406"/>
          <p:cNvSpPr/>
          <p:nvPr/>
        </p:nvSpPr>
        <p:spPr>
          <a:xfrm rot="-6096160">
            <a:off x="259853" y="2547983"/>
            <a:ext cx="863648" cy="863648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FFE40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2e7ead46630_0_406"/>
          <p:cNvSpPr/>
          <p:nvPr/>
        </p:nvSpPr>
        <p:spPr>
          <a:xfrm>
            <a:off x="1076900" y="1831921"/>
            <a:ext cx="936900" cy="936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2e7ead46630_0_406"/>
          <p:cNvSpPr/>
          <p:nvPr/>
        </p:nvSpPr>
        <p:spPr>
          <a:xfrm rot="9905962">
            <a:off x="1173827" y="777293"/>
            <a:ext cx="863331" cy="863331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FFE40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2e7ead46630_0_406"/>
          <p:cNvSpPr/>
          <p:nvPr/>
        </p:nvSpPr>
        <p:spPr>
          <a:xfrm>
            <a:off x="2080588" y="185065"/>
            <a:ext cx="936900" cy="936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2e7ead46630_0_406"/>
          <p:cNvSpPr/>
          <p:nvPr/>
        </p:nvSpPr>
        <p:spPr>
          <a:xfrm>
            <a:off x="2133639" y="1310215"/>
            <a:ext cx="936900" cy="936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2e7ead46630_0_406"/>
          <p:cNvSpPr/>
          <p:nvPr/>
        </p:nvSpPr>
        <p:spPr>
          <a:xfrm>
            <a:off x="223089" y="998577"/>
            <a:ext cx="936900" cy="936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 8">
  <p:cSld name="Separador 8">
    <p:bg>
      <p:bgPr>
        <a:solidFill>
          <a:schemeClr val="accent4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7ead46630_0_421"/>
          <p:cNvSpPr/>
          <p:nvPr/>
        </p:nvSpPr>
        <p:spPr>
          <a:xfrm>
            <a:off x="4165600" y="1143000"/>
            <a:ext cx="8052000" cy="45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2e7ead46630_0_421"/>
          <p:cNvSpPr/>
          <p:nvPr/>
        </p:nvSpPr>
        <p:spPr>
          <a:xfrm>
            <a:off x="114500" y="1220967"/>
            <a:ext cx="465300" cy="465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2e7ead46630_0_421"/>
          <p:cNvSpPr/>
          <p:nvPr/>
        </p:nvSpPr>
        <p:spPr>
          <a:xfrm rot="4031281">
            <a:off x="324349" y="202777"/>
            <a:ext cx="1039183" cy="1039183"/>
          </a:xfrm>
          <a:prstGeom prst="chord">
            <a:avLst>
              <a:gd fmla="val 2700000" name="adj1"/>
              <a:gd fmla="val 1620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4" type="blank">
  <p:cSld name="BLANK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e7ead46630_0_425"/>
          <p:cNvSpPr txBox="1"/>
          <p:nvPr>
            <p:ph idx="12" type="sldNum"/>
          </p:nvPr>
        </p:nvSpPr>
        <p:spPr>
          <a:xfrm>
            <a:off x="11034377" y="2494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grpSp>
        <p:nvGrpSpPr>
          <p:cNvPr id="190" name="Google Shape;190;g2e7ead46630_0_425"/>
          <p:cNvGrpSpPr/>
          <p:nvPr/>
        </p:nvGrpSpPr>
        <p:grpSpPr>
          <a:xfrm>
            <a:off x="-244762" y="6078707"/>
            <a:ext cx="1781352" cy="1238886"/>
            <a:chOff x="-183575" y="4559138"/>
            <a:chExt cx="1336081" cy="929221"/>
          </a:xfrm>
        </p:grpSpPr>
        <p:sp>
          <p:nvSpPr>
            <p:cNvPr id="191" name="Google Shape;191;g2e7ead46630_0_425"/>
            <p:cNvSpPr/>
            <p:nvPr/>
          </p:nvSpPr>
          <p:spPr>
            <a:xfrm rot="-4500616">
              <a:off x="-108933" y="4749101"/>
              <a:ext cx="664615" cy="66461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g2e7ead46630_0_425"/>
            <p:cNvSpPr/>
            <p:nvPr/>
          </p:nvSpPr>
          <p:spPr>
            <a:xfrm rot="4798384">
              <a:off x="427429" y="4917384"/>
              <a:ext cx="315316" cy="315316"/>
            </a:xfrm>
            <a:prstGeom prst="chord">
              <a:avLst>
                <a:gd fmla="val 2700000" name="adj1"/>
                <a:gd fmla="val 16200000" name="adj2"/>
              </a:avLst>
            </a:pr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g2e7ead46630_0_425"/>
            <p:cNvSpPr/>
            <p:nvPr/>
          </p:nvSpPr>
          <p:spPr>
            <a:xfrm rot="-4504115">
              <a:off x="106342" y="4574779"/>
              <a:ext cx="139718" cy="139718"/>
            </a:xfrm>
            <a:prstGeom prst="ellipse">
              <a:avLst/>
            </a:prstGeom>
            <a:solidFill>
              <a:srgbClr val="265A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g2e7ead46630_0_425"/>
            <p:cNvSpPr/>
            <p:nvPr/>
          </p:nvSpPr>
          <p:spPr>
            <a:xfrm rot="-4500746">
              <a:off x="757667" y="4714320"/>
              <a:ext cx="354976" cy="35497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" name="Google Shape;195;g2e7ead46630_0_425"/>
          <p:cNvSpPr/>
          <p:nvPr/>
        </p:nvSpPr>
        <p:spPr>
          <a:xfrm rot="9423339">
            <a:off x="10763706" y="161808"/>
            <a:ext cx="745697" cy="745697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FFE40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2e7ead46630_0_425"/>
          <p:cNvSpPr/>
          <p:nvPr/>
        </p:nvSpPr>
        <p:spPr>
          <a:xfrm rot="-4501159">
            <a:off x="10419580" y="315629"/>
            <a:ext cx="247202" cy="247202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">
  <p:cSld name="Texto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e7ead46630_0_434"/>
          <p:cNvSpPr/>
          <p:nvPr/>
        </p:nvSpPr>
        <p:spPr>
          <a:xfrm>
            <a:off x="11899600" y="-33"/>
            <a:ext cx="292500" cy="6858000"/>
          </a:xfrm>
          <a:prstGeom prst="rect">
            <a:avLst/>
          </a:prstGeom>
          <a:solidFill>
            <a:srgbClr val="C4E3E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2e7ead46630_0_434"/>
          <p:cNvSpPr/>
          <p:nvPr/>
        </p:nvSpPr>
        <p:spPr>
          <a:xfrm rot="5400000">
            <a:off x="117287" y="6488915"/>
            <a:ext cx="292500" cy="292500"/>
          </a:xfrm>
          <a:prstGeom prst="ellipse">
            <a:avLst/>
          </a:prstGeom>
          <a:solidFill>
            <a:srgbClr val="FFE40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2e7ead46630_0_434"/>
          <p:cNvSpPr/>
          <p:nvPr/>
        </p:nvSpPr>
        <p:spPr>
          <a:xfrm rot="-692842">
            <a:off x="128723" y="6156017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265AA7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2e7ead46630_0_434"/>
          <p:cNvSpPr/>
          <p:nvPr/>
        </p:nvSpPr>
        <p:spPr>
          <a:xfrm rot="5400000">
            <a:off x="117287" y="5799721"/>
            <a:ext cx="292500" cy="2925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2e7ead46630_0_434"/>
          <p:cNvSpPr/>
          <p:nvPr/>
        </p:nvSpPr>
        <p:spPr>
          <a:xfrm rot="-692842">
            <a:off x="128723" y="5444817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265AA7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1">
  <p:cSld name="SECTION_TITLE_AND_DESCRIPTION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e7ead46630_0_440"/>
          <p:cNvSpPr/>
          <p:nvPr/>
        </p:nvSpPr>
        <p:spPr>
          <a:xfrm>
            <a:off x="11899600" y="-33"/>
            <a:ext cx="292500" cy="6858000"/>
          </a:xfrm>
          <a:prstGeom prst="rect">
            <a:avLst/>
          </a:prstGeom>
          <a:solidFill>
            <a:srgbClr val="C4E3E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2e7ead46630_0_440"/>
          <p:cNvSpPr/>
          <p:nvPr/>
        </p:nvSpPr>
        <p:spPr>
          <a:xfrm rot="5400000">
            <a:off x="117287" y="6488915"/>
            <a:ext cx="292500" cy="292500"/>
          </a:xfrm>
          <a:prstGeom prst="ellipse">
            <a:avLst/>
          </a:prstGeom>
          <a:solidFill>
            <a:srgbClr val="FFE40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2e7ead46630_0_440"/>
          <p:cNvSpPr/>
          <p:nvPr/>
        </p:nvSpPr>
        <p:spPr>
          <a:xfrm rot="-692842">
            <a:off x="128666" y="615602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265AA7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2e7ead46630_0_440"/>
          <p:cNvSpPr/>
          <p:nvPr/>
        </p:nvSpPr>
        <p:spPr>
          <a:xfrm rot="5400000">
            <a:off x="117287" y="5799721"/>
            <a:ext cx="292500" cy="292500"/>
          </a:xfrm>
          <a:prstGeom prst="ellipse">
            <a:avLst/>
          </a:prstGeom>
          <a:solidFill>
            <a:srgbClr val="265AA7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2e7ead46630_0_440"/>
          <p:cNvSpPr/>
          <p:nvPr/>
        </p:nvSpPr>
        <p:spPr>
          <a:xfrm rot="-692842">
            <a:off x="128666" y="5444829"/>
            <a:ext cx="269760" cy="269466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265AA7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One column text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e7ead46630_0_446"/>
          <p:cNvSpPr/>
          <p:nvPr/>
        </p:nvSpPr>
        <p:spPr>
          <a:xfrm rot="5400000">
            <a:off x="-3276527" y="3271800"/>
            <a:ext cx="6858000" cy="314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78500" lIns="78500" spcFirstLastPara="1" rIns="78500" wrap="square" tIns="78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g2e7ead46630_0_446"/>
          <p:cNvGrpSpPr/>
          <p:nvPr/>
        </p:nvGrpSpPr>
        <p:grpSpPr>
          <a:xfrm rot="5400000">
            <a:off x="-1748112" y="4704800"/>
            <a:ext cx="3847433" cy="296791"/>
            <a:chOff x="260391" y="4876557"/>
            <a:chExt cx="3073240" cy="243411"/>
          </a:xfrm>
        </p:grpSpPr>
        <p:sp>
          <p:nvSpPr>
            <p:cNvPr id="212" name="Google Shape;212;g2e7ead46630_0_446"/>
            <p:cNvSpPr/>
            <p:nvPr/>
          </p:nvSpPr>
          <p:spPr>
            <a:xfrm>
              <a:off x="3114331" y="4888259"/>
              <a:ext cx="219300" cy="21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78500" lIns="78500" spcFirstLastPara="1" rIns="78500" wrap="square" tIns="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g2e7ead46630_0_446"/>
            <p:cNvSpPr/>
            <p:nvPr/>
          </p:nvSpPr>
          <p:spPr>
            <a:xfrm rot="-6177018">
              <a:off x="2864019" y="4897615"/>
              <a:ext cx="203475" cy="201294"/>
            </a:xfrm>
            <a:prstGeom prst="chord">
              <a:avLst>
                <a:gd fmla="val 2700000" name="adj1"/>
                <a:gd fmla="val 16200000" name="adj2"/>
              </a:avLst>
            </a:prstGeom>
            <a:solidFill>
              <a:srgbClr val="265AA7"/>
            </a:solidFill>
            <a:ln>
              <a:noFill/>
            </a:ln>
          </p:spPr>
          <p:txBody>
            <a:bodyPr anchorCtr="0" anchor="ctr" bIns="78500" lIns="78500" spcFirstLastPara="1" rIns="78500" wrap="square" tIns="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g2e7ead46630_0_446"/>
            <p:cNvSpPr/>
            <p:nvPr/>
          </p:nvSpPr>
          <p:spPr>
            <a:xfrm>
              <a:off x="2597436" y="4888259"/>
              <a:ext cx="219300" cy="219300"/>
            </a:xfrm>
            <a:prstGeom prst="ellipse">
              <a:avLst/>
            </a:prstGeom>
            <a:solidFill>
              <a:srgbClr val="265AA7"/>
            </a:solidFill>
            <a:ln>
              <a:noFill/>
            </a:ln>
          </p:spPr>
          <p:txBody>
            <a:bodyPr anchorCtr="0" anchor="ctr" bIns="78500" lIns="78500" spcFirstLastPara="1" rIns="78500" wrap="square" tIns="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g2e7ead46630_0_446"/>
            <p:cNvSpPr/>
            <p:nvPr/>
          </p:nvSpPr>
          <p:spPr>
            <a:xfrm rot="-6177018">
              <a:off x="2347122" y="4897615"/>
              <a:ext cx="203475" cy="201294"/>
            </a:xfrm>
            <a:prstGeom prst="chord">
              <a:avLst>
                <a:gd fmla="val 2700000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78500" lIns="78500" spcFirstLastPara="1" rIns="78500" wrap="square" tIns="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g2e7ead46630_0_446"/>
            <p:cNvSpPr/>
            <p:nvPr/>
          </p:nvSpPr>
          <p:spPr>
            <a:xfrm>
              <a:off x="2080539" y="4888259"/>
              <a:ext cx="219300" cy="21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78500" lIns="78500" spcFirstLastPara="1" rIns="78500" wrap="square" tIns="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g2e7ead46630_0_446"/>
            <p:cNvSpPr/>
            <p:nvPr/>
          </p:nvSpPr>
          <p:spPr>
            <a:xfrm rot="-6177018">
              <a:off x="1830226" y="4897615"/>
              <a:ext cx="203475" cy="201294"/>
            </a:xfrm>
            <a:prstGeom prst="chord">
              <a:avLst>
                <a:gd fmla="val 2700000" name="adj1"/>
                <a:gd fmla="val 16200000" name="adj2"/>
              </a:avLst>
            </a:prstGeom>
            <a:solidFill>
              <a:srgbClr val="265AA7"/>
            </a:solidFill>
            <a:ln>
              <a:noFill/>
            </a:ln>
          </p:spPr>
          <p:txBody>
            <a:bodyPr anchorCtr="0" anchor="ctr" bIns="78500" lIns="78500" spcFirstLastPara="1" rIns="78500" wrap="square" tIns="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g2e7ead46630_0_446"/>
            <p:cNvSpPr/>
            <p:nvPr/>
          </p:nvSpPr>
          <p:spPr>
            <a:xfrm>
              <a:off x="1563644" y="4888259"/>
              <a:ext cx="219300" cy="219300"/>
            </a:xfrm>
            <a:prstGeom prst="ellipse">
              <a:avLst/>
            </a:prstGeom>
            <a:solidFill>
              <a:srgbClr val="265AA7"/>
            </a:solidFill>
            <a:ln>
              <a:noFill/>
            </a:ln>
          </p:spPr>
          <p:txBody>
            <a:bodyPr anchorCtr="0" anchor="ctr" bIns="78500" lIns="78500" spcFirstLastPara="1" rIns="78500" wrap="square" tIns="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g2e7ead46630_0_446"/>
            <p:cNvSpPr/>
            <p:nvPr/>
          </p:nvSpPr>
          <p:spPr>
            <a:xfrm rot="-6177018">
              <a:off x="1313332" y="4897615"/>
              <a:ext cx="203475" cy="201294"/>
            </a:xfrm>
            <a:prstGeom prst="chord">
              <a:avLst>
                <a:gd fmla="val 2700000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78500" lIns="78500" spcFirstLastPara="1" rIns="78500" wrap="square" tIns="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g2e7ead46630_0_446"/>
            <p:cNvSpPr/>
            <p:nvPr/>
          </p:nvSpPr>
          <p:spPr>
            <a:xfrm>
              <a:off x="1046749" y="4888259"/>
              <a:ext cx="219300" cy="21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78500" lIns="78500" spcFirstLastPara="1" rIns="78500" wrap="square" tIns="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g2e7ead46630_0_446"/>
            <p:cNvSpPr/>
            <p:nvPr/>
          </p:nvSpPr>
          <p:spPr>
            <a:xfrm rot="-6177018">
              <a:off x="796437" y="4897615"/>
              <a:ext cx="203475" cy="201294"/>
            </a:xfrm>
            <a:prstGeom prst="chord">
              <a:avLst>
                <a:gd fmla="val 2700000" name="adj1"/>
                <a:gd fmla="val 16200000" name="adj2"/>
              </a:avLst>
            </a:prstGeom>
            <a:solidFill>
              <a:srgbClr val="265AA7"/>
            </a:solidFill>
            <a:ln>
              <a:noFill/>
            </a:ln>
          </p:spPr>
          <p:txBody>
            <a:bodyPr anchorCtr="0" anchor="ctr" bIns="78500" lIns="78500" spcFirstLastPara="1" rIns="78500" wrap="square" tIns="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g2e7ead46630_0_446"/>
            <p:cNvSpPr/>
            <p:nvPr/>
          </p:nvSpPr>
          <p:spPr>
            <a:xfrm>
              <a:off x="529852" y="4888259"/>
              <a:ext cx="219300" cy="219300"/>
            </a:xfrm>
            <a:prstGeom prst="ellipse">
              <a:avLst/>
            </a:prstGeom>
            <a:solidFill>
              <a:srgbClr val="265AA7"/>
            </a:solidFill>
            <a:ln>
              <a:noFill/>
            </a:ln>
          </p:spPr>
          <p:txBody>
            <a:bodyPr anchorCtr="0" anchor="ctr" bIns="78500" lIns="78500" spcFirstLastPara="1" rIns="78500" wrap="square" tIns="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2e7ead46630_0_446"/>
            <p:cNvSpPr/>
            <p:nvPr/>
          </p:nvSpPr>
          <p:spPr>
            <a:xfrm rot="-6177018">
              <a:off x="279540" y="4897615"/>
              <a:ext cx="203475" cy="201294"/>
            </a:xfrm>
            <a:prstGeom prst="chord">
              <a:avLst>
                <a:gd fmla="val 2700000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78500" lIns="78500" spcFirstLastPara="1" rIns="78500" wrap="square" tIns="7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e7ead46630_0_461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4175" lIns="44175" spcFirstLastPara="1" rIns="44175" wrap="square" tIns="441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26" name="Google Shape;226;g2e7ead46630_0_461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175" lIns="44175" spcFirstLastPara="1" rIns="44175" wrap="square" tIns="441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27" name="Google Shape;227;g2e7ead46630_0_46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 7">
  <p:cSld name="TITLE_1_1_3_1_1_3">
    <p:bg>
      <p:bgPr>
        <a:solidFill>
          <a:srgbClr val="081754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g3afc0eb0d7b_0_209" title="Log 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65764" y="6268975"/>
            <a:ext cx="855306" cy="36920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afc0eb0d7b_0_209"/>
          <p:cNvSpPr txBox="1"/>
          <p:nvPr/>
        </p:nvSpPr>
        <p:spPr>
          <a:xfrm>
            <a:off x="11498833" y="174276"/>
            <a:ext cx="56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s-GT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afc0eb0d7b_0_209"/>
          <p:cNvSpPr txBox="1"/>
          <p:nvPr/>
        </p:nvSpPr>
        <p:spPr>
          <a:xfrm>
            <a:off x="342833" y="174267"/>
            <a:ext cx="22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GT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Proceso con Arquitectura de SSFF</a:t>
            </a:r>
            <a:endParaRPr b="0" i="0" sz="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2" name="Google Shape;232;g3afc0eb0d7b_0_209"/>
          <p:cNvSpPr/>
          <p:nvPr/>
        </p:nvSpPr>
        <p:spPr>
          <a:xfrm>
            <a:off x="6412667" y="3797900"/>
            <a:ext cx="4067700" cy="40677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afc0eb0d7b_0_209"/>
          <p:cNvSpPr/>
          <p:nvPr/>
        </p:nvSpPr>
        <p:spPr>
          <a:xfrm>
            <a:off x="4635067" y="185400"/>
            <a:ext cx="1569900" cy="15699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afc0eb0d7b_0_209"/>
          <p:cNvSpPr/>
          <p:nvPr/>
        </p:nvSpPr>
        <p:spPr>
          <a:xfrm>
            <a:off x="1020767" y="4932533"/>
            <a:ext cx="879900" cy="8799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rmación Fondo Gris">
  <p:cSld name="TITLE_1_1_3_4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fc0eb0d7b_0_360"/>
          <p:cNvSpPr txBox="1"/>
          <p:nvPr/>
        </p:nvSpPr>
        <p:spPr>
          <a:xfrm>
            <a:off x="11498833" y="174276"/>
            <a:ext cx="56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87F"/>
              </a:buClr>
              <a:buSzPts val="800"/>
              <a:buFont typeface="Arial"/>
              <a:buNone/>
            </a:pPr>
            <a:fld id="{00000000-1234-1234-1234-123412341234}" type="slidenum">
              <a:rPr b="0" i="0" lang="es-GT" sz="800" u="none" cap="none" strike="noStrike">
                <a:solidFill>
                  <a:srgbClr val="0028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0028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and black logo&#10;&#10;AI-generated content may be incorrect." id="237" name="Google Shape;237;g3afc0eb0d7b_0_3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261" y="6363453"/>
            <a:ext cx="1198174" cy="180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rmación Fondo Gris 1">
  <p:cSld name="Información Fondo Gris (g3dc25872577_7_0)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rmación Fondo Blanco 1">
  <p:cSld name="TITLE_1_1_3_6"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6d902d46bf_0_2107"/>
          <p:cNvSpPr txBox="1"/>
          <p:nvPr/>
        </p:nvSpPr>
        <p:spPr>
          <a:xfrm>
            <a:off x="11498833" y="174276"/>
            <a:ext cx="56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s-GT" sz="800" u="none" cap="none" strike="noStrike">
                <a:solidFill>
                  <a:srgbClr val="0028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0028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6d902d46bf_0_2107"/>
          <p:cNvSpPr txBox="1"/>
          <p:nvPr/>
        </p:nvSpPr>
        <p:spPr>
          <a:xfrm>
            <a:off x="342833" y="174273"/>
            <a:ext cx="166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GT" sz="80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Título de la presentación</a:t>
            </a:r>
            <a:endParaRPr b="0" i="0" sz="8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6" name="Google Shape;246;g36d902d46bf_0_2107" title="primary logo 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56051" y="6357549"/>
            <a:ext cx="1265004" cy="19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2">
  <p:cSld name="CUSTOM_37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6d902d46bf_0_464"/>
          <p:cNvSpPr/>
          <p:nvPr/>
        </p:nvSpPr>
        <p:spPr>
          <a:xfrm>
            <a:off x="9424219" y="349756"/>
            <a:ext cx="216412" cy="216412"/>
          </a:xfrm>
          <a:custGeom>
            <a:rect b="b" l="l" r="r" t="t"/>
            <a:pathLst>
              <a:path extrusionOk="0" h="356234" w="356234">
                <a:moveTo>
                  <a:pt x="178099" y="0"/>
                </a:moveTo>
                <a:lnTo>
                  <a:pt x="130752" y="6361"/>
                </a:lnTo>
                <a:lnTo>
                  <a:pt x="88208" y="24315"/>
                </a:lnTo>
                <a:lnTo>
                  <a:pt x="52163" y="52163"/>
                </a:lnTo>
                <a:lnTo>
                  <a:pt x="24315" y="88208"/>
                </a:lnTo>
                <a:lnTo>
                  <a:pt x="6361" y="130752"/>
                </a:lnTo>
                <a:lnTo>
                  <a:pt x="0" y="178099"/>
                </a:lnTo>
                <a:lnTo>
                  <a:pt x="6361" y="225445"/>
                </a:lnTo>
                <a:lnTo>
                  <a:pt x="24315" y="267990"/>
                </a:lnTo>
                <a:lnTo>
                  <a:pt x="52163" y="304035"/>
                </a:lnTo>
                <a:lnTo>
                  <a:pt x="88208" y="331883"/>
                </a:lnTo>
                <a:lnTo>
                  <a:pt x="130752" y="349836"/>
                </a:lnTo>
                <a:lnTo>
                  <a:pt x="178099" y="356198"/>
                </a:lnTo>
                <a:lnTo>
                  <a:pt x="225445" y="349836"/>
                </a:lnTo>
                <a:lnTo>
                  <a:pt x="267990" y="331883"/>
                </a:lnTo>
                <a:lnTo>
                  <a:pt x="304035" y="304035"/>
                </a:lnTo>
                <a:lnTo>
                  <a:pt x="331883" y="267990"/>
                </a:lnTo>
                <a:lnTo>
                  <a:pt x="349836" y="225445"/>
                </a:lnTo>
                <a:lnTo>
                  <a:pt x="356198" y="178099"/>
                </a:lnTo>
                <a:lnTo>
                  <a:pt x="349836" y="130752"/>
                </a:lnTo>
                <a:lnTo>
                  <a:pt x="331883" y="88208"/>
                </a:lnTo>
                <a:lnTo>
                  <a:pt x="304035" y="52163"/>
                </a:lnTo>
                <a:lnTo>
                  <a:pt x="267990" y="24315"/>
                </a:lnTo>
                <a:lnTo>
                  <a:pt x="225445" y="6361"/>
                </a:lnTo>
                <a:lnTo>
                  <a:pt x="178099" y="0"/>
                </a:lnTo>
                <a:close/>
              </a:path>
            </a:pathLst>
          </a:custGeom>
          <a:solidFill>
            <a:srgbClr val="5265F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6d902d46bf_0_464"/>
          <p:cNvSpPr/>
          <p:nvPr/>
        </p:nvSpPr>
        <p:spPr>
          <a:xfrm>
            <a:off x="9917630" y="237093"/>
            <a:ext cx="1130284" cy="441698"/>
          </a:xfrm>
          <a:custGeom>
            <a:rect b="b" l="l" r="r" t="t"/>
            <a:pathLst>
              <a:path extrusionOk="0" h="727075" w="1860550">
                <a:moveTo>
                  <a:pt x="1514029" y="0"/>
                </a:moveTo>
                <a:lnTo>
                  <a:pt x="1465081" y="639"/>
                </a:lnTo>
                <a:lnTo>
                  <a:pt x="1417028" y="8322"/>
                </a:lnTo>
                <a:lnTo>
                  <a:pt x="1369972" y="22808"/>
                </a:lnTo>
                <a:lnTo>
                  <a:pt x="1324012" y="43857"/>
                </a:lnTo>
                <a:lnTo>
                  <a:pt x="1268126" y="82013"/>
                </a:lnTo>
                <a:lnTo>
                  <a:pt x="1218256" y="127802"/>
                </a:lnTo>
                <a:lnTo>
                  <a:pt x="1180036" y="161445"/>
                </a:lnTo>
                <a:lnTo>
                  <a:pt x="1139651" y="189496"/>
                </a:lnTo>
                <a:lnTo>
                  <a:pt x="1097121" y="211956"/>
                </a:lnTo>
                <a:lnTo>
                  <a:pt x="1052465" y="228827"/>
                </a:lnTo>
                <a:lnTo>
                  <a:pt x="1005705" y="240109"/>
                </a:lnTo>
                <a:lnTo>
                  <a:pt x="956860" y="245805"/>
                </a:lnTo>
                <a:lnTo>
                  <a:pt x="905951" y="245914"/>
                </a:lnTo>
                <a:lnTo>
                  <a:pt x="850167" y="239084"/>
                </a:lnTo>
                <a:lnTo>
                  <a:pt x="796914" y="224670"/>
                </a:lnTo>
                <a:lnTo>
                  <a:pt x="746128" y="202946"/>
                </a:lnTo>
                <a:lnTo>
                  <a:pt x="697748" y="174188"/>
                </a:lnTo>
                <a:lnTo>
                  <a:pt x="653932" y="138642"/>
                </a:lnTo>
                <a:lnTo>
                  <a:pt x="612913" y="99971"/>
                </a:lnTo>
                <a:lnTo>
                  <a:pt x="576634" y="70026"/>
                </a:lnTo>
                <a:lnTo>
                  <a:pt x="538250" y="45385"/>
                </a:lnTo>
                <a:lnTo>
                  <a:pt x="497749" y="26070"/>
                </a:lnTo>
                <a:lnTo>
                  <a:pt x="455118" y="12100"/>
                </a:lnTo>
                <a:lnTo>
                  <a:pt x="410347" y="3496"/>
                </a:lnTo>
                <a:lnTo>
                  <a:pt x="363423" y="277"/>
                </a:lnTo>
                <a:lnTo>
                  <a:pt x="344626" y="618"/>
                </a:lnTo>
                <a:lnTo>
                  <a:pt x="288933" y="7775"/>
                </a:lnTo>
                <a:lnTo>
                  <a:pt x="238664" y="21889"/>
                </a:lnTo>
                <a:lnTo>
                  <a:pt x="192225" y="42182"/>
                </a:lnTo>
                <a:lnTo>
                  <a:pt x="149655" y="68660"/>
                </a:lnTo>
                <a:lnTo>
                  <a:pt x="110993" y="101327"/>
                </a:lnTo>
                <a:lnTo>
                  <a:pt x="76280" y="140189"/>
                </a:lnTo>
                <a:lnTo>
                  <a:pt x="47542" y="182552"/>
                </a:lnTo>
                <a:lnTo>
                  <a:pt x="25585" y="227192"/>
                </a:lnTo>
                <a:lnTo>
                  <a:pt x="10368" y="274082"/>
                </a:lnTo>
                <a:lnTo>
                  <a:pt x="1853" y="323193"/>
                </a:lnTo>
                <a:lnTo>
                  <a:pt x="0" y="374496"/>
                </a:lnTo>
                <a:lnTo>
                  <a:pt x="2195" y="406823"/>
                </a:lnTo>
                <a:lnTo>
                  <a:pt x="15070" y="469541"/>
                </a:lnTo>
                <a:lnTo>
                  <a:pt x="48107" y="543649"/>
                </a:lnTo>
                <a:lnTo>
                  <a:pt x="73626" y="583009"/>
                </a:lnTo>
                <a:lnTo>
                  <a:pt x="102836" y="617786"/>
                </a:lnTo>
                <a:lnTo>
                  <a:pt x="135747" y="647930"/>
                </a:lnTo>
                <a:lnTo>
                  <a:pt x="172367" y="673389"/>
                </a:lnTo>
                <a:lnTo>
                  <a:pt x="212706" y="694111"/>
                </a:lnTo>
                <a:lnTo>
                  <a:pt x="256773" y="710043"/>
                </a:lnTo>
                <a:lnTo>
                  <a:pt x="304577" y="721135"/>
                </a:lnTo>
                <a:lnTo>
                  <a:pt x="357999" y="726485"/>
                </a:lnTo>
                <a:lnTo>
                  <a:pt x="409975" y="723813"/>
                </a:lnTo>
                <a:lnTo>
                  <a:pt x="460479" y="713350"/>
                </a:lnTo>
                <a:lnTo>
                  <a:pt x="509485" y="695323"/>
                </a:lnTo>
                <a:lnTo>
                  <a:pt x="556967" y="669964"/>
                </a:lnTo>
                <a:lnTo>
                  <a:pt x="603776" y="634189"/>
                </a:lnTo>
                <a:lnTo>
                  <a:pt x="646524" y="593694"/>
                </a:lnTo>
                <a:lnTo>
                  <a:pt x="673426" y="569656"/>
                </a:lnTo>
                <a:lnTo>
                  <a:pt x="732349" y="529069"/>
                </a:lnTo>
                <a:lnTo>
                  <a:pt x="814760" y="495291"/>
                </a:lnTo>
                <a:lnTo>
                  <a:pt x="865639" y="483937"/>
                </a:lnTo>
                <a:lnTo>
                  <a:pt x="917542" y="479185"/>
                </a:lnTo>
                <a:lnTo>
                  <a:pt x="970525" y="481142"/>
                </a:lnTo>
                <a:lnTo>
                  <a:pt x="1019516" y="488951"/>
                </a:lnTo>
                <a:lnTo>
                  <a:pt x="1066263" y="502631"/>
                </a:lnTo>
                <a:lnTo>
                  <a:pt x="1110666" y="522598"/>
                </a:lnTo>
                <a:lnTo>
                  <a:pt x="1152624" y="549266"/>
                </a:lnTo>
                <a:lnTo>
                  <a:pt x="1204587" y="590828"/>
                </a:lnTo>
                <a:lnTo>
                  <a:pt x="1255082" y="634101"/>
                </a:lnTo>
                <a:lnTo>
                  <a:pt x="1298789" y="667066"/>
                </a:lnTo>
                <a:lnTo>
                  <a:pt x="1344202" y="692929"/>
                </a:lnTo>
                <a:lnTo>
                  <a:pt x="1391280" y="711594"/>
                </a:lnTo>
                <a:lnTo>
                  <a:pt x="1439985" y="722964"/>
                </a:lnTo>
                <a:lnTo>
                  <a:pt x="1490277" y="726945"/>
                </a:lnTo>
                <a:lnTo>
                  <a:pt x="1542118" y="723439"/>
                </a:lnTo>
                <a:lnTo>
                  <a:pt x="1595469" y="712350"/>
                </a:lnTo>
                <a:lnTo>
                  <a:pt x="1638751" y="697469"/>
                </a:lnTo>
                <a:lnTo>
                  <a:pt x="1678963" y="677764"/>
                </a:lnTo>
                <a:lnTo>
                  <a:pt x="1715846" y="653650"/>
                </a:lnTo>
                <a:lnTo>
                  <a:pt x="1749143" y="625542"/>
                </a:lnTo>
                <a:lnTo>
                  <a:pt x="1778598" y="593856"/>
                </a:lnTo>
                <a:lnTo>
                  <a:pt x="1803952" y="559006"/>
                </a:lnTo>
                <a:lnTo>
                  <a:pt x="1824948" y="521407"/>
                </a:lnTo>
                <a:lnTo>
                  <a:pt x="1841330" y="481475"/>
                </a:lnTo>
                <a:lnTo>
                  <a:pt x="1852839" y="439624"/>
                </a:lnTo>
                <a:lnTo>
                  <a:pt x="1859218" y="396270"/>
                </a:lnTo>
                <a:lnTo>
                  <a:pt x="1860209" y="351827"/>
                </a:lnTo>
                <a:lnTo>
                  <a:pt x="1855556" y="306712"/>
                </a:lnTo>
                <a:lnTo>
                  <a:pt x="1845001" y="261338"/>
                </a:lnTo>
                <a:lnTo>
                  <a:pt x="1826763" y="211525"/>
                </a:lnTo>
                <a:lnTo>
                  <a:pt x="1803486" y="166800"/>
                </a:lnTo>
                <a:lnTo>
                  <a:pt x="1775271" y="127187"/>
                </a:lnTo>
                <a:lnTo>
                  <a:pt x="1742224" y="92710"/>
                </a:lnTo>
                <a:lnTo>
                  <a:pt x="1704447" y="63394"/>
                </a:lnTo>
                <a:lnTo>
                  <a:pt x="1662044" y="39261"/>
                </a:lnTo>
                <a:lnTo>
                  <a:pt x="1615118" y="20337"/>
                </a:lnTo>
                <a:lnTo>
                  <a:pt x="1563774" y="6644"/>
                </a:lnTo>
                <a:lnTo>
                  <a:pt x="1514029" y="0"/>
                </a:lnTo>
                <a:close/>
              </a:path>
            </a:pathLst>
          </a:custGeom>
          <a:solidFill>
            <a:srgbClr val="FDDA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6d902d46bf_0_464"/>
          <p:cNvSpPr txBox="1"/>
          <p:nvPr/>
        </p:nvSpPr>
        <p:spPr>
          <a:xfrm>
            <a:off x="11404771" y="253333"/>
            <a:ext cx="5673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s-GT" sz="13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300" u="none" cap="none" strike="noStrike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1" name="Google Shape;251;g36d902d46bf_0_464"/>
          <p:cNvSpPr txBox="1"/>
          <p:nvPr/>
        </p:nvSpPr>
        <p:spPr>
          <a:xfrm>
            <a:off x="11404771" y="253333"/>
            <a:ext cx="5673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s-GT" sz="13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300" u="none" cap="none" strike="noStrike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2" name="Google Shape;252;g36d902d46bf_0_464" title="primary logo 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56051" y="6357549"/>
            <a:ext cx="1265004" cy="19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 7">
  <p:cSld name="TITLE_1_1_3_1_1_3">
    <p:bg>
      <p:bgPr>
        <a:solidFill>
          <a:srgbClr val="081754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6d902d46bf_0_473"/>
          <p:cNvSpPr txBox="1"/>
          <p:nvPr/>
        </p:nvSpPr>
        <p:spPr>
          <a:xfrm>
            <a:off x="11498833" y="174276"/>
            <a:ext cx="56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s-GT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6d902d46bf_0_473"/>
          <p:cNvSpPr/>
          <p:nvPr/>
        </p:nvSpPr>
        <p:spPr>
          <a:xfrm>
            <a:off x="6412667" y="3797900"/>
            <a:ext cx="4067700" cy="40677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6d902d46bf_0_473"/>
          <p:cNvSpPr/>
          <p:nvPr/>
        </p:nvSpPr>
        <p:spPr>
          <a:xfrm>
            <a:off x="4635067" y="185400"/>
            <a:ext cx="1569900" cy="15699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6d902d46bf_0_473"/>
          <p:cNvSpPr/>
          <p:nvPr/>
        </p:nvSpPr>
        <p:spPr>
          <a:xfrm>
            <a:off x="1020767" y="4932533"/>
            <a:ext cx="879900" cy="8799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g36d902d46bf_0_473" title="Primary logo whit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56055" y="6357245"/>
            <a:ext cx="1265004" cy="192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d902d46bf_0_408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61" name="Google Shape;261;g36d902d46bf_0_408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62" name="Google Shape;262;g36d902d46bf_0_40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6d902d46bf_0_412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5" name="Google Shape;265;g36d902d46bf_0_4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6d902d46bf_0_41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8" name="Google Shape;268;g36d902d46bf_0_41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69" name="Google Shape;269;g36d902d46bf_0_4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6d902d46bf_0_41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2" name="Google Shape;272;g36d902d46bf_0_419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3" name="Google Shape;273;g36d902d46bf_0_419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4" name="Google Shape;274;g36d902d46bf_0_4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6d902d46bf_0_42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7" name="Google Shape;277;g36d902d46bf_0_4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d902d46bf_0_42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80" name="Google Shape;280;g36d902d46bf_0_42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1" name="Google Shape;281;g36d902d46bf_0_4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d902d46bf_0_431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284" name="Google Shape;284;g36d902d46bf_0_4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6d902d46bf_0_434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6d902d46bf_0_434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88" name="Google Shape;288;g36d902d46bf_0_434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9" name="Google Shape;289;g36d902d46bf_0_434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90" name="Google Shape;290;g36d902d46bf_0_43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d902d46bf_0_44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93" name="Google Shape;293;g36d902d46bf_0_4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6d902d46bf_0_443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96" name="Google Shape;296;g36d902d46bf_0_443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97" name="Google Shape;297;g36d902d46bf_0_44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6d902d46bf_0_44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2">
  <p:cSld name="TITLE_5_1">
    <p:bg>
      <p:bgPr>
        <a:solidFill>
          <a:srgbClr val="081754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6d902d46bf_0_449"/>
          <p:cNvSpPr/>
          <p:nvPr/>
        </p:nvSpPr>
        <p:spPr>
          <a:xfrm>
            <a:off x="8535867" y="0"/>
            <a:ext cx="6858000" cy="68580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R 4">
  <p:cSld name="CUSTOM_17">
    <p:bg>
      <p:bgPr>
        <a:solidFill>
          <a:srgbClr val="2E2E2E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d902d46bf_0_451"/>
          <p:cNvSpPr txBox="1"/>
          <p:nvPr/>
        </p:nvSpPr>
        <p:spPr>
          <a:xfrm>
            <a:off x="11404771" y="253333"/>
            <a:ext cx="5673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s-GT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sted-image.pdf" id="304" name="Google Shape;304;g36d902d46bf_0_4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28025" y="6218490"/>
            <a:ext cx="1132800" cy="2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36d902d46bf_0_451"/>
          <p:cNvSpPr/>
          <p:nvPr/>
        </p:nvSpPr>
        <p:spPr>
          <a:xfrm flipH="1" rot="5400000">
            <a:off x="2643498" y="2282078"/>
            <a:ext cx="1643539" cy="4203573"/>
          </a:xfrm>
          <a:custGeom>
            <a:rect b="b" l="l" r="r" t="t"/>
            <a:pathLst>
              <a:path extrusionOk="0" h="4945380" w="1933575">
                <a:moveTo>
                  <a:pt x="989651" y="0"/>
                </a:moveTo>
                <a:lnTo>
                  <a:pt x="936528" y="193"/>
                </a:lnTo>
                <a:lnTo>
                  <a:pt x="887249" y="2677"/>
                </a:lnTo>
                <a:lnTo>
                  <a:pt x="838471" y="7443"/>
                </a:lnTo>
                <a:lnTo>
                  <a:pt x="790237" y="14620"/>
                </a:lnTo>
                <a:lnTo>
                  <a:pt x="742590" y="24336"/>
                </a:lnTo>
                <a:lnTo>
                  <a:pt x="695574" y="36721"/>
                </a:lnTo>
                <a:lnTo>
                  <a:pt x="649232" y="51904"/>
                </a:lnTo>
                <a:lnTo>
                  <a:pt x="603606" y="70012"/>
                </a:lnTo>
                <a:lnTo>
                  <a:pt x="555515" y="92054"/>
                </a:lnTo>
                <a:lnTo>
                  <a:pt x="509337" y="115658"/>
                </a:lnTo>
                <a:lnTo>
                  <a:pt x="465081" y="140827"/>
                </a:lnTo>
                <a:lnTo>
                  <a:pt x="422755" y="167563"/>
                </a:lnTo>
                <a:lnTo>
                  <a:pt x="382368" y="195867"/>
                </a:lnTo>
                <a:lnTo>
                  <a:pt x="343929" y="225740"/>
                </a:lnTo>
                <a:lnTo>
                  <a:pt x="307447" y="257185"/>
                </a:lnTo>
                <a:lnTo>
                  <a:pt x="272931" y="290202"/>
                </a:lnTo>
                <a:lnTo>
                  <a:pt x="240389" y="324794"/>
                </a:lnTo>
                <a:lnTo>
                  <a:pt x="209830" y="360962"/>
                </a:lnTo>
                <a:lnTo>
                  <a:pt x="181264" y="398707"/>
                </a:lnTo>
                <a:lnTo>
                  <a:pt x="154698" y="438031"/>
                </a:lnTo>
                <a:lnTo>
                  <a:pt x="130142" y="478936"/>
                </a:lnTo>
                <a:lnTo>
                  <a:pt x="107604" y="521424"/>
                </a:lnTo>
                <a:lnTo>
                  <a:pt x="87094" y="565495"/>
                </a:lnTo>
                <a:lnTo>
                  <a:pt x="68620" y="611152"/>
                </a:lnTo>
                <a:lnTo>
                  <a:pt x="52190" y="658396"/>
                </a:lnTo>
                <a:lnTo>
                  <a:pt x="37814" y="707228"/>
                </a:lnTo>
                <a:lnTo>
                  <a:pt x="25500" y="757651"/>
                </a:lnTo>
                <a:lnTo>
                  <a:pt x="15258" y="809665"/>
                </a:lnTo>
                <a:lnTo>
                  <a:pt x="7697" y="860809"/>
                </a:lnTo>
                <a:lnTo>
                  <a:pt x="2904" y="911468"/>
                </a:lnTo>
                <a:lnTo>
                  <a:pt x="852" y="961640"/>
                </a:lnTo>
                <a:lnTo>
                  <a:pt x="1514" y="1011322"/>
                </a:lnTo>
                <a:lnTo>
                  <a:pt x="4862" y="1060509"/>
                </a:lnTo>
                <a:lnTo>
                  <a:pt x="10867" y="1109200"/>
                </a:lnTo>
                <a:lnTo>
                  <a:pt x="19502" y="1157390"/>
                </a:lnTo>
                <a:lnTo>
                  <a:pt x="30741" y="1205077"/>
                </a:lnTo>
                <a:lnTo>
                  <a:pt x="44554" y="1252257"/>
                </a:lnTo>
                <a:lnTo>
                  <a:pt x="60914" y="1298927"/>
                </a:lnTo>
                <a:lnTo>
                  <a:pt x="79794" y="1345083"/>
                </a:lnTo>
                <a:lnTo>
                  <a:pt x="101166" y="1390723"/>
                </a:lnTo>
                <a:lnTo>
                  <a:pt x="125002" y="1435844"/>
                </a:lnTo>
                <a:lnTo>
                  <a:pt x="151275" y="1480441"/>
                </a:lnTo>
                <a:lnTo>
                  <a:pt x="180568" y="1523982"/>
                </a:lnTo>
                <a:lnTo>
                  <a:pt x="212458" y="1565275"/>
                </a:lnTo>
                <a:lnTo>
                  <a:pt x="246342" y="1604843"/>
                </a:lnTo>
                <a:lnTo>
                  <a:pt x="281622" y="1643212"/>
                </a:lnTo>
                <a:lnTo>
                  <a:pt x="317694" y="1680907"/>
                </a:lnTo>
                <a:lnTo>
                  <a:pt x="353960" y="1718454"/>
                </a:lnTo>
                <a:lnTo>
                  <a:pt x="386643" y="1753700"/>
                </a:lnTo>
                <a:lnTo>
                  <a:pt x="417842" y="1789949"/>
                </a:lnTo>
                <a:lnTo>
                  <a:pt x="447453" y="1827280"/>
                </a:lnTo>
                <a:lnTo>
                  <a:pt x="475372" y="1865772"/>
                </a:lnTo>
                <a:lnTo>
                  <a:pt x="501496" y="1905504"/>
                </a:lnTo>
                <a:lnTo>
                  <a:pt x="525720" y="1946554"/>
                </a:lnTo>
                <a:lnTo>
                  <a:pt x="547942" y="1989002"/>
                </a:lnTo>
                <a:lnTo>
                  <a:pt x="568058" y="2032926"/>
                </a:lnTo>
                <a:lnTo>
                  <a:pt x="587286" y="2080875"/>
                </a:lnTo>
                <a:lnTo>
                  <a:pt x="604255" y="2129149"/>
                </a:lnTo>
                <a:lnTo>
                  <a:pt x="618953" y="2177758"/>
                </a:lnTo>
                <a:lnTo>
                  <a:pt x="631364" y="2226709"/>
                </a:lnTo>
                <a:lnTo>
                  <a:pt x="641476" y="2276008"/>
                </a:lnTo>
                <a:lnTo>
                  <a:pt x="649274" y="2325664"/>
                </a:lnTo>
                <a:lnTo>
                  <a:pt x="654746" y="2375684"/>
                </a:lnTo>
                <a:lnTo>
                  <a:pt x="657876" y="2426075"/>
                </a:lnTo>
                <a:lnTo>
                  <a:pt x="658651" y="2476844"/>
                </a:lnTo>
                <a:lnTo>
                  <a:pt x="657057" y="2528000"/>
                </a:lnTo>
                <a:lnTo>
                  <a:pt x="653081" y="2579549"/>
                </a:lnTo>
                <a:lnTo>
                  <a:pt x="646587" y="2632328"/>
                </a:lnTo>
                <a:lnTo>
                  <a:pt x="637701" y="2684180"/>
                </a:lnTo>
                <a:lnTo>
                  <a:pt x="626351" y="2735086"/>
                </a:lnTo>
                <a:lnTo>
                  <a:pt x="612469" y="2785030"/>
                </a:lnTo>
                <a:lnTo>
                  <a:pt x="595982" y="2833994"/>
                </a:lnTo>
                <a:lnTo>
                  <a:pt x="576822" y="2881960"/>
                </a:lnTo>
                <a:lnTo>
                  <a:pt x="554917" y="2928913"/>
                </a:lnTo>
                <a:lnTo>
                  <a:pt x="530196" y="2974834"/>
                </a:lnTo>
                <a:lnTo>
                  <a:pt x="502591" y="3019706"/>
                </a:lnTo>
                <a:lnTo>
                  <a:pt x="472029" y="3063513"/>
                </a:lnTo>
                <a:lnTo>
                  <a:pt x="441414" y="3103766"/>
                </a:lnTo>
                <a:lnTo>
                  <a:pt x="409953" y="3143302"/>
                </a:lnTo>
                <a:lnTo>
                  <a:pt x="377836" y="3182280"/>
                </a:lnTo>
                <a:lnTo>
                  <a:pt x="345251" y="3220860"/>
                </a:lnTo>
                <a:lnTo>
                  <a:pt x="246581" y="3335819"/>
                </a:lnTo>
                <a:lnTo>
                  <a:pt x="213786" y="3375952"/>
                </a:lnTo>
                <a:lnTo>
                  <a:pt x="183284" y="3416649"/>
                </a:lnTo>
                <a:lnTo>
                  <a:pt x="155084" y="3457905"/>
                </a:lnTo>
                <a:lnTo>
                  <a:pt x="129198" y="3499715"/>
                </a:lnTo>
                <a:lnTo>
                  <a:pt x="105636" y="3542076"/>
                </a:lnTo>
                <a:lnTo>
                  <a:pt x="84411" y="3584982"/>
                </a:lnTo>
                <a:lnTo>
                  <a:pt x="65531" y="3628429"/>
                </a:lnTo>
                <a:lnTo>
                  <a:pt x="49009" y="3672413"/>
                </a:lnTo>
                <a:lnTo>
                  <a:pt x="34856" y="3716929"/>
                </a:lnTo>
                <a:lnTo>
                  <a:pt x="23082" y="3761973"/>
                </a:lnTo>
                <a:lnTo>
                  <a:pt x="13699" y="3807541"/>
                </a:lnTo>
                <a:lnTo>
                  <a:pt x="6716" y="3853627"/>
                </a:lnTo>
                <a:lnTo>
                  <a:pt x="2146" y="3900228"/>
                </a:lnTo>
                <a:lnTo>
                  <a:pt x="0" y="3947338"/>
                </a:lnTo>
                <a:lnTo>
                  <a:pt x="287" y="3994954"/>
                </a:lnTo>
                <a:lnTo>
                  <a:pt x="3019" y="4043072"/>
                </a:lnTo>
                <a:lnTo>
                  <a:pt x="8208" y="4091685"/>
                </a:lnTo>
                <a:lnTo>
                  <a:pt x="15863" y="4140791"/>
                </a:lnTo>
                <a:lnTo>
                  <a:pt x="25996" y="4190385"/>
                </a:lnTo>
                <a:lnTo>
                  <a:pt x="38618" y="4240461"/>
                </a:lnTo>
                <a:lnTo>
                  <a:pt x="52597" y="4286707"/>
                </a:lnTo>
                <a:lnTo>
                  <a:pt x="68669" y="4331750"/>
                </a:lnTo>
                <a:lnTo>
                  <a:pt x="86768" y="4375549"/>
                </a:lnTo>
                <a:lnTo>
                  <a:pt x="106824" y="4418062"/>
                </a:lnTo>
                <a:lnTo>
                  <a:pt x="128772" y="4459247"/>
                </a:lnTo>
                <a:lnTo>
                  <a:pt x="152543" y="4499063"/>
                </a:lnTo>
                <a:lnTo>
                  <a:pt x="178071" y="4537467"/>
                </a:lnTo>
                <a:lnTo>
                  <a:pt x="205287" y="4574419"/>
                </a:lnTo>
                <a:lnTo>
                  <a:pt x="234124" y="4609875"/>
                </a:lnTo>
                <a:lnTo>
                  <a:pt x="264516" y="4643795"/>
                </a:lnTo>
                <a:lnTo>
                  <a:pt x="296394" y="4676136"/>
                </a:lnTo>
                <a:lnTo>
                  <a:pt x="329691" y="4706857"/>
                </a:lnTo>
                <a:lnTo>
                  <a:pt x="364339" y="4735915"/>
                </a:lnTo>
                <a:lnTo>
                  <a:pt x="400272" y="4763270"/>
                </a:lnTo>
                <a:lnTo>
                  <a:pt x="437421" y="4788878"/>
                </a:lnTo>
                <a:lnTo>
                  <a:pt x="475719" y="4812699"/>
                </a:lnTo>
                <a:lnTo>
                  <a:pt x="515100" y="4834691"/>
                </a:lnTo>
                <a:lnTo>
                  <a:pt x="555494" y="4854811"/>
                </a:lnTo>
                <a:lnTo>
                  <a:pt x="596836" y="4873019"/>
                </a:lnTo>
                <a:lnTo>
                  <a:pt x="639057" y="4889271"/>
                </a:lnTo>
                <a:lnTo>
                  <a:pt x="682091" y="4903527"/>
                </a:lnTo>
                <a:lnTo>
                  <a:pt x="725868" y="4915744"/>
                </a:lnTo>
                <a:lnTo>
                  <a:pt x="770323" y="4925881"/>
                </a:lnTo>
                <a:lnTo>
                  <a:pt x="815388" y="4933896"/>
                </a:lnTo>
                <a:lnTo>
                  <a:pt x="860995" y="4939747"/>
                </a:lnTo>
                <a:lnTo>
                  <a:pt x="907077" y="4943392"/>
                </a:lnTo>
                <a:lnTo>
                  <a:pt x="953567" y="4944790"/>
                </a:lnTo>
                <a:lnTo>
                  <a:pt x="1000396" y="4943898"/>
                </a:lnTo>
                <a:lnTo>
                  <a:pt x="1047498" y="4940675"/>
                </a:lnTo>
                <a:lnTo>
                  <a:pt x="1094806" y="4935079"/>
                </a:lnTo>
                <a:lnTo>
                  <a:pt x="1142250" y="4927068"/>
                </a:lnTo>
                <a:lnTo>
                  <a:pt x="1189766" y="4916601"/>
                </a:lnTo>
                <a:lnTo>
                  <a:pt x="1237283" y="4903635"/>
                </a:lnTo>
                <a:lnTo>
                  <a:pt x="1286985" y="4887578"/>
                </a:lnTo>
                <a:lnTo>
                  <a:pt x="1334903" y="4869727"/>
                </a:lnTo>
                <a:lnTo>
                  <a:pt x="1381035" y="4850094"/>
                </a:lnTo>
                <a:lnTo>
                  <a:pt x="1425378" y="4828693"/>
                </a:lnTo>
                <a:lnTo>
                  <a:pt x="1467929" y="4805537"/>
                </a:lnTo>
                <a:lnTo>
                  <a:pt x="1508685" y="4780640"/>
                </a:lnTo>
                <a:lnTo>
                  <a:pt x="1547643" y="4754014"/>
                </a:lnTo>
                <a:lnTo>
                  <a:pt x="1584800" y="4725673"/>
                </a:lnTo>
                <a:lnTo>
                  <a:pt x="1620153" y="4695630"/>
                </a:lnTo>
                <a:lnTo>
                  <a:pt x="1653698" y="4663899"/>
                </a:lnTo>
                <a:lnTo>
                  <a:pt x="1685433" y="4630491"/>
                </a:lnTo>
                <a:lnTo>
                  <a:pt x="1715355" y="4595422"/>
                </a:lnTo>
                <a:lnTo>
                  <a:pt x="1743461" y="4558703"/>
                </a:lnTo>
                <a:lnTo>
                  <a:pt x="1769747" y="4520349"/>
                </a:lnTo>
                <a:lnTo>
                  <a:pt x="1794211" y="4480372"/>
                </a:lnTo>
                <a:lnTo>
                  <a:pt x="1816849" y="4438786"/>
                </a:lnTo>
                <a:lnTo>
                  <a:pt x="1837659" y="4395604"/>
                </a:lnTo>
                <a:lnTo>
                  <a:pt x="1856637" y="4350838"/>
                </a:lnTo>
                <a:lnTo>
                  <a:pt x="1873781" y="4304503"/>
                </a:lnTo>
                <a:lnTo>
                  <a:pt x="1889087" y="4256612"/>
                </a:lnTo>
                <a:lnTo>
                  <a:pt x="1902552" y="4207177"/>
                </a:lnTo>
                <a:lnTo>
                  <a:pt x="1914174" y="4156213"/>
                </a:lnTo>
                <a:lnTo>
                  <a:pt x="1923297" y="4105132"/>
                </a:lnTo>
                <a:lnTo>
                  <a:pt x="1929498" y="4054341"/>
                </a:lnTo>
                <a:lnTo>
                  <a:pt x="1932815" y="4003853"/>
                </a:lnTo>
                <a:lnTo>
                  <a:pt x="1933282" y="3953684"/>
                </a:lnTo>
                <a:lnTo>
                  <a:pt x="1930936" y="3903850"/>
                </a:lnTo>
                <a:lnTo>
                  <a:pt x="1925813" y="3854364"/>
                </a:lnTo>
                <a:lnTo>
                  <a:pt x="1917950" y="3805242"/>
                </a:lnTo>
                <a:lnTo>
                  <a:pt x="1907383" y="3756500"/>
                </a:lnTo>
                <a:lnTo>
                  <a:pt x="1894147" y="3708152"/>
                </a:lnTo>
                <a:lnTo>
                  <a:pt x="1878279" y="3660214"/>
                </a:lnTo>
                <a:lnTo>
                  <a:pt x="1859815" y="3612700"/>
                </a:lnTo>
                <a:lnTo>
                  <a:pt x="1838792" y="3565626"/>
                </a:lnTo>
                <a:lnTo>
                  <a:pt x="1815245" y="3519007"/>
                </a:lnTo>
                <a:lnTo>
                  <a:pt x="1789249" y="3474143"/>
                </a:lnTo>
                <a:lnTo>
                  <a:pt x="1760695" y="3431379"/>
                </a:lnTo>
                <a:lnTo>
                  <a:pt x="1729943" y="3390397"/>
                </a:lnTo>
                <a:lnTo>
                  <a:pt x="1697354" y="3350880"/>
                </a:lnTo>
                <a:lnTo>
                  <a:pt x="1663289" y="3312511"/>
                </a:lnTo>
                <a:lnTo>
                  <a:pt x="1628108" y="3274972"/>
                </a:lnTo>
                <a:lnTo>
                  <a:pt x="1592173" y="3237947"/>
                </a:lnTo>
                <a:lnTo>
                  <a:pt x="1557499" y="3201198"/>
                </a:lnTo>
                <a:lnTo>
                  <a:pt x="1524843" y="3163662"/>
                </a:lnTo>
                <a:lnTo>
                  <a:pt x="1494205" y="3125343"/>
                </a:lnTo>
                <a:lnTo>
                  <a:pt x="1465584" y="3086244"/>
                </a:lnTo>
                <a:lnTo>
                  <a:pt x="1438981" y="3046367"/>
                </a:lnTo>
                <a:lnTo>
                  <a:pt x="1414395" y="3005715"/>
                </a:lnTo>
                <a:lnTo>
                  <a:pt x="1391826" y="2964291"/>
                </a:lnTo>
                <a:lnTo>
                  <a:pt x="1371274" y="2922097"/>
                </a:lnTo>
                <a:lnTo>
                  <a:pt x="1352738" y="2879136"/>
                </a:lnTo>
                <a:lnTo>
                  <a:pt x="1336219" y="2835411"/>
                </a:lnTo>
                <a:lnTo>
                  <a:pt x="1321716" y="2790924"/>
                </a:lnTo>
                <a:lnTo>
                  <a:pt x="1309228" y="2745679"/>
                </a:lnTo>
                <a:lnTo>
                  <a:pt x="1298757" y="2699677"/>
                </a:lnTo>
                <a:lnTo>
                  <a:pt x="1290301" y="2652922"/>
                </a:lnTo>
                <a:lnTo>
                  <a:pt x="1283860" y="2605417"/>
                </a:lnTo>
                <a:lnTo>
                  <a:pt x="1279434" y="2557163"/>
                </a:lnTo>
                <a:lnTo>
                  <a:pt x="1277023" y="2508164"/>
                </a:lnTo>
                <a:lnTo>
                  <a:pt x="1276627" y="2458423"/>
                </a:lnTo>
                <a:lnTo>
                  <a:pt x="1278246" y="2407941"/>
                </a:lnTo>
                <a:lnTo>
                  <a:pt x="1282014" y="2357764"/>
                </a:lnTo>
                <a:lnTo>
                  <a:pt x="1288076" y="2308346"/>
                </a:lnTo>
                <a:lnTo>
                  <a:pt x="1296405" y="2259682"/>
                </a:lnTo>
                <a:lnTo>
                  <a:pt x="1306974" y="2211764"/>
                </a:lnTo>
                <a:lnTo>
                  <a:pt x="1319755" y="2164588"/>
                </a:lnTo>
                <a:lnTo>
                  <a:pt x="1334720" y="2118146"/>
                </a:lnTo>
                <a:lnTo>
                  <a:pt x="1351844" y="2072434"/>
                </a:lnTo>
                <a:lnTo>
                  <a:pt x="1371098" y="2027445"/>
                </a:lnTo>
                <a:lnTo>
                  <a:pt x="1392456" y="1983172"/>
                </a:lnTo>
                <a:lnTo>
                  <a:pt x="1415890" y="1939611"/>
                </a:lnTo>
                <a:lnTo>
                  <a:pt x="1441373" y="1896754"/>
                </a:lnTo>
                <a:lnTo>
                  <a:pt x="1468879" y="1854597"/>
                </a:lnTo>
                <a:lnTo>
                  <a:pt x="1498485" y="1814089"/>
                </a:lnTo>
                <a:lnTo>
                  <a:pt x="1530167" y="1775444"/>
                </a:lnTo>
                <a:lnTo>
                  <a:pt x="1563348" y="1738142"/>
                </a:lnTo>
                <a:lnTo>
                  <a:pt x="1597452" y="1701666"/>
                </a:lnTo>
                <a:lnTo>
                  <a:pt x="1631901" y="1665497"/>
                </a:lnTo>
                <a:lnTo>
                  <a:pt x="1666119" y="1629117"/>
                </a:lnTo>
                <a:lnTo>
                  <a:pt x="1699643" y="1591219"/>
                </a:lnTo>
                <a:lnTo>
                  <a:pt x="1730916" y="1552429"/>
                </a:lnTo>
                <a:lnTo>
                  <a:pt x="1759935" y="1512745"/>
                </a:lnTo>
                <a:lnTo>
                  <a:pt x="1786697" y="1472165"/>
                </a:lnTo>
                <a:lnTo>
                  <a:pt x="1811197" y="1430687"/>
                </a:lnTo>
                <a:lnTo>
                  <a:pt x="1833433" y="1388308"/>
                </a:lnTo>
                <a:lnTo>
                  <a:pt x="1853402" y="1345027"/>
                </a:lnTo>
                <a:lnTo>
                  <a:pt x="1871098" y="1300842"/>
                </a:lnTo>
                <a:lnTo>
                  <a:pt x="1886520" y="1255750"/>
                </a:lnTo>
                <a:lnTo>
                  <a:pt x="1899664" y="1209751"/>
                </a:lnTo>
                <a:lnTo>
                  <a:pt x="1910525" y="1162841"/>
                </a:lnTo>
                <a:lnTo>
                  <a:pt x="1919102" y="1115019"/>
                </a:lnTo>
                <a:lnTo>
                  <a:pt x="1925389" y="1066282"/>
                </a:lnTo>
                <a:lnTo>
                  <a:pt x="1929385" y="1016630"/>
                </a:lnTo>
                <a:lnTo>
                  <a:pt x="1931084" y="966058"/>
                </a:lnTo>
                <a:lnTo>
                  <a:pt x="1930182" y="916098"/>
                </a:lnTo>
                <a:lnTo>
                  <a:pt x="1926531" y="866476"/>
                </a:lnTo>
                <a:lnTo>
                  <a:pt x="1920172" y="817155"/>
                </a:lnTo>
                <a:lnTo>
                  <a:pt x="1911148" y="768096"/>
                </a:lnTo>
                <a:lnTo>
                  <a:pt x="1899636" y="719217"/>
                </a:lnTo>
                <a:lnTo>
                  <a:pt x="1886031" y="671628"/>
                </a:lnTo>
                <a:lnTo>
                  <a:pt x="1870331" y="625334"/>
                </a:lnTo>
                <a:lnTo>
                  <a:pt x="1852537" y="580339"/>
                </a:lnTo>
                <a:lnTo>
                  <a:pt x="1832647" y="536649"/>
                </a:lnTo>
                <a:lnTo>
                  <a:pt x="1810660" y="494268"/>
                </a:lnTo>
                <a:lnTo>
                  <a:pt x="1786577" y="453201"/>
                </a:lnTo>
                <a:lnTo>
                  <a:pt x="1760396" y="413453"/>
                </a:lnTo>
                <a:lnTo>
                  <a:pt x="1732118" y="375028"/>
                </a:lnTo>
                <a:lnTo>
                  <a:pt x="1701740" y="337932"/>
                </a:lnTo>
                <a:lnTo>
                  <a:pt x="1669264" y="302170"/>
                </a:lnTo>
                <a:lnTo>
                  <a:pt x="1634687" y="267745"/>
                </a:lnTo>
                <a:lnTo>
                  <a:pt x="1598010" y="234664"/>
                </a:lnTo>
                <a:lnTo>
                  <a:pt x="1559232" y="202930"/>
                </a:lnTo>
                <a:lnTo>
                  <a:pt x="1516650" y="171414"/>
                </a:lnTo>
                <a:lnTo>
                  <a:pt x="1473166" y="142574"/>
                </a:lnTo>
                <a:lnTo>
                  <a:pt x="1428784" y="116404"/>
                </a:lnTo>
                <a:lnTo>
                  <a:pt x="1383508" y="92896"/>
                </a:lnTo>
                <a:lnTo>
                  <a:pt x="1337343" y="72046"/>
                </a:lnTo>
                <a:lnTo>
                  <a:pt x="1290293" y="53848"/>
                </a:lnTo>
                <a:lnTo>
                  <a:pt x="1242362" y="38295"/>
                </a:lnTo>
                <a:lnTo>
                  <a:pt x="1193555" y="25381"/>
                </a:lnTo>
                <a:lnTo>
                  <a:pt x="1143876" y="15100"/>
                </a:lnTo>
                <a:lnTo>
                  <a:pt x="1093330" y="7447"/>
                </a:lnTo>
                <a:lnTo>
                  <a:pt x="1041920" y="2416"/>
                </a:lnTo>
                <a:lnTo>
                  <a:pt x="989651" y="0"/>
                </a:lnTo>
                <a:close/>
              </a:path>
            </a:pathLst>
          </a:custGeom>
          <a:solidFill>
            <a:srgbClr val="FDDA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6d902d46bf_0_451"/>
          <p:cNvSpPr/>
          <p:nvPr/>
        </p:nvSpPr>
        <p:spPr>
          <a:xfrm>
            <a:off x="2646179" y="1652361"/>
            <a:ext cx="1641600" cy="1641600"/>
          </a:xfrm>
          <a:prstGeom prst="ellipse">
            <a:avLst/>
          </a:prstGeom>
          <a:solidFill>
            <a:srgbClr val="FDDA2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lida 1">
  <p:cSld name="CUSTOM_39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d902d46bf_0_456"/>
          <p:cNvSpPr/>
          <p:nvPr/>
        </p:nvSpPr>
        <p:spPr>
          <a:xfrm>
            <a:off x="6" y="0"/>
            <a:ext cx="12213241" cy="6870044"/>
          </a:xfrm>
          <a:custGeom>
            <a:rect b="b" l="l" r="r" t="t"/>
            <a:pathLst>
              <a:path extrusionOk="0" h="11308715" w="20104100">
                <a:moveTo>
                  <a:pt x="20104078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78" y="11308556"/>
                </a:lnTo>
                <a:lnTo>
                  <a:pt x="20104078" y="0"/>
                </a:lnTo>
                <a:close/>
              </a:path>
            </a:pathLst>
          </a:custGeom>
          <a:solidFill>
            <a:srgbClr val="2E2E2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6d902d46bf_0_456"/>
          <p:cNvSpPr/>
          <p:nvPr/>
        </p:nvSpPr>
        <p:spPr>
          <a:xfrm>
            <a:off x="1" y="3623770"/>
            <a:ext cx="4855593" cy="2507070"/>
          </a:xfrm>
          <a:custGeom>
            <a:rect b="b" l="l" r="r" t="t"/>
            <a:pathLst>
              <a:path extrusionOk="0" h="4126865" w="7992745">
                <a:moveTo>
                  <a:pt x="5907945" y="0"/>
                </a:moveTo>
                <a:lnTo>
                  <a:pt x="5858379" y="662"/>
                </a:lnTo>
                <a:lnTo>
                  <a:pt x="5809043" y="2579"/>
                </a:lnTo>
                <a:lnTo>
                  <a:pt x="5759937" y="5743"/>
                </a:lnTo>
                <a:lnTo>
                  <a:pt x="5711061" y="10148"/>
                </a:lnTo>
                <a:lnTo>
                  <a:pt x="5662417" y="15789"/>
                </a:lnTo>
                <a:lnTo>
                  <a:pt x="5614005" y="22660"/>
                </a:lnTo>
                <a:lnTo>
                  <a:pt x="5565827" y="30754"/>
                </a:lnTo>
                <a:lnTo>
                  <a:pt x="5517881" y="40066"/>
                </a:lnTo>
                <a:lnTo>
                  <a:pt x="5470170" y="50589"/>
                </a:lnTo>
                <a:lnTo>
                  <a:pt x="5422694" y="62318"/>
                </a:lnTo>
                <a:lnTo>
                  <a:pt x="5375453" y="75246"/>
                </a:lnTo>
                <a:lnTo>
                  <a:pt x="5328448" y="89368"/>
                </a:lnTo>
                <a:lnTo>
                  <a:pt x="5281681" y="104677"/>
                </a:lnTo>
                <a:lnTo>
                  <a:pt x="5235151" y="121167"/>
                </a:lnTo>
                <a:lnTo>
                  <a:pt x="5188859" y="138833"/>
                </a:lnTo>
                <a:lnTo>
                  <a:pt x="5142806" y="157668"/>
                </a:lnTo>
                <a:lnTo>
                  <a:pt x="5096993" y="177666"/>
                </a:lnTo>
                <a:lnTo>
                  <a:pt x="5051420" y="198821"/>
                </a:lnTo>
                <a:lnTo>
                  <a:pt x="5006088" y="221128"/>
                </a:lnTo>
                <a:lnTo>
                  <a:pt x="4960997" y="244580"/>
                </a:lnTo>
                <a:lnTo>
                  <a:pt x="4916149" y="269171"/>
                </a:lnTo>
                <a:lnTo>
                  <a:pt x="4871544" y="294895"/>
                </a:lnTo>
                <a:lnTo>
                  <a:pt x="4827182" y="321746"/>
                </a:lnTo>
                <a:lnTo>
                  <a:pt x="4783552" y="349879"/>
                </a:lnTo>
                <a:lnTo>
                  <a:pt x="4741076" y="379343"/>
                </a:lnTo>
                <a:lnTo>
                  <a:pt x="4699643" y="410011"/>
                </a:lnTo>
                <a:lnTo>
                  <a:pt x="4659142" y="441756"/>
                </a:lnTo>
                <a:lnTo>
                  <a:pt x="4619464" y="474451"/>
                </a:lnTo>
                <a:lnTo>
                  <a:pt x="4580499" y="507970"/>
                </a:lnTo>
                <a:lnTo>
                  <a:pt x="4542134" y="542186"/>
                </a:lnTo>
                <a:lnTo>
                  <a:pt x="4504261" y="576973"/>
                </a:lnTo>
                <a:lnTo>
                  <a:pt x="4466769" y="612204"/>
                </a:lnTo>
                <a:lnTo>
                  <a:pt x="4429548" y="647752"/>
                </a:lnTo>
                <a:lnTo>
                  <a:pt x="4318402" y="755031"/>
                </a:lnTo>
                <a:lnTo>
                  <a:pt x="4280986" y="790368"/>
                </a:lnTo>
                <a:lnTo>
                  <a:pt x="4243053" y="824937"/>
                </a:lnTo>
                <a:lnTo>
                  <a:pt x="4204582" y="858709"/>
                </a:lnTo>
                <a:lnTo>
                  <a:pt x="4165553" y="891658"/>
                </a:lnTo>
                <a:lnTo>
                  <a:pt x="4125945" y="923756"/>
                </a:lnTo>
                <a:lnTo>
                  <a:pt x="4085737" y="954976"/>
                </a:lnTo>
                <a:lnTo>
                  <a:pt x="4044908" y="985290"/>
                </a:lnTo>
                <a:lnTo>
                  <a:pt x="4003438" y="1014670"/>
                </a:lnTo>
                <a:lnTo>
                  <a:pt x="3961305" y="1043090"/>
                </a:lnTo>
                <a:lnTo>
                  <a:pt x="3918488" y="1070521"/>
                </a:lnTo>
                <a:lnTo>
                  <a:pt x="3874967" y="1096937"/>
                </a:lnTo>
                <a:lnTo>
                  <a:pt x="3830721" y="1122309"/>
                </a:lnTo>
                <a:lnTo>
                  <a:pt x="3785728" y="1146611"/>
                </a:lnTo>
                <a:lnTo>
                  <a:pt x="3739969" y="1169815"/>
                </a:lnTo>
                <a:lnTo>
                  <a:pt x="3693422" y="1191893"/>
                </a:lnTo>
                <a:lnTo>
                  <a:pt x="3646066" y="1212818"/>
                </a:lnTo>
                <a:lnTo>
                  <a:pt x="3599164" y="1232249"/>
                </a:lnTo>
                <a:lnTo>
                  <a:pt x="3552117" y="1250669"/>
                </a:lnTo>
                <a:lnTo>
                  <a:pt x="3504924" y="1268077"/>
                </a:lnTo>
                <a:lnTo>
                  <a:pt x="3457583" y="1284469"/>
                </a:lnTo>
                <a:lnTo>
                  <a:pt x="3410094" y="1299843"/>
                </a:lnTo>
                <a:lnTo>
                  <a:pt x="3362454" y="1314196"/>
                </a:lnTo>
                <a:lnTo>
                  <a:pt x="3314663" y="1327525"/>
                </a:lnTo>
                <a:lnTo>
                  <a:pt x="3266718" y="1339826"/>
                </a:lnTo>
                <a:lnTo>
                  <a:pt x="3218618" y="1351098"/>
                </a:lnTo>
                <a:lnTo>
                  <a:pt x="3170362" y="1361337"/>
                </a:lnTo>
                <a:lnTo>
                  <a:pt x="3121948" y="1370539"/>
                </a:lnTo>
                <a:lnTo>
                  <a:pt x="3073375" y="1378703"/>
                </a:lnTo>
                <a:lnTo>
                  <a:pt x="3024640" y="1385826"/>
                </a:lnTo>
                <a:lnTo>
                  <a:pt x="2975743" y="1391904"/>
                </a:lnTo>
                <a:lnTo>
                  <a:pt x="2926683" y="1396934"/>
                </a:lnTo>
                <a:lnTo>
                  <a:pt x="2877457" y="1400914"/>
                </a:lnTo>
                <a:lnTo>
                  <a:pt x="2828064" y="1403841"/>
                </a:lnTo>
                <a:lnTo>
                  <a:pt x="2778503" y="1405712"/>
                </a:lnTo>
                <a:lnTo>
                  <a:pt x="2728772" y="1406523"/>
                </a:lnTo>
                <a:lnTo>
                  <a:pt x="2678869" y="1406273"/>
                </a:lnTo>
                <a:lnTo>
                  <a:pt x="2628794" y="1404958"/>
                </a:lnTo>
                <a:lnTo>
                  <a:pt x="2578544" y="1402574"/>
                </a:lnTo>
                <a:lnTo>
                  <a:pt x="2528119" y="1399121"/>
                </a:lnTo>
                <a:lnTo>
                  <a:pt x="2477516" y="1394593"/>
                </a:lnTo>
                <a:lnTo>
                  <a:pt x="2425973" y="1388908"/>
                </a:lnTo>
                <a:lnTo>
                  <a:pt x="2374837" y="1382183"/>
                </a:lnTo>
                <a:lnTo>
                  <a:pt x="2324112" y="1374403"/>
                </a:lnTo>
                <a:lnTo>
                  <a:pt x="2273800" y="1365554"/>
                </a:lnTo>
                <a:lnTo>
                  <a:pt x="2223906" y="1355622"/>
                </a:lnTo>
                <a:lnTo>
                  <a:pt x="2174432" y="1344593"/>
                </a:lnTo>
                <a:lnTo>
                  <a:pt x="2125382" y="1332453"/>
                </a:lnTo>
                <a:lnTo>
                  <a:pt x="2076759" y="1319188"/>
                </a:lnTo>
                <a:lnTo>
                  <a:pt x="2028567" y="1304784"/>
                </a:lnTo>
                <a:lnTo>
                  <a:pt x="1980809" y="1289227"/>
                </a:lnTo>
                <a:lnTo>
                  <a:pt x="1933488" y="1272502"/>
                </a:lnTo>
                <a:lnTo>
                  <a:pt x="1886608" y="1254597"/>
                </a:lnTo>
                <a:lnTo>
                  <a:pt x="1840171" y="1235496"/>
                </a:lnTo>
                <a:lnTo>
                  <a:pt x="1794183" y="1215186"/>
                </a:lnTo>
                <a:lnTo>
                  <a:pt x="1748645" y="1193652"/>
                </a:lnTo>
                <a:lnTo>
                  <a:pt x="1703561" y="1170881"/>
                </a:lnTo>
                <a:lnTo>
                  <a:pt x="1658934" y="1146859"/>
                </a:lnTo>
                <a:lnTo>
                  <a:pt x="1614769" y="1121571"/>
                </a:lnTo>
                <a:lnTo>
                  <a:pt x="1571068" y="1095004"/>
                </a:lnTo>
                <a:lnTo>
                  <a:pt x="1527834" y="1067143"/>
                </a:lnTo>
                <a:lnTo>
                  <a:pt x="1485071" y="1037975"/>
                </a:lnTo>
                <a:lnTo>
                  <a:pt x="1442783" y="1007484"/>
                </a:lnTo>
                <a:lnTo>
                  <a:pt x="1402417" y="977198"/>
                </a:lnTo>
                <a:lnTo>
                  <a:pt x="1362423" y="946470"/>
                </a:lnTo>
                <a:lnTo>
                  <a:pt x="1322768" y="915341"/>
                </a:lnTo>
                <a:lnTo>
                  <a:pt x="1283416" y="883853"/>
                </a:lnTo>
                <a:lnTo>
                  <a:pt x="1244332" y="852046"/>
                </a:lnTo>
                <a:lnTo>
                  <a:pt x="1205482" y="819962"/>
                </a:lnTo>
                <a:lnTo>
                  <a:pt x="1166831" y="787641"/>
                </a:lnTo>
                <a:lnTo>
                  <a:pt x="1089986" y="722456"/>
                </a:lnTo>
                <a:lnTo>
                  <a:pt x="860602" y="525510"/>
                </a:lnTo>
                <a:lnTo>
                  <a:pt x="820085" y="491676"/>
                </a:lnTo>
                <a:lnTo>
                  <a:pt x="779298" y="458940"/>
                </a:lnTo>
                <a:lnTo>
                  <a:pt x="738241" y="427304"/>
                </a:lnTo>
                <a:lnTo>
                  <a:pt x="696915" y="396770"/>
                </a:lnTo>
                <a:lnTo>
                  <a:pt x="655321" y="367342"/>
                </a:lnTo>
                <a:lnTo>
                  <a:pt x="613462" y="339021"/>
                </a:lnTo>
                <a:lnTo>
                  <a:pt x="571336" y="311811"/>
                </a:lnTo>
                <a:lnTo>
                  <a:pt x="528946" y="285713"/>
                </a:lnTo>
                <a:lnTo>
                  <a:pt x="486292" y="260731"/>
                </a:lnTo>
                <a:lnTo>
                  <a:pt x="443376" y="236866"/>
                </a:lnTo>
                <a:lnTo>
                  <a:pt x="400198" y="214123"/>
                </a:lnTo>
                <a:lnTo>
                  <a:pt x="356760" y="192503"/>
                </a:lnTo>
                <a:lnTo>
                  <a:pt x="313062" y="172008"/>
                </a:lnTo>
                <a:lnTo>
                  <a:pt x="269106" y="152642"/>
                </a:lnTo>
                <a:lnTo>
                  <a:pt x="224893" y="134407"/>
                </a:lnTo>
                <a:lnTo>
                  <a:pt x="180423" y="117306"/>
                </a:lnTo>
                <a:lnTo>
                  <a:pt x="135698" y="101341"/>
                </a:lnTo>
                <a:lnTo>
                  <a:pt x="90718" y="86514"/>
                </a:lnTo>
                <a:lnTo>
                  <a:pt x="45485" y="72829"/>
                </a:lnTo>
                <a:lnTo>
                  <a:pt x="0" y="60288"/>
                </a:lnTo>
                <a:lnTo>
                  <a:pt x="0" y="4066135"/>
                </a:lnTo>
                <a:lnTo>
                  <a:pt x="47781" y="4052802"/>
                </a:lnTo>
                <a:lnTo>
                  <a:pt x="95376" y="4038252"/>
                </a:lnTo>
                <a:lnTo>
                  <a:pt x="142781" y="4022495"/>
                </a:lnTo>
                <a:lnTo>
                  <a:pt x="189993" y="4005539"/>
                </a:lnTo>
                <a:lnTo>
                  <a:pt x="237008" y="3987394"/>
                </a:lnTo>
                <a:lnTo>
                  <a:pt x="283822" y="3968067"/>
                </a:lnTo>
                <a:lnTo>
                  <a:pt x="330430" y="3947568"/>
                </a:lnTo>
                <a:lnTo>
                  <a:pt x="376831" y="3925905"/>
                </a:lnTo>
                <a:lnTo>
                  <a:pt x="423019" y="3903088"/>
                </a:lnTo>
                <a:lnTo>
                  <a:pt x="468990" y="3879125"/>
                </a:lnTo>
                <a:lnTo>
                  <a:pt x="514363" y="3853915"/>
                </a:lnTo>
                <a:lnTo>
                  <a:pt x="558677" y="3827427"/>
                </a:lnTo>
                <a:lnTo>
                  <a:pt x="602002" y="3799738"/>
                </a:lnTo>
                <a:lnTo>
                  <a:pt x="644406" y="3770925"/>
                </a:lnTo>
                <a:lnTo>
                  <a:pt x="685959" y="3741068"/>
                </a:lnTo>
                <a:lnTo>
                  <a:pt x="726730" y="3710244"/>
                </a:lnTo>
                <a:lnTo>
                  <a:pt x="766789" y="3678530"/>
                </a:lnTo>
                <a:lnTo>
                  <a:pt x="806204" y="3646005"/>
                </a:lnTo>
                <a:lnTo>
                  <a:pt x="845045" y="3612748"/>
                </a:lnTo>
                <a:lnTo>
                  <a:pt x="883382" y="3578835"/>
                </a:lnTo>
                <a:lnTo>
                  <a:pt x="921282" y="3544345"/>
                </a:lnTo>
                <a:lnTo>
                  <a:pt x="958817" y="3509357"/>
                </a:lnTo>
                <a:lnTo>
                  <a:pt x="996054" y="3473947"/>
                </a:lnTo>
                <a:lnTo>
                  <a:pt x="1033064" y="3438194"/>
                </a:lnTo>
                <a:lnTo>
                  <a:pt x="1069915" y="3402176"/>
                </a:lnTo>
                <a:lnTo>
                  <a:pt x="1107022" y="3366428"/>
                </a:lnTo>
                <a:lnTo>
                  <a:pt x="1144510" y="3331654"/>
                </a:lnTo>
                <a:lnTo>
                  <a:pt x="1182377" y="3297852"/>
                </a:lnTo>
                <a:lnTo>
                  <a:pt x="1220623" y="3265025"/>
                </a:lnTo>
                <a:lnTo>
                  <a:pt x="1259246" y="3233170"/>
                </a:lnTo>
                <a:lnTo>
                  <a:pt x="1298247" y="3202289"/>
                </a:lnTo>
                <a:lnTo>
                  <a:pt x="1337625" y="3172380"/>
                </a:lnTo>
                <a:lnTo>
                  <a:pt x="1377378" y="3143445"/>
                </a:lnTo>
                <a:lnTo>
                  <a:pt x="1417507" y="3115483"/>
                </a:lnTo>
                <a:lnTo>
                  <a:pt x="1458011" y="3088494"/>
                </a:lnTo>
                <a:lnTo>
                  <a:pt x="1498890" y="3062478"/>
                </a:lnTo>
                <a:lnTo>
                  <a:pt x="1540141" y="3037435"/>
                </a:lnTo>
                <a:lnTo>
                  <a:pt x="1581766" y="3013365"/>
                </a:lnTo>
                <a:lnTo>
                  <a:pt x="1623763" y="2990268"/>
                </a:lnTo>
                <a:lnTo>
                  <a:pt x="1666132" y="2968144"/>
                </a:lnTo>
                <a:lnTo>
                  <a:pt x="1708871" y="2946992"/>
                </a:lnTo>
                <a:lnTo>
                  <a:pt x="1751982" y="2926813"/>
                </a:lnTo>
                <a:lnTo>
                  <a:pt x="1795462" y="2907607"/>
                </a:lnTo>
                <a:lnTo>
                  <a:pt x="1839311" y="2889374"/>
                </a:lnTo>
                <a:lnTo>
                  <a:pt x="1883529" y="2872113"/>
                </a:lnTo>
                <a:lnTo>
                  <a:pt x="1928114" y="2855825"/>
                </a:lnTo>
                <a:lnTo>
                  <a:pt x="1973067" y="2840510"/>
                </a:lnTo>
                <a:lnTo>
                  <a:pt x="2018387" y="2826167"/>
                </a:lnTo>
                <a:lnTo>
                  <a:pt x="2064072" y="2812797"/>
                </a:lnTo>
                <a:lnTo>
                  <a:pt x="2110123" y="2800399"/>
                </a:lnTo>
                <a:lnTo>
                  <a:pt x="2156539" y="2788973"/>
                </a:lnTo>
                <a:lnTo>
                  <a:pt x="2203319" y="2778520"/>
                </a:lnTo>
                <a:lnTo>
                  <a:pt x="2250463" y="2769039"/>
                </a:lnTo>
                <a:lnTo>
                  <a:pt x="2297969" y="2760530"/>
                </a:lnTo>
                <a:lnTo>
                  <a:pt x="2345838" y="2752994"/>
                </a:lnTo>
                <a:lnTo>
                  <a:pt x="2394068" y="2746430"/>
                </a:lnTo>
                <a:lnTo>
                  <a:pt x="2442659" y="2740838"/>
                </a:lnTo>
                <a:lnTo>
                  <a:pt x="2491611" y="2736218"/>
                </a:lnTo>
                <a:lnTo>
                  <a:pt x="2540922" y="2732571"/>
                </a:lnTo>
                <a:lnTo>
                  <a:pt x="2590593" y="2729895"/>
                </a:lnTo>
                <a:lnTo>
                  <a:pt x="2640622" y="2728192"/>
                </a:lnTo>
                <a:lnTo>
                  <a:pt x="2691009" y="2727460"/>
                </a:lnTo>
                <a:lnTo>
                  <a:pt x="2741753" y="2727700"/>
                </a:lnTo>
                <a:lnTo>
                  <a:pt x="2792854" y="2728913"/>
                </a:lnTo>
                <a:lnTo>
                  <a:pt x="2844311" y="2731097"/>
                </a:lnTo>
                <a:lnTo>
                  <a:pt x="2896004" y="2734344"/>
                </a:lnTo>
                <a:lnTo>
                  <a:pt x="2947323" y="2738729"/>
                </a:lnTo>
                <a:lnTo>
                  <a:pt x="2998268" y="2744244"/>
                </a:lnTo>
                <a:lnTo>
                  <a:pt x="3048842" y="2750885"/>
                </a:lnTo>
                <a:lnTo>
                  <a:pt x="3099045" y="2758643"/>
                </a:lnTo>
                <a:lnTo>
                  <a:pt x="3148878" y="2767513"/>
                </a:lnTo>
                <a:lnTo>
                  <a:pt x="3198344" y="2777487"/>
                </a:lnTo>
                <a:lnTo>
                  <a:pt x="3247443" y="2788561"/>
                </a:lnTo>
                <a:lnTo>
                  <a:pt x="3296176" y="2800726"/>
                </a:lnTo>
                <a:lnTo>
                  <a:pt x="3344546" y="2813978"/>
                </a:lnTo>
                <a:lnTo>
                  <a:pt x="3392553" y="2828308"/>
                </a:lnTo>
                <a:lnTo>
                  <a:pt x="3440198" y="2843711"/>
                </a:lnTo>
                <a:lnTo>
                  <a:pt x="3487484" y="2860181"/>
                </a:lnTo>
                <a:lnTo>
                  <a:pt x="3534411" y="2877710"/>
                </a:lnTo>
                <a:lnTo>
                  <a:pt x="3580980" y="2896292"/>
                </a:lnTo>
                <a:lnTo>
                  <a:pt x="3627194" y="2915921"/>
                </a:lnTo>
                <a:lnTo>
                  <a:pt x="3673052" y="2936591"/>
                </a:lnTo>
                <a:lnTo>
                  <a:pt x="3718558" y="2958295"/>
                </a:lnTo>
                <a:lnTo>
                  <a:pt x="3763711" y="2981025"/>
                </a:lnTo>
                <a:lnTo>
                  <a:pt x="3808513" y="3004777"/>
                </a:lnTo>
                <a:lnTo>
                  <a:pt x="3852967" y="3029544"/>
                </a:lnTo>
                <a:lnTo>
                  <a:pt x="3897072" y="3055318"/>
                </a:lnTo>
                <a:lnTo>
                  <a:pt x="3940830" y="3082094"/>
                </a:lnTo>
                <a:lnTo>
                  <a:pt x="3984243" y="3109864"/>
                </a:lnTo>
                <a:lnTo>
                  <a:pt x="4027311" y="3138624"/>
                </a:lnTo>
                <a:lnTo>
                  <a:pt x="4067843" y="3167213"/>
                </a:lnTo>
                <a:lnTo>
                  <a:pt x="4107401" y="3196889"/>
                </a:lnTo>
                <a:lnTo>
                  <a:pt x="4146094" y="3227530"/>
                </a:lnTo>
                <a:lnTo>
                  <a:pt x="4184032" y="3259015"/>
                </a:lnTo>
                <a:lnTo>
                  <a:pt x="4221323" y="3291222"/>
                </a:lnTo>
                <a:lnTo>
                  <a:pt x="4258075" y="3324029"/>
                </a:lnTo>
                <a:lnTo>
                  <a:pt x="4294397" y="3357316"/>
                </a:lnTo>
                <a:lnTo>
                  <a:pt x="4330398" y="3390959"/>
                </a:lnTo>
                <a:lnTo>
                  <a:pt x="4473365" y="3526678"/>
                </a:lnTo>
                <a:lnTo>
                  <a:pt x="4509391" y="3560286"/>
                </a:lnTo>
                <a:lnTo>
                  <a:pt x="4548353" y="3595565"/>
                </a:lnTo>
                <a:lnTo>
                  <a:pt x="4587761" y="3629718"/>
                </a:lnTo>
                <a:lnTo>
                  <a:pt x="4627616" y="3662745"/>
                </a:lnTo>
                <a:lnTo>
                  <a:pt x="4667919" y="3694645"/>
                </a:lnTo>
                <a:lnTo>
                  <a:pt x="4708669" y="3725417"/>
                </a:lnTo>
                <a:lnTo>
                  <a:pt x="4749867" y="3755060"/>
                </a:lnTo>
                <a:lnTo>
                  <a:pt x="4791515" y="3783574"/>
                </a:lnTo>
                <a:lnTo>
                  <a:pt x="4833611" y="3810957"/>
                </a:lnTo>
                <a:lnTo>
                  <a:pt x="4876157" y="3837208"/>
                </a:lnTo>
                <a:lnTo>
                  <a:pt x="4919154" y="3862328"/>
                </a:lnTo>
                <a:lnTo>
                  <a:pt x="4962601" y="3886314"/>
                </a:lnTo>
                <a:lnTo>
                  <a:pt x="5006499" y="3909167"/>
                </a:lnTo>
                <a:lnTo>
                  <a:pt x="5050849" y="3930884"/>
                </a:lnTo>
                <a:lnTo>
                  <a:pt x="5095651" y="3951466"/>
                </a:lnTo>
                <a:lnTo>
                  <a:pt x="5140906" y="3970912"/>
                </a:lnTo>
                <a:lnTo>
                  <a:pt x="5186614" y="3989220"/>
                </a:lnTo>
                <a:lnTo>
                  <a:pt x="5232776" y="4006389"/>
                </a:lnTo>
                <a:lnTo>
                  <a:pt x="5279391" y="4022420"/>
                </a:lnTo>
                <a:lnTo>
                  <a:pt x="5326462" y="4037311"/>
                </a:lnTo>
                <a:lnTo>
                  <a:pt x="5373987" y="4051060"/>
                </a:lnTo>
                <a:lnTo>
                  <a:pt x="5421968" y="4063668"/>
                </a:lnTo>
                <a:lnTo>
                  <a:pt x="5470405" y="4075133"/>
                </a:lnTo>
                <a:lnTo>
                  <a:pt x="5519298" y="4085455"/>
                </a:lnTo>
                <a:lnTo>
                  <a:pt x="5568649" y="4094633"/>
                </a:lnTo>
                <a:lnTo>
                  <a:pt x="5618457" y="4102665"/>
                </a:lnTo>
                <a:lnTo>
                  <a:pt x="5668723" y="4109551"/>
                </a:lnTo>
                <a:lnTo>
                  <a:pt x="5719447" y="4115291"/>
                </a:lnTo>
                <a:lnTo>
                  <a:pt x="5770631" y="4119882"/>
                </a:lnTo>
                <a:lnTo>
                  <a:pt x="5822274" y="4123325"/>
                </a:lnTo>
                <a:lnTo>
                  <a:pt x="5874376" y="4125618"/>
                </a:lnTo>
                <a:lnTo>
                  <a:pt x="5926939" y="4126761"/>
                </a:lnTo>
                <a:lnTo>
                  <a:pt x="5980436" y="4126532"/>
                </a:lnTo>
                <a:lnTo>
                  <a:pt x="6033739" y="4124829"/>
                </a:lnTo>
                <a:lnTo>
                  <a:pt x="6086861" y="4121661"/>
                </a:lnTo>
                <a:lnTo>
                  <a:pt x="6139813" y="4117036"/>
                </a:lnTo>
                <a:lnTo>
                  <a:pt x="6192607" y="4110964"/>
                </a:lnTo>
                <a:lnTo>
                  <a:pt x="6245258" y="4103452"/>
                </a:lnTo>
                <a:lnTo>
                  <a:pt x="6297775" y="4094509"/>
                </a:lnTo>
                <a:lnTo>
                  <a:pt x="6350173" y="4084145"/>
                </a:lnTo>
                <a:lnTo>
                  <a:pt x="6400958" y="4072824"/>
                </a:lnTo>
                <a:lnTo>
                  <a:pt x="6451102" y="4060460"/>
                </a:lnTo>
                <a:lnTo>
                  <a:pt x="6500605" y="4047053"/>
                </a:lnTo>
                <a:lnTo>
                  <a:pt x="6549465" y="4032602"/>
                </a:lnTo>
                <a:lnTo>
                  <a:pt x="6597680" y="4017108"/>
                </a:lnTo>
                <a:lnTo>
                  <a:pt x="6645250" y="4000571"/>
                </a:lnTo>
                <a:lnTo>
                  <a:pt x="6692173" y="3982990"/>
                </a:lnTo>
                <a:lnTo>
                  <a:pt x="6738448" y="3964364"/>
                </a:lnTo>
                <a:lnTo>
                  <a:pt x="6784074" y="3944695"/>
                </a:lnTo>
                <a:lnTo>
                  <a:pt x="6829049" y="3923982"/>
                </a:lnTo>
                <a:lnTo>
                  <a:pt x="6873373" y="3902224"/>
                </a:lnTo>
                <a:lnTo>
                  <a:pt x="6917045" y="3879421"/>
                </a:lnTo>
                <a:lnTo>
                  <a:pt x="6960062" y="3855574"/>
                </a:lnTo>
                <a:lnTo>
                  <a:pt x="7002424" y="3830682"/>
                </a:lnTo>
                <a:lnTo>
                  <a:pt x="7044130" y="3804745"/>
                </a:lnTo>
                <a:lnTo>
                  <a:pt x="7085178" y="3777762"/>
                </a:lnTo>
                <a:lnTo>
                  <a:pt x="7125567" y="3749735"/>
                </a:lnTo>
                <a:lnTo>
                  <a:pt x="7165296" y="3720662"/>
                </a:lnTo>
                <a:lnTo>
                  <a:pt x="7204364" y="3690543"/>
                </a:lnTo>
                <a:lnTo>
                  <a:pt x="7242769" y="3659378"/>
                </a:lnTo>
                <a:lnTo>
                  <a:pt x="7280511" y="3627168"/>
                </a:lnTo>
                <a:lnTo>
                  <a:pt x="7317588" y="3593911"/>
                </a:lnTo>
                <a:lnTo>
                  <a:pt x="7353999" y="3559609"/>
                </a:lnTo>
                <a:lnTo>
                  <a:pt x="7389743" y="3524259"/>
                </a:lnTo>
                <a:lnTo>
                  <a:pt x="7424817" y="3487863"/>
                </a:lnTo>
                <a:lnTo>
                  <a:pt x="7459223" y="3450421"/>
                </a:lnTo>
                <a:lnTo>
                  <a:pt x="7492957" y="3411932"/>
                </a:lnTo>
                <a:lnTo>
                  <a:pt x="7526019" y="3372395"/>
                </a:lnTo>
                <a:lnTo>
                  <a:pt x="7558408" y="3331812"/>
                </a:lnTo>
                <a:lnTo>
                  <a:pt x="7589321" y="3291246"/>
                </a:lnTo>
                <a:lnTo>
                  <a:pt x="7619083" y="3250291"/>
                </a:lnTo>
                <a:lnTo>
                  <a:pt x="7647695" y="3208949"/>
                </a:lnTo>
                <a:lnTo>
                  <a:pt x="7675159" y="3167218"/>
                </a:lnTo>
                <a:lnTo>
                  <a:pt x="7701475" y="3125101"/>
                </a:lnTo>
                <a:lnTo>
                  <a:pt x="7726645" y="3082599"/>
                </a:lnTo>
                <a:lnTo>
                  <a:pt x="7750670" y="3039712"/>
                </a:lnTo>
                <a:lnTo>
                  <a:pt x="7773551" y="2996440"/>
                </a:lnTo>
                <a:lnTo>
                  <a:pt x="7795289" y="2952786"/>
                </a:lnTo>
                <a:lnTo>
                  <a:pt x="7815886" y="2908749"/>
                </a:lnTo>
                <a:lnTo>
                  <a:pt x="7835342" y="2864331"/>
                </a:lnTo>
                <a:lnTo>
                  <a:pt x="7853658" y="2819532"/>
                </a:lnTo>
                <a:lnTo>
                  <a:pt x="7870836" y="2774353"/>
                </a:lnTo>
                <a:lnTo>
                  <a:pt x="7886877" y="2728796"/>
                </a:lnTo>
                <a:lnTo>
                  <a:pt x="7901782" y="2682860"/>
                </a:lnTo>
                <a:lnTo>
                  <a:pt x="7915552" y="2636547"/>
                </a:lnTo>
                <a:lnTo>
                  <a:pt x="7928188" y="2589858"/>
                </a:lnTo>
                <a:lnTo>
                  <a:pt x="7939691" y="2542794"/>
                </a:lnTo>
                <a:lnTo>
                  <a:pt x="7950063" y="2495354"/>
                </a:lnTo>
                <a:lnTo>
                  <a:pt x="7959305" y="2447541"/>
                </a:lnTo>
                <a:lnTo>
                  <a:pt x="7967417" y="2399355"/>
                </a:lnTo>
                <a:lnTo>
                  <a:pt x="7974401" y="2350797"/>
                </a:lnTo>
                <a:lnTo>
                  <a:pt x="7980258" y="2301868"/>
                </a:lnTo>
                <a:lnTo>
                  <a:pt x="7984990" y="2252568"/>
                </a:lnTo>
                <a:lnTo>
                  <a:pt x="7988596" y="2202899"/>
                </a:lnTo>
                <a:lnTo>
                  <a:pt x="7991079" y="2152861"/>
                </a:lnTo>
                <a:lnTo>
                  <a:pt x="7992440" y="2102455"/>
                </a:lnTo>
                <a:lnTo>
                  <a:pt x="7992679" y="2051682"/>
                </a:lnTo>
                <a:lnTo>
                  <a:pt x="7991798" y="2000543"/>
                </a:lnTo>
                <a:lnTo>
                  <a:pt x="7989736" y="1947737"/>
                </a:lnTo>
                <a:lnTo>
                  <a:pt x="7986489" y="1895186"/>
                </a:lnTo>
                <a:lnTo>
                  <a:pt x="7982023" y="1842902"/>
                </a:lnTo>
                <a:lnTo>
                  <a:pt x="7976302" y="1790898"/>
                </a:lnTo>
                <a:lnTo>
                  <a:pt x="7969294" y="1739185"/>
                </a:lnTo>
                <a:lnTo>
                  <a:pt x="7960963" y="1687775"/>
                </a:lnTo>
                <a:lnTo>
                  <a:pt x="7951276" y="1636680"/>
                </a:lnTo>
                <a:lnTo>
                  <a:pt x="7940197" y="1585912"/>
                </a:lnTo>
                <a:lnTo>
                  <a:pt x="7927693" y="1535483"/>
                </a:lnTo>
                <a:lnTo>
                  <a:pt x="7913729" y="1485405"/>
                </a:lnTo>
                <a:lnTo>
                  <a:pt x="7898271" y="1435689"/>
                </a:lnTo>
                <a:lnTo>
                  <a:pt x="7881284" y="1386348"/>
                </a:lnTo>
                <a:lnTo>
                  <a:pt x="7862735" y="1337393"/>
                </a:lnTo>
                <a:lnTo>
                  <a:pt x="7842588" y="1288837"/>
                </a:lnTo>
                <a:lnTo>
                  <a:pt x="7821085" y="1240508"/>
                </a:lnTo>
                <a:lnTo>
                  <a:pt x="7798860" y="1193061"/>
                </a:lnTo>
                <a:lnTo>
                  <a:pt x="7775911" y="1146499"/>
                </a:lnTo>
                <a:lnTo>
                  <a:pt x="7752240" y="1100823"/>
                </a:lnTo>
                <a:lnTo>
                  <a:pt x="7727844" y="1056035"/>
                </a:lnTo>
                <a:lnTo>
                  <a:pt x="7702725" y="1012138"/>
                </a:lnTo>
                <a:lnTo>
                  <a:pt x="7676881" y="969133"/>
                </a:lnTo>
                <a:lnTo>
                  <a:pt x="7650312" y="927021"/>
                </a:lnTo>
                <a:lnTo>
                  <a:pt x="7623019" y="885805"/>
                </a:lnTo>
                <a:lnTo>
                  <a:pt x="7595000" y="845488"/>
                </a:lnTo>
                <a:lnTo>
                  <a:pt x="7566255" y="806069"/>
                </a:lnTo>
                <a:lnTo>
                  <a:pt x="7536784" y="767552"/>
                </a:lnTo>
                <a:lnTo>
                  <a:pt x="7506587" y="729939"/>
                </a:lnTo>
                <a:lnTo>
                  <a:pt x="7475663" y="693231"/>
                </a:lnTo>
                <a:lnTo>
                  <a:pt x="7444013" y="657430"/>
                </a:lnTo>
                <a:lnTo>
                  <a:pt x="7411635" y="622538"/>
                </a:lnTo>
                <a:lnTo>
                  <a:pt x="7378529" y="588556"/>
                </a:lnTo>
                <a:lnTo>
                  <a:pt x="7344695" y="555488"/>
                </a:lnTo>
                <a:lnTo>
                  <a:pt x="7310133" y="523335"/>
                </a:lnTo>
                <a:lnTo>
                  <a:pt x="7274842" y="492098"/>
                </a:lnTo>
                <a:lnTo>
                  <a:pt x="7238822" y="461779"/>
                </a:lnTo>
                <a:lnTo>
                  <a:pt x="7202073" y="432381"/>
                </a:lnTo>
                <a:lnTo>
                  <a:pt x="7164594" y="403905"/>
                </a:lnTo>
                <a:lnTo>
                  <a:pt x="7126385" y="376353"/>
                </a:lnTo>
                <a:lnTo>
                  <a:pt x="7087446" y="349728"/>
                </a:lnTo>
                <a:lnTo>
                  <a:pt x="7047776" y="324030"/>
                </a:lnTo>
                <a:lnTo>
                  <a:pt x="7007375" y="299262"/>
                </a:lnTo>
                <a:lnTo>
                  <a:pt x="6966243" y="275426"/>
                </a:lnTo>
                <a:lnTo>
                  <a:pt x="6924379" y="252523"/>
                </a:lnTo>
                <a:lnTo>
                  <a:pt x="6881784" y="230556"/>
                </a:lnTo>
                <a:lnTo>
                  <a:pt x="6838455" y="209526"/>
                </a:lnTo>
                <a:lnTo>
                  <a:pt x="6794395" y="189435"/>
                </a:lnTo>
                <a:lnTo>
                  <a:pt x="6749601" y="170286"/>
                </a:lnTo>
                <a:lnTo>
                  <a:pt x="6704074" y="152079"/>
                </a:lnTo>
                <a:lnTo>
                  <a:pt x="6657813" y="134818"/>
                </a:lnTo>
                <a:lnTo>
                  <a:pt x="6610818" y="118503"/>
                </a:lnTo>
                <a:lnTo>
                  <a:pt x="6563089" y="103137"/>
                </a:lnTo>
                <a:lnTo>
                  <a:pt x="6514625" y="88722"/>
                </a:lnTo>
                <a:lnTo>
                  <a:pt x="6465426" y="75259"/>
                </a:lnTo>
                <a:lnTo>
                  <a:pt x="6415492" y="62750"/>
                </a:lnTo>
                <a:lnTo>
                  <a:pt x="6364823" y="51198"/>
                </a:lnTo>
                <a:lnTo>
                  <a:pt x="6313417" y="40604"/>
                </a:lnTo>
                <a:lnTo>
                  <a:pt x="6261275" y="30970"/>
                </a:lnTo>
                <a:lnTo>
                  <a:pt x="6210122" y="22688"/>
                </a:lnTo>
                <a:lnTo>
                  <a:pt x="6159193" y="15702"/>
                </a:lnTo>
                <a:lnTo>
                  <a:pt x="6108490" y="10006"/>
                </a:lnTo>
                <a:lnTo>
                  <a:pt x="6058013" y="5594"/>
                </a:lnTo>
                <a:lnTo>
                  <a:pt x="6007763" y="2459"/>
                </a:lnTo>
                <a:lnTo>
                  <a:pt x="5957740" y="597"/>
                </a:lnTo>
                <a:lnTo>
                  <a:pt x="5907945" y="0"/>
                </a:lnTo>
                <a:close/>
              </a:path>
            </a:pathLst>
          </a:custGeom>
          <a:solidFill>
            <a:srgbClr val="5265F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6d902d46bf_0_456"/>
          <p:cNvSpPr/>
          <p:nvPr/>
        </p:nvSpPr>
        <p:spPr>
          <a:xfrm>
            <a:off x="500053" y="722879"/>
            <a:ext cx="6422560" cy="2511314"/>
          </a:xfrm>
          <a:custGeom>
            <a:rect b="b" l="l" r="r" t="t"/>
            <a:pathLst>
              <a:path extrusionOk="0" h="4133850" w="10572115">
                <a:moveTo>
                  <a:pt x="2103437" y="0"/>
                </a:moveTo>
                <a:lnTo>
                  <a:pt x="2054949" y="351"/>
                </a:lnTo>
                <a:lnTo>
                  <a:pt x="2006219" y="1886"/>
                </a:lnTo>
                <a:lnTo>
                  <a:pt x="1957246" y="4608"/>
                </a:lnTo>
                <a:lnTo>
                  <a:pt x="1908032" y="8519"/>
                </a:lnTo>
                <a:lnTo>
                  <a:pt x="1858577" y="13621"/>
                </a:lnTo>
                <a:lnTo>
                  <a:pt x="1808883" y="19918"/>
                </a:lnTo>
                <a:lnTo>
                  <a:pt x="1758952" y="27412"/>
                </a:lnTo>
                <a:lnTo>
                  <a:pt x="1708782" y="36105"/>
                </a:lnTo>
                <a:lnTo>
                  <a:pt x="1658377" y="45999"/>
                </a:lnTo>
                <a:lnTo>
                  <a:pt x="1607737" y="57098"/>
                </a:lnTo>
                <a:lnTo>
                  <a:pt x="1556863" y="69404"/>
                </a:lnTo>
                <a:lnTo>
                  <a:pt x="1505755" y="82919"/>
                </a:lnTo>
                <a:lnTo>
                  <a:pt x="1459488" y="96244"/>
                </a:lnTo>
                <a:lnTo>
                  <a:pt x="1413766" y="110551"/>
                </a:lnTo>
                <a:lnTo>
                  <a:pt x="1368599" y="125828"/>
                </a:lnTo>
                <a:lnTo>
                  <a:pt x="1323993" y="142060"/>
                </a:lnTo>
                <a:lnTo>
                  <a:pt x="1279960" y="159231"/>
                </a:lnTo>
                <a:lnTo>
                  <a:pt x="1236508" y="177328"/>
                </a:lnTo>
                <a:lnTo>
                  <a:pt x="1193645" y="196336"/>
                </a:lnTo>
                <a:lnTo>
                  <a:pt x="1151382" y="216241"/>
                </a:lnTo>
                <a:lnTo>
                  <a:pt x="1109726" y="237028"/>
                </a:lnTo>
                <a:lnTo>
                  <a:pt x="1068686" y="258682"/>
                </a:lnTo>
                <a:lnTo>
                  <a:pt x="1028273" y="281190"/>
                </a:lnTo>
                <a:lnTo>
                  <a:pt x="988494" y="304536"/>
                </a:lnTo>
                <a:lnTo>
                  <a:pt x="949359" y="328707"/>
                </a:lnTo>
                <a:lnTo>
                  <a:pt x="910876" y="353687"/>
                </a:lnTo>
                <a:lnTo>
                  <a:pt x="873055" y="379463"/>
                </a:lnTo>
                <a:lnTo>
                  <a:pt x="835905" y="406019"/>
                </a:lnTo>
                <a:lnTo>
                  <a:pt x="799434" y="433342"/>
                </a:lnTo>
                <a:lnTo>
                  <a:pt x="763652" y="461417"/>
                </a:lnTo>
                <a:lnTo>
                  <a:pt x="728567" y="490229"/>
                </a:lnTo>
                <a:lnTo>
                  <a:pt x="694189" y="519764"/>
                </a:lnTo>
                <a:lnTo>
                  <a:pt x="660526" y="550007"/>
                </a:lnTo>
                <a:lnTo>
                  <a:pt x="627588" y="580944"/>
                </a:lnTo>
                <a:lnTo>
                  <a:pt x="595383" y="612561"/>
                </a:lnTo>
                <a:lnTo>
                  <a:pt x="563920" y="644843"/>
                </a:lnTo>
                <a:lnTo>
                  <a:pt x="533209" y="677775"/>
                </a:lnTo>
                <a:lnTo>
                  <a:pt x="503259" y="711343"/>
                </a:lnTo>
                <a:lnTo>
                  <a:pt x="474077" y="745533"/>
                </a:lnTo>
                <a:lnTo>
                  <a:pt x="445674" y="780330"/>
                </a:lnTo>
                <a:lnTo>
                  <a:pt x="418058" y="815720"/>
                </a:lnTo>
                <a:lnTo>
                  <a:pt x="391238" y="851688"/>
                </a:lnTo>
                <a:lnTo>
                  <a:pt x="365224" y="888219"/>
                </a:lnTo>
                <a:lnTo>
                  <a:pt x="340024" y="925300"/>
                </a:lnTo>
                <a:lnTo>
                  <a:pt x="315646" y="962915"/>
                </a:lnTo>
                <a:lnTo>
                  <a:pt x="292101" y="1001051"/>
                </a:lnTo>
                <a:lnTo>
                  <a:pt x="269398" y="1039692"/>
                </a:lnTo>
                <a:lnTo>
                  <a:pt x="247544" y="1078825"/>
                </a:lnTo>
                <a:lnTo>
                  <a:pt x="226549" y="1118435"/>
                </a:lnTo>
                <a:lnTo>
                  <a:pt x="206422" y="1158507"/>
                </a:lnTo>
                <a:lnTo>
                  <a:pt x="187173" y="1199026"/>
                </a:lnTo>
                <a:lnTo>
                  <a:pt x="168809" y="1239979"/>
                </a:lnTo>
                <a:lnTo>
                  <a:pt x="151340" y="1281352"/>
                </a:lnTo>
                <a:lnTo>
                  <a:pt x="134776" y="1323128"/>
                </a:lnTo>
                <a:lnTo>
                  <a:pt x="119124" y="1365294"/>
                </a:lnTo>
                <a:lnTo>
                  <a:pt x="104394" y="1407836"/>
                </a:lnTo>
                <a:lnTo>
                  <a:pt x="90595" y="1450739"/>
                </a:lnTo>
                <a:lnTo>
                  <a:pt x="77736" y="1493989"/>
                </a:lnTo>
                <a:lnTo>
                  <a:pt x="65825" y="1537570"/>
                </a:lnTo>
                <a:lnTo>
                  <a:pt x="54873" y="1581470"/>
                </a:lnTo>
                <a:lnTo>
                  <a:pt x="44887" y="1625672"/>
                </a:lnTo>
                <a:lnTo>
                  <a:pt x="35877" y="1670163"/>
                </a:lnTo>
                <a:lnTo>
                  <a:pt x="27851" y="1714928"/>
                </a:lnTo>
                <a:lnTo>
                  <a:pt x="20820" y="1759953"/>
                </a:lnTo>
                <a:lnTo>
                  <a:pt x="14791" y="1805223"/>
                </a:lnTo>
                <a:lnTo>
                  <a:pt x="9773" y="1850723"/>
                </a:lnTo>
                <a:lnTo>
                  <a:pt x="5776" y="1896440"/>
                </a:lnTo>
                <a:lnTo>
                  <a:pt x="2809" y="1942359"/>
                </a:lnTo>
                <a:lnTo>
                  <a:pt x="881" y="1988465"/>
                </a:lnTo>
                <a:lnTo>
                  <a:pt x="0" y="2034744"/>
                </a:lnTo>
                <a:lnTo>
                  <a:pt x="175" y="2081181"/>
                </a:lnTo>
                <a:lnTo>
                  <a:pt x="1416" y="2127762"/>
                </a:lnTo>
                <a:lnTo>
                  <a:pt x="3731" y="2174473"/>
                </a:lnTo>
                <a:lnTo>
                  <a:pt x="7130" y="2221298"/>
                </a:lnTo>
                <a:lnTo>
                  <a:pt x="11621" y="2268224"/>
                </a:lnTo>
                <a:lnTo>
                  <a:pt x="17214" y="2315236"/>
                </a:lnTo>
                <a:lnTo>
                  <a:pt x="23917" y="2362320"/>
                </a:lnTo>
                <a:lnTo>
                  <a:pt x="31739" y="2409460"/>
                </a:lnTo>
                <a:lnTo>
                  <a:pt x="40690" y="2456643"/>
                </a:lnTo>
                <a:lnTo>
                  <a:pt x="50778" y="2503854"/>
                </a:lnTo>
                <a:lnTo>
                  <a:pt x="62012" y="2551079"/>
                </a:lnTo>
                <a:lnTo>
                  <a:pt x="74402" y="2598303"/>
                </a:lnTo>
                <a:lnTo>
                  <a:pt x="87955" y="2645511"/>
                </a:lnTo>
                <a:lnTo>
                  <a:pt x="103545" y="2695721"/>
                </a:lnTo>
                <a:lnTo>
                  <a:pt x="119979" y="2745097"/>
                </a:lnTo>
                <a:lnTo>
                  <a:pt x="137254" y="2793638"/>
                </a:lnTo>
                <a:lnTo>
                  <a:pt x="155366" y="2841343"/>
                </a:lnTo>
                <a:lnTo>
                  <a:pt x="174314" y="2888212"/>
                </a:lnTo>
                <a:lnTo>
                  <a:pt x="194094" y="2934244"/>
                </a:lnTo>
                <a:lnTo>
                  <a:pt x="214703" y="2979438"/>
                </a:lnTo>
                <a:lnTo>
                  <a:pt x="236139" y="3023794"/>
                </a:lnTo>
                <a:lnTo>
                  <a:pt x="258399" y="3067311"/>
                </a:lnTo>
                <a:lnTo>
                  <a:pt x="281479" y="3109988"/>
                </a:lnTo>
                <a:lnTo>
                  <a:pt x="305376" y="3151824"/>
                </a:lnTo>
                <a:lnTo>
                  <a:pt x="330089" y="3192820"/>
                </a:lnTo>
                <a:lnTo>
                  <a:pt x="355614" y="3232974"/>
                </a:lnTo>
                <a:lnTo>
                  <a:pt x="381947" y="3272286"/>
                </a:lnTo>
                <a:lnTo>
                  <a:pt x="409087" y="3310754"/>
                </a:lnTo>
                <a:lnTo>
                  <a:pt x="437030" y="3348379"/>
                </a:lnTo>
                <a:lnTo>
                  <a:pt x="465773" y="3385160"/>
                </a:lnTo>
                <a:lnTo>
                  <a:pt x="495314" y="3421095"/>
                </a:lnTo>
                <a:lnTo>
                  <a:pt x="525650" y="3456185"/>
                </a:lnTo>
                <a:lnTo>
                  <a:pt x="556777" y="3490428"/>
                </a:lnTo>
                <a:lnTo>
                  <a:pt x="588693" y="3523824"/>
                </a:lnTo>
                <a:lnTo>
                  <a:pt x="621394" y="3556373"/>
                </a:lnTo>
                <a:lnTo>
                  <a:pt x="654879" y="3588073"/>
                </a:lnTo>
                <a:lnTo>
                  <a:pt x="689144" y="3618925"/>
                </a:lnTo>
                <a:lnTo>
                  <a:pt x="724186" y="3648926"/>
                </a:lnTo>
                <a:lnTo>
                  <a:pt x="760002" y="3678077"/>
                </a:lnTo>
                <a:lnTo>
                  <a:pt x="796589" y="3706377"/>
                </a:lnTo>
                <a:lnTo>
                  <a:pt x="833945" y="3733826"/>
                </a:lnTo>
                <a:lnTo>
                  <a:pt x="872067" y="3760422"/>
                </a:lnTo>
                <a:lnTo>
                  <a:pt x="910951" y="3786164"/>
                </a:lnTo>
                <a:lnTo>
                  <a:pt x="950595" y="3811054"/>
                </a:lnTo>
                <a:lnTo>
                  <a:pt x="990996" y="3835088"/>
                </a:lnTo>
                <a:lnTo>
                  <a:pt x="1032151" y="3858268"/>
                </a:lnTo>
                <a:lnTo>
                  <a:pt x="1074057" y="3880592"/>
                </a:lnTo>
                <a:lnTo>
                  <a:pt x="1116711" y="3902060"/>
                </a:lnTo>
                <a:lnTo>
                  <a:pt x="1160111" y="3922670"/>
                </a:lnTo>
                <a:lnTo>
                  <a:pt x="1204253" y="3942423"/>
                </a:lnTo>
                <a:lnTo>
                  <a:pt x="1249134" y="3961318"/>
                </a:lnTo>
                <a:lnTo>
                  <a:pt x="1294752" y="3979353"/>
                </a:lnTo>
                <a:lnTo>
                  <a:pt x="1341104" y="3996529"/>
                </a:lnTo>
                <a:lnTo>
                  <a:pt x="1388186" y="4012844"/>
                </a:lnTo>
                <a:lnTo>
                  <a:pt x="1435996" y="4028298"/>
                </a:lnTo>
                <a:lnTo>
                  <a:pt x="1484532" y="4042891"/>
                </a:lnTo>
                <a:lnTo>
                  <a:pt x="1533789" y="4056621"/>
                </a:lnTo>
                <a:lnTo>
                  <a:pt x="1583766" y="4069488"/>
                </a:lnTo>
                <a:lnTo>
                  <a:pt x="1634459" y="4081491"/>
                </a:lnTo>
                <a:lnTo>
                  <a:pt x="1685865" y="4092630"/>
                </a:lnTo>
                <a:lnTo>
                  <a:pt x="1736642" y="4102466"/>
                </a:lnTo>
                <a:lnTo>
                  <a:pt x="1787289" y="4110947"/>
                </a:lnTo>
                <a:lnTo>
                  <a:pt x="1837803" y="4118080"/>
                </a:lnTo>
                <a:lnTo>
                  <a:pt x="1888182" y="4123874"/>
                </a:lnTo>
                <a:lnTo>
                  <a:pt x="1938421" y="4128335"/>
                </a:lnTo>
                <a:lnTo>
                  <a:pt x="1988519" y="4131472"/>
                </a:lnTo>
                <a:lnTo>
                  <a:pt x="2038470" y="4133293"/>
                </a:lnTo>
                <a:lnTo>
                  <a:pt x="2088273" y="4133805"/>
                </a:lnTo>
                <a:lnTo>
                  <a:pt x="2137924" y="4133015"/>
                </a:lnTo>
                <a:lnTo>
                  <a:pt x="2187420" y="4130933"/>
                </a:lnTo>
                <a:lnTo>
                  <a:pt x="2236757" y="4127565"/>
                </a:lnTo>
                <a:lnTo>
                  <a:pt x="2285933" y="4122919"/>
                </a:lnTo>
                <a:lnTo>
                  <a:pt x="2334943" y="4117003"/>
                </a:lnTo>
                <a:lnTo>
                  <a:pt x="2383786" y="4109825"/>
                </a:lnTo>
                <a:lnTo>
                  <a:pt x="2432457" y="4101393"/>
                </a:lnTo>
                <a:lnTo>
                  <a:pt x="2480954" y="4091713"/>
                </a:lnTo>
                <a:lnTo>
                  <a:pt x="2529273" y="4080795"/>
                </a:lnTo>
                <a:lnTo>
                  <a:pt x="2577411" y="4068646"/>
                </a:lnTo>
                <a:lnTo>
                  <a:pt x="2625365" y="4055273"/>
                </a:lnTo>
                <a:lnTo>
                  <a:pt x="2673131" y="4040684"/>
                </a:lnTo>
                <a:lnTo>
                  <a:pt x="2720707" y="4024887"/>
                </a:lnTo>
                <a:lnTo>
                  <a:pt x="2768089" y="4007890"/>
                </a:lnTo>
                <a:lnTo>
                  <a:pt x="2815273" y="3989701"/>
                </a:lnTo>
                <a:lnTo>
                  <a:pt x="2862258" y="3970327"/>
                </a:lnTo>
                <a:lnTo>
                  <a:pt x="2909038" y="3949776"/>
                </a:lnTo>
                <a:lnTo>
                  <a:pt x="2955612" y="3928056"/>
                </a:lnTo>
                <a:lnTo>
                  <a:pt x="3001976" y="3905174"/>
                </a:lnTo>
                <a:lnTo>
                  <a:pt x="3048127" y="3881139"/>
                </a:lnTo>
                <a:lnTo>
                  <a:pt x="3093489" y="3855930"/>
                </a:lnTo>
                <a:lnTo>
                  <a:pt x="3137793" y="3829442"/>
                </a:lnTo>
                <a:lnTo>
                  <a:pt x="3181111" y="3801751"/>
                </a:lnTo>
                <a:lnTo>
                  <a:pt x="3223510" y="3772936"/>
                </a:lnTo>
                <a:lnTo>
                  <a:pt x="3265059" y="3743076"/>
                </a:lnTo>
                <a:lnTo>
                  <a:pt x="3305828" y="3712248"/>
                </a:lnTo>
                <a:lnTo>
                  <a:pt x="3345885" y="3680532"/>
                </a:lnTo>
                <a:lnTo>
                  <a:pt x="3385300" y="3648005"/>
                </a:lnTo>
                <a:lnTo>
                  <a:pt x="3424141" y="3614747"/>
                </a:lnTo>
                <a:lnTo>
                  <a:pt x="3462478" y="3580834"/>
                </a:lnTo>
                <a:lnTo>
                  <a:pt x="3500379" y="3546347"/>
                </a:lnTo>
                <a:lnTo>
                  <a:pt x="3537914" y="3511362"/>
                </a:lnTo>
                <a:lnTo>
                  <a:pt x="3575151" y="3475959"/>
                </a:lnTo>
                <a:lnTo>
                  <a:pt x="3612160" y="3440216"/>
                </a:lnTo>
                <a:lnTo>
                  <a:pt x="3649009" y="3404211"/>
                </a:lnTo>
                <a:lnTo>
                  <a:pt x="3686119" y="3368463"/>
                </a:lnTo>
                <a:lnTo>
                  <a:pt x="3723608" y="3333689"/>
                </a:lnTo>
                <a:lnTo>
                  <a:pt x="3761476" y="3299887"/>
                </a:lnTo>
                <a:lnTo>
                  <a:pt x="3799723" y="3267060"/>
                </a:lnTo>
                <a:lnTo>
                  <a:pt x="3838347" y="3235205"/>
                </a:lnTo>
                <a:lnTo>
                  <a:pt x="3877349" y="3204324"/>
                </a:lnTo>
                <a:lnTo>
                  <a:pt x="3916727" y="3174416"/>
                </a:lnTo>
                <a:lnTo>
                  <a:pt x="3956481" y="3145481"/>
                </a:lnTo>
                <a:lnTo>
                  <a:pt x="3996611" y="3117519"/>
                </a:lnTo>
                <a:lnTo>
                  <a:pt x="4037116" y="3090530"/>
                </a:lnTo>
                <a:lnTo>
                  <a:pt x="4077994" y="3064514"/>
                </a:lnTo>
                <a:lnTo>
                  <a:pt x="4119247" y="3039471"/>
                </a:lnTo>
                <a:lnTo>
                  <a:pt x="4160872" y="3015401"/>
                </a:lnTo>
                <a:lnTo>
                  <a:pt x="4202869" y="2992304"/>
                </a:lnTo>
                <a:lnTo>
                  <a:pt x="4245238" y="2970179"/>
                </a:lnTo>
                <a:lnTo>
                  <a:pt x="4287979" y="2949027"/>
                </a:lnTo>
                <a:lnTo>
                  <a:pt x="4331089" y="2928848"/>
                </a:lnTo>
                <a:lnTo>
                  <a:pt x="4374570" y="2909642"/>
                </a:lnTo>
                <a:lnTo>
                  <a:pt x="4418419" y="2891408"/>
                </a:lnTo>
                <a:lnTo>
                  <a:pt x="4462638" y="2874147"/>
                </a:lnTo>
                <a:lnTo>
                  <a:pt x="4507224" y="2857858"/>
                </a:lnTo>
                <a:lnTo>
                  <a:pt x="4552178" y="2842542"/>
                </a:lnTo>
                <a:lnTo>
                  <a:pt x="4597498" y="2828198"/>
                </a:lnTo>
                <a:lnTo>
                  <a:pt x="4643184" y="2814827"/>
                </a:lnTo>
                <a:lnTo>
                  <a:pt x="4689236" y="2802428"/>
                </a:lnTo>
                <a:lnTo>
                  <a:pt x="4735653" y="2791001"/>
                </a:lnTo>
                <a:lnTo>
                  <a:pt x="4782435" y="2780546"/>
                </a:lnTo>
                <a:lnTo>
                  <a:pt x="4829579" y="2771064"/>
                </a:lnTo>
                <a:lnTo>
                  <a:pt x="4877087" y="2762554"/>
                </a:lnTo>
                <a:lnTo>
                  <a:pt x="4924958" y="2755016"/>
                </a:lnTo>
                <a:lnTo>
                  <a:pt x="4973190" y="2748450"/>
                </a:lnTo>
                <a:lnTo>
                  <a:pt x="5021783" y="2742855"/>
                </a:lnTo>
                <a:lnTo>
                  <a:pt x="5070737" y="2738233"/>
                </a:lnTo>
                <a:lnTo>
                  <a:pt x="5120051" y="2734583"/>
                </a:lnTo>
                <a:lnTo>
                  <a:pt x="5169724" y="2731905"/>
                </a:lnTo>
                <a:lnTo>
                  <a:pt x="5219756" y="2730198"/>
                </a:lnTo>
                <a:lnTo>
                  <a:pt x="5270146" y="2729464"/>
                </a:lnTo>
                <a:lnTo>
                  <a:pt x="5320893" y="2729701"/>
                </a:lnTo>
                <a:lnTo>
                  <a:pt x="5371997" y="2730909"/>
                </a:lnTo>
                <a:lnTo>
                  <a:pt x="5423458" y="2733090"/>
                </a:lnTo>
                <a:lnTo>
                  <a:pt x="5475151" y="2736339"/>
                </a:lnTo>
                <a:lnTo>
                  <a:pt x="5526469" y="2740726"/>
                </a:lnTo>
                <a:lnTo>
                  <a:pt x="5577412" y="2746243"/>
                </a:lnTo>
                <a:lnTo>
                  <a:pt x="5627984" y="2752884"/>
                </a:lnTo>
                <a:lnTo>
                  <a:pt x="5678184" y="2760643"/>
                </a:lnTo>
                <a:lnTo>
                  <a:pt x="5728014" y="2769513"/>
                </a:lnTo>
                <a:lnTo>
                  <a:pt x="5777476" y="2779488"/>
                </a:lnTo>
                <a:lnTo>
                  <a:pt x="5826571" y="2790562"/>
                </a:lnTo>
                <a:lnTo>
                  <a:pt x="5875301" y="2802727"/>
                </a:lnTo>
                <a:lnTo>
                  <a:pt x="5923667" y="2815978"/>
                </a:lnTo>
                <a:lnTo>
                  <a:pt x="5971670" y="2830308"/>
                </a:lnTo>
                <a:lnTo>
                  <a:pt x="6019312" y="2845711"/>
                </a:lnTo>
                <a:lnTo>
                  <a:pt x="6066594" y="2862180"/>
                </a:lnTo>
                <a:lnTo>
                  <a:pt x="6113518" y="2879709"/>
                </a:lnTo>
                <a:lnTo>
                  <a:pt x="6160084" y="2898291"/>
                </a:lnTo>
                <a:lnTo>
                  <a:pt x="6206296" y="2917920"/>
                </a:lnTo>
                <a:lnTo>
                  <a:pt x="6252152" y="2938590"/>
                </a:lnTo>
                <a:lnTo>
                  <a:pt x="6297657" y="2960294"/>
                </a:lnTo>
                <a:lnTo>
                  <a:pt x="6342809" y="2983026"/>
                </a:lnTo>
                <a:lnTo>
                  <a:pt x="6387612" y="3006779"/>
                </a:lnTo>
                <a:lnTo>
                  <a:pt x="6432067" y="3031547"/>
                </a:lnTo>
                <a:lnTo>
                  <a:pt x="6476174" y="3057323"/>
                </a:lnTo>
                <a:lnTo>
                  <a:pt x="6519935" y="3084101"/>
                </a:lnTo>
                <a:lnTo>
                  <a:pt x="6563353" y="3111875"/>
                </a:lnTo>
                <a:lnTo>
                  <a:pt x="6606427" y="3140638"/>
                </a:lnTo>
                <a:lnTo>
                  <a:pt x="6646964" y="3169220"/>
                </a:lnTo>
                <a:lnTo>
                  <a:pt x="6686527" y="3198890"/>
                </a:lnTo>
                <a:lnTo>
                  <a:pt x="6725222" y="3229525"/>
                </a:lnTo>
                <a:lnTo>
                  <a:pt x="6763161" y="3261005"/>
                </a:lnTo>
                <a:lnTo>
                  <a:pt x="6800450" y="3293209"/>
                </a:lnTo>
                <a:lnTo>
                  <a:pt x="6837200" y="3326015"/>
                </a:lnTo>
                <a:lnTo>
                  <a:pt x="6873519" y="3359301"/>
                </a:lnTo>
                <a:lnTo>
                  <a:pt x="6909515" y="3392947"/>
                </a:lnTo>
                <a:lnTo>
                  <a:pt x="7052457" y="3528698"/>
                </a:lnTo>
                <a:lnTo>
                  <a:pt x="7088475" y="3562321"/>
                </a:lnTo>
                <a:lnTo>
                  <a:pt x="7127442" y="3597600"/>
                </a:lnTo>
                <a:lnTo>
                  <a:pt x="7166855" y="3631754"/>
                </a:lnTo>
                <a:lnTo>
                  <a:pt x="7206714" y="3664781"/>
                </a:lnTo>
                <a:lnTo>
                  <a:pt x="7247020" y="3696681"/>
                </a:lnTo>
                <a:lnTo>
                  <a:pt x="7287774" y="3727453"/>
                </a:lnTo>
                <a:lnTo>
                  <a:pt x="7328975" y="3757096"/>
                </a:lnTo>
                <a:lnTo>
                  <a:pt x="7370625" y="3785609"/>
                </a:lnTo>
                <a:lnTo>
                  <a:pt x="7412724" y="3812991"/>
                </a:lnTo>
                <a:lnTo>
                  <a:pt x="7455272" y="3839242"/>
                </a:lnTo>
                <a:lnTo>
                  <a:pt x="7498270" y="3864360"/>
                </a:lnTo>
                <a:lnTo>
                  <a:pt x="7541718" y="3888345"/>
                </a:lnTo>
                <a:lnTo>
                  <a:pt x="7585618" y="3911196"/>
                </a:lnTo>
                <a:lnTo>
                  <a:pt x="7629968" y="3932913"/>
                </a:lnTo>
                <a:lnTo>
                  <a:pt x="7674771" y="3953493"/>
                </a:lnTo>
                <a:lnTo>
                  <a:pt x="7720026" y="3972937"/>
                </a:lnTo>
                <a:lnTo>
                  <a:pt x="7765734" y="3991243"/>
                </a:lnTo>
                <a:lnTo>
                  <a:pt x="7811895" y="4008412"/>
                </a:lnTo>
                <a:lnTo>
                  <a:pt x="7858510" y="4024441"/>
                </a:lnTo>
                <a:lnTo>
                  <a:pt x="7905579" y="4039330"/>
                </a:lnTo>
                <a:lnTo>
                  <a:pt x="7953103" y="4053078"/>
                </a:lnTo>
                <a:lnTo>
                  <a:pt x="8001082" y="4065685"/>
                </a:lnTo>
                <a:lnTo>
                  <a:pt x="8049517" y="4077149"/>
                </a:lnTo>
                <a:lnTo>
                  <a:pt x="8098408" y="4087470"/>
                </a:lnTo>
                <a:lnTo>
                  <a:pt x="8147756" y="4096646"/>
                </a:lnTo>
                <a:lnTo>
                  <a:pt x="8197562" y="4104678"/>
                </a:lnTo>
                <a:lnTo>
                  <a:pt x="8247825" y="4111564"/>
                </a:lnTo>
                <a:lnTo>
                  <a:pt x="8298546" y="4117303"/>
                </a:lnTo>
                <a:lnTo>
                  <a:pt x="8349726" y="4121894"/>
                </a:lnTo>
                <a:lnTo>
                  <a:pt x="8401366" y="4125337"/>
                </a:lnTo>
                <a:lnTo>
                  <a:pt x="8453465" y="4127631"/>
                </a:lnTo>
                <a:lnTo>
                  <a:pt x="8506024" y="4128775"/>
                </a:lnTo>
                <a:lnTo>
                  <a:pt x="8559526" y="4128553"/>
                </a:lnTo>
                <a:lnTo>
                  <a:pt x="8612835" y="4126850"/>
                </a:lnTo>
                <a:lnTo>
                  <a:pt x="8665963" y="4123678"/>
                </a:lnTo>
                <a:lnTo>
                  <a:pt x="8718920" y="4119046"/>
                </a:lnTo>
                <a:lnTo>
                  <a:pt x="8771718" y="4112968"/>
                </a:lnTo>
                <a:lnTo>
                  <a:pt x="8824365" y="4105453"/>
                </a:lnTo>
                <a:lnTo>
                  <a:pt x="8876875" y="4096513"/>
                </a:lnTo>
                <a:lnTo>
                  <a:pt x="8929257" y="4086159"/>
                </a:lnTo>
                <a:lnTo>
                  <a:pt x="8980045" y="4074835"/>
                </a:lnTo>
                <a:lnTo>
                  <a:pt x="9030192" y="4062470"/>
                </a:lnTo>
                <a:lnTo>
                  <a:pt x="9079697" y="4049060"/>
                </a:lnTo>
                <a:lnTo>
                  <a:pt x="9128558" y="4034608"/>
                </a:lnTo>
                <a:lnTo>
                  <a:pt x="9176775" y="4019112"/>
                </a:lnTo>
                <a:lnTo>
                  <a:pt x="9224345" y="4002573"/>
                </a:lnTo>
                <a:lnTo>
                  <a:pt x="9271269" y="3984990"/>
                </a:lnTo>
                <a:lnTo>
                  <a:pt x="9317544" y="3966364"/>
                </a:lnTo>
                <a:lnTo>
                  <a:pt x="9363170" y="3946693"/>
                </a:lnTo>
                <a:lnTo>
                  <a:pt x="9408146" y="3925978"/>
                </a:lnTo>
                <a:lnTo>
                  <a:pt x="9452470" y="3904219"/>
                </a:lnTo>
                <a:lnTo>
                  <a:pt x="9496141" y="3881415"/>
                </a:lnTo>
                <a:lnTo>
                  <a:pt x="9539157" y="3857567"/>
                </a:lnTo>
                <a:lnTo>
                  <a:pt x="9581519" y="3832674"/>
                </a:lnTo>
                <a:lnTo>
                  <a:pt x="9623224" y="3806736"/>
                </a:lnTo>
                <a:lnTo>
                  <a:pt x="9664272" y="3779753"/>
                </a:lnTo>
                <a:lnTo>
                  <a:pt x="9704660" y="3751725"/>
                </a:lnTo>
                <a:lnTo>
                  <a:pt x="9744389" y="3722651"/>
                </a:lnTo>
                <a:lnTo>
                  <a:pt x="9783457" y="3692532"/>
                </a:lnTo>
                <a:lnTo>
                  <a:pt x="9821862" y="3661367"/>
                </a:lnTo>
                <a:lnTo>
                  <a:pt x="9859604" y="3629157"/>
                </a:lnTo>
                <a:lnTo>
                  <a:pt x="9896681" y="3595900"/>
                </a:lnTo>
                <a:lnTo>
                  <a:pt x="9933093" y="3561598"/>
                </a:lnTo>
                <a:lnTo>
                  <a:pt x="9968837" y="3526249"/>
                </a:lnTo>
                <a:lnTo>
                  <a:pt x="10003914" y="3489853"/>
                </a:lnTo>
                <a:lnTo>
                  <a:pt x="10038320" y="3452411"/>
                </a:lnTo>
                <a:lnTo>
                  <a:pt x="10072057" y="3413923"/>
                </a:lnTo>
                <a:lnTo>
                  <a:pt x="10105121" y="3374387"/>
                </a:lnTo>
                <a:lnTo>
                  <a:pt x="10137513" y="3333804"/>
                </a:lnTo>
                <a:lnTo>
                  <a:pt x="10168423" y="3293235"/>
                </a:lnTo>
                <a:lnTo>
                  <a:pt x="10198182" y="3252277"/>
                </a:lnTo>
                <a:lnTo>
                  <a:pt x="10226791" y="3210930"/>
                </a:lnTo>
                <a:lnTo>
                  <a:pt x="10254252" y="3169197"/>
                </a:lnTo>
                <a:lnTo>
                  <a:pt x="10280566" y="3127078"/>
                </a:lnTo>
                <a:lnTo>
                  <a:pt x="10305734" y="3084573"/>
                </a:lnTo>
                <a:lnTo>
                  <a:pt x="10329757" y="3041684"/>
                </a:lnTo>
                <a:lnTo>
                  <a:pt x="10352636" y="2998412"/>
                </a:lnTo>
                <a:lnTo>
                  <a:pt x="10374373" y="2954756"/>
                </a:lnTo>
                <a:lnTo>
                  <a:pt x="10394968" y="2910719"/>
                </a:lnTo>
                <a:lnTo>
                  <a:pt x="10414423" y="2866300"/>
                </a:lnTo>
                <a:lnTo>
                  <a:pt x="10432739" y="2821501"/>
                </a:lnTo>
                <a:lnTo>
                  <a:pt x="10449916" y="2776323"/>
                </a:lnTo>
                <a:lnTo>
                  <a:pt x="10465957" y="2730766"/>
                </a:lnTo>
                <a:lnTo>
                  <a:pt x="10480862" y="2684831"/>
                </a:lnTo>
                <a:lnTo>
                  <a:pt x="10494633" y="2638520"/>
                </a:lnTo>
                <a:lnTo>
                  <a:pt x="10507270" y="2591832"/>
                </a:lnTo>
                <a:lnTo>
                  <a:pt x="10518775" y="2544769"/>
                </a:lnTo>
                <a:lnTo>
                  <a:pt x="10529148" y="2497331"/>
                </a:lnTo>
                <a:lnTo>
                  <a:pt x="10538392" y="2449520"/>
                </a:lnTo>
                <a:lnTo>
                  <a:pt x="10546507" y="2401336"/>
                </a:lnTo>
                <a:lnTo>
                  <a:pt x="10553494" y="2352780"/>
                </a:lnTo>
                <a:lnTo>
                  <a:pt x="10559354" y="2303854"/>
                </a:lnTo>
                <a:lnTo>
                  <a:pt x="10564089" y="2254556"/>
                </a:lnTo>
                <a:lnTo>
                  <a:pt x="10567700" y="2204890"/>
                </a:lnTo>
                <a:lnTo>
                  <a:pt x="10570188" y="2154855"/>
                </a:lnTo>
                <a:lnTo>
                  <a:pt x="10571554" y="2104452"/>
                </a:lnTo>
                <a:lnTo>
                  <a:pt x="10571799" y="2053682"/>
                </a:lnTo>
                <a:lnTo>
                  <a:pt x="10570924" y="2002547"/>
                </a:lnTo>
                <a:lnTo>
                  <a:pt x="10568862" y="1949740"/>
                </a:lnTo>
                <a:lnTo>
                  <a:pt x="10565614" y="1897190"/>
                </a:lnTo>
                <a:lnTo>
                  <a:pt x="10561147" y="1844908"/>
                </a:lnTo>
                <a:lnTo>
                  <a:pt x="10555425" y="1792905"/>
                </a:lnTo>
                <a:lnTo>
                  <a:pt x="10548415" y="1741193"/>
                </a:lnTo>
                <a:lnTo>
                  <a:pt x="10540081" y="1689784"/>
                </a:lnTo>
                <a:lnTo>
                  <a:pt x="10530390" y="1638689"/>
                </a:lnTo>
                <a:lnTo>
                  <a:pt x="10519307" y="1587919"/>
                </a:lnTo>
                <a:lnTo>
                  <a:pt x="10506798" y="1537486"/>
                </a:lnTo>
                <a:lnTo>
                  <a:pt x="10492828" y="1487403"/>
                </a:lnTo>
                <a:lnTo>
                  <a:pt x="10477362" y="1437679"/>
                </a:lnTo>
                <a:lnTo>
                  <a:pt x="10460367" y="1388328"/>
                </a:lnTo>
                <a:lnTo>
                  <a:pt x="10441809" y="1339361"/>
                </a:lnTo>
                <a:lnTo>
                  <a:pt x="10421651" y="1290788"/>
                </a:lnTo>
                <a:lnTo>
                  <a:pt x="10400151" y="1242461"/>
                </a:lnTo>
                <a:lnTo>
                  <a:pt x="10377928" y="1195016"/>
                </a:lnTo>
                <a:lnTo>
                  <a:pt x="10354981" y="1148456"/>
                </a:lnTo>
                <a:lnTo>
                  <a:pt x="10331312" y="1102782"/>
                </a:lnTo>
                <a:lnTo>
                  <a:pt x="10306918" y="1057996"/>
                </a:lnTo>
                <a:lnTo>
                  <a:pt x="10281801" y="1014100"/>
                </a:lnTo>
                <a:lnTo>
                  <a:pt x="10255959" y="971096"/>
                </a:lnTo>
                <a:lnTo>
                  <a:pt x="10229393" y="928986"/>
                </a:lnTo>
                <a:lnTo>
                  <a:pt x="10202101" y="887772"/>
                </a:lnTo>
                <a:lnTo>
                  <a:pt x="10174084" y="847455"/>
                </a:lnTo>
                <a:lnTo>
                  <a:pt x="10145341" y="808038"/>
                </a:lnTo>
                <a:lnTo>
                  <a:pt x="10115872" y="769522"/>
                </a:lnTo>
                <a:lnTo>
                  <a:pt x="10085677" y="731909"/>
                </a:lnTo>
                <a:lnTo>
                  <a:pt x="10054755" y="695202"/>
                </a:lnTo>
                <a:lnTo>
                  <a:pt x="10023106" y="659402"/>
                </a:lnTo>
                <a:lnTo>
                  <a:pt x="9990730" y="624511"/>
                </a:lnTo>
                <a:lnTo>
                  <a:pt x="9957625" y="590530"/>
                </a:lnTo>
                <a:lnTo>
                  <a:pt x="9923793" y="557463"/>
                </a:lnTo>
                <a:lnTo>
                  <a:pt x="9889232" y="525310"/>
                </a:lnTo>
                <a:lnTo>
                  <a:pt x="9853943" y="494074"/>
                </a:lnTo>
                <a:lnTo>
                  <a:pt x="9817924" y="463756"/>
                </a:lnTo>
                <a:lnTo>
                  <a:pt x="9781176" y="434358"/>
                </a:lnTo>
                <a:lnTo>
                  <a:pt x="9743698" y="405883"/>
                </a:lnTo>
                <a:lnTo>
                  <a:pt x="9705490" y="378332"/>
                </a:lnTo>
                <a:lnTo>
                  <a:pt x="9666552" y="351707"/>
                </a:lnTo>
                <a:lnTo>
                  <a:pt x="9626883" y="326010"/>
                </a:lnTo>
                <a:lnTo>
                  <a:pt x="9586482" y="301243"/>
                </a:lnTo>
                <a:lnTo>
                  <a:pt x="9545351" y="277408"/>
                </a:lnTo>
                <a:lnTo>
                  <a:pt x="9503487" y="254506"/>
                </a:lnTo>
                <a:lnTo>
                  <a:pt x="9460891" y="232540"/>
                </a:lnTo>
                <a:lnTo>
                  <a:pt x="9417563" y="211511"/>
                </a:lnTo>
                <a:lnTo>
                  <a:pt x="9373502" y="191421"/>
                </a:lnTo>
                <a:lnTo>
                  <a:pt x="9328708" y="172273"/>
                </a:lnTo>
                <a:lnTo>
                  <a:pt x="9283180" y="154068"/>
                </a:lnTo>
                <a:lnTo>
                  <a:pt x="9236919" y="136808"/>
                </a:lnTo>
                <a:lnTo>
                  <a:pt x="9189923" y="120494"/>
                </a:lnTo>
                <a:lnTo>
                  <a:pt x="9142193" y="105130"/>
                </a:lnTo>
                <a:lnTo>
                  <a:pt x="9093728" y="90716"/>
                </a:lnTo>
                <a:lnTo>
                  <a:pt x="9044528" y="77254"/>
                </a:lnTo>
                <a:lnTo>
                  <a:pt x="8994593" y="64748"/>
                </a:lnTo>
                <a:lnTo>
                  <a:pt x="8943921" y="53197"/>
                </a:lnTo>
                <a:lnTo>
                  <a:pt x="8892514" y="42605"/>
                </a:lnTo>
                <a:lnTo>
                  <a:pt x="8840370" y="32973"/>
                </a:lnTo>
                <a:lnTo>
                  <a:pt x="8789217" y="24689"/>
                </a:lnTo>
                <a:lnTo>
                  <a:pt x="8738289" y="17701"/>
                </a:lnTo>
                <a:lnTo>
                  <a:pt x="8687587" y="12003"/>
                </a:lnTo>
                <a:lnTo>
                  <a:pt x="8637110" y="7589"/>
                </a:lnTo>
                <a:lnTo>
                  <a:pt x="8586860" y="4452"/>
                </a:lnTo>
                <a:lnTo>
                  <a:pt x="8536838" y="2588"/>
                </a:lnTo>
                <a:lnTo>
                  <a:pt x="8487044" y="1989"/>
                </a:lnTo>
                <a:lnTo>
                  <a:pt x="8437478" y="2650"/>
                </a:lnTo>
                <a:lnTo>
                  <a:pt x="8388142" y="4565"/>
                </a:lnTo>
                <a:lnTo>
                  <a:pt x="8339036" y="7727"/>
                </a:lnTo>
                <a:lnTo>
                  <a:pt x="8290160" y="12132"/>
                </a:lnTo>
                <a:lnTo>
                  <a:pt x="8241517" y="17772"/>
                </a:lnTo>
                <a:lnTo>
                  <a:pt x="8193106" y="24641"/>
                </a:lnTo>
                <a:lnTo>
                  <a:pt x="8144927" y="32735"/>
                </a:lnTo>
                <a:lnTo>
                  <a:pt x="8096983" y="42046"/>
                </a:lnTo>
                <a:lnTo>
                  <a:pt x="8049272" y="52569"/>
                </a:lnTo>
                <a:lnTo>
                  <a:pt x="8001797" y="64297"/>
                </a:lnTo>
                <a:lnTo>
                  <a:pt x="7954558" y="77226"/>
                </a:lnTo>
                <a:lnTo>
                  <a:pt x="7907555" y="91348"/>
                </a:lnTo>
                <a:lnTo>
                  <a:pt x="7860789" y="106657"/>
                </a:lnTo>
                <a:lnTo>
                  <a:pt x="7814261" y="123148"/>
                </a:lnTo>
                <a:lnTo>
                  <a:pt x="7767971" y="140815"/>
                </a:lnTo>
                <a:lnTo>
                  <a:pt x="7721921" y="159651"/>
                </a:lnTo>
                <a:lnTo>
                  <a:pt x="7676111" y="179651"/>
                </a:lnTo>
                <a:lnTo>
                  <a:pt x="7630542" y="200809"/>
                </a:lnTo>
                <a:lnTo>
                  <a:pt x="7585214" y="223118"/>
                </a:lnTo>
                <a:lnTo>
                  <a:pt x="7540128" y="246572"/>
                </a:lnTo>
                <a:lnTo>
                  <a:pt x="7495285" y="271167"/>
                </a:lnTo>
                <a:lnTo>
                  <a:pt x="7450685" y="296894"/>
                </a:lnTo>
                <a:lnTo>
                  <a:pt x="7406329" y="323750"/>
                </a:lnTo>
                <a:lnTo>
                  <a:pt x="7362697" y="351882"/>
                </a:lnTo>
                <a:lnTo>
                  <a:pt x="7320219" y="381345"/>
                </a:lnTo>
                <a:lnTo>
                  <a:pt x="7278784" y="412011"/>
                </a:lnTo>
                <a:lnTo>
                  <a:pt x="7238281" y="443754"/>
                </a:lnTo>
                <a:lnTo>
                  <a:pt x="7198601" y="476448"/>
                </a:lnTo>
                <a:lnTo>
                  <a:pt x="7159632" y="509967"/>
                </a:lnTo>
                <a:lnTo>
                  <a:pt x="7121264" y="544184"/>
                </a:lnTo>
                <a:lnTo>
                  <a:pt x="7083386" y="578973"/>
                </a:lnTo>
                <a:lnTo>
                  <a:pt x="7045889" y="614207"/>
                </a:lnTo>
                <a:lnTo>
                  <a:pt x="7008660" y="649761"/>
                </a:lnTo>
                <a:lnTo>
                  <a:pt x="6897486" y="757077"/>
                </a:lnTo>
                <a:lnTo>
                  <a:pt x="6860070" y="792397"/>
                </a:lnTo>
                <a:lnTo>
                  <a:pt x="6822139" y="826952"/>
                </a:lnTo>
                <a:lnTo>
                  <a:pt x="6783670" y="860713"/>
                </a:lnTo>
                <a:lnTo>
                  <a:pt x="6744644" y="893653"/>
                </a:lnTo>
                <a:lnTo>
                  <a:pt x="6705039" y="925743"/>
                </a:lnTo>
                <a:lnTo>
                  <a:pt x="6664835" y="956957"/>
                </a:lnTo>
                <a:lnTo>
                  <a:pt x="6624010" y="987267"/>
                </a:lnTo>
                <a:lnTo>
                  <a:pt x="6582543" y="1016645"/>
                </a:lnTo>
                <a:lnTo>
                  <a:pt x="6540414" y="1045063"/>
                </a:lnTo>
                <a:lnTo>
                  <a:pt x="6497601" y="1072494"/>
                </a:lnTo>
                <a:lnTo>
                  <a:pt x="6454083" y="1098910"/>
                </a:lnTo>
                <a:lnTo>
                  <a:pt x="6409840" y="1124284"/>
                </a:lnTo>
                <a:lnTo>
                  <a:pt x="6364851" y="1148587"/>
                </a:lnTo>
                <a:lnTo>
                  <a:pt x="6319093" y="1171793"/>
                </a:lnTo>
                <a:lnTo>
                  <a:pt x="6272548" y="1193874"/>
                </a:lnTo>
                <a:lnTo>
                  <a:pt x="6225193" y="1214801"/>
                </a:lnTo>
                <a:lnTo>
                  <a:pt x="6178295" y="1234237"/>
                </a:lnTo>
                <a:lnTo>
                  <a:pt x="6131252" y="1252662"/>
                </a:lnTo>
                <a:lnTo>
                  <a:pt x="6084063" y="1270074"/>
                </a:lnTo>
                <a:lnTo>
                  <a:pt x="6036727" y="1286470"/>
                </a:lnTo>
                <a:lnTo>
                  <a:pt x="5989240" y="1301846"/>
                </a:lnTo>
                <a:lnTo>
                  <a:pt x="5941603" y="1316200"/>
                </a:lnTo>
                <a:lnTo>
                  <a:pt x="5893814" y="1329530"/>
                </a:lnTo>
                <a:lnTo>
                  <a:pt x="5845870" y="1341831"/>
                </a:lnTo>
                <a:lnTo>
                  <a:pt x="5797771" y="1353102"/>
                </a:lnTo>
                <a:lnTo>
                  <a:pt x="5749515" y="1363340"/>
                </a:lnTo>
                <a:lnTo>
                  <a:pt x="5701100" y="1372541"/>
                </a:lnTo>
                <a:lnTo>
                  <a:pt x="5652526" y="1380703"/>
                </a:lnTo>
                <a:lnTo>
                  <a:pt x="5603789" y="1387823"/>
                </a:lnTo>
                <a:lnTo>
                  <a:pt x="5554890" y="1393898"/>
                </a:lnTo>
                <a:lnTo>
                  <a:pt x="5505826" y="1398925"/>
                </a:lnTo>
                <a:lnTo>
                  <a:pt x="5456596" y="1402902"/>
                </a:lnTo>
                <a:lnTo>
                  <a:pt x="5407198" y="1405826"/>
                </a:lnTo>
                <a:lnTo>
                  <a:pt x="5357631" y="1407693"/>
                </a:lnTo>
                <a:lnTo>
                  <a:pt x="5307893" y="1408501"/>
                </a:lnTo>
                <a:lnTo>
                  <a:pt x="5257983" y="1408247"/>
                </a:lnTo>
                <a:lnTo>
                  <a:pt x="5207899" y="1406928"/>
                </a:lnTo>
                <a:lnTo>
                  <a:pt x="5157640" y="1404542"/>
                </a:lnTo>
                <a:lnTo>
                  <a:pt x="5107204" y="1401085"/>
                </a:lnTo>
                <a:lnTo>
                  <a:pt x="5056589" y="1396555"/>
                </a:lnTo>
                <a:lnTo>
                  <a:pt x="5005056" y="1390870"/>
                </a:lnTo>
                <a:lnTo>
                  <a:pt x="4953928" y="1384146"/>
                </a:lnTo>
                <a:lnTo>
                  <a:pt x="4903210" y="1376367"/>
                </a:lnTo>
                <a:lnTo>
                  <a:pt x="4852905" y="1367520"/>
                </a:lnTo>
                <a:lnTo>
                  <a:pt x="4803015" y="1357590"/>
                </a:lnTo>
                <a:lnTo>
                  <a:pt x="4753545" y="1346564"/>
                </a:lnTo>
                <a:lnTo>
                  <a:pt x="4704499" y="1334427"/>
                </a:lnTo>
                <a:lnTo>
                  <a:pt x="4655878" y="1321165"/>
                </a:lnTo>
                <a:lnTo>
                  <a:pt x="4607688" y="1306765"/>
                </a:lnTo>
                <a:lnTo>
                  <a:pt x="4559931" y="1291211"/>
                </a:lnTo>
                <a:lnTo>
                  <a:pt x="4512611" y="1274490"/>
                </a:lnTo>
                <a:lnTo>
                  <a:pt x="4465732" y="1256588"/>
                </a:lnTo>
                <a:lnTo>
                  <a:pt x="4419296" y="1237491"/>
                </a:lnTo>
                <a:lnTo>
                  <a:pt x="4373307" y="1217184"/>
                </a:lnTo>
                <a:lnTo>
                  <a:pt x="4327769" y="1195654"/>
                </a:lnTo>
                <a:lnTo>
                  <a:pt x="4282685" y="1172886"/>
                </a:lnTo>
                <a:lnTo>
                  <a:pt x="4238058" y="1148866"/>
                </a:lnTo>
                <a:lnTo>
                  <a:pt x="4193893" y="1123581"/>
                </a:lnTo>
                <a:lnTo>
                  <a:pt x="4150191" y="1097015"/>
                </a:lnTo>
                <a:lnTo>
                  <a:pt x="4106958" y="1069156"/>
                </a:lnTo>
                <a:lnTo>
                  <a:pt x="4064196" y="1039988"/>
                </a:lnTo>
                <a:lnTo>
                  <a:pt x="4021909" y="1009498"/>
                </a:lnTo>
                <a:lnTo>
                  <a:pt x="3981537" y="979204"/>
                </a:lnTo>
                <a:lnTo>
                  <a:pt x="3941540" y="948470"/>
                </a:lnTo>
                <a:lnTo>
                  <a:pt x="3901882" y="917336"/>
                </a:lnTo>
                <a:lnTo>
                  <a:pt x="3862529" y="885844"/>
                </a:lnTo>
                <a:lnTo>
                  <a:pt x="3823446" y="854034"/>
                </a:lnTo>
                <a:lnTo>
                  <a:pt x="3784598" y="821948"/>
                </a:lnTo>
                <a:lnTo>
                  <a:pt x="3745949" y="789626"/>
                </a:lnTo>
                <a:lnTo>
                  <a:pt x="3669112" y="724442"/>
                </a:lnTo>
                <a:lnTo>
                  <a:pt x="3439770" y="527513"/>
                </a:lnTo>
                <a:lnTo>
                  <a:pt x="3399063" y="493518"/>
                </a:lnTo>
                <a:lnTo>
                  <a:pt x="3358083" y="460632"/>
                </a:lnTo>
                <a:lnTo>
                  <a:pt x="3316829" y="428856"/>
                </a:lnTo>
                <a:lnTo>
                  <a:pt x="3275303" y="398193"/>
                </a:lnTo>
                <a:lnTo>
                  <a:pt x="3233505" y="368646"/>
                </a:lnTo>
                <a:lnTo>
                  <a:pt x="3191438" y="340218"/>
                </a:lnTo>
                <a:lnTo>
                  <a:pt x="3149101" y="312910"/>
                </a:lnTo>
                <a:lnTo>
                  <a:pt x="3106496" y="286726"/>
                </a:lnTo>
                <a:lnTo>
                  <a:pt x="3063624" y="261667"/>
                </a:lnTo>
                <a:lnTo>
                  <a:pt x="3020486" y="237737"/>
                </a:lnTo>
                <a:lnTo>
                  <a:pt x="2977083" y="214938"/>
                </a:lnTo>
                <a:lnTo>
                  <a:pt x="2933416" y="193273"/>
                </a:lnTo>
                <a:lnTo>
                  <a:pt x="2889485" y="172743"/>
                </a:lnTo>
                <a:lnTo>
                  <a:pt x="2845293" y="153352"/>
                </a:lnTo>
                <a:lnTo>
                  <a:pt x="2800840" y="135102"/>
                </a:lnTo>
                <a:lnTo>
                  <a:pt x="2756127" y="117995"/>
                </a:lnTo>
                <a:lnTo>
                  <a:pt x="2711155" y="102035"/>
                </a:lnTo>
                <a:lnTo>
                  <a:pt x="2665926" y="87223"/>
                </a:lnTo>
                <a:lnTo>
                  <a:pt x="2620439" y="73563"/>
                </a:lnTo>
                <a:lnTo>
                  <a:pt x="2574697" y="61056"/>
                </a:lnTo>
                <a:lnTo>
                  <a:pt x="2528700" y="49705"/>
                </a:lnTo>
                <a:lnTo>
                  <a:pt x="2482450" y="39514"/>
                </a:lnTo>
                <a:lnTo>
                  <a:pt x="2435947" y="30483"/>
                </a:lnTo>
                <a:lnTo>
                  <a:pt x="2389192" y="22617"/>
                </a:lnTo>
                <a:lnTo>
                  <a:pt x="2342186" y="15917"/>
                </a:lnTo>
                <a:lnTo>
                  <a:pt x="2294932" y="10385"/>
                </a:lnTo>
                <a:lnTo>
                  <a:pt x="2247428" y="6025"/>
                </a:lnTo>
                <a:lnTo>
                  <a:pt x="2199677" y="2839"/>
                </a:lnTo>
                <a:lnTo>
                  <a:pt x="2151680" y="830"/>
                </a:lnTo>
                <a:lnTo>
                  <a:pt x="2103437" y="0"/>
                </a:lnTo>
                <a:close/>
              </a:path>
            </a:pathLst>
          </a:custGeom>
          <a:solidFill>
            <a:srgbClr val="FDDA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6d902d46bf_0_456"/>
          <p:cNvSpPr/>
          <p:nvPr/>
        </p:nvSpPr>
        <p:spPr>
          <a:xfrm>
            <a:off x="8499562" y="1361616"/>
            <a:ext cx="1231740" cy="1231739"/>
          </a:xfrm>
          <a:custGeom>
            <a:rect b="b" l="l" r="r" t="t"/>
            <a:pathLst>
              <a:path extrusionOk="0" h="2027554" w="2027555">
                <a:moveTo>
                  <a:pt x="1013581" y="0"/>
                </a:moveTo>
                <a:lnTo>
                  <a:pt x="965867" y="1103"/>
                </a:lnTo>
                <a:lnTo>
                  <a:pt x="918721" y="4380"/>
                </a:lnTo>
                <a:lnTo>
                  <a:pt x="872192" y="9782"/>
                </a:lnTo>
                <a:lnTo>
                  <a:pt x="826327" y="17261"/>
                </a:lnTo>
                <a:lnTo>
                  <a:pt x="781177" y="26768"/>
                </a:lnTo>
                <a:lnTo>
                  <a:pt x="736789" y="38255"/>
                </a:lnTo>
                <a:lnTo>
                  <a:pt x="693212" y="51672"/>
                </a:lnTo>
                <a:lnTo>
                  <a:pt x="650495" y="66970"/>
                </a:lnTo>
                <a:lnTo>
                  <a:pt x="608686" y="84103"/>
                </a:lnTo>
                <a:lnTo>
                  <a:pt x="567834" y="103019"/>
                </a:lnTo>
                <a:lnTo>
                  <a:pt x="527989" y="123672"/>
                </a:lnTo>
                <a:lnTo>
                  <a:pt x="489198" y="146012"/>
                </a:lnTo>
                <a:lnTo>
                  <a:pt x="451510" y="169990"/>
                </a:lnTo>
                <a:lnTo>
                  <a:pt x="414974" y="195559"/>
                </a:lnTo>
                <a:lnTo>
                  <a:pt x="379638" y="222668"/>
                </a:lnTo>
                <a:lnTo>
                  <a:pt x="345552" y="251271"/>
                </a:lnTo>
                <a:lnTo>
                  <a:pt x="312764" y="281317"/>
                </a:lnTo>
                <a:lnTo>
                  <a:pt x="281322" y="312758"/>
                </a:lnTo>
                <a:lnTo>
                  <a:pt x="251275" y="345546"/>
                </a:lnTo>
                <a:lnTo>
                  <a:pt x="222673" y="379632"/>
                </a:lnTo>
                <a:lnTo>
                  <a:pt x="195562" y="414967"/>
                </a:lnTo>
                <a:lnTo>
                  <a:pt x="169994" y="451503"/>
                </a:lnTo>
                <a:lnTo>
                  <a:pt x="146015" y="489190"/>
                </a:lnTo>
                <a:lnTo>
                  <a:pt x="123674" y="527981"/>
                </a:lnTo>
                <a:lnTo>
                  <a:pt x="103021" y="567826"/>
                </a:lnTo>
                <a:lnTo>
                  <a:pt x="84104" y="608677"/>
                </a:lnTo>
                <a:lnTo>
                  <a:pt x="66972" y="650485"/>
                </a:lnTo>
                <a:lnTo>
                  <a:pt x="51673" y="693202"/>
                </a:lnTo>
                <a:lnTo>
                  <a:pt x="38256" y="736779"/>
                </a:lnTo>
                <a:lnTo>
                  <a:pt x="26769" y="781167"/>
                </a:lnTo>
                <a:lnTo>
                  <a:pt x="17262" y="826317"/>
                </a:lnTo>
                <a:lnTo>
                  <a:pt x="9783" y="872182"/>
                </a:lnTo>
                <a:lnTo>
                  <a:pt x="4380" y="918711"/>
                </a:lnTo>
                <a:lnTo>
                  <a:pt x="1103" y="965857"/>
                </a:lnTo>
                <a:lnTo>
                  <a:pt x="0" y="1013571"/>
                </a:lnTo>
                <a:lnTo>
                  <a:pt x="1103" y="1061285"/>
                </a:lnTo>
                <a:lnTo>
                  <a:pt x="4380" y="1108430"/>
                </a:lnTo>
                <a:lnTo>
                  <a:pt x="9783" y="1154960"/>
                </a:lnTo>
                <a:lnTo>
                  <a:pt x="17262" y="1200824"/>
                </a:lnTo>
                <a:lnTo>
                  <a:pt x="26769" y="1245975"/>
                </a:lnTo>
                <a:lnTo>
                  <a:pt x="38256" y="1290362"/>
                </a:lnTo>
                <a:lnTo>
                  <a:pt x="51673" y="1333939"/>
                </a:lnTo>
                <a:lnTo>
                  <a:pt x="66972" y="1376656"/>
                </a:lnTo>
                <a:lnTo>
                  <a:pt x="84104" y="1418464"/>
                </a:lnTo>
                <a:lnTo>
                  <a:pt x="103021" y="1459315"/>
                </a:lnTo>
                <a:lnTo>
                  <a:pt x="123674" y="1499161"/>
                </a:lnTo>
                <a:lnTo>
                  <a:pt x="146015" y="1537951"/>
                </a:lnTo>
                <a:lnTo>
                  <a:pt x="169994" y="1575639"/>
                </a:lnTo>
                <a:lnTo>
                  <a:pt x="195562" y="1612174"/>
                </a:lnTo>
                <a:lnTo>
                  <a:pt x="222673" y="1647510"/>
                </a:lnTo>
                <a:lnTo>
                  <a:pt x="251275" y="1681595"/>
                </a:lnTo>
                <a:lnTo>
                  <a:pt x="281322" y="1714383"/>
                </a:lnTo>
                <a:lnTo>
                  <a:pt x="312764" y="1745825"/>
                </a:lnTo>
                <a:lnTo>
                  <a:pt x="345552" y="1775871"/>
                </a:lnTo>
                <a:lnTo>
                  <a:pt x="379638" y="1804473"/>
                </a:lnTo>
                <a:lnTo>
                  <a:pt x="414974" y="1831583"/>
                </a:lnTo>
                <a:lnTo>
                  <a:pt x="451510" y="1857151"/>
                </a:lnTo>
                <a:lnTo>
                  <a:pt x="489198" y="1881130"/>
                </a:lnTo>
                <a:lnTo>
                  <a:pt x="527989" y="1903469"/>
                </a:lnTo>
                <a:lnTo>
                  <a:pt x="567834" y="1924122"/>
                </a:lnTo>
                <a:lnTo>
                  <a:pt x="608686" y="1943039"/>
                </a:lnTo>
                <a:lnTo>
                  <a:pt x="650495" y="1960171"/>
                </a:lnTo>
                <a:lnTo>
                  <a:pt x="693212" y="1975470"/>
                </a:lnTo>
                <a:lnTo>
                  <a:pt x="736789" y="1988887"/>
                </a:lnTo>
                <a:lnTo>
                  <a:pt x="781177" y="2000373"/>
                </a:lnTo>
                <a:lnTo>
                  <a:pt x="826327" y="2009880"/>
                </a:lnTo>
                <a:lnTo>
                  <a:pt x="872192" y="2017359"/>
                </a:lnTo>
                <a:lnTo>
                  <a:pt x="918721" y="2022762"/>
                </a:lnTo>
                <a:lnTo>
                  <a:pt x="965867" y="2026039"/>
                </a:lnTo>
                <a:lnTo>
                  <a:pt x="1013581" y="2027142"/>
                </a:lnTo>
                <a:lnTo>
                  <a:pt x="1061294" y="2026039"/>
                </a:lnTo>
                <a:lnTo>
                  <a:pt x="1108439" y="2022762"/>
                </a:lnTo>
                <a:lnTo>
                  <a:pt x="1154968" y="2017359"/>
                </a:lnTo>
                <a:lnTo>
                  <a:pt x="1200832" y="2009880"/>
                </a:lnTo>
                <a:lnTo>
                  <a:pt x="1245982" y="2000373"/>
                </a:lnTo>
                <a:lnTo>
                  <a:pt x="1290369" y="1988887"/>
                </a:lnTo>
                <a:lnTo>
                  <a:pt x="1333946" y="1975470"/>
                </a:lnTo>
                <a:lnTo>
                  <a:pt x="1376662" y="1960171"/>
                </a:lnTo>
                <a:lnTo>
                  <a:pt x="1418470" y="1943039"/>
                </a:lnTo>
                <a:lnTo>
                  <a:pt x="1459321" y="1924122"/>
                </a:lnTo>
                <a:lnTo>
                  <a:pt x="1499167" y="1903469"/>
                </a:lnTo>
                <a:lnTo>
                  <a:pt x="1537957" y="1881130"/>
                </a:lnTo>
                <a:lnTo>
                  <a:pt x="1575645" y="1857151"/>
                </a:lnTo>
                <a:lnTo>
                  <a:pt x="1612180" y="1831583"/>
                </a:lnTo>
                <a:lnTo>
                  <a:pt x="1647516" y="1804473"/>
                </a:lnTo>
                <a:lnTo>
                  <a:pt x="1681602" y="1775871"/>
                </a:lnTo>
                <a:lnTo>
                  <a:pt x="1714390" y="1745825"/>
                </a:lnTo>
                <a:lnTo>
                  <a:pt x="1745831" y="1714383"/>
                </a:lnTo>
                <a:lnTo>
                  <a:pt x="1775878" y="1681595"/>
                </a:lnTo>
                <a:lnTo>
                  <a:pt x="1804480" y="1647510"/>
                </a:lnTo>
                <a:lnTo>
                  <a:pt x="1831590" y="1612174"/>
                </a:lnTo>
                <a:lnTo>
                  <a:pt x="1857159" y="1575639"/>
                </a:lnTo>
                <a:lnTo>
                  <a:pt x="1881138" y="1537951"/>
                </a:lnTo>
                <a:lnTo>
                  <a:pt x="1903478" y="1499161"/>
                </a:lnTo>
                <a:lnTo>
                  <a:pt x="1924131" y="1459315"/>
                </a:lnTo>
                <a:lnTo>
                  <a:pt x="1943048" y="1418464"/>
                </a:lnTo>
                <a:lnTo>
                  <a:pt x="1960180" y="1376656"/>
                </a:lnTo>
                <a:lnTo>
                  <a:pt x="1975479" y="1333939"/>
                </a:lnTo>
                <a:lnTo>
                  <a:pt x="1988896" y="1290362"/>
                </a:lnTo>
                <a:lnTo>
                  <a:pt x="2000383" y="1245975"/>
                </a:lnTo>
                <a:lnTo>
                  <a:pt x="2009890" y="1200824"/>
                </a:lnTo>
                <a:lnTo>
                  <a:pt x="2017369" y="1154960"/>
                </a:lnTo>
                <a:lnTo>
                  <a:pt x="2022772" y="1108430"/>
                </a:lnTo>
                <a:lnTo>
                  <a:pt x="2026049" y="1061285"/>
                </a:lnTo>
                <a:lnTo>
                  <a:pt x="2027152" y="1013571"/>
                </a:lnTo>
                <a:lnTo>
                  <a:pt x="2026049" y="965857"/>
                </a:lnTo>
                <a:lnTo>
                  <a:pt x="2022772" y="918711"/>
                </a:lnTo>
                <a:lnTo>
                  <a:pt x="2017369" y="872182"/>
                </a:lnTo>
                <a:lnTo>
                  <a:pt x="2009890" y="826317"/>
                </a:lnTo>
                <a:lnTo>
                  <a:pt x="2000383" y="781167"/>
                </a:lnTo>
                <a:lnTo>
                  <a:pt x="1988896" y="736779"/>
                </a:lnTo>
                <a:lnTo>
                  <a:pt x="1975479" y="693202"/>
                </a:lnTo>
                <a:lnTo>
                  <a:pt x="1960180" y="650485"/>
                </a:lnTo>
                <a:lnTo>
                  <a:pt x="1943048" y="608677"/>
                </a:lnTo>
                <a:lnTo>
                  <a:pt x="1924131" y="567826"/>
                </a:lnTo>
                <a:lnTo>
                  <a:pt x="1903478" y="527981"/>
                </a:lnTo>
                <a:lnTo>
                  <a:pt x="1881138" y="489190"/>
                </a:lnTo>
                <a:lnTo>
                  <a:pt x="1857159" y="451503"/>
                </a:lnTo>
                <a:lnTo>
                  <a:pt x="1831590" y="414967"/>
                </a:lnTo>
                <a:lnTo>
                  <a:pt x="1804480" y="379632"/>
                </a:lnTo>
                <a:lnTo>
                  <a:pt x="1775878" y="345546"/>
                </a:lnTo>
                <a:lnTo>
                  <a:pt x="1745831" y="312758"/>
                </a:lnTo>
                <a:lnTo>
                  <a:pt x="1714390" y="281317"/>
                </a:lnTo>
                <a:lnTo>
                  <a:pt x="1681602" y="251271"/>
                </a:lnTo>
                <a:lnTo>
                  <a:pt x="1647516" y="222668"/>
                </a:lnTo>
                <a:lnTo>
                  <a:pt x="1612180" y="195559"/>
                </a:lnTo>
                <a:lnTo>
                  <a:pt x="1575645" y="169990"/>
                </a:lnTo>
                <a:lnTo>
                  <a:pt x="1537957" y="146012"/>
                </a:lnTo>
                <a:lnTo>
                  <a:pt x="1499167" y="123672"/>
                </a:lnTo>
                <a:lnTo>
                  <a:pt x="1459321" y="103019"/>
                </a:lnTo>
                <a:lnTo>
                  <a:pt x="1418470" y="84103"/>
                </a:lnTo>
                <a:lnTo>
                  <a:pt x="1376662" y="66970"/>
                </a:lnTo>
                <a:lnTo>
                  <a:pt x="1333946" y="51672"/>
                </a:lnTo>
                <a:lnTo>
                  <a:pt x="1290369" y="38255"/>
                </a:lnTo>
                <a:lnTo>
                  <a:pt x="1245982" y="26768"/>
                </a:lnTo>
                <a:lnTo>
                  <a:pt x="1200832" y="17261"/>
                </a:lnTo>
                <a:lnTo>
                  <a:pt x="1154968" y="9782"/>
                </a:lnTo>
                <a:lnTo>
                  <a:pt x="1108439" y="4380"/>
                </a:lnTo>
                <a:lnTo>
                  <a:pt x="1061294" y="1103"/>
                </a:lnTo>
                <a:lnTo>
                  <a:pt x="1013581" y="0"/>
                </a:lnTo>
                <a:close/>
              </a:path>
            </a:pathLst>
          </a:custGeom>
          <a:solidFill>
            <a:srgbClr val="FDDA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6d902d46bf_0_456"/>
          <p:cNvSpPr/>
          <p:nvPr/>
        </p:nvSpPr>
        <p:spPr>
          <a:xfrm>
            <a:off x="11298754" y="779480"/>
            <a:ext cx="894969" cy="2397900"/>
          </a:xfrm>
          <a:custGeom>
            <a:rect b="b" l="l" r="r" t="t"/>
            <a:pathLst>
              <a:path extrusionOk="0" h="3947160" w="1473200">
                <a:moveTo>
                  <a:pt x="1472925" y="0"/>
                </a:moveTo>
                <a:lnTo>
                  <a:pt x="1426853" y="14074"/>
                </a:lnTo>
                <a:lnTo>
                  <a:pt x="1381337" y="29131"/>
                </a:lnTo>
                <a:lnTo>
                  <a:pt x="1336386" y="45154"/>
                </a:lnTo>
                <a:lnTo>
                  <a:pt x="1292009" y="62130"/>
                </a:lnTo>
                <a:lnTo>
                  <a:pt x="1248215" y="80043"/>
                </a:lnTo>
                <a:lnTo>
                  <a:pt x="1205013" y="98879"/>
                </a:lnTo>
                <a:lnTo>
                  <a:pt x="1162413" y="118624"/>
                </a:lnTo>
                <a:lnTo>
                  <a:pt x="1120423" y="139262"/>
                </a:lnTo>
                <a:lnTo>
                  <a:pt x="1079052" y="160779"/>
                </a:lnTo>
                <a:lnTo>
                  <a:pt x="1038311" y="183160"/>
                </a:lnTo>
                <a:lnTo>
                  <a:pt x="998207" y="206390"/>
                </a:lnTo>
                <a:lnTo>
                  <a:pt x="958750" y="230456"/>
                </a:lnTo>
                <a:lnTo>
                  <a:pt x="919948" y="255342"/>
                </a:lnTo>
                <a:lnTo>
                  <a:pt x="881812" y="281034"/>
                </a:lnTo>
                <a:lnTo>
                  <a:pt x="844350" y="307516"/>
                </a:lnTo>
                <a:lnTo>
                  <a:pt x="807571" y="334775"/>
                </a:lnTo>
                <a:lnTo>
                  <a:pt x="771484" y="362796"/>
                </a:lnTo>
                <a:lnTo>
                  <a:pt x="736099" y="391563"/>
                </a:lnTo>
                <a:lnTo>
                  <a:pt x="701424" y="421063"/>
                </a:lnTo>
                <a:lnTo>
                  <a:pt x="667468" y="451281"/>
                </a:lnTo>
                <a:lnTo>
                  <a:pt x="634241" y="482201"/>
                </a:lnTo>
                <a:lnTo>
                  <a:pt x="601752" y="513810"/>
                </a:lnTo>
                <a:lnTo>
                  <a:pt x="570010" y="546092"/>
                </a:lnTo>
                <a:lnTo>
                  <a:pt x="539023" y="579034"/>
                </a:lnTo>
                <a:lnTo>
                  <a:pt x="508802" y="612619"/>
                </a:lnTo>
                <a:lnTo>
                  <a:pt x="479354" y="646835"/>
                </a:lnTo>
                <a:lnTo>
                  <a:pt x="450690" y="681665"/>
                </a:lnTo>
                <a:lnTo>
                  <a:pt x="422818" y="717096"/>
                </a:lnTo>
                <a:lnTo>
                  <a:pt x="395747" y="753112"/>
                </a:lnTo>
                <a:lnTo>
                  <a:pt x="369487" y="789700"/>
                </a:lnTo>
                <a:lnTo>
                  <a:pt x="344046" y="826844"/>
                </a:lnTo>
                <a:lnTo>
                  <a:pt x="319434" y="864529"/>
                </a:lnTo>
                <a:lnTo>
                  <a:pt x="295659" y="902742"/>
                </a:lnTo>
                <a:lnTo>
                  <a:pt x="272731" y="941467"/>
                </a:lnTo>
                <a:lnTo>
                  <a:pt x="250659" y="980690"/>
                </a:lnTo>
                <a:lnTo>
                  <a:pt x="229452" y="1020395"/>
                </a:lnTo>
                <a:lnTo>
                  <a:pt x="209119" y="1060569"/>
                </a:lnTo>
                <a:lnTo>
                  <a:pt x="189669" y="1101197"/>
                </a:lnTo>
                <a:lnTo>
                  <a:pt x="171111" y="1142264"/>
                </a:lnTo>
                <a:lnTo>
                  <a:pt x="153455" y="1183755"/>
                </a:lnTo>
                <a:lnTo>
                  <a:pt x="136709" y="1225656"/>
                </a:lnTo>
                <a:lnTo>
                  <a:pt x="120882" y="1267953"/>
                </a:lnTo>
                <a:lnTo>
                  <a:pt x="105984" y="1310629"/>
                </a:lnTo>
                <a:lnTo>
                  <a:pt x="92024" y="1353671"/>
                </a:lnTo>
                <a:lnTo>
                  <a:pt x="79010" y="1397065"/>
                </a:lnTo>
                <a:lnTo>
                  <a:pt x="66952" y="1440794"/>
                </a:lnTo>
                <a:lnTo>
                  <a:pt x="55859" y="1484846"/>
                </a:lnTo>
                <a:lnTo>
                  <a:pt x="45740" y="1529205"/>
                </a:lnTo>
                <a:lnTo>
                  <a:pt x="36604" y="1573856"/>
                </a:lnTo>
                <a:lnTo>
                  <a:pt x="28461" y="1618785"/>
                </a:lnTo>
                <a:lnTo>
                  <a:pt x="21318" y="1663977"/>
                </a:lnTo>
                <a:lnTo>
                  <a:pt x="15186" y="1709417"/>
                </a:lnTo>
                <a:lnTo>
                  <a:pt x="10074" y="1755091"/>
                </a:lnTo>
                <a:lnTo>
                  <a:pt x="5990" y="1800985"/>
                </a:lnTo>
                <a:lnTo>
                  <a:pt x="2943" y="1847082"/>
                </a:lnTo>
                <a:lnTo>
                  <a:pt x="943" y="1893370"/>
                </a:lnTo>
                <a:lnTo>
                  <a:pt x="0" y="1939833"/>
                </a:lnTo>
                <a:lnTo>
                  <a:pt x="120" y="1986456"/>
                </a:lnTo>
                <a:lnTo>
                  <a:pt x="1315" y="2033225"/>
                </a:lnTo>
                <a:lnTo>
                  <a:pt x="3593" y="2080125"/>
                </a:lnTo>
                <a:lnTo>
                  <a:pt x="6964" y="2127142"/>
                </a:lnTo>
                <a:lnTo>
                  <a:pt x="11435" y="2174261"/>
                </a:lnTo>
                <a:lnTo>
                  <a:pt x="17017" y="2221466"/>
                </a:lnTo>
                <a:lnTo>
                  <a:pt x="23718" y="2268745"/>
                </a:lnTo>
                <a:lnTo>
                  <a:pt x="31547" y="2316081"/>
                </a:lnTo>
                <a:lnTo>
                  <a:pt x="40515" y="2363460"/>
                </a:lnTo>
                <a:lnTo>
                  <a:pt x="50629" y="2410868"/>
                </a:lnTo>
                <a:lnTo>
                  <a:pt x="61898" y="2458289"/>
                </a:lnTo>
                <a:lnTo>
                  <a:pt x="74333" y="2505710"/>
                </a:lnTo>
                <a:lnTo>
                  <a:pt x="87941" y="2553115"/>
                </a:lnTo>
                <a:lnTo>
                  <a:pt x="103817" y="2604230"/>
                </a:lnTo>
                <a:lnTo>
                  <a:pt x="120568" y="2654480"/>
                </a:lnTo>
                <a:lnTo>
                  <a:pt x="138191" y="2703864"/>
                </a:lnTo>
                <a:lnTo>
                  <a:pt x="156683" y="2752382"/>
                </a:lnTo>
                <a:lnTo>
                  <a:pt x="176041" y="2800034"/>
                </a:lnTo>
                <a:lnTo>
                  <a:pt x="196262" y="2846817"/>
                </a:lnTo>
                <a:lnTo>
                  <a:pt x="217343" y="2892732"/>
                </a:lnTo>
                <a:lnTo>
                  <a:pt x="239280" y="2937779"/>
                </a:lnTo>
                <a:lnTo>
                  <a:pt x="262071" y="2981955"/>
                </a:lnTo>
                <a:lnTo>
                  <a:pt x="285713" y="3025261"/>
                </a:lnTo>
                <a:lnTo>
                  <a:pt x="310202" y="3067695"/>
                </a:lnTo>
                <a:lnTo>
                  <a:pt x="335535" y="3109258"/>
                </a:lnTo>
                <a:lnTo>
                  <a:pt x="361710" y="3149948"/>
                </a:lnTo>
                <a:lnTo>
                  <a:pt x="388723" y="3189765"/>
                </a:lnTo>
                <a:lnTo>
                  <a:pt x="416572" y="3228707"/>
                </a:lnTo>
                <a:lnTo>
                  <a:pt x="445252" y="3266775"/>
                </a:lnTo>
                <a:lnTo>
                  <a:pt x="474762" y="3303967"/>
                </a:lnTo>
                <a:lnTo>
                  <a:pt x="505097" y="3340283"/>
                </a:lnTo>
                <a:lnTo>
                  <a:pt x="536255" y="3375722"/>
                </a:lnTo>
                <a:lnTo>
                  <a:pt x="568233" y="3410283"/>
                </a:lnTo>
                <a:lnTo>
                  <a:pt x="601028" y="3443965"/>
                </a:lnTo>
                <a:lnTo>
                  <a:pt x="634636" y="3476769"/>
                </a:lnTo>
                <a:lnTo>
                  <a:pt x="669055" y="3508692"/>
                </a:lnTo>
                <a:lnTo>
                  <a:pt x="704282" y="3539735"/>
                </a:lnTo>
                <a:lnTo>
                  <a:pt x="740312" y="3569897"/>
                </a:lnTo>
                <a:lnTo>
                  <a:pt x="777144" y="3599177"/>
                </a:lnTo>
                <a:lnTo>
                  <a:pt x="814775" y="3627574"/>
                </a:lnTo>
                <a:lnTo>
                  <a:pt x="853200" y="3655087"/>
                </a:lnTo>
                <a:lnTo>
                  <a:pt x="892418" y="3681716"/>
                </a:lnTo>
                <a:lnTo>
                  <a:pt x="932424" y="3707460"/>
                </a:lnTo>
                <a:lnTo>
                  <a:pt x="973217" y="3732319"/>
                </a:lnTo>
                <a:lnTo>
                  <a:pt x="1014792" y="3756291"/>
                </a:lnTo>
                <a:lnTo>
                  <a:pt x="1057147" y="3779376"/>
                </a:lnTo>
                <a:lnTo>
                  <a:pt x="1100279" y="3801574"/>
                </a:lnTo>
                <a:lnTo>
                  <a:pt x="1144185" y="3822882"/>
                </a:lnTo>
                <a:lnTo>
                  <a:pt x="1188861" y="3843302"/>
                </a:lnTo>
                <a:lnTo>
                  <a:pt x="1234304" y="3862832"/>
                </a:lnTo>
                <a:lnTo>
                  <a:pt x="1280512" y="3881470"/>
                </a:lnTo>
                <a:lnTo>
                  <a:pt x="1327481" y="3899218"/>
                </a:lnTo>
                <a:lnTo>
                  <a:pt x="1375208" y="3916073"/>
                </a:lnTo>
                <a:lnTo>
                  <a:pt x="1423691" y="3932036"/>
                </a:lnTo>
                <a:lnTo>
                  <a:pt x="1472925" y="3947104"/>
                </a:lnTo>
                <a:lnTo>
                  <a:pt x="1472925" y="0"/>
                </a:lnTo>
                <a:close/>
              </a:path>
            </a:pathLst>
          </a:custGeom>
          <a:solidFill>
            <a:srgbClr val="5265F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sted-image.pdf" id="313" name="Google Shape;313;g36d902d46bf_0_4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28025" y="6218490"/>
            <a:ext cx="1132800" cy="2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6d902d46bf_0_456"/>
          <p:cNvSpPr txBox="1"/>
          <p:nvPr/>
        </p:nvSpPr>
        <p:spPr>
          <a:xfrm>
            <a:off x="11404771" y="253333"/>
            <a:ext cx="5673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s-GT" sz="1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6d902d46bf_0_471"/>
          <p:cNvSpPr txBox="1"/>
          <p:nvPr>
            <p:ph type="title"/>
          </p:nvPr>
        </p:nvSpPr>
        <p:spPr>
          <a:xfrm>
            <a:off x="653667" y="600203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175" lIns="44175" spcFirstLastPara="1" rIns="44175" wrap="square" tIns="441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4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4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4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4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4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4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4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41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rmación Fondo Blanco">
  <p:cSld name="TITLE_1_1_3_5">
    <p:bg>
      <p:bgPr>
        <a:solidFill>
          <a:schemeClr val="lt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6d902d46bf_0_648"/>
          <p:cNvSpPr txBox="1"/>
          <p:nvPr/>
        </p:nvSpPr>
        <p:spPr>
          <a:xfrm>
            <a:off x="11498833" y="174276"/>
            <a:ext cx="56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s-GT" sz="800" u="none" cap="none" strike="noStrike">
                <a:solidFill>
                  <a:srgbClr val="0028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0028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" name="Google Shape;319;g36d902d46bf_0_648" title="primary logo 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56050" y="6357550"/>
            <a:ext cx="1265004" cy="19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rmación Fondo Blanco 2">
  <p:cSld name="TITLE_1_1_3_7">
    <p:bg>
      <p:bgPr>
        <a:solidFill>
          <a:schemeClr val="lt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4572b9785f_0_325"/>
          <p:cNvSpPr txBox="1"/>
          <p:nvPr/>
        </p:nvSpPr>
        <p:spPr>
          <a:xfrm>
            <a:off x="11498833" y="174276"/>
            <a:ext cx="56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s-GT" sz="800" u="none" cap="none" strike="noStrike">
                <a:solidFill>
                  <a:srgbClr val="0028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0028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4572b9785f_0_325"/>
          <p:cNvSpPr txBox="1"/>
          <p:nvPr/>
        </p:nvSpPr>
        <p:spPr>
          <a:xfrm>
            <a:off x="342833" y="174267"/>
            <a:ext cx="209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GT" sz="80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Proceso con Arquitectura de SSFF</a:t>
            </a:r>
            <a:endParaRPr b="0" i="0" sz="8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23" name="Google Shape;323;g34572b9785f_0_325" title="Logo Col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65764" y="6268975"/>
            <a:ext cx="855306" cy="36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rmación Fondo Gris">
  <p:cSld name="TITLE_1_1_3_4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fc0eb0d7b_0_541"/>
          <p:cNvSpPr txBox="1"/>
          <p:nvPr/>
        </p:nvSpPr>
        <p:spPr>
          <a:xfrm>
            <a:off x="11498833" y="174276"/>
            <a:ext cx="56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87F"/>
              </a:buClr>
              <a:buSzPts val="800"/>
              <a:buFont typeface="Arial"/>
              <a:buNone/>
            </a:pPr>
            <a:fld id="{00000000-1234-1234-1234-123412341234}" type="slidenum">
              <a:rPr b="0" i="0" lang="es-GT" sz="800" u="none" cap="none" strike="noStrike">
                <a:solidFill>
                  <a:srgbClr val="0028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0028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and black logo&#10;&#10;AI-generated content may be incorrect." id="326" name="Google Shape;326;g3afc0eb0d7b_0_5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261" y="6363453"/>
            <a:ext cx="1198174" cy="180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rmación Fondo Blanco 3">
  <p:cSld name="TITLE_1_1_3_8">
    <p:bg>
      <p:bgPr>
        <a:solidFill>
          <a:schemeClr val="lt1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fc0eb0d7b_0_774"/>
          <p:cNvSpPr txBox="1"/>
          <p:nvPr/>
        </p:nvSpPr>
        <p:spPr>
          <a:xfrm>
            <a:off x="11498833" y="174276"/>
            <a:ext cx="56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s-GT" sz="800" u="none" cap="none" strike="noStrike">
                <a:solidFill>
                  <a:srgbClr val="0028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0028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afc0eb0d7b_0_774"/>
          <p:cNvSpPr txBox="1"/>
          <p:nvPr/>
        </p:nvSpPr>
        <p:spPr>
          <a:xfrm>
            <a:off x="342833" y="174267"/>
            <a:ext cx="209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GT" sz="80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Proceso con Arquitectura de SSFF</a:t>
            </a:r>
            <a:endParaRPr b="0" i="0" sz="8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0" name="Google Shape;330;g3afc0eb0d7b_0_774" title="Logo Col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65764" y="6268975"/>
            <a:ext cx="855306" cy="36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rmación Fondo Blanco 4">
  <p:cSld name="TITLE_1_1_3_9">
    <p:bg>
      <p:bgPr>
        <a:solidFill>
          <a:schemeClr val="lt1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fc0eb0d7b_0_1092"/>
          <p:cNvSpPr txBox="1"/>
          <p:nvPr/>
        </p:nvSpPr>
        <p:spPr>
          <a:xfrm>
            <a:off x="11498833" y="174276"/>
            <a:ext cx="56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s-GT" sz="800" u="none" cap="none" strike="noStrike">
                <a:solidFill>
                  <a:srgbClr val="0028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0028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afc0eb0d7b_0_1092"/>
          <p:cNvSpPr txBox="1"/>
          <p:nvPr/>
        </p:nvSpPr>
        <p:spPr>
          <a:xfrm>
            <a:off x="342833" y="174267"/>
            <a:ext cx="209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GT" sz="80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Proceso con Arquitectura de SSFF</a:t>
            </a:r>
            <a:endParaRPr b="0" i="0" sz="8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4" name="Google Shape;334;g3afc0eb0d7b_0_1092" title="Logo Col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65764" y="6268975"/>
            <a:ext cx="855306" cy="36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52.xml"/><Relationship Id="rId24" Type="http://schemas.openxmlformats.org/officeDocument/2006/relationships/theme" Target="../theme/theme1.xml"/><Relationship Id="rId23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e7ead46630_0_255"/>
          <p:cNvSpPr txBox="1"/>
          <p:nvPr>
            <p:ph type="title"/>
          </p:nvPr>
        </p:nvSpPr>
        <p:spPr>
          <a:xfrm>
            <a:off x="415607" y="593368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175" lIns="44175" spcFirstLastPara="1" rIns="44175" wrap="square" tIns="441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2e7ead46630_0_255"/>
          <p:cNvSpPr txBox="1"/>
          <p:nvPr>
            <p:ph idx="1" type="body"/>
          </p:nvPr>
        </p:nvSpPr>
        <p:spPr>
          <a:xfrm>
            <a:off x="415607" y="1536636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175" lIns="44175" spcFirstLastPara="1" rIns="44175" wrap="square" tIns="44175">
            <a:normAutofit/>
          </a:bodyPr>
          <a:lstStyle>
            <a:lvl1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●"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Arial"/>
              <a:buChar char="○"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30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Arial"/>
              <a:buChar char="■"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30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Arial"/>
              <a:buChar char="●"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Arial"/>
              <a:buChar char="○"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30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Arial"/>
              <a:buChar char="■"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30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Arial"/>
              <a:buChar char="●"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Arial"/>
              <a:buChar char="○"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30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Arial"/>
              <a:buChar char="■"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d902d46bf_0_40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1" name="Google Shape;241;g36d902d46bf_0_40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2" name="Google Shape;242;g36d902d46bf_0_40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jpg"/><Relationship Id="rId4" Type="http://schemas.openxmlformats.org/officeDocument/2006/relationships/image" Target="../media/image16.png"/><Relationship Id="rId9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23.png"/><Relationship Id="rId8" Type="http://schemas.openxmlformats.org/officeDocument/2006/relationships/image" Target="../media/image19.png"/><Relationship Id="rId10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7.png"/><Relationship Id="rId4" Type="http://schemas.openxmlformats.org/officeDocument/2006/relationships/image" Target="../media/image25.png"/><Relationship Id="rId9" Type="http://schemas.openxmlformats.org/officeDocument/2006/relationships/image" Target="../media/image36.png"/><Relationship Id="rId5" Type="http://schemas.openxmlformats.org/officeDocument/2006/relationships/image" Target="../media/image32.png"/><Relationship Id="rId6" Type="http://schemas.openxmlformats.org/officeDocument/2006/relationships/hyperlink" Target="https://sites.google.com/coppel.com/centralizacionti/manuales/desarrollo-de-soluciones" TargetMode="External"/><Relationship Id="rId7" Type="http://schemas.openxmlformats.org/officeDocument/2006/relationships/image" Target="../media/image24.png"/><Relationship Id="rId8" Type="http://schemas.openxmlformats.org/officeDocument/2006/relationships/image" Target="../media/image31.png"/><Relationship Id="rId10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8.png"/><Relationship Id="rId5" Type="http://schemas.openxmlformats.org/officeDocument/2006/relationships/image" Target="../media/image41.png"/><Relationship Id="rId6" Type="http://schemas.openxmlformats.org/officeDocument/2006/relationships/image" Target="../media/image49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11" Type="http://schemas.openxmlformats.org/officeDocument/2006/relationships/image" Target="../media/image25.png"/><Relationship Id="rId10" Type="http://schemas.openxmlformats.org/officeDocument/2006/relationships/image" Target="../media/image4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39.png"/><Relationship Id="rId5" Type="http://schemas.openxmlformats.org/officeDocument/2006/relationships/hyperlink" Target="https://sites.google.com/coppel.com/daetid/servicios/capacidades-de-negocio" TargetMode="External"/><Relationship Id="rId6" Type="http://schemas.openxmlformats.org/officeDocument/2006/relationships/hyperlink" Target="https://sites.google.com/coppel.com/daetid/servicios/documentaci%C3%B3n-as-i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google.com/spreadsheets/d/1cOrWAEvAOs_oFYsMssCZveZS63brWSsI/edit?gid=1064403285#gid=1064403285" TargetMode="External"/><Relationship Id="rId4" Type="http://schemas.openxmlformats.org/officeDocument/2006/relationships/hyperlink" Target="https://sites.google.com/coppel.com/daetid/servicios/documentaci%C3%B3n-as-is" TargetMode="External"/><Relationship Id="rId9" Type="http://schemas.openxmlformats.org/officeDocument/2006/relationships/hyperlink" Target="https://servicedesk.coppel.com/" TargetMode="External"/><Relationship Id="rId5" Type="http://schemas.openxmlformats.org/officeDocument/2006/relationships/hyperlink" Target="https://sites.google.com/coppel.com/daetid/servicios/documentaci%C3%B3n-as-is" TargetMode="External"/><Relationship Id="rId6" Type="http://schemas.openxmlformats.org/officeDocument/2006/relationships/hyperlink" Target="https://sites.google.com/coppel.com/daetid/servicios/documentaci%C3%B3n-as-is" TargetMode="External"/><Relationship Id="rId7" Type="http://schemas.openxmlformats.org/officeDocument/2006/relationships/hyperlink" Target="https://sites.google.com/coppel.com/daetid/servicios/documentaci%C3%B3n-as-is" TargetMode="External"/><Relationship Id="rId8" Type="http://schemas.openxmlformats.org/officeDocument/2006/relationships/hyperlink" Target="https://sites.google.com/coppel.com/daetid/servicios/documentaci%C3%B3n-as-i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9" Type="http://schemas.openxmlformats.org/officeDocument/2006/relationships/hyperlink" Target="https://sites.google.com/coppel.com/arq-integracion/home" TargetMode="External"/><Relationship Id="rId5" Type="http://schemas.openxmlformats.org/officeDocument/2006/relationships/hyperlink" Target="https://sites.google.com/coppel.com/division-arquitectura/servicios/documentaci%C3%B3n-as-is" TargetMode="External"/><Relationship Id="rId6" Type="http://schemas.openxmlformats.org/officeDocument/2006/relationships/hyperlink" Target="https://docs.google.com/spreadsheets/d/1cOrWAEvAOs_oFYsMssCZveZS63brWSsI/edit?usp=drive_link&amp;ouid=103449989717135203266&amp;rtpof=true&amp;sd=true" TargetMode="External"/><Relationship Id="rId7" Type="http://schemas.openxmlformats.org/officeDocument/2006/relationships/hyperlink" Target="https://drive.google.com/drive/folders/1r-1RmidFDK_mK9fpbbk2TuKqs1IHJC4y?usp=drive_link" TargetMode="External"/><Relationship Id="rId8" Type="http://schemas.openxmlformats.org/officeDocument/2006/relationships/hyperlink" Target="https://sites.google.com/coppel.com/developers/home" TargetMode="External"/><Relationship Id="rId10" Type="http://schemas.openxmlformats.org/officeDocument/2006/relationships/hyperlink" Target="https://sites.google.com/coppel.com/division-arquitectura/servicios/documentaci%C3%B3n-as-is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sites.google.com/coppel.com/daetid/servicios/capacidades-de-negocio" TargetMode="External"/><Relationship Id="rId4" Type="http://schemas.openxmlformats.org/officeDocument/2006/relationships/hyperlink" Target="https://sites.google.com/coppel.com/daetid/servicios/documentaci%C3%B3n-as-is" TargetMode="External"/><Relationship Id="rId5" Type="http://schemas.openxmlformats.org/officeDocument/2006/relationships/image" Target="../media/image34.png"/><Relationship Id="rId6" Type="http://schemas.openxmlformats.org/officeDocument/2006/relationships/image" Target="../media/image51.png"/><Relationship Id="rId7" Type="http://schemas.openxmlformats.org/officeDocument/2006/relationships/hyperlink" Target="https://servicedesk.coppel.com/portal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47.png"/><Relationship Id="rId5" Type="http://schemas.openxmlformats.org/officeDocument/2006/relationships/image" Target="../media/image29.png"/><Relationship Id="rId6" Type="http://schemas.openxmlformats.org/officeDocument/2006/relationships/image" Target="../media/image5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6.png"/><Relationship Id="rId4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g36d902d46bf_0_127" title="Primary logo 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850" y="299100"/>
            <a:ext cx="2543949" cy="38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6d902d46bf_0_127"/>
          <p:cNvSpPr txBox="1"/>
          <p:nvPr/>
        </p:nvSpPr>
        <p:spPr>
          <a:xfrm>
            <a:off x="351672" y="2676275"/>
            <a:ext cx="6135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es-GT" sz="3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Taller</a:t>
            </a:r>
            <a:r>
              <a:rPr b="1" i="0" lang="es-GT" sz="3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s-GT" sz="3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Proceso de Certificación </a:t>
            </a:r>
            <a:endParaRPr b="0" i="0" sz="1100" u="none" cap="none" strike="noStrike">
              <a:solidFill>
                <a:srgbClr val="E3E3E3"/>
              </a:solidFill>
              <a:highlight>
                <a:srgbClr val="1E1F2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1" lang="es-GT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Guía para una colaboración exitosa</a:t>
            </a:r>
            <a:endParaRPr b="0" i="0" sz="3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i="1" lang="es-G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19</a:t>
            </a:r>
            <a:r>
              <a:rPr b="0" i="1" lang="es-GT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1" lang="es-GT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dic</a:t>
            </a:r>
            <a:r>
              <a:rPr b="0" i="1" lang="es-GT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25</a:t>
            </a:r>
            <a:endParaRPr b="0" i="1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afc0eb0d7b_0_218"/>
          <p:cNvSpPr/>
          <p:nvPr/>
        </p:nvSpPr>
        <p:spPr>
          <a:xfrm>
            <a:off x="324767" y="260100"/>
            <a:ext cx="1558500" cy="235200"/>
          </a:xfrm>
          <a:prstGeom prst="rect">
            <a:avLst/>
          </a:prstGeom>
          <a:solidFill>
            <a:srgbClr val="08175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afc0eb0d7b_0_218"/>
          <p:cNvSpPr txBox="1"/>
          <p:nvPr/>
        </p:nvSpPr>
        <p:spPr>
          <a:xfrm>
            <a:off x="351672" y="2676275"/>
            <a:ext cx="613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GT" sz="3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</a:t>
            </a:r>
            <a:r>
              <a:rPr b="1" lang="es-GT" sz="3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Estructura</a:t>
            </a:r>
            <a:endParaRPr b="0" i="1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fc0eb0d7b_0_224"/>
          <p:cNvSpPr/>
          <p:nvPr/>
        </p:nvSpPr>
        <p:spPr>
          <a:xfrm>
            <a:off x="2196363" y="5977342"/>
            <a:ext cx="250800" cy="2508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34725" lIns="34725" spcFirstLastPara="1" rIns="34725" wrap="square" tIns="34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4"/>
              <a:buFont typeface="Arial"/>
              <a:buNone/>
            </a:pPr>
            <a:r>
              <a:t/>
            </a:r>
            <a:endParaRPr b="0" i="0" sz="68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afc0eb0d7b_0_224"/>
          <p:cNvSpPr/>
          <p:nvPr/>
        </p:nvSpPr>
        <p:spPr>
          <a:xfrm>
            <a:off x="1543172" y="5879107"/>
            <a:ext cx="447300" cy="4473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34725" lIns="34725" spcFirstLastPara="1" rIns="34725" wrap="square" tIns="34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4"/>
              <a:buFont typeface="Arial"/>
              <a:buNone/>
            </a:pPr>
            <a:r>
              <a:t/>
            </a:r>
            <a:endParaRPr b="0" i="0" sz="68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afc0eb0d7b_0_224"/>
          <p:cNvSpPr txBox="1"/>
          <p:nvPr/>
        </p:nvSpPr>
        <p:spPr>
          <a:xfrm>
            <a:off x="634925" y="336875"/>
            <a:ext cx="5481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2700"/>
              <a:buFont typeface="Helvetica Neue"/>
              <a:buNone/>
            </a:pPr>
            <a:r>
              <a:rPr b="1" i="0" lang="es-GT" sz="240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Equipo </a:t>
            </a:r>
            <a:r>
              <a:rPr b="1" i="0" lang="es-GT" sz="240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Transversal</a:t>
            </a:r>
            <a:br>
              <a:rPr b="0" i="0" lang="es-GT" sz="170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s-GT" sz="170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Equipos que intervienen en el proceso de certificación</a:t>
            </a:r>
            <a:endParaRPr b="0" i="0" sz="17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5" name="Google Shape;355;g3afc0eb0d7b_0_224"/>
          <p:cNvSpPr/>
          <p:nvPr/>
        </p:nvSpPr>
        <p:spPr>
          <a:xfrm>
            <a:off x="1003750" y="1193675"/>
            <a:ext cx="4946700" cy="5296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1C42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afc0eb0d7b_0_224"/>
          <p:cNvSpPr/>
          <p:nvPr/>
        </p:nvSpPr>
        <p:spPr>
          <a:xfrm>
            <a:off x="2804124" y="1718613"/>
            <a:ext cx="2849100" cy="43809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265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265A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265A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-GT" sz="1700" u="none" cap="none" strike="noStrike">
                <a:solidFill>
                  <a:srgbClr val="265A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Plataformas Digitales</a:t>
            </a:r>
            <a:endParaRPr b="1" i="0" sz="1700" u="none" cap="none" strike="noStrike">
              <a:solidFill>
                <a:srgbClr val="265A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GT" sz="1200" u="none" cap="none" strike="noStrike">
                <a:solidFill>
                  <a:srgbClr val="265A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Dir.: Luis Barragán</a:t>
            </a:r>
            <a:endParaRPr b="1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7" name="Google Shape;357;g3afc0eb0d7b_0_224"/>
          <p:cNvSpPr/>
          <p:nvPr/>
        </p:nvSpPr>
        <p:spPr>
          <a:xfrm>
            <a:off x="3250542" y="5097491"/>
            <a:ext cx="1961100" cy="861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26B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000" lIns="121900" spcFirstLastPara="1" rIns="121900" wrap="square" tIns="16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GT" sz="1300" u="none" cap="none" strike="noStrike">
                <a:solidFill>
                  <a:srgbClr val="265A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Coordinación del</a:t>
            </a:r>
            <a:endParaRPr b="0" i="0" sz="1300" u="none" cap="none" strike="noStrike">
              <a:solidFill>
                <a:srgbClr val="265A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GT" sz="1300" u="none" cap="none" strike="noStrike">
                <a:solidFill>
                  <a:srgbClr val="265A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Comité de Arq. SSFF</a:t>
            </a:r>
            <a:endParaRPr b="0" i="0" sz="1300" u="none" cap="none" strike="noStrike">
              <a:solidFill>
                <a:srgbClr val="265A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65A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8" name="Google Shape;358;g3afc0eb0d7b_0_224"/>
          <p:cNvSpPr/>
          <p:nvPr/>
        </p:nvSpPr>
        <p:spPr>
          <a:xfrm>
            <a:off x="2860400" y="2947625"/>
            <a:ext cx="2741400" cy="2042700"/>
          </a:xfrm>
          <a:prstGeom prst="roundRect">
            <a:avLst>
              <a:gd fmla="val 16667" name="adj"/>
            </a:avLst>
          </a:prstGeom>
          <a:solidFill>
            <a:srgbClr val="EEE8E3"/>
          </a:solidFill>
          <a:ln cap="flat" cmpd="sng" w="25400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265A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265A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265A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rgbClr val="265A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-GT" sz="1300" u="none" cap="none" strike="noStrike">
                <a:solidFill>
                  <a:srgbClr val="265A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endParaRPr b="1" i="0" sz="1300" u="none" cap="none" strike="noStrike">
              <a:solidFill>
                <a:srgbClr val="265A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-GT" sz="1300" u="none" cap="none" strike="noStrike">
                <a:solidFill>
                  <a:srgbClr val="265A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endParaRPr b="1" i="0" sz="1300" u="none" cap="none" strike="noStrike">
              <a:solidFill>
                <a:srgbClr val="265A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rgbClr val="265A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rgbClr val="265A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-GT" sz="1300" u="none" cap="none" strike="noStrike">
                <a:solidFill>
                  <a:srgbClr val="265A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endParaRPr b="1" i="0" sz="1300" u="none" cap="none" strike="noStrike">
              <a:solidFill>
                <a:srgbClr val="265A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265A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59" name="Google Shape;359;g3afc0eb0d7b_0_224"/>
          <p:cNvGrpSpPr/>
          <p:nvPr/>
        </p:nvGrpSpPr>
        <p:grpSpPr>
          <a:xfrm>
            <a:off x="4500968" y="3163961"/>
            <a:ext cx="424978" cy="425217"/>
            <a:chOff x="5471775" y="1315575"/>
            <a:chExt cx="1831800" cy="1819500"/>
          </a:xfrm>
        </p:grpSpPr>
        <p:sp>
          <p:nvSpPr>
            <p:cNvPr id="360" name="Google Shape;360;g3afc0eb0d7b_0_224"/>
            <p:cNvSpPr/>
            <p:nvPr/>
          </p:nvSpPr>
          <p:spPr>
            <a:xfrm>
              <a:off x="5471775" y="1315575"/>
              <a:ext cx="1831800" cy="1819500"/>
            </a:xfrm>
            <a:prstGeom prst="ellipse">
              <a:avLst/>
            </a:prstGeom>
            <a:solidFill>
              <a:srgbClr val="EEEEEE"/>
            </a:solidFill>
            <a:ln cap="flat" cmpd="sng" w="50800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1" name="Google Shape;361;g3afc0eb0d7b_0_2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497275" y="1334925"/>
              <a:ext cx="1780800" cy="1780800"/>
            </a:xfrm>
            <a:prstGeom prst="ellipse">
              <a:avLst/>
            </a:prstGeom>
            <a:noFill/>
            <a:ln cap="flat" cmpd="sng" w="25400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sp>
        <p:nvSpPr>
          <p:cNvPr id="362" name="Google Shape;362;g3afc0eb0d7b_0_224"/>
          <p:cNvSpPr/>
          <p:nvPr/>
        </p:nvSpPr>
        <p:spPr>
          <a:xfrm>
            <a:off x="6392750" y="1492623"/>
            <a:ext cx="4795500" cy="1657800"/>
          </a:xfrm>
          <a:prstGeom prst="roundRect">
            <a:avLst>
              <a:gd fmla="val 16667" name="adj"/>
            </a:avLst>
          </a:prstGeom>
          <a:solidFill>
            <a:srgbClr val="1C42E8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GT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Arquitectura de Industria SSFF</a:t>
            </a:r>
            <a:endParaRPr b="1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GT" sz="1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Gte Nacional: </a:t>
            </a:r>
            <a:r>
              <a:rPr b="0" i="0" lang="es-GT" sz="1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Arcadio Delgado Iturriaga</a:t>
            </a:r>
            <a:endParaRPr b="0" i="0" sz="1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63" name="Google Shape;363;g3afc0eb0d7b_0_224"/>
          <p:cNvPicPr preferRelativeResize="0"/>
          <p:nvPr/>
        </p:nvPicPr>
        <p:blipFill rotWithShape="1">
          <a:blip r:embed="rId4">
            <a:alphaModFix/>
          </a:blip>
          <a:srcRect b="0" l="4904" r="5762" t="0"/>
          <a:stretch/>
        </p:blipFill>
        <p:spPr>
          <a:xfrm>
            <a:off x="6623593" y="2169671"/>
            <a:ext cx="384000" cy="384000"/>
          </a:xfrm>
          <a:prstGeom prst="ellipse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4" name="Google Shape;364;g3afc0eb0d7b_0_2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16654" y="2190071"/>
            <a:ext cx="384000" cy="384000"/>
          </a:xfrm>
          <a:prstGeom prst="ellipse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5" name="Google Shape;365;g3afc0eb0d7b_0_224"/>
          <p:cNvSpPr txBox="1"/>
          <p:nvPr/>
        </p:nvSpPr>
        <p:spPr>
          <a:xfrm>
            <a:off x="7077674" y="2190071"/>
            <a:ext cx="8991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GT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1" i="0" lang="es-GT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rq. Ind.</a:t>
            </a:r>
            <a:endParaRPr b="1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GT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Rene Ponce</a:t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6" name="Google Shape;366;g3afc0eb0d7b_0_224"/>
          <p:cNvSpPr txBox="1"/>
          <p:nvPr/>
        </p:nvSpPr>
        <p:spPr>
          <a:xfrm>
            <a:off x="8551187" y="2210471"/>
            <a:ext cx="8991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GT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Arq. Ind.</a:t>
            </a:r>
            <a:endParaRPr b="1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GT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Leo Ayala</a:t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67" name="Google Shape;367;g3afc0eb0d7b_0_224"/>
          <p:cNvGrpSpPr/>
          <p:nvPr/>
        </p:nvGrpSpPr>
        <p:grpSpPr>
          <a:xfrm>
            <a:off x="9508162" y="2169671"/>
            <a:ext cx="384000" cy="384000"/>
            <a:chOff x="9514562" y="2363534"/>
            <a:chExt cx="384000" cy="384000"/>
          </a:xfrm>
        </p:grpSpPr>
        <p:sp>
          <p:nvSpPr>
            <p:cNvPr id="368" name="Google Shape;368;g3afc0eb0d7b_0_224"/>
            <p:cNvSpPr/>
            <p:nvPr/>
          </p:nvSpPr>
          <p:spPr>
            <a:xfrm>
              <a:off x="9514562" y="2363534"/>
              <a:ext cx="384000" cy="384000"/>
            </a:xfrm>
            <a:prstGeom prst="ellipse">
              <a:avLst/>
            </a:prstGeom>
            <a:solidFill>
              <a:srgbClr val="EEEEEE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g3afc0eb0d7b_0_224"/>
            <p:cNvSpPr txBox="1"/>
            <p:nvPr/>
          </p:nvSpPr>
          <p:spPr>
            <a:xfrm>
              <a:off x="9540755" y="2440542"/>
              <a:ext cx="3315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4000" lIns="24000" spcFirstLastPara="1" rIns="24000" wrap="square" tIns="24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GT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</a:t>
              </a:r>
              <a:endParaRPr b="1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g3afc0eb0d7b_0_224"/>
          <p:cNvSpPr txBox="1"/>
          <p:nvPr/>
        </p:nvSpPr>
        <p:spPr>
          <a:xfrm>
            <a:off x="9918385" y="2190075"/>
            <a:ext cx="12273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GT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Arq. Ind.</a:t>
            </a:r>
            <a:endParaRPr b="1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GT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Mercedes Esp.</a:t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1" name="Google Shape;371;g3afc0eb0d7b_0_224"/>
          <p:cNvSpPr/>
          <p:nvPr/>
        </p:nvSpPr>
        <p:spPr>
          <a:xfrm>
            <a:off x="6392775" y="3302875"/>
            <a:ext cx="4795500" cy="31809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0D22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GT" sz="13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Arquitecturas de Capa (transversales de grupo)</a:t>
            </a:r>
            <a:r>
              <a:rPr b="0" i="0" lang="es-GT" sz="13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300" u="none" cap="none" strike="noStrike">
              <a:solidFill>
                <a:srgbClr val="05297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●"/>
            </a:pPr>
            <a:r>
              <a:rPr b="1" i="0" lang="es-GT" sz="12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Arq. Infra y Cloud </a:t>
            </a:r>
            <a:r>
              <a:rPr b="0" i="0" lang="es-GT" sz="12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(Gte. Nac. Francisco Cab)</a:t>
            </a:r>
            <a:endParaRPr b="0" i="0" sz="1200" u="none" cap="none" strike="noStrike">
              <a:solidFill>
                <a:srgbClr val="05297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1219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○"/>
            </a:pPr>
            <a:r>
              <a:rPr b="0" i="0" lang="es-GT" sz="12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Ingeniería Cloud (Aida Retana)</a:t>
            </a:r>
            <a:endParaRPr b="0" i="0" sz="1200" u="none" cap="none" strike="noStrike">
              <a:solidFill>
                <a:srgbClr val="05297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1219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○"/>
            </a:pPr>
            <a:r>
              <a:rPr b="0" i="0" lang="es-GT" sz="12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Operación Cloud (Luis López) </a:t>
            </a:r>
            <a:endParaRPr b="0" i="0" sz="1200" u="none" cap="none" strike="noStrike">
              <a:solidFill>
                <a:srgbClr val="05297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1219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○"/>
            </a:pPr>
            <a:r>
              <a:rPr b="0" i="0" lang="es-GT" sz="12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Infraestructura Cloud (Marcelo Gilardoni)</a:t>
            </a:r>
            <a:endParaRPr b="0" i="0" sz="1200" u="none" cap="none" strike="noStrike">
              <a:solidFill>
                <a:srgbClr val="05297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1219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○"/>
            </a:pPr>
            <a:r>
              <a:rPr b="0" i="0" lang="es-GT" sz="12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FinOps-Admin. Cloud (Leonora Cota)</a:t>
            </a:r>
            <a:endParaRPr b="0" i="0" sz="1200" u="none" cap="none" strike="noStrike">
              <a:solidFill>
                <a:srgbClr val="05297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●"/>
            </a:pPr>
            <a:r>
              <a:rPr b="1" i="0" lang="es-GT" sz="12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Arq. Integración</a:t>
            </a:r>
            <a:r>
              <a:rPr b="0" i="0" lang="es-GT" sz="12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(Gte. Nac. Guillermo Monter)</a:t>
            </a:r>
            <a:endParaRPr b="0" i="0" sz="1200" u="none" cap="none" strike="noStrike">
              <a:solidFill>
                <a:srgbClr val="05297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●"/>
            </a:pPr>
            <a:r>
              <a:rPr b="1" i="0" lang="es-GT" sz="12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Arq. Desarrollo </a:t>
            </a:r>
            <a:r>
              <a:rPr b="0" i="0" lang="es-GT" sz="12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(Gte. Nac. Arturo Rojo)</a:t>
            </a:r>
            <a:endParaRPr b="0" i="0" sz="1200" u="none" cap="none" strike="noStrike">
              <a:solidFill>
                <a:srgbClr val="05297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1219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○"/>
            </a:pPr>
            <a:r>
              <a:rPr b="0" i="0" lang="es-GT" sz="12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Arq. Seguridad y Biometría (Frits Salcedo)</a:t>
            </a:r>
            <a:endParaRPr b="0" i="0" sz="1200" u="none" cap="none" strike="noStrike">
              <a:solidFill>
                <a:srgbClr val="05297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1219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○"/>
            </a:pPr>
            <a:r>
              <a:rPr b="0" i="0" lang="es-GT" sz="12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Desarrollo (Juan Diego Soto)</a:t>
            </a:r>
            <a:endParaRPr b="0" i="0" sz="1200" u="none" cap="none" strike="noStrike">
              <a:solidFill>
                <a:srgbClr val="05297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1219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○"/>
            </a:pPr>
            <a:r>
              <a:rPr b="0" i="0" lang="es-GT" sz="12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UX (Diana González)</a:t>
            </a:r>
            <a:endParaRPr b="0" i="0" sz="1200" u="none" cap="none" strike="noStrike">
              <a:solidFill>
                <a:srgbClr val="05297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1219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○"/>
            </a:pPr>
            <a:r>
              <a:rPr b="0" i="0" lang="es-GT" sz="12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Desacople (Grecia Murillo)</a:t>
            </a:r>
            <a:endParaRPr b="0" i="0" sz="1200" u="none" cap="none" strike="noStrike">
              <a:solidFill>
                <a:srgbClr val="05297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●"/>
            </a:pPr>
            <a:r>
              <a:rPr b="1" i="0" lang="es-GT" sz="12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Arq. Datos </a:t>
            </a:r>
            <a:r>
              <a:rPr b="0" i="0" lang="es-GT" sz="12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(Gte. Mario Viñas)</a:t>
            </a:r>
            <a:endParaRPr b="0" i="0" sz="1200" u="none" cap="none" strike="noStrike">
              <a:solidFill>
                <a:srgbClr val="05297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Helvetica Neue"/>
              <a:buChar char="●"/>
            </a:pPr>
            <a:r>
              <a:rPr b="1" i="0" lang="es-GT" sz="12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Arq. Retail</a:t>
            </a:r>
            <a:r>
              <a:rPr b="0" i="0" lang="es-GT" sz="12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(Divisional. Benjamín Romero)</a:t>
            </a:r>
            <a:endParaRPr b="1" i="0" sz="1200" u="none" cap="none" strike="noStrike">
              <a:solidFill>
                <a:srgbClr val="07376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2" name="Google Shape;372;g3afc0eb0d7b_0_224"/>
          <p:cNvSpPr txBox="1"/>
          <p:nvPr/>
        </p:nvSpPr>
        <p:spPr>
          <a:xfrm>
            <a:off x="4234926" y="3618229"/>
            <a:ext cx="9924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000" lIns="24000" spcFirstLastPara="1" rIns="24000" wrap="square" tIns="2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GT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Giancarlo</a:t>
            </a:r>
            <a:r>
              <a:rPr lang="es-GT" sz="11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s-GT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Araujo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3" name="Google Shape;373;g3afc0eb0d7b_0_224"/>
          <p:cNvSpPr/>
          <p:nvPr/>
        </p:nvSpPr>
        <p:spPr>
          <a:xfrm>
            <a:off x="1141476" y="1623204"/>
            <a:ext cx="1227300" cy="4571700"/>
          </a:xfrm>
          <a:prstGeom prst="roundRect">
            <a:avLst>
              <a:gd fmla="val 16667" name="adj"/>
            </a:avLst>
          </a:prstGeom>
          <a:solidFill>
            <a:srgbClr val="081754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chemeClr val="dk1">
                <a:alpha val="49410"/>
              </a:scheme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GT" sz="13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Desarrollo</a:t>
            </a:r>
            <a:endParaRPr b="1" i="0" sz="13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GT" sz="11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Arq. Sol + </a:t>
            </a:r>
            <a:endParaRPr b="0" i="0" sz="11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GT" sz="11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TechLead + Scrum Master</a:t>
            </a:r>
            <a:endParaRPr b="0" i="0" sz="11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4" name="Google Shape;374;g3afc0eb0d7b_0_224"/>
          <p:cNvGrpSpPr/>
          <p:nvPr/>
        </p:nvGrpSpPr>
        <p:grpSpPr>
          <a:xfrm>
            <a:off x="6392683" y="1036453"/>
            <a:ext cx="3630915" cy="383990"/>
            <a:chOff x="4812996" y="684622"/>
            <a:chExt cx="2723254" cy="288000"/>
          </a:xfrm>
        </p:grpSpPr>
        <p:sp>
          <p:nvSpPr>
            <p:cNvPr id="375" name="Google Shape;375;g3afc0eb0d7b_0_224"/>
            <p:cNvSpPr/>
            <p:nvPr/>
          </p:nvSpPr>
          <p:spPr>
            <a:xfrm>
              <a:off x="4812996" y="684622"/>
              <a:ext cx="288000" cy="288000"/>
            </a:xfrm>
            <a:prstGeom prst="ellipse">
              <a:avLst/>
            </a:prstGeom>
            <a:solidFill>
              <a:srgbClr val="EEEEEE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g3afc0eb0d7b_0_224"/>
            <p:cNvSpPr txBox="1"/>
            <p:nvPr/>
          </p:nvSpPr>
          <p:spPr>
            <a:xfrm>
              <a:off x="4852299" y="742376"/>
              <a:ext cx="2085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4000" lIns="24000" spcFirstLastPara="1" rIns="24000" wrap="square" tIns="24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GT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RG</a:t>
              </a:r>
              <a:endParaRPr b="1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g3afc0eb0d7b_0_224"/>
            <p:cNvSpPr txBox="1"/>
            <p:nvPr/>
          </p:nvSpPr>
          <p:spPr>
            <a:xfrm>
              <a:off x="5120650" y="764575"/>
              <a:ext cx="24156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4000" lIns="24000" spcFirstLastPara="1" rIns="24000" wrap="square" tIns="24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s-GT" sz="1200" u="none" cap="none" strike="noStrike">
                  <a:solidFill>
                    <a:srgbClr val="265AA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Divisional: Raúl Goycoolea</a:t>
              </a:r>
              <a:endParaRPr b="1" i="0" sz="1200" u="none" cap="none" strike="noStrike">
                <a:solidFill>
                  <a:srgbClr val="265AA7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cxnSp>
        <p:nvCxnSpPr>
          <p:cNvPr id="378" name="Google Shape;378;g3afc0eb0d7b_0_224"/>
          <p:cNvCxnSpPr/>
          <p:nvPr/>
        </p:nvCxnSpPr>
        <p:spPr>
          <a:xfrm>
            <a:off x="2086237" y="3909054"/>
            <a:ext cx="717900" cy="0"/>
          </a:xfrm>
          <a:prstGeom prst="straightConnector1">
            <a:avLst/>
          </a:prstGeom>
          <a:noFill/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9" name="Google Shape;379;g3afc0eb0d7b_0_224"/>
          <p:cNvCxnSpPr>
            <a:stCxn id="355" idx="3"/>
            <a:endCxn id="362" idx="1"/>
          </p:cNvCxnSpPr>
          <p:nvPr/>
        </p:nvCxnSpPr>
        <p:spPr>
          <a:xfrm flipH="1" rot="10800000">
            <a:off x="5950450" y="2321375"/>
            <a:ext cx="442200" cy="1520400"/>
          </a:xfrm>
          <a:prstGeom prst="curvedConnector3">
            <a:avLst>
              <a:gd fmla="val 50011" name="adj1"/>
            </a:avLst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0" name="Google Shape;380;g3afc0eb0d7b_0_224"/>
          <p:cNvCxnSpPr>
            <a:stCxn id="362" idx="2"/>
            <a:endCxn id="371" idx="3"/>
          </p:cNvCxnSpPr>
          <p:nvPr/>
        </p:nvCxnSpPr>
        <p:spPr>
          <a:xfrm>
            <a:off x="8790500" y="3150423"/>
            <a:ext cx="0" cy="1524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1" name="Google Shape;381;g3afc0eb0d7b_0_224"/>
          <p:cNvSpPr txBox="1"/>
          <p:nvPr/>
        </p:nvSpPr>
        <p:spPr>
          <a:xfrm>
            <a:off x="2237608" y="3613038"/>
            <a:ext cx="6228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GT" sz="110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JIRA</a:t>
            </a:r>
            <a:endParaRPr b="0" i="0" sz="110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afc0eb0d7b_0_224"/>
          <p:cNvSpPr txBox="1"/>
          <p:nvPr/>
        </p:nvSpPr>
        <p:spPr>
          <a:xfrm>
            <a:off x="6336927" y="652475"/>
            <a:ext cx="30630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GT" sz="1300" u="none" cap="none" strike="noStrike">
                <a:solidFill>
                  <a:srgbClr val="265A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Dirección de Arquitectura TI</a:t>
            </a:r>
            <a:endParaRPr b="0" i="0" sz="2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g3afc0eb0d7b_0_2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86213" y="3150413"/>
            <a:ext cx="442500" cy="442500"/>
          </a:xfrm>
          <a:prstGeom prst="ellipse">
            <a:avLst/>
          </a:prstGeom>
          <a:noFill/>
          <a:ln cap="flat" cmpd="sng" w="19050">
            <a:solidFill>
              <a:srgbClr val="FDDA2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4" name="Google Shape;384;g3afc0eb0d7b_0_224"/>
          <p:cNvSpPr txBox="1"/>
          <p:nvPr/>
        </p:nvSpPr>
        <p:spPr>
          <a:xfrm>
            <a:off x="3257917" y="3608713"/>
            <a:ext cx="8991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000" lIns="24000" spcFirstLastPara="1" rIns="24000" wrap="square" tIns="2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GT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Miguel Bucio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5" name="Google Shape;385;g3afc0eb0d7b_0_2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31214" y="1798162"/>
            <a:ext cx="622800" cy="622800"/>
          </a:xfrm>
          <a:prstGeom prst="ellipse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6" name="Google Shape;386;g3afc0eb0d7b_0_224"/>
          <p:cNvSpPr txBox="1"/>
          <p:nvPr/>
        </p:nvSpPr>
        <p:spPr>
          <a:xfrm>
            <a:off x="3084613" y="4550963"/>
            <a:ext cx="122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GT" sz="900" u="none" cap="none" strike="noStrike">
                <a:solidFill>
                  <a:srgbClr val="265AA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Arquitectos de Solución</a:t>
            </a:r>
            <a:endParaRPr b="1" i="0" sz="900" u="none" cap="none" strike="noStrike">
              <a:solidFill>
                <a:srgbClr val="265AA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7" name="Google Shape;387;g3afc0eb0d7b_0_2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79138" y="4046239"/>
            <a:ext cx="622801" cy="622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8" name="Google Shape;388;g3afc0eb0d7b_0_224"/>
          <p:cNvGrpSpPr/>
          <p:nvPr/>
        </p:nvGrpSpPr>
        <p:grpSpPr>
          <a:xfrm>
            <a:off x="6623599" y="2673446"/>
            <a:ext cx="384000" cy="384000"/>
            <a:chOff x="9483112" y="2363584"/>
            <a:chExt cx="384000" cy="384000"/>
          </a:xfrm>
        </p:grpSpPr>
        <p:sp>
          <p:nvSpPr>
            <p:cNvPr id="389" name="Google Shape;389;g3afc0eb0d7b_0_224"/>
            <p:cNvSpPr/>
            <p:nvPr/>
          </p:nvSpPr>
          <p:spPr>
            <a:xfrm>
              <a:off x="9483112" y="2363584"/>
              <a:ext cx="384000" cy="384000"/>
            </a:xfrm>
            <a:prstGeom prst="ellipse">
              <a:avLst/>
            </a:prstGeom>
            <a:solidFill>
              <a:srgbClr val="EEEEEE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g3afc0eb0d7b_0_224"/>
            <p:cNvSpPr txBox="1"/>
            <p:nvPr/>
          </p:nvSpPr>
          <p:spPr>
            <a:xfrm>
              <a:off x="9511930" y="2440542"/>
              <a:ext cx="3315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4000" lIns="24000" spcFirstLastPara="1" rIns="24000" wrap="square" tIns="24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GT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ER</a:t>
              </a:r>
              <a:endParaRPr b="1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" name="Google Shape;391;g3afc0eb0d7b_0_224"/>
          <p:cNvSpPr txBox="1"/>
          <p:nvPr/>
        </p:nvSpPr>
        <p:spPr>
          <a:xfrm>
            <a:off x="7077672" y="2693850"/>
            <a:ext cx="12273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GT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Arq. Ind.</a:t>
            </a:r>
            <a:endParaRPr b="1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GT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Erick Martinez</a:t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2" name="Google Shape;392;g3afc0eb0d7b_0_224"/>
          <p:cNvSpPr txBox="1"/>
          <p:nvPr/>
        </p:nvSpPr>
        <p:spPr>
          <a:xfrm>
            <a:off x="8551194" y="2678050"/>
            <a:ext cx="12273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GT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Arq. Ind.</a:t>
            </a:r>
            <a:endParaRPr b="1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GT" sz="1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Julio Quiroga</a:t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3" name="Google Shape;393;g3afc0eb0d7b_0_224" title="Sin título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16659" y="2693850"/>
            <a:ext cx="384000" cy="384000"/>
          </a:xfrm>
          <a:prstGeom prst="ellipse">
            <a:avLst/>
          </a:prstGeom>
          <a:solidFill>
            <a:srgbClr val="EEEEEE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4" name="Google Shape;394;g3afc0eb0d7b_0_224"/>
          <p:cNvSpPr txBox="1"/>
          <p:nvPr/>
        </p:nvSpPr>
        <p:spPr>
          <a:xfrm>
            <a:off x="9942685" y="2665550"/>
            <a:ext cx="12273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GT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Arq. Ind.</a:t>
            </a:r>
            <a:endParaRPr b="1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GT" sz="1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Josue Zazueta</a:t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5" name="Google Shape;395;g3afc0eb0d7b_0_224" title="Sin título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508150" y="2681350"/>
            <a:ext cx="384000" cy="384000"/>
          </a:xfrm>
          <a:prstGeom prst="ellipse">
            <a:avLst/>
          </a:prstGeom>
          <a:solidFill>
            <a:srgbClr val="EEEEEE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6" name="Google Shape;396;g3afc0eb0d7b_0_2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487600" y="2673300"/>
            <a:ext cx="425100" cy="425100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7" name="Google Shape;397;g3afc0eb0d7b_0_224"/>
          <p:cNvSpPr txBox="1"/>
          <p:nvPr/>
        </p:nvSpPr>
        <p:spPr>
          <a:xfrm>
            <a:off x="4311925" y="4137812"/>
            <a:ext cx="11850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GT" sz="1000">
                <a:latin typeface="Helvetica Neue"/>
                <a:ea typeface="Helvetica Neue"/>
                <a:cs typeface="Helvetica Neue"/>
                <a:sym typeface="Helvetica Neue"/>
              </a:rPr>
              <a:t>Salvador Peredo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GT" sz="1000">
                <a:latin typeface="Helvetica Neue"/>
                <a:ea typeface="Helvetica Neue"/>
                <a:cs typeface="Helvetica Neue"/>
                <a:sym typeface="Helvetica Neue"/>
              </a:rPr>
              <a:t>Uriel Medina 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GT" sz="1000">
                <a:latin typeface="Helvetica Neue"/>
                <a:ea typeface="Helvetica Neue"/>
                <a:cs typeface="Helvetica Neue"/>
                <a:sym typeface="Helvetica Neue"/>
              </a:rPr>
              <a:t>Fernando Aguilar 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GT" sz="1000">
                <a:latin typeface="Helvetica Neue"/>
                <a:ea typeface="Helvetica Neue"/>
                <a:cs typeface="Helvetica Neue"/>
                <a:sym typeface="Helvetica Neue"/>
              </a:rPr>
              <a:t>José Valverde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GT" sz="1000">
                <a:latin typeface="Helvetica Neue"/>
                <a:ea typeface="Helvetica Neue"/>
                <a:cs typeface="Helvetica Neue"/>
                <a:sym typeface="Helvetica Neue"/>
              </a:rPr>
              <a:t>Samuel Aviles</a:t>
            </a:r>
            <a:endParaRPr b="0" i="0" sz="1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dc258724d2_9_0"/>
          <p:cNvSpPr txBox="1"/>
          <p:nvPr/>
        </p:nvSpPr>
        <p:spPr>
          <a:xfrm>
            <a:off x="634925" y="336875"/>
            <a:ext cx="107952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2700"/>
              <a:buFont typeface="Helvetica Neue"/>
              <a:buNone/>
            </a:pPr>
            <a:r>
              <a:rPr b="1" lang="es-GT" sz="2400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Sesiones de Comité</a:t>
            </a:r>
            <a:br>
              <a:rPr b="0" i="0" lang="es-GT" sz="170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s-GT" sz="1700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Sesiones para presentar inquietudes, dudas o solicitar apoyo.</a:t>
            </a:r>
            <a:endParaRPr b="0" i="0" sz="17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3" name="Google Shape;403;g3dc258724d2_9_0"/>
          <p:cNvSpPr/>
          <p:nvPr/>
        </p:nvSpPr>
        <p:spPr>
          <a:xfrm>
            <a:off x="762000" y="1714500"/>
            <a:ext cx="5048400" cy="3048000"/>
          </a:xfrm>
          <a:prstGeom prst="roundRect">
            <a:avLst>
              <a:gd fmla="val 4687" name="adj"/>
            </a:avLst>
          </a:prstGeom>
          <a:solidFill>
            <a:srgbClr val="FFFFFF"/>
          </a:solidFill>
          <a:ln cap="flat" cmpd="sng" w="19050">
            <a:solidFill>
              <a:srgbClr val="F0D2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3600">
                <a:solidFill>
                  <a:srgbClr val="00287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groups</a:t>
            </a:r>
            <a:endParaRPr sz="3600">
              <a:solidFill>
                <a:srgbClr val="00287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s-GT" sz="2200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Comité de Arquitectura</a:t>
            </a:r>
            <a:endParaRPr b="1" sz="2200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s-GT" sz="1400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SSFF Plataformas Digitales</a:t>
            </a:r>
            <a:endParaRPr sz="1400">
              <a:solidFill>
                <a:srgbClr val="64748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s-GT" sz="1800">
                <a:solidFill>
                  <a:srgbClr val="26B9E7"/>
                </a:solidFill>
                <a:highlight>
                  <a:srgbClr val="F8FAFC"/>
                </a:highlight>
                <a:latin typeface="Material Icons"/>
                <a:ea typeface="Material Icons"/>
                <a:cs typeface="Material Icons"/>
                <a:sym typeface="Material Icons"/>
              </a:rPr>
              <a:t>calendar_today</a:t>
            </a:r>
            <a:r>
              <a:rPr b="1" lang="es-GT" sz="1600">
                <a:solidFill>
                  <a:srgbClr val="1E293B"/>
                </a:solidFill>
                <a:highlight>
                  <a:srgbClr val="F8FAFC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Lunes</a:t>
            </a:r>
            <a:r>
              <a:rPr b="0" lang="es-GT" sz="1600">
                <a:solidFill>
                  <a:srgbClr val="475569"/>
                </a:solidFill>
                <a:highlight>
                  <a:srgbClr val="F8FAFC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11:00 – 11:45am</a:t>
            </a:r>
            <a:endParaRPr>
              <a:highlight>
                <a:srgbClr val="F8FAFC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s-GT" sz="1800">
                <a:solidFill>
                  <a:srgbClr val="26B9E7"/>
                </a:solidFill>
                <a:highlight>
                  <a:srgbClr val="F8FAFC"/>
                </a:highlight>
                <a:latin typeface="Material Icons"/>
                <a:ea typeface="Material Icons"/>
                <a:cs typeface="Material Icons"/>
                <a:sym typeface="Material Icons"/>
              </a:rPr>
              <a:t>videocam</a:t>
            </a:r>
            <a:r>
              <a:rPr b="1" lang="es-GT" sz="1400" u="sng">
                <a:solidFill>
                  <a:srgbClr val="265AA7"/>
                </a:solidFill>
                <a:highlight>
                  <a:srgbClr val="F8FAFC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meet.google.com/tgz-rthd-tdy</a:t>
            </a:r>
            <a:endParaRPr>
              <a:highlight>
                <a:srgbClr val="F8FAFC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4" name="Google Shape;404;g3dc258724d2_9_0"/>
          <p:cNvSpPr/>
          <p:nvPr/>
        </p:nvSpPr>
        <p:spPr>
          <a:xfrm>
            <a:off x="6381750" y="1714500"/>
            <a:ext cx="5048400" cy="3048000"/>
          </a:xfrm>
          <a:prstGeom prst="roundRect">
            <a:avLst>
              <a:gd fmla="val 468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3600">
                <a:solidFill>
                  <a:srgbClr val="00287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preview</a:t>
            </a:r>
            <a:endParaRPr sz="3600">
              <a:solidFill>
                <a:srgbClr val="00287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s-GT" sz="2200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 Comité de Arquitectura</a:t>
            </a:r>
            <a:endParaRPr b="1" sz="2200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s-GT" sz="1400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SSFF Plataformas Digitales</a:t>
            </a:r>
            <a:endParaRPr sz="1400">
              <a:solidFill>
                <a:srgbClr val="64748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s-GT" sz="1800">
                <a:solidFill>
                  <a:srgbClr val="26B9E7"/>
                </a:solidFill>
                <a:highlight>
                  <a:srgbClr val="F8FAFC"/>
                </a:highlight>
                <a:latin typeface="Material Icons"/>
                <a:ea typeface="Material Icons"/>
                <a:cs typeface="Material Icons"/>
                <a:sym typeface="Material Icons"/>
              </a:rPr>
              <a:t>calendar_today</a:t>
            </a:r>
            <a:r>
              <a:rPr b="1" lang="es-GT" sz="1600">
                <a:solidFill>
                  <a:srgbClr val="1E293B"/>
                </a:solidFill>
                <a:highlight>
                  <a:srgbClr val="F8FAFC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Jueves</a:t>
            </a:r>
            <a:r>
              <a:rPr b="0" lang="es-GT" sz="1600">
                <a:solidFill>
                  <a:srgbClr val="475569"/>
                </a:solidFill>
                <a:highlight>
                  <a:srgbClr val="F8FAFC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12:00 – 12:45pm</a:t>
            </a:r>
            <a:endParaRPr>
              <a:highlight>
                <a:srgbClr val="F8FAFC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s-GT" sz="1800">
                <a:solidFill>
                  <a:srgbClr val="26B9E7"/>
                </a:solidFill>
                <a:highlight>
                  <a:srgbClr val="F8FAFC"/>
                </a:highlight>
                <a:latin typeface="Material Icons"/>
                <a:ea typeface="Material Icons"/>
                <a:cs typeface="Material Icons"/>
                <a:sym typeface="Material Icons"/>
              </a:rPr>
              <a:t>videocam</a:t>
            </a:r>
            <a:r>
              <a:rPr b="1" lang="es-GT" sz="1400" u="sng">
                <a:solidFill>
                  <a:srgbClr val="265AA7"/>
                </a:solidFill>
                <a:highlight>
                  <a:srgbClr val="F8FAFC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meet.google.com/mgr-mumo-joi</a:t>
            </a:r>
            <a:endParaRPr>
              <a:highlight>
                <a:srgbClr val="F8FAFC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afc0eb0d7b_0_374"/>
          <p:cNvSpPr/>
          <p:nvPr/>
        </p:nvSpPr>
        <p:spPr>
          <a:xfrm>
            <a:off x="324767" y="260100"/>
            <a:ext cx="1558500" cy="235200"/>
          </a:xfrm>
          <a:prstGeom prst="rect">
            <a:avLst/>
          </a:prstGeom>
          <a:solidFill>
            <a:srgbClr val="08175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afc0eb0d7b_0_374"/>
          <p:cNvSpPr txBox="1"/>
          <p:nvPr/>
        </p:nvSpPr>
        <p:spPr>
          <a:xfrm>
            <a:off x="351672" y="2676275"/>
            <a:ext cx="6135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GT" sz="3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Proceso de Certificación SSFF</a:t>
            </a:r>
            <a:endParaRPr b="0" i="1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771545eb8c_0_176"/>
          <p:cNvSpPr txBox="1"/>
          <p:nvPr/>
        </p:nvSpPr>
        <p:spPr>
          <a:xfrm>
            <a:off x="1279700" y="486650"/>
            <a:ext cx="596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GT" sz="2800" u="none" cap="none" strike="noStrike">
                <a:solidFill>
                  <a:srgbClr val="081754"/>
                </a:solidFill>
                <a:latin typeface="Josefin Sans"/>
                <a:ea typeface="Josefin Sans"/>
                <a:cs typeface="Josefin Sans"/>
                <a:sym typeface="Josefin Sans"/>
              </a:rPr>
              <a:t>Ubicación del proceso</a:t>
            </a:r>
            <a:endParaRPr b="0" i="0" sz="2800" u="none" cap="none" strike="noStrike">
              <a:solidFill>
                <a:srgbClr val="08175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16" name="Google Shape;416;g3771545eb8c_0_176"/>
          <p:cNvSpPr/>
          <p:nvPr/>
        </p:nvSpPr>
        <p:spPr>
          <a:xfrm>
            <a:off x="393700" y="292100"/>
            <a:ext cx="1320900" cy="15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3771545eb8c_0_176"/>
          <p:cNvSpPr/>
          <p:nvPr/>
        </p:nvSpPr>
        <p:spPr>
          <a:xfrm>
            <a:off x="443850" y="1102990"/>
            <a:ext cx="11304300" cy="4381500"/>
          </a:xfrm>
          <a:prstGeom prst="roundRect">
            <a:avLst>
              <a:gd fmla="val 660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119925" lIns="119925" spcFirstLastPara="1" rIns="119925" wrap="square" tIns="119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6"/>
              <a:buFont typeface="Arial"/>
              <a:buNone/>
            </a:pPr>
            <a:r>
              <a:t/>
            </a:r>
            <a:endParaRPr b="0" i="0" sz="183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3771545eb8c_0_176"/>
          <p:cNvSpPr/>
          <p:nvPr/>
        </p:nvSpPr>
        <p:spPr>
          <a:xfrm>
            <a:off x="9916876" y="3010340"/>
            <a:ext cx="1347600" cy="537900"/>
          </a:xfrm>
          <a:prstGeom prst="roundRect">
            <a:avLst>
              <a:gd fmla="val 35316" name="adj"/>
            </a:avLst>
          </a:prstGeom>
          <a:noFill/>
          <a:ln cap="flat" cmpd="sng" w="9525">
            <a:solidFill>
              <a:srgbClr val="0529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675" lIns="112675" spcFirstLastPara="1" rIns="112675" wrap="square" tIns="11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6"/>
              <a:buFont typeface="Arial"/>
              <a:buNone/>
            </a:pPr>
            <a:r>
              <a:rPr b="1" i="0" lang="es-GT" sz="225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b="1" i="0" sz="225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9" name="Google Shape;419;g3771545eb8c_0_176"/>
          <p:cNvSpPr txBox="1"/>
          <p:nvPr/>
        </p:nvSpPr>
        <p:spPr>
          <a:xfrm>
            <a:off x="10028254" y="3656265"/>
            <a:ext cx="11361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rPr b="1" i="0" lang="es-GT" sz="1386" u="none" cap="none" strike="noStrike">
                <a:solidFill>
                  <a:srgbClr val="212121"/>
                </a:solidFill>
                <a:latin typeface="Josefin Sans"/>
                <a:ea typeface="Josefin Sans"/>
                <a:cs typeface="Josefin Sans"/>
                <a:sym typeface="Josefin Sans"/>
              </a:rPr>
              <a:t>Comité de Arquitectura </a:t>
            </a:r>
            <a:endParaRPr b="1" i="0" sz="1512" u="none" cap="none" strike="noStrike">
              <a:solidFill>
                <a:srgbClr val="21212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grpSp>
        <p:nvGrpSpPr>
          <p:cNvPr id="420" name="Google Shape;420;g3771545eb8c_0_176"/>
          <p:cNvGrpSpPr/>
          <p:nvPr/>
        </p:nvGrpSpPr>
        <p:grpSpPr>
          <a:xfrm>
            <a:off x="6649683" y="4231184"/>
            <a:ext cx="673140" cy="141959"/>
            <a:chOff x="1806675" y="3917550"/>
            <a:chExt cx="534875" cy="112800"/>
          </a:xfrm>
        </p:grpSpPr>
        <p:sp>
          <p:nvSpPr>
            <p:cNvPr id="421" name="Google Shape;421;g3771545eb8c_0_176"/>
            <p:cNvSpPr/>
            <p:nvPr/>
          </p:nvSpPr>
          <p:spPr>
            <a:xfrm>
              <a:off x="1806675" y="3917550"/>
              <a:ext cx="112800" cy="112800"/>
            </a:xfrm>
            <a:prstGeom prst="ellipse">
              <a:avLst/>
            </a:prstGeom>
            <a:solidFill>
              <a:srgbClr val="F0D224"/>
            </a:solidFill>
            <a:ln>
              <a:noFill/>
            </a:ln>
          </p:spPr>
          <p:txBody>
            <a:bodyPr anchorCtr="0" anchor="ctr" bIns="115025" lIns="115025" spcFirstLastPara="1" rIns="115025" wrap="square" tIns="115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61"/>
                <a:buFont typeface="Arial"/>
                <a:buNone/>
              </a:pPr>
              <a:r>
                <a:t/>
              </a:r>
              <a:endParaRPr b="0" i="0" sz="17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g3771545eb8c_0_176"/>
            <p:cNvSpPr/>
            <p:nvPr/>
          </p:nvSpPr>
          <p:spPr>
            <a:xfrm>
              <a:off x="2017713" y="3917550"/>
              <a:ext cx="112800" cy="112800"/>
            </a:xfrm>
            <a:prstGeom prst="ellipse">
              <a:avLst/>
            </a:prstGeom>
            <a:solidFill>
              <a:srgbClr val="F0D224"/>
            </a:solidFill>
            <a:ln>
              <a:noFill/>
            </a:ln>
          </p:spPr>
          <p:txBody>
            <a:bodyPr anchorCtr="0" anchor="ctr" bIns="115025" lIns="115025" spcFirstLastPara="1" rIns="115025" wrap="square" tIns="115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61"/>
                <a:buFont typeface="Arial"/>
                <a:buNone/>
              </a:pPr>
              <a:r>
                <a:t/>
              </a:r>
              <a:endParaRPr b="0" i="0" sz="17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g3771545eb8c_0_176"/>
            <p:cNvSpPr/>
            <p:nvPr/>
          </p:nvSpPr>
          <p:spPr>
            <a:xfrm>
              <a:off x="2228750" y="3917550"/>
              <a:ext cx="112800" cy="112800"/>
            </a:xfrm>
            <a:prstGeom prst="ellipse">
              <a:avLst/>
            </a:prstGeom>
            <a:solidFill>
              <a:srgbClr val="F0D224"/>
            </a:solidFill>
            <a:ln>
              <a:noFill/>
            </a:ln>
          </p:spPr>
          <p:txBody>
            <a:bodyPr anchorCtr="0" anchor="ctr" bIns="115025" lIns="115025" spcFirstLastPara="1" rIns="115025" wrap="square" tIns="115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61"/>
                <a:buFont typeface="Arial"/>
                <a:buNone/>
              </a:pPr>
              <a:r>
                <a:t/>
              </a:r>
              <a:endParaRPr b="0" i="0" sz="17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4" name="Google Shape;424;g3771545eb8c_0_176"/>
          <p:cNvSpPr/>
          <p:nvPr/>
        </p:nvSpPr>
        <p:spPr>
          <a:xfrm>
            <a:off x="8058945" y="3024781"/>
            <a:ext cx="1347600" cy="537900"/>
          </a:xfrm>
          <a:prstGeom prst="roundRect">
            <a:avLst>
              <a:gd fmla="val 31392" name="adj"/>
            </a:avLst>
          </a:prstGeom>
          <a:noFill/>
          <a:ln cap="flat" cmpd="sng" w="9525">
            <a:solidFill>
              <a:srgbClr val="0529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675" lIns="112675" spcFirstLastPara="1" rIns="112675" wrap="square" tIns="11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6"/>
              <a:buFont typeface="Arial"/>
              <a:buNone/>
            </a:pPr>
            <a:r>
              <a:rPr b="1" i="0" lang="es-GT" sz="225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b="1" i="0" sz="2250" u="none" cap="none" strike="noStrike">
              <a:solidFill>
                <a:srgbClr val="05297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5" name="Google Shape;425;g3771545eb8c_0_176"/>
          <p:cNvSpPr txBox="1"/>
          <p:nvPr/>
        </p:nvSpPr>
        <p:spPr>
          <a:xfrm>
            <a:off x="8094246" y="3656265"/>
            <a:ext cx="12771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rPr b="1" i="0" lang="es-GT" sz="1386" u="none" cap="none" strike="noStrike">
                <a:solidFill>
                  <a:srgbClr val="212121"/>
                </a:solidFill>
                <a:latin typeface="Josefin Sans"/>
                <a:ea typeface="Josefin Sans"/>
                <a:cs typeface="Josefin Sans"/>
                <a:sym typeface="Josefin Sans"/>
              </a:rPr>
              <a:t>Revisión de Arquitectura</a:t>
            </a:r>
            <a:endParaRPr b="1" i="0" sz="1512" u="none" cap="none" strike="noStrike">
              <a:solidFill>
                <a:srgbClr val="21212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grpSp>
        <p:nvGrpSpPr>
          <p:cNvPr id="426" name="Google Shape;426;g3771545eb8c_0_176"/>
          <p:cNvGrpSpPr/>
          <p:nvPr/>
        </p:nvGrpSpPr>
        <p:grpSpPr>
          <a:xfrm>
            <a:off x="8396278" y="4242108"/>
            <a:ext cx="673140" cy="141959"/>
            <a:chOff x="1806675" y="3917550"/>
            <a:chExt cx="534875" cy="112800"/>
          </a:xfrm>
        </p:grpSpPr>
        <p:sp>
          <p:nvSpPr>
            <p:cNvPr id="427" name="Google Shape;427;g3771545eb8c_0_176"/>
            <p:cNvSpPr/>
            <p:nvPr/>
          </p:nvSpPr>
          <p:spPr>
            <a:xfrm>
              <a:off x="1806675" y="3917550"/>
              <a:ext cx="112800" cy="112800"/>
            </a:xfrm>
            <a:prstGeom prst="ellipse">
              <a:avLst/>
            </a:prstGeom>
            <a:solidFill>
              <a:srgbClr val="F0D224"/>
            </a:solidFill>
            <a:ln>
              <a:noFill/>
            </a:ln>
          </p:spPr>
          <p:txBody>
            <a:bodyPr anchorCtr="0" anchor="ctr" bIns="115025" lIns="115025" spcFirstLastPara="1" rIns="115025" wrap="square" tIns="115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61"/>
                <a:buFont typeface="Arial"/>
                <a:buNone/>
              </a:pPr>
              <a:r>
                <a:t/>
              </a:r>
              <a:endParaRPr b="0" i="0" sz="17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g3771545eb8c_0_176"/>
            <p:cNvSpPr/>
            <p:nvPr/>
          </p:nvSpPr>
          <p:spPr>
            <a:xfrm>
              <a:off x="2017713" y="3917550"/>
              <a:ext cx="112800" cy="112800"/>
            </a:xfrm>
            <a:prstGeom prst="ellipse">
              <a:avLst/>
            </a:prstGeom>
            <a:solidFill>
              <a:srgbClr val="F0D224"/>
            </a:solidFill>
            <a:ln>
              <a:noFill/>
            </a:ln>
          </p:spPr>
          <p:txBody>
            <a:bodyPr anchorCtr="0" anchor="ctr" bIns="115025" lIns="115025" spcFirstLastPara="1" rIns="115025" wrap="square" tIns="115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61"/>
                <a:buFont typeface="Arial"/>
                <a:buNone/>
              </a:pPr>
              <a:r>
                <a:t/>
              </a:r>
              <a:endParaRPr b="0" i="0" sz="17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g3771545eb8c_0_176"/>
            <p:cNvSpPr/>
            <p:nvPr/>
          </p:nvSpPr>
          <p:spPr>
            <a:xfrm>
              <a:off x="2228750" y="3917550"/>
              <a:ext cx="112800" cy="112800"/>
            </a:xfrm>
            <a:prstGeom prst="ellipse">
              <a:avLst/>
            </a:prstGeom>
            <a:solidFill>
              <a:srgbClr val="F0D224"/>
            </a:solidFill>
            <a:ln>
              <a:noFill/>
            </a:ln>
          </p:spPr>
          <p:txBody>
            <a:bodyPr anchorCtr="0" anchor="ctr" bIns="115025" lIns="115025" spcFirstLastPara="1" rIns="115025" wrap="square" tIns="115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61"/>
                <a:buFont typeface="Arial"/>
                <a:buNone/>
              </a:pPr>
              <a:r>
                <a:t/>
              </a:r>
              <a:endParaRPr b="0" i="0" sz="17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0" name="Google Shape;430;g3771545eb8c_0_176"/>
          <p:cNvSpPr/>
          <p:nvPr/>
        </p:nvSpPr>
        <p:spPr>
          <a:xfrm>
            <a:off x="6312328" y="3010353"/>
            <a:ext cx="1347600" cy="537900"/>
          </a:xfrm>
          <a:prstGeom prst="roundRect">
            <a:avLst>
              <a:gd fmla="val 29053" name="adj"/>
            </a:avLst>
          </a:prstGeom>
          <a:noFill/>
          <a:ln cap="flat" cmpd="sng" w="9525">
            <a:solidFill>
              <a:srgbClr val="0529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675" lIns="112675" spcFirstLastPara="1" rIns="112675" wrap="square" tIns="11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6"/>
              <a:buFont typeface="Arial"/>
              <a:buNone/>
            </a:pPr>
            <a:r>
              <a:rPr b="1" i="0" lang="es-GT" sz="225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b="1" i="0" sz="225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1" name="Google Shape;431;g3771545eb8c_0_176"/>
          <p:cNvSpPr txBox="1"/>
          <p:nvPr/>
        </p:nvSpPr>
        <p:spPr>
          <a:xfrm>
            <a:off x="6351655" y="3656265"/>
            <a:ext cx="13476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rPr b="1" i="0" lang="es-GT" sz="1386" u="none" cap="none" strike="noStrike">
                <a:solidFill>
                  <a:srgbClr val="212121"/>
                </a:solidFill>
                <a:latin typeface="Josefin Sans"/>
                <a:ea typeface="Josefin Sans"/>
                <a:cs typeface="Josefin Sans"/>
                <a:sym typeface="Josefin Sans"/>
              </a:rPr>
              <a:t>Solicitud Certificación</a:t>
            </a:r>
            <a:endParaRPr b="1" i="0" sz="1512" u="none" cap="none" strike="noStrike">
              <a:solidFill>
                <a:srgbClr val="21212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cxnSp>
        <p:nvCxnSpPr>
          <p:cNvPr id="432" name="Google Shape;432;g3771545eb8c_0_176"/>
          <p:cNvCxnSpPr/>
          <p:nvPr/>
        </p:nvCxnSpPr>
        <p:spPr>
          <a:xfrm>
            <a:off x="1299885" y="2327431"/>
            <a:ext cx="10280700" cy="0"/>
          </a:xfrm>
          <a:prstGeom prst="straightConnector1">
            <a:avLst/>
          </a:prstGeom>
          <a:noFill/>
          <a:ln cap="flat" cmpd="sng" w="11750">
            <a:solidFill>
              <a:srgbClr val="242C68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33" name="Google Shape;433;g3771545eb8c_0_176"/>
          <p:cNvSpPr/>
          <p:nvPr/>
        </p:nvSpPr>
        <p:spPr>
          <a:xfrm>
            <a:off x="1279693" y="1824884"/>
            <a:ext cx="968400" cy="968400"/>
          </a:xfrm>
          <a:prstGeom prst="ellipse">
            <a:avLst/>
          </a:prstGeom>
          <a:solidFill>
            <a:srgbClr val="242C68"/>
          </a:solidFill>
          <a:ln>
            <a:noFill/>
          </a:ln>
        </p:spPr>
        <p:txBody>
          <a:bodyPr anchorCtr="0" anchor="ctr" bIns="96050" lIns="96050" spcFirstLastPara="1" rIns="96050" wrap="square" tIns="96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1"/>
              <a:buFont typeface="Arial"/>
              <a:buNone/>
            </a:pPr>
            <a:r>
              <a:t/>
            </a:r>
            <a:endParaRPr b="0" i="0" sz="14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771545eb8c_0_176"/>
          <p:cNvSpPr/>
          <p:nvPr/>
        </p:nvSpPr>
        <p:spPr>
          <a:xfrm>
            <a:off x="3028419" y="1824884"/>
            <a:ext cx="968400" cy="968400"/>
          </a:xfrm>
          <a:prstGeom prst="ellipse">
            <a:avLst/>
          </a:prstGeom>
          <a:solidFill>
            <a:srgbClr val="242C68"/>
          </a:solidFill>
          <a:ln>
            <a:noFill/>
          </a:ln>
        </p:spPr>
        <p:txBody>
          <a:bodyPr anchorCtr="0" anchor="ctr" bIns="96050" lIns="96050" spcFirstLastPara="1" rIns="96050" wrap="square" tIns="96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1"/>
              <a:buFont typeface="Arial"/>
              <a:buNone/>
            </a:pPr>
            <a:r>
              <a:t/>
            </a:r>
            <a:endParaRPr b="0" i="0" sz="14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771545eb8c_0_176"/>
          <p:cNvSpPr/>
          <p:nvPr/>
        </p:nvSpPr>
        <p:spPr>
          <a:xfrm>
            <a:off x="1067338" y="3010340"/>
            <a:ext cx="1347600" cy="537900"/>
          </a:xfrm>
          <a:prstGeom prst="roundRect">
            <a:avLst>
              <a:gd fmla="val 32591" name="adj"/>
            </a:avLst>
          </a:prstGeom>
          <a:noFill/>
          <a:ln cap="flat" cmpd="sng" w="9525">
            <a:solidFill>
              <a:srgbClr val="0529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675" lIns="112675" spcFirstLastPara="1" rIns="112675" wrap="square" tIns="11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6"/>
              <a:buFont typeface="Arial"/>
              <a:buNone/>
            </a:pPr>
            <a:r>
              <a:rPr b="1" i="0" lang="es-GT" sz="2286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1" i="0" sz="3025" u="none" cap="none" strike="noStrike">
              <a:solidFill>
                <a:srgbClr val="05297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6" name="Google Shape;436;g3771545eb8c_0_176"/>
          <p:cNvSpPr txBox="1"/>
          <p:nvPr/>
        </p:nvSpPr>
        <p:spPr>
          <a:xfrm>
            <a:off x="1032251" y="3636915"/>
            <a:ext cx="12771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2"/>
              <a:buFont typeface="Arial"/>
              <a:buNone/>
            </a:pPr>
            <a:r>
              <a:rPr b="1" i="0" lang="es-GT" sz="1512" u="none" cap="none" strike="noStrike">
                <a:solidFill>
                  <a:srgbClr val="212121"/>
                </a:solidFill>
                <a:latin typeface="Josefin Sans"/>
                <a:ea typeface="Josefin Sans"/>
                <a:cs typeface="Josefin Sans"/>
                <a:sym typeface="Josefin Sans"/>
              </a:rPr>
              <a:t>PI Dependencia</a:t>
            </a:r>
            <a:endParaRPr b="1" i="0" sz="1386" u="none" cap="none" strike="noStrike">
              <a:solidFill>
                <a:srgbClr val="21212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cxnSp>
        <p:nvCxnSpPr>
          <p:cNvPr id="437" name="Google Shape;437;g3771545eb8c_0_176"/>
          <p:cNvCxnSpPr/>
          <p:nvPr/>
        </p:nvCxnSpPr>
        <p:spPr>
          <a:xfrm>
            <a:off x="2614389" y="2324955"/>
            <a:ext cx="0" cy="2849400"/>
          </a:xfrm>
          <a:prstGeom prst="straightConnector1">
            <a:avLst/>
          </a:prstGeom>
          <a:noFill/>
          <a:ln cap="flat" cmpd="sng" w="11750">
            <a:solidFill>
              <a:srgbClr val="00287F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38" name="Google Shape;438;g3771545eb8c_0_176"/>
          <p:cNvCxnSpPr/>
          <p:nvPr/>
        </p:nvCxnSpPr>
        <p:spPr>
          <a:xfrm>
            <a:off x="4360674" y="2324955"/>
            <a:ext cx="0" cy="2849400"/>
          </a:xfrm>
          <a:prstGeom prst="straightConnector1">
            <a:avLst/>
          </a:prstGeom>
          <a:noFill/>
          <a:ln cap="flat" cmpd="sng" w="11750">
            <a:solidFill>
              <a:srgbClr val="00287F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39" name="Google Shape;439;g3771545eb8c_0_176"/>
          <p:cNvSpPr/>
          <p:nvPr/>
        </p:nvSpPr>
        <p:spPr>
          <a:xfrm>
            <a:off x="2813604" y="3010340"/>
            <a:ext cx="1347600" cy="537900"/>
          </a:xfrm>
          <a:prstGeom prst="roundRect">
            <a:avLst>
              <a:gd fmla="val 28930" name="adj"/>
            </a:avLst>
          </a:prstGeom>
          <a:noFill/>
          <a:ln cap="flat" cmpd="sng" w="9525">
            <a:solidFill>
              <a:srgbClr val="0529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675" lIns="112675" spcFirstLastPara="1" rIns="112675" wrap="square" tIns="11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6"/>
              <a:buFont typeface="Arial"/>
              <a:buNone/>
            </a:pPr>
            <a:r>
              <a:rPr b="1" i="0" lang="es-GT" sz="225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b="1" i="0" sz="225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0" name="Google Shape;440;g3771545eb8c_0_176"/>
          <p:cNvSpPr txBox="1"/>
          <p:nvPr/>
        </p:nvSpPr>
        <p:spPr>
          <a:xfrm>
            <a:off x="2764714" y="3763065"/>
            <a:ext cx="14454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rPr b="1" i="0" lang="es-GT" sz="1386" u="none" cap="none" strike="noStrike">
                <a:solidFill>
                  <a:srgbClr val="212121"/>
                </a:solidFill>
                <a:latin typeface="Josefin Sans"/>
                <a:ea typeface="Josefin Sans"/>
                <a:cs typeface="Josefin Sans"/>
                <a:sym typeface="Josefin Sans"/>
              </a:rPr>
              <a:t>Documentación</a:t>
            </a:r>
            <a:endParaRPr b="1" i="0" sz="1512" u="none" cap="none" strike="noStrike">
              <a:solidFill>
                <a:srgbClr val="21212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cxnSp>
        <p:nvCxnSpPr>
          <p:cNvPr id="441" name="Google Shape;441;g3771545eb8c_0_176"/>
          <p:cNvCxnSpPr/>
          <p:nvPr/>
        </p:nvCxnSpPr>
        <p:spPr>
          <a:xfrm>
            <a:off x="6118568" y="2324955"/>
            <a:ext cx="0" cy="2849400"/>
          </a:xfrm>
          <a:prstGeom prst="straightConnector1">
            <a:avLst/>
          </a:prstGeom>
          <a:noFill/>
          <a:ln cap="flat" cmpd="sng" w="11750">
            <a:solidFill>
              <a:srgbClr val="00287F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42" name="Google Shape;442;g3771545eb8c_0_176"/>
          <p:cNvCxnSpPr/>
          <p:nvPr/>
        </p:nvCxnSpPr>
        <p:spPr>
          <a:xfrm>
            <a:off x="7853935" y="2324955"/>
            <a:ext cx="0" cy="2849400"/>
          </a:xfrm>
          <a:prstGeom prst="straightConnector1">
            <a:avLst/>
          </a:prstGeom>
          <a:noFill/>
          <a:ln cap="flat" cmpd="sng" w="11750">
            <a:solidFill>
              <a:srgbClr val="00287F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43" name="Google Shape;443;g3771545eb8c_0_176"/>
          <p:cNvCxnSpPr/>
          <p:nvPr/>
        </p:nvCxnSpPr>
        <p:spPr>
          <a:xfrm>
            <a:off x="9611798" y="2324955"/>
            <a:ext cx="0" cy="2849400"/>
          </a:xfrm>
          <a:prstGeom prst="straightConnector1">
            <a:avLst/>
          </a:prstGeom>
          <a:noFill/>
          <a:ln cap="flat" cmpd="sng" w="11750">
            <a:solidFill>
              <a:srgbClr val="00287F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44" name="Google Shape;444;g3771545eb8c_0_176"/>
          <p:cNvSpPr/>
          <p:nvPr/>
        </p:nvSpPr>
        <p:spPr>
          <a:xfrm>
            <a:off x="4565700" y="3010353"/>
            <a:ext cx="1347600" cy="537900"/>
          </a:xfrm>
          <a:prstGeom prst="roundRect">
            <a:avLst>
              <a:gd fmla="val 37216" name="adj"/>
            </a:avLst>
          </a:prstGeom>
          <a:noFill/>
          <a:ln cap="flat" cmpd="sng" w="9525">
            <a:solidFill>
              <a:srgbClr val="0529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675" lIns="112675" spcFirstLastPara="1" rIns="112675" wrap="square" tIns="11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6"/>
              <a:buFont typeface="Arial"/>
              <a:buNone/>
            </a:pPr>
            <a:r>
              <a:rPr b="1" i="0" lang="es-GT" sz="225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b="1" i="0" sz="2250" u="none" cap="none" strike="noStrike">
              <a:solidFill>
                <a:srgbClr val="05297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5" name="Google Shape;445;g3771545eb8c_0_176"/>
          <p:cNvSpPr txBox="1"/>
          <p:nvPr/>
        </p:nvSpPr>
        <p:spPr>
          <a:xfrm>
            <a:off x="4600999" y="3656265"/>
            <a:ext cx="12771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rPr b="1" i="0" lang="es-GT" sz="1386" u="none" cap="none" strike="noStrike">
                <a:solidFill>
                  <a:srgbClr val="212121"/>
                </a:solidFill>
                <a:latin typeface="Josefin Sans"/>
                <a:ea typeface="Josefin Sans"/>
                <a:cs typeface="Josefin Sans"/>
                <a:sym typeface="Josefin Sans"/>
              </a:rPr>
              <a:t>Validación  STE</a:t>
            </a:r>
            <a:endParaRPr b="1" i="0" sz="1386" u="none" cap="none" strike="noStrike">
              <a:solidFill>
                <a:srgbClr val="21212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46" name="Google Shape;446;g3771545eb8c_0_176"/>
          <p:cNvSpPr/>
          <p:nvPr/>
        </p:nvSpPr>
        <p:spPr>
          <a:xfrm>
            <a:off x="4755385" y="1824884"/>
            <a:ext cx="968400" cy="968400"/>
          </a:xfrm>
          <a:prstGeom prst="ellipse">
            <a:avLst/>
          </a:prstGeom>
          <a:solidFill>
            <a:srgbClr val="242C68"/>
          </a:solidFill>
          <a:ln>
            <a:noFill/>
          </a:ln>
        </p:spPr>
        <p:txBody>
          <a:bodyPr anchorCtr="0" anchor="ctr" bIns="96050" lIns="96050" spcFirstLastPara="1" rIns="96050" wrap="square" tIns="96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1"/>
              <a:buFont typeface="Arial"/>
              <a:buNone/>
            </a:pPr>
            <a:r>
              <a:t/>
            </a:r>
            <a:endParaRPr b="0" i="0" sz="14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771545eb8c_0_176"/>
          <p:cNvSpPr/>
          <p:nvPr/>
        </p:nvSpPr>
        <p:spPr>
          <a:xfrm>
            <a:off x="6502002" y="1824884"/>
            <a:ext cx="968400" cy="968400"/>
          </a:xfrm>
          <a:prstGeom prst="ellipse">
            <a:avLst/>
          </a:prstGeom>
          <a:solidFill>
            <a:srgbClr val="242C68"/>
          </a:solidFill>
          <a:ln>
            <a:noFill/>
          </a:ln>
        </p:spPr>
        <p:txBody>
          <a:bodyPr anchorCtr="0" anchor="ctr" bIns="96050" lIns="96050" spcFirstLastPara="1" rIns="96050" wrap="square" tIns="96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1"/>
              <a:buFont typeface="Arial"/>
              <a:buNone/>
            </a:pPr>
            <a:r>
              <a:t/>
            </a:r>
            <a:endParaRPr b="0" i="0" sz="14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3771545eb8c_0_176"/>
          <p:cNvSpPr/>
          <p:nvPr/>
        </p:nvSpPr>
        <p:spPr>
          <a:xfrm>
            <a:off x="8248625" y="1833559"/>
            <a:ext cx="968400" cy="968400"/>
          </a:xfrm>
          <a:prstGeom prst="ellipse">
            <a:avLst/>
          </a:prstGeom>
          <a:solidFill>
            <a:srgbClr val="242C68"/>
          </a:solidFill>
          <a:ln>
            <a:noFill/>
          </a:ln>
        </p:spPr>
        <p:txBody>
          <a:bodyPr anchorCtr="0" anchor="ctr" bIns="96050" lIns="96050" spcFirstLastPara="1" rIns="96050" wrap="square" tIns="96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1"/>
              <a:buFont typeface="Arial"/>
              <a:buNone/>
            </a:pPr>
            <a:r>
              <a:t/>
            </a:r>
            <a:endParaRPr b="0" i="0" sz="14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g3771545eb8c_0_176"/>
          <p:cNvSpPr/>
          <p:nvPr/>
        </p:nvSpPr>
        <p:spPr>
          <a:xfrm>
            <a:off x="10135855" y="1824884"/>
            <a:ext cx="968400" cy="968400"/>
          </a:xfrm>
          <a:prstGeom prst="ellipse">
            <a:avLst/>
          </a:prstGeom>
          <a:solidFill>
            <a:srgbClr val="242C68"/>
          </a:solidFill>
          <a:ln>
            <a:noFill/>
          </a:ln>
        </p:spPr>
        <p:txBody>
          <a:bodyPr anchorCtr="0" anchor="ctr" bIns="96050" lIns="96050" spcFirstLastPara="1" rIns="96050" wrap="square" tIns="96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1"/>
              <a:buFont typeface="Arial"/>
              <a:buNone/>
            </a:pPr>
            <a:r>
              <a:t/>
            </a:r>
            <a:endParaRPr b="0" i="0" sz="14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3771545eb8c_0_176"/>
          <p:cNvSpPr txBox="1"/>
          <p:nvPr/>
        </p:nvSpPr>
        <p:spPr>
          <a:xfrm>
            <a:off x="5351818" y="1273980"/>
            <a:ext cx="20274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5"/>
              <a:buFont typeface="Arial"/>
              <a:buNone/>
            </a:pPr>
            <a:r>
              <a:t/>
            </a:r>
            <a:endParaRPr b="0" i="0" sz="2098" u="none" cap="none" strike="noStrike">
              <a:solidFill>
                <a:srgbClr val="05297A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51" name="Google Shape;451;g3771545eb8c_0_176"/>
          <p:cNvSpPr txBox="1"/>
          <p:nvPr/>
        </p:nvSpPr>
        <p:spPr>
          <a:xfrm>
            <a:off x="738225" y="1216575"/>
            <a:ext cx="10698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GT" sz="19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El proceso de certificación de Arquitectura lo pueden encontrar en el sitio de Centralización.</a:t>
            </a:r>
            <a:endParaRPr b="1" i="0" sz="2300" u="none" cap="none" strike="noStrike">
              <a:solidFill>
                <a:srgbClr val="08175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452" name="Google Shape;452;g3771545eb8c_0_176" title="alfile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700" y="433250"/>
            <a:ext cx="537900" cy="53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g3771545eb8c_0_176" title="aprobad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3575" y="1926415"/>
            <a:ext cx="705350" cy="7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g3771545eb8c_0_176" title="contrato (1)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0675" y="2034778"/>
            <a:ext cx="537900" cy="53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g3771545eb8c_0_176"/>
          <p:cNvSpPr txBox="1"/>
          <p:nvPr/>
        </p:nvSpPr>
        <p:spPr>
          <a:xfrm>
            <a:off x="6976250" y="6394900"/>
            <a:ext cx="285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GT" sz="1400" u="none" cap="none" strike="noStrik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Fuente: </a:t>
            </a:r>
            <a:r>
              <a:rPr b="0" i="0" lang="es-GT" sz="1400" u="sng" cap="none" strike="noStrike">
                <a:solidFill>
                  <a:schemeClr val="hlink"/>
                </a:solidFill>
                <a:latin typeface="Josefin Sans"/>
                <a:ea typeface="Josefin Sans"/>
                <a:cs typeface="Josefin Sans"/>
                <a:sym typeface="Josefin Sans"/>
                <a:hlinkClick r:id="rId6"/>
              </a:rPr>
              <a:t>Sitio de Centralización</a:t>
            </a:r>
            <a:endParaRPr b="0" i="0" sz="1400" u="none" cap="none" strike="noStrike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456" name="Google Shape;456;g3771545eb8c_0_176" title="revision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40963" y="2011827"/>
            <a:ext cx="583800" cy="58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g3771545eb8c_0_176" title="role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49063" y="1926415"/>
            <a:ext cx="705350" cy="7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g3771545eb8c_0_176" title="trabajo-en-equipo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28150" y="1998615"/>
            <a:ext cx="583800" cy="58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3771545eb8c_0_17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78901" y="1987191"/>
            <a:ext cx="705350" cy="70538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3771545eb8c_0_176"/>
          <p:cNvSpPr txBox="1"/>
          <p:nvPr/>
        </p:nvSpPr>
        <p:spPr>
          <a:xfrm>
            <a:off x="919100" y="4411790"/>
            <a:ext cx="1644300" cy="14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2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El equipo de desarrollo identifica la dependencia de certificación con arquitectura y carga la dependencia en JIRA.</a:t>
            </a:r>
            <a:endParaRPr sz="12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61" name="Google Shape;461;g3771545eb8c_0_176"/>
          <p:cNvSpPr txBox="1"/>
          <p:nvPr/>
        </p:nvSpPr>
        <p:spPr>
          <a:xfrm>
            <a:off x="2665388" y="4424439"/>
            <a:ext cx="16443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2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El equipo de desarrollo, con apoyo de su arquitecto de solución o TL, iniciará el llenado de los templates de arquitectura para el diseño de la solución.</a:t>
            </a:r>
            <a:endParaRPr sz="12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62" name="Google Shape;462;g3771545eb8c_0_176"/>
          <p:cNvSpPr txBox="1"/>
          <p:nvPr/>
        </p:nvSpPr>
        <p:spPr>
          <a:xfrm>
            <a:off x="4417475" y="4424439"/>
            <a:ext cx="16443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2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El STE apoya al arquitecto de solución, TL y equipo de desarrollo en la validación de la documentación y en el acompañamiento durante todo el proceso de certificación.</a:t>
            </a:r>
            <a:endParaRPr sz="12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63" name="Google Shape;463;g3771545eb8c_0_176"/>
          <p:cNvSpPr txBox="1"/>
          <p:nvPr/>
        </p:nvSpPr>
        <p:spPr>
          <a:xfrm>
            <a:off x="6203300" y="4424439"/>
            <a:ext cx="16443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2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El equipo de desarrollo solicita al arquitecto de industria de SSFF iniciar el proceso de certificación vía Service Desk.</a:t>
            </a:r>
            <a:endParaRPr sz="12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64" name="Google Shape;464;g3771545eb8c_0_176"/>
          <p:cNvSpPr txBox="1"/>
          <p:nvPr/>
        </p:nvSpPr>
        <p:spPr>
          <a:xfrm>
            <a:off x="7907538" y="4424439"/>
            <a:ext cx="16443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2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El arquitecto de industria revisa la documentación y los arquitectos de capa evalúan la arquitectura y envían sus observaciones al arquitecto de industria.</a:t>
            </a:r>
            <a:endParaRPr sz="12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65" name="Google Shape;465;g3771545eb8c_0_176"/>
          <p:cNvSpPr txBox="1"/>
          <p:nvPr/>
        </p:nvSpPr>
        <p:spPr>
          <a:xfrm>
            <a:off x="9774138" y="4424439"/>
            <a:ext cx="16443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2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El STE coordina el Comité de Arquitectura únicamente si Arquitectura de Industria lo solicita según su dictamen.</a:t>
            </a:r>
            <a:endParaRPr sz="12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771be79fa8_1_19"/>
          <p:cNvSpPr/>
          <p:nvPr/>
        </p:nvSpPr>
        <p:spPr>
          <a:xfrm>
            <a:off x="1966804" y="3706977"/>
            <a:ext cx="1185600" cy="71400"/>
          </a:xfrm>
          <a:prstGeom prst="roundRect">
            <a:avLst>
              <a:gd fmla="val 50000" name="adj"/>
            </a:avLst>
          </a:prstGeom>
          <a:solidFill>
            <a:srgbClr val="00AEEF"/>
          </a:solidFill>
          <a:ln cap="flat" cmpd="sng" w="9525">
            <a:solidFill>
              <a:srgbClr val="3DB9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9025" lIns="189025" spcFirstLastPara="1" rIns="189025" wrap="square" tIns="18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4"/>
              <a:buFont typeface="Arial"/>
              <a:buNone/>
            </a:pPr>
            <a:r>
              <a:t/>
            </a:r>
            <a:endParaRPr b="0" i="0" sz="2894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g3771be79fa8_1_19"/>
          <p:cNvSpPr/>
          <p:nvPr/>
        </p:nvSpPr>
        <p:spPr>
          <a:xfrm rot="5400000">
            <a:off x="3343510" y="3678375"/>
            <a:ext cx="72300" cy="96600"/>
          </a:xfrm>
          <a:prstGeom prst="triangle">
            <a:avLst>
              <a:gd fmla="val 50000" name="adj"/>
            </a:avLst>
          </a:prstGeom>
          <a:solidFill>
            <a:srgbClr val="3DB9E5"/>
          </a:solidFill>
          <a:ln cap="flat" cmpd="sng" w="19700">
            <a:solidFill>
              <a:srgbClr val="00AE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9025" lIns="189025" spcFirstLastPara="1" rIns="189025" wrap="square" tIns="189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4"/>
              <a:buFont typeface="Arial"/>
              <a:buNone/>
            </a:pPr>
            <a:r>
              <a:t/>
            </a:r>
            <a:endParaRPr b="0" i="0" sz="28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771be79fa8_1_19"/>
          <p:cNvSpPr/>
          <p:nvPr/>
        </p:nvSpPr>
        <p:spPr>
          <a:xfrm>
            <a:off x="3490178" y="3699379"/>
            <a:ext cx="1185600" cy="71400"/>
          </a:xfrm>
          <a:prstGeom prst="roundRect">
            <a:avLst>
              <a:gd fmla="val 50000" name="adj"/>
            </a:avLst>
          </a:prstGeom>
          <a:solidFill>
            <a:srgbClr val="FFC000"/>
          </a:solidFill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9025" lIns="189025" spcFirstLastPara="1" rIns="189025" wrap="square" tIns="18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4"/>
              <a:buFont typeface="Arial"/>
              <a:buNone/>
            </a:pPr>
            <a:r>
              <a:t/>
            </a:r>
            <a:endParaRPr b="0" i="0" sz="2894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g3771be79fa8_1_19"/>
          <p:cNvSpPr/>
          <p:nvPr/>
        </p:nvSpPr>
        <p:spPr>
          <a:xfrm rot="5400000">
            <a:off x="4867306" y="3670778"/>
            <a:ext cx="72300" cy="96600"/>
          </a:xfrm>
          <a:prstGeom prst="triangle">
            <a:avLst>
              <a:gd fmla="val 50000" name="adj"/>
            </a:avLst>
          </a:prstGeom>
          <a:solidFill>
            <a:srgbClr val="FFC000"/>
          </a:solidFill>
          <a:ln cap="flat" cmpd="sng" w="19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9025" lIns="189025" spcFirstLastPara="1" rIns="189025" wrap="square" tIns="189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4"/>
              <a:buFont typeface="Arial"/>
              <a:buNone/>
            </a:pPr>
            <a:r>
              <a:t/>
            </a:r>
            <a:endParaRPr b="0" i="0" sz="28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3771be79fa8_1_19"/>
          <p:cNvSpPr/>
          <p:nvPr/>
        </p:nvSpPr>
        <p:spPr>
          <a:xfrm rot="5400000">
            <a:off x="1768237" y="3678375"/>
            <a:ext cx="72300" cy="96600"/>
          </a:xfrm>
          <a:prstGeom prst="triangle">
            <a:avLst>
              <a:gd fmla="val 50000" name="adj"/>
            </a:avLst>
          </a:prstGeom>
          <a:solidFill>
            <a:srgbClr val="265AA7"/>
          </a:solidFill>
          <a:ln cap="flat" cmpd="sng" w="19700">
            <a:solidFill>
              <a:srgbClr val="265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9025" lIns="189025" spcFirstLastPara="1" rIns="189025" wrap="square" tIns="189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4"/>
              <a:buFont typeface="Arial"/>
              <a:buNone/>
            </a:pPr>
            <a:r>
              <a:t/>
            </a:r>
            <a:endParaRPr b="0" i="0" sz="28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3771be79fa8_1_19"/>
          <p:cNvSpPr txBox="1"/>
          <p:nvPr/>
        </p:nvSpPr>
        <p:spPr>
          <a:xfrm>
            <a:off x="274503" y="1842868"/>
            <a:ext cx="14199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74400" lIns="74400" spcFirstLastPara="1" rIns="0" wrap="square" tIns="74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7"/>
              <a:buFont typeface="Arial"/>
              <a:buNone/>
            </a:pPr>
            <a:r>
              <a:rPr b="1" i="1" lang="es-GT" sz="124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Solicitar certificación de Arquitectur</a:t>
            </a:r>
            <a:r>
              <a:rPr b="1" i="1" lang="es-GT" sz="144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endParaRPr b="0" i="0" sz="144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g3771be79fa8_1_19"/>
          <p:cNvSpPr/>
          <p:nvPr/>
        </p:nvSpPr>
        <p:spPr>
          <a:xfrm>
            <a:off x="5127675" y="3691782"/>
            <a:ext cx="1185600" cy="71400"/>
          </a:xfrm>
          <a:prstGeom prst="roundRect">
            <a:avLst>
              <a:gd fmla="val 50000" name="adj"/>
            </a:avLst>
          </a:prstGeom>
          <a:solidFill>
            <a:srgbClr val="87C544"/>
          </a:solidFill>
          <a:ln cap="flat" cmpd="sng" w="9525">
            <a:solidFill>
              <a:srgbClr val="87C5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9025" lIns="189025" spcFirstLastPara="1" rIns="189025" wrap="square" tIns="18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4"/>
              <a:buFont typeface="Arial"/>
              <a:buNone/>
            </a:pPr>
            <a:r>
              <a:t/>
            </a:r>
            <a:endParaRPr b="0" i="0" sz="2894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8" name="Google Shape;478;g3771be79fa8_1_19"/>
          <p:cNvSpPr/>
          <p:nvPr/>
        </p:nvSpPr>
        <p:spPr>
          <a:xfrm rot="5400000">
            <a:off x="6442579" y="3663181"/>
            <a:ext cx="72300" cy="96600"/>
          </a:xfrm>
          <a:prstGeom prst="triangle">
            <a:avLst>
              <a:gd fmla="val 50000" name="adj"/>
            </a:avLst>
          </a:prstGeom>
          <a:solidFill>
            <a:srgbClr val="87C544"/>
          </a:solidFill>
          <a:ln cap="flat" cmpd="sng" w="19700">
            <a:solidFill>
              <a:srgbClr val="87C5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9025" lIns="189025" spcFirstLastPara="1" rIns="189025" wrap="square" tIns="18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4"/>
              <a:buFont typeface="Arial"/>
              <a:buNone/>
            </a:pPr>
            <a:r>
              <a:t/>
            </a:r>
            <a:endParaRPr b="0" i="0" sz="2894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g3771be79fa8_1_19"/>
          <p:cNvSpPr/>
          <p:nvPr/>
        </p:nvSpPr>
        <p:spPr>
          <a:xfrm>
            <a:off x="6830238" y="3688009"/>
            <a:ext cx="1185600" cy="71400"/>
          </a:xfrm>
          <a:prstGeom prst="roundRect">
            <a:avLst>
              <a:gd fmla="val 50000" name="adj"/>
            </a:avLst>
          </a:prstGeom>
          <a:solidFill>
            <a:srgbClr val="265AA7"/>
          </a:solidFill>
          <a:ln cap="flat" cmpd="sng" w="9525">
            <a:solidFill>
              <a:srgbClr val="265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9025" lIns="189025" spcFirstLastPara="1" rIns="189025" wrap="square" tIns="18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4"/>
              <a:buFont typeface="Arial"/>
              <a:buNone/>
            </a:pPr>
            <a:r>
              <a:t/>
            </a:r>
            <a:endParaRPr b="0" i="0" sz="2894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0" name="Google Shape;480;g3771be79fa8_1_19"/>
          <p:cNvSpPr/>
          <p:nvPr/>
        </p:nvSpPr>
        <p:spPr>
          <a:xfrm rot="5400000">
            <a:off x="8103901" y="3667833"/>
            <a:ext cx="72300" cy="96600"/>
          </a:xfrm>
          <a:prstGeom prst="triangle">
            <a:avLst>
              <a:gd fmla="val 50000" name="adj"/>
            </a:avLst>
          </a:prstGeom>
          <a:solidFill>
            <a:srgbClr val="265AA7"/>
          </a:solidFill>
          <a:ln cap="flat" cmpd="sng" w="19700">
            <a:solidFill>
              <a:srgbClr val="265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9025" lIns="189025" spcFirstLastPara="1" rIns="189025" wrap="square" tIns="189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4"/>
              <a:buFont typeface="Arial"/>
              <a:buNone/>
            </a:pPr>
            <a:r>
              <a:t/>
            </a:r>
            <a:endParaRPr b="0" i="0" sz="28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771be79fa8_1_19"/>
          <p:cNvSpPr/>
          <p:nvPr/>
        </p:nvSpPr>
        <p:spPr>
          <a:xfrm>
            <a:off x="8550121" y="3680412"/>
            <a:ext cx="1185600" cy="71400"/>
          </a:xfrm>
          <a:prstGeom prst="roundRect">
            <a:avLst>
              <a:gd fmla="val 50000" name="adj"/>
            </a:avLst>
          </a:prstGeom>
          <a:solidFill>
            <a:srgbClr val="00AEEF"/>
          </a:solidFill>
          <a:ln cap="flat" cmpd="sng" w="9525">
            <a:solidFill>
              <a:srgbClr val="3DB9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9025" lIns="189025" spcFirstLastPara="1" rIns="189025" wrap="square" tIns="18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4"/>
              <a:buFont typeface="Arial"/>
              <a:buNone/>
            </a:pPr>
            <a:r>
              <a:t/>
            </a:r>
            <a:endParaRPr b="0" i="0" sz="2894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2" name="Google Shape;482;g3771be79fa8_1_19"/>
          <p:cNvSpPr/>
          <p:nvPr/>
        </p:nvSpPr>
        <p:spPr>
          <a:xfrm rot="5400000">
            <a:off x="9868847" y="3651811"/>
            <a:ext cx="72300" cy="96600"/>
          </a:xfrm>
          <a:prstGeom prst="triangle">
            <a:avLst>
              <a:gd fmla="val 50000" name="adj"/>
            </a:avLst>
          </a:prstGeom>
          <a:solidFill>
            <a:srgbClr val="3DB9E5"/>
          </a:solidFill>
          <a:ln cap="flat" cmpd="sng" w="19700">
            <a:solidFill>
              <a:srgbClr val="00AE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9025" lIns="189025" spcFirstLastPara="1" rIns="189025" wrap="square" tIns="189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4"/>
              <a:buFont typeface="Arial"/>
              <a:buNone/>
            </a:pPr>
            <a:r>
              <a:t/>
            </a:r>
            <a:endParaRPr b="0" i="0" sz="28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771be79fa8_1_19"/>
          <p:cNvSpPr/>
          <p:nvPr/>
        </p:nvSpPr>
        <p:spPr>
          <a:xfrm>
            <a:off x="10206948" y="3680412"/>
            <a:ext cx="1185600" cy="71400"/>
          </a:xfrm>
          <a:prstGeom prst="roundRect">
            <a:avLst>
              <a:gd fmla="val 50000" name="adj"/>
            </a:avLst>
          </a:prstGeom>
          <a:solidFill>
            <a:srgbClr val="FFC000"/>
          </a:solidFill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9025" lIns="189025" spcFirstLastPara="1" rIns="189025" wrap="square" tIns="18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4"/>
              <a:buFont typeface="Arial"/>
              <a:buNone/>
            </a:pPr>
            <a:r>
              <a:t/>
            </a:r>
            <a:endParaRPr b="0" i="0" sz="2894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4" name="Google Shape;484;g3771be79fa8_1_19"/>
          <p:cNvSpPr/>
          <p:nvPr/>
        </p:nvSpPr>
        <p:spPr>
          <a:xfrm rot="5400000">
            <a:off x="11525674" y="3651811"/>
            <a:ext cx="72300" cy="96600"/>
          </a:xfrm>
          <a:prstGeom prst="triangle">
            <a:avLst>
              <a:gd fmla="val 50000" name="adj"/>
            </a:avLst>
          </a:prstGeom>
          <a:solidFill>
            <a:srgbClr val="FFC000"/>
          </a:solidFill>
          <a:ln cap="flat" cmpd="sng" w="19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9025" lIns="189025" spcFirstLastPara="1" rIns="189025" wrap="square" tIns="18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4"/>
              <a:buFont typeface="Arial"/>
              <a:buNone/>
            </a:pPr>
            <a:r>
              <a:t/>
            </a:r>
            <a:endParaRPr b="0" i="0" sz="2894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5" name="Google Shape;485;g3771be79fa8_1_19"/>
          <p:cNvSpPr/>
          <p:nvPr/>
        </p:nvSpPr>
        <p:spPr>
          <a:xfrm>
            <a:off x="409528" y="3706977"/>
            <a:ext cx="1185600" cy="71400"/>
          </a:xfrm>
          <a:prstGeom prst="roundRect">
            <a:avLst>
              <a:gd fmla="val 50000" name="adj"/>
            </a:avLst>
          </a:prstGeom>
          <a:solidFill>
            <a:srgbClr val="265AA7"/>
          </a:solidFill>
          <a:ln cap="flat" cmpd="sng" w="9525">
            <a:solidFill>
              <a:srgbClr val="265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9025" lIns="189025" spcFirstLastPara="1" rIns="189025" wrap="square" tIns="18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4"/>
              <a:buFont typeface="Arial"/>
              <a:buNone/>
            </a:pPr>
            <a:r>
              <a:t/>
            </a:r>
            <a:endParaRPr b="0" i="0" sz="2894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6" name="Google Shape;486;g3771be79fa8_1_19"/>
          <p:cNvSpPr txBox="1"/>
          <p:nvPr/>
        </p:nvSpPr>
        <p:spPr>
          <a:xfrm>
            <a:off x="1976979" y="1818300"/>
            <a:ext cx="12408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400" lIns="74400" spcFirstLastPara="1" rIns="0" wrap="square" tIns="74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7"/>
              <a:buFont typeface="Arial"/>
              <a:buNone/>
            </a:pPr>
            <a:r>
              <a:rPr b="1" i="1" lang="es-GT" sz="124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Validar Artefactos de arquitectura </a:t>
            </a:r>
            <a:endParaRPr b="0" i="0" sz="124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g3771be79fa8_1_19"/>
          <p:cNvSpPr txBox="1"/>
          <p:nvPr/>
        </p:nvSpPr>
        <p:spPr>
          <a:xfrm>
            <a:off x="3500340" y="1818300"/>
            <a:ext cx="12408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74400" lIns="74400" spcFirstLastPara="1" rIns="0" wrap="square" tIns="74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7"/>
              <a:buFont typeface="Arial"/>
              <a:buNone/>
            </a:pPr>
            <a:r>
              <a:rPr b="1" i="1" lang="es-GT" sz="124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Solicitar validación de arquitectura de Capa</a:t>
            </a:r>
            <a:endParaRPr b="0" i="0" sz="124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g3771be79fa8_1_19"/>
          <p:cNvSpPr txBox="1"/>
          <p:nvPr/>
        </p:nvSpPr>
        <p:spPr>
          <a:xfrm>
            <a:off x="5227399" y="1818300"/>
            <a:ext cx="13374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400" lIns="74400" spcFirstLastPara="1" rIns="0" wrap="square" tIns="74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7"/>
              <a:buFont typeface="Arial"/>
              <a:buNone/>
            </a:pPr>
            <a:r>
              <a:rPr b="1" i="1" lang="es-GT" sz="124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Gestionar sesión de Entendimiento</a:t>
            </a:r>
            <a:endParaRPr b="0" i="0" sz="124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9" name="Google Shape;489;g3771be79fa8_1_19"/>
          <p:cNvSpPr txBox="1"/>
          <p:nvPr/>
        </p:nvSpPr>
        <p:spPr>
          <a:xfrm>
            <a:off x="842128" y="1413018"/>
            <a:ext cx="3204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34225" spcFirstLastPara="1" rIns="34225" wrap="square" tIns="456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7"/>
              <a:buFont typeface="Arial"/>
              <a:buNone/>
            </a:pPr>
            <a:r>
              <a:rPr b="1" i="0" lang="es-GT" sz="2700" u="none" cap="none" strike="noStrike">
                <a:solidFill>
                  <a:srgbClr val="265AA7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2700" u="none" cap="none" strike="noStrike">
              <a:solidFill>
                <a:srgbClr val="265A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g3771be79fa8_1_19"/>
          <p:cNvSpPr txBox="1"/>
          <p:nvPr/>
        </p:nvSpPr>
        <p:spPr>
          <a:xfrm>
            <a:off x="2437179" y="1326650"/>
            <a:ext cx="3204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34225" spcFirstLastPara="1" rIns="34225" wrap="square" tIns="456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7"/>
              <a:buFont typeface="Arial"/>
              <a:buNone/>
            </a:pPr>
            <a:r>
              <a:rPr b="1" i="0" lang="es-GT" sz="27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2700" u="none" cap="none" strike="noStrike">
              <a:solidFill>
                <a:srgbClr val="00B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g3771be79fa8_1_19"/>
          <p:cNvSpPr txBox="1"/>
          <p:nvPr/>
        </p:nvSpPr>
        <p:spPr>
          <a:xfrm>
            <a:off x="3960540" y="1326650"/>
            <a:ext cx="3204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34225" spcFirstLastPara="1" rIns="34225" wrap="square" tIns="456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7"/>
              <a:buFont typeface="Arial"/>
              <a:buNone/>
            </a:pPr>
            <a:r>
              <a:rPr b="1" i="0" lang="es-GT" sz="2700" u="none" cap="none" strike="noStrike">
                <a:solidFill>
                  <a:srgbClr val="FDDA25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2700" u="none" cap="none" strike="noStrike">
              <a:solidFill>
                <a:srgbClr val="FDDA2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2" name="Google Shape;492;g3771be79fa8_1_19"/>
          <p:cNvSpPr txBox="1"/>
          <p:nvPr/>
        </p:nvSpPr>
        <p:spPr>
          <a:xfrm>
            <a:off x="5598049" y="1326650"/>
            <a:ext cx="3204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34225" spcFirstLastPara="1" rIns="34225" wrap="square" tIns="456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7"/>
              <a:buFont typeface="Arial"/>
              <a:buNone/>
            </a:pPr>
            <a:r>
              <a:rPr b="1" i="0" lang="es-GT" sz="2700" u="none" cap="none" strike="noStrike">
                <a:solidFill>
                  <a:srgbClr val="87C544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2700" u="none" cap="none" strike="noStrike">
              <a:solidFill>
                <a:srgbClr val="87C54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93" name="Google Shape;493;g3771be79fa8_1_19"/>
          <p:cNvCxnSpPr/>
          <p:nvPr/>
        </p:nvCxnSpPr>
        <p:spPr>
          <a:xfrm>
            <a:off x="1885325" y="1277824"/>
            <a:ext cx="0" cy="2541000"/>
          </a:xfrm>
          <a:prstGeom prst="straightConnector1">
            <a:avLst/>
          </a:prstGeom>
          <a:noFill/>
          <a:ln cap="flat" cmpd="sng" w="11750">
            <a:solidFill>
              <a:srgbClr val="00287F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94" name="Google Shape;494;g3771be79fa8_1_19"/>
          <p:cNvCxnSpPr/>
          <p:nvPr/>
        </p:nvCxnSpPr>
        <p:spPr>
          <a:xfrm>
            <a:off x="6613650" y="1204607"/>
            <a:ext cx="0" cy="2541000"/>
          </a:xfrm>
          <a:prstGeom prst="straightConnector1">
            <a:avLst/>
          </a:prstGeom>
          <a:noFill/>
          <a:ln cap="flat" cmpd="sng" w="11750">
            <a:solidFill>
              <a:srgbClr val="00287F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95" name="Google Shape;495;g3771be79fa8_1_19"/>
          <p:cNvSpPr txBox="1"/>
          <p:nvPr/>
        </p:nvSpPr>
        <p:spPr>
          <a:xfrm>
            <a:off x="2117441" y="4046188"/>
            <a:ext cx="4447500" cy="372900"/>
          </a:xfrm>
          <a:prstGeom prst="rect">
            <a:avLst/>
          </a:prstGeom>
          <a:noFill/>
          <a:ln cap="flat" cmpd="sng" w="19050">
            <a:solidFill>
              <a:srgbClr val="EA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74400" lIns="74400" spcFirstLastPara="1" rIns="0" wrap="square" tIns="74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7"/>
              <a:buFont typeface="Arial"/>
              <a:buNone/>
            </a:pPr>
            <a:r>
              <a:rPr b="1" i="1" lang="es-GT" sz="1447" u="none" cap="none" strike="noStrik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SLA  50 horas</a:t>
            </a:r>
            <a:endParaRPr b="1" i="1" sz="1447" u="none" cap="none" strike="noStrik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496" name="Google Shape;496;g3771be79fa8_1_19" title="el-tiempo-pas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6797" y="3916254"/>
            <a:ext cx="320401" cy="296227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g3771be79fa8_1_19"/>
          <p:cNvSpPr txBox="1"/>
          <p:nvPr/>
        </p:nvSpPr>
        <p:spPr>
          <a:xfrm>
            <a:off x="6775313" y="1858164"/>
            <a:ext cx="13374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400" lIns="74400" spcFirstLastPara="1" rIns="0" wrap="square" tIns="74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7"/>
              <a:buFont typeface="Arial"/>
              <a:buNone/>
            </a:pPr>
            <a:r>
              <a:rPr b="1" i="1" lang="es-GT" sz="124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Validar capas de la arquitectura</a:t>
            </a:r>
            <a:endParaRPr b="0" i="0" sz="124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g3771be79fa8_1_19"/>
          <p:cNvSpPr txBox="1"/>
          <p:nvPr/>
        </p:nvSpPr>
        <p:spPr>
          <a:xfrm>
            <a:off x="7308838" y="1413014"/>
            <a:ext cx="3204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34225" spcFirstLastPara="1" rIns="34225" wrap="square" tIns="456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7"/>
              <a:buFont typeface="Arial"/>
              <a:buNone/>
            </a:pPr>
            <a:r>
              <a:rPr b="1" i="0" lang="es-GT" sz="2700" u="none" cap="none" strike="noStrike">
                <a:solidFill>
                  <a:srgbClr val="00287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2700" u="none" cap="none" strike="noStrike">
              <a:solidFill>
                <a:srgbClr val="0028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g3771be79fa8_1_19"/>
          <p:cNvSpPr txBox="1"/>
          <p:nvPr/>
        </p:nvSpPr>
        <p:spPr>
          <a:xfrm>
            <a:off x="8615886" y="1880814"/>
            <a:ext cx="13374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400" lIns="74400" spcFirstLastPara="1" rIns="0" wrap="square" tIns="74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7"/>
              <a:buFont typeface="Arial"/>
              <a:buNone/>
            </a:pPr>
            <a:r>
              <a:rPr b="1" i="1" lang="es-GT" sz="124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Determinar el resultado de la certificación</a:t>
            </a:r>
            <a:endParaRPr b="0" i="0" sz="124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g3771be79fa8_1_19"/>
          <p:cNvSpPr txBox="1"/>
          <p:nvPr/>
        </p:nvSpPr>
        <p:spPr>
          <a:xfrm>
            <a:off x="9124386" y="1337764"/>
            <a:ext cx="3204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34225" spcFirstLastPara="1" rIns="34225" wrap="square" tIns="456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7"/>
              <a:buFont typeface="Arial"/>
              <a:buNone/>
            </a:pPr>
            <a:r>
              <a:rPr b="1" i="0" lang="es-GT" sz="27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b="0" i="0" sz="2700" u="none" cap="none" strike="noStrike">
              <a:solidFill>
                <a:srgbClr val="00B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g3771be79fa8_1_19"/>
          <p:cNvSpPr txBox="1"/>
          <p:nvPr/>
        </p:nvSpPr>
        <p:spPr>
          <a:xfrm>
            <a:off x="10201726" y="1880814"/>
            <a:ext cx="15369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400" lIns="74400" spcFirstLastPara="1" rIns="0" wrap="square" tIns="74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7"/>
              <a:buFont typeface="Arial"/>
              <a:buNone/>
            </a:pPr>
            <a:r>
              <a:rPr b="1" i="1" lang="es-GT" sz="124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Entregar el Pre-certificado / Certificado</a:t>
            </a:r>
            <a:endParaRPr b="0" i="0" sz="124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g3771be79fa8_1_19"/>
          <p:cNvSpPr txBox="1"/>
          <p:nvPr/>
        </p:nvSpPr>
        <p:spPr>
          <a:xfrm>
            <a:off x="10710211" y="1337764"/>
            <a:ext cx="3204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34225" spcFirstLastPara="1" rIns="34225" wrap="square" tIns="456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7"/>
              <a:buFont typeface="Arial"/>
              <a:buNone/>
            </a:pPr>
            <a:r>
              <a:rPr b="1" i="0" lang="es-GT" sz="2700" u="none" cap="none" strike="noStrike">
                <a:solidFill>
                  <a:srgbClr val="F0D224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b="0" i="0" sz="2700" u="none" cap="none" strike="noStrike">
              <a:solidFill>
                <a:srgbClr val="F0D22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g3771be79fa8_1_19"/>
          <p:cNvSpPr txBox="1"/>
          <p:nvPr/>
        </p:nvSpPr>
        <p:spPr>
          <a:xfrm>
            <a:off x="8550127" y="3988552"/>
            <a:ext cx="3060000" cy="372900"/>
          </a:xfrm>
          <a:prstGeom prst="rect">
            <a:avLst/>
          </a:prstGeom>
          <a:noFill/>
          <a:ln cap="flat" cmpd="sng" w="19050">
            <a:solidFill>
              <a:srgbClr val="EA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74400" lIns="74400" spcFirstLastPara="1" rIns="0" wrap="square" tIns="74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7"/>
              <a:buFont typeface="Arial"/>
              <a:buNone/>
            </a:pPr>
            <a:r>
              <a:rPr b="1" i="1" lang="es-GT" sz="1447" u="none" cap="none" strike="noStrik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SLA 10 horas  c/u</a:t>
            </a:r>
            <a:endParaRPr b="1" i="0" sz="1447" u="none" cap="none" strike="noStrik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04" name="Google Shape;504;g3771be79fa8_1_19"/>
          <p:cNvSpPr txBox="1"/>
          <p:nvPr/>
        </p:nvSpPr>
        <p:spPr>
          <a:xfrm>
            <a:off x="3766500" y="5783425"/>
            <a:ext cx="802800" cy="338700"/>
          </a:xfrm>
          <a:prstGeom prst="rect">
            <a:avLst/>
          </a:prstGeom>
          <a:noFill/>
          <a:ln cap="flat" cmpd="sng" w="9525">
            <a:solidFill>
              <a:srgbClr val="EA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GT" sz="10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60 horas</a:t>
            </a:r>
            <a:endParaRPr b="0" i="0" sz="1000" u="none" cap="none" strike="noStrike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cxnSp>
        <p:nvCxnSpPr>
          <p:cNvPr id="505" name="Google Shape;505;g3771be79fa8_1_19"/>
          <p:cNvCxnSpPr/>
          <p:nvPr/>
        </p:nvCxnSpPr>
        <p:spPr>
          <a:xfrm flipH="1">
            <a:off x="7398738" y="3759409"/>
            <a:ext cx="24300" cy="1128600"/>
          </a:xfrm>
          <a:prstGeom prst="straightConnector1">
            <a:avLst/>
          </a:prstGeom>
          <a:noFill/>
          <a:ln cap="flat" cmpd="sng" w="38100">
            <a:solidFill>
              <a:srgbClr val="275BA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6" name="Google Shape;506;g3771be79fa8_1_19"/>
          <p:cNvSpPr txBox="1"/>
          <p:nvPr/>
        </p:nvSpPr>
        <p:spPr>
          <a:xfrm>
            <a:off x="292375" y="221375"/>
            <a:ext cx="552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GT" sz="2800" u="none" cap="none" strike="noStrike">
                <a:solidFill>
                  <a:srgbClr val="081754"/>
                </a:solidFill>
                <a:latin typeface="Josefin Sans"/>
                <a:ea typeface="Josefin Sans"/>
                <a:cs typeface="Josefin Sans"/>
                <a:sym typeface="Josefin Sans"/>
              </a:rPr>
              <a:t>Proceso de Arquitectura</a:t>
            </a:r>
            <a:endParaRPr b="0" i="0" sz="2800" u="none" cap="none" strike="noStrike">
              <a:solidFill>
                <a:srgbClr val="08175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07" name="Google Shape;507;g3771be79fa8_1_19"/>
          <p:cNvSpPr/>
          <p:nvPr/>
        </p:nvSpPr>
        <p:spPr>
          <a:xfrm>
            <a:off x="583200" y="2751975"/>
            <a:ext cx="802800" cy="801900"/>
          </a:xfrm>
          <a:prstGeom prst="ellipse">
            <a:avLst/>
          </a:prstGeom>
          <a:solidFill>
            <a:srgbClr val="275B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g3771be79fa8_1_19"/>
          <p:cNvSpPr/>
          <p:nvPr/>
        </p:nvSpPr>
        <p:spPr>
          <a:xfrm>
            <a:off x="2158200" y="2724838"/>
            <a:ext cx="802800" cy="80190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771be79fa8_1_19"/>
          <p:cNvSpPr/>
          <p:nvPr/>
        </p:nvSpPr>
        <p:spPr>
          <a:xfrm>
            <a:off x="3681575" y="2816875"/>
            <a:ext cx="802800" cy="8019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3771be79fa8_1_19"/>
          <p:cNvSpPr/>
          <p:nvPr/>
        </p:nvSpPr>
        <p:spPr>
          <a:xfrm>
            <a:off x="5356850" y="2743663"/>
            <a:ext cx="802800" cy="801900"/>
          </a:xfrm>
          <a:prstGeom prst="ellipse">
            <a:avLst/>
          </a:prstGeom>
          <a:solidFill>
            <a:srgbClr val="87C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771be79fa8_1_19"/>
          <p:cNvSpPr/>
          <p:nvPr/>
        </p:nvSpPr>
        <p:spPr>
          <a:xfrm>
            <a:off x="7018050" y="2735275"/>
            <a:ext cx="802800" cy="801900"/>
          </a:xfrm>
          <a:prstGeom prst="ellipse">
            <a:avLst/>
          </a:prstGeom>
          <a:solidFill>
            <a:srgbClr val="275B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g3771be79fa8_1_19"/>
          <p:cNvSpPr/>
          <p:nvPr/>
        </p:nvSpPr>
        <p:spPr>
          <a:xfrm>
            <a:off x="8742925" y="2742813"/>
            <a:ext cx="802800" cy="80190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771be79fa8_1_19"/>
          <p:cNvSpPr/>
          <p:nvPr/>
        </p:nvSpPr>
        <p:spPr>
          <a:xfrm>
            <a:off x="10398350" y="2816863"/>
            <a:ext cx="802800" cy="8019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4" name="Google Shape;514;g3771be79fa8_1_19" title="ventana.png"/>
          <p:cNvPicPr preferRelativeResize="0"/>
          <p:nvPr/>
        </p:nvPicPr>
        <p:blipFill rotWithShape="1">
          <a:blip r:embed="rId4">
            <a:alphaModFix/>
          </a:blip>
          <a:srcRect b="13376" l="12500" r="10758" t="17567"/>
          <a:stretch/>
        </p:blipFill>
        <p:spPr>
          <a:xfrm>
            <a:off x="750588" y="2919375"/>
            <a:ext cx="4680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g3771be79fa8_1_19" title="gestion-de-proyectos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79925" y="2861200"/>
            <a:ext cx="529175" cy="5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g3771be79fa8_1_19" title="public-service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04067" y="2846250"/>
            <a:ext cx="543875" cy="5438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7" name="Google Shape;517;g3771be79fa8_1_19"/>
          <p:cNvGrpSpPr/>
          <p:nvPr/>
        </p:nvGrpSpPr>
        <p:grpSpPr>
          <a:xfrm>
            <a:off x="7130013" y="2830388"/>
            <a:ext cx="642550" cy="611687"/>
            <a:chOff x="3798000" y="2715238"/>
            <a:chExt cx="642550" cy="611687"/>
          </a:xfrm>
        </p:grpSpPr>
        <p:pic>
          <p:nvPicPr>
            <p:cNvPr id="518" name="Google Shape;518;g3771be79fa8_1_19" title="creacion.png"/>
            <p:cNvPicPr preferRelativeResize="0"/>
            <p:nvPr/>
          </p:nvPicPr>
          <p:blipFill rotWithShape="1">
            <a:blip r:embed="rId7">
              <a:alphaModFix/>
            </a:blip>
            <a:srcRect b="0" l="0" r="0" t="17252"/>
            <a:stretch/>
          </p:blipFill>
          <p:spPr>
            <a:xfrm>
              <a:off x="3798000" y="2797750"/>
              <a:ext cx="554749" cy="529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9" name="Google Shape;519;g3771be79fa8_1_19" title="comprobado.png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52675" y="2715238"/>
              <a:ext cx="187875" cy="1878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20" name="Google Shape;520;g3771be79fa8_1_19" title="artefacto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18388" y="2953250"/>
            <a:ext cx="529175" cy="5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g3771be79fa8_1_19" title="certificacion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23026" y="2898550"/>
            <a:ext cx="575375" cy="57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g3771be79fa8_1_19" title="aprobado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79731" y="2857648"/>
            <a:ext cx="543875" cy="54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g3771be79fa8_1_19" title="el-tiempo-pas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1222" y="3882354"/>
            <a:ext cx="320401" cy="296227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g3771be79fa8_1_19"/>
          <p:cNvSpPr/>
          <p:nvPr/>
        </p:nvSpPr>
        <p:spPr>
          <a:xfrm>
            <a:off x="4746115" y="5598113"/>
            <a:ext cx="706200" cy="75900"/>
          </a:xfrm>
          <a:prstGeom prst="roundRect">
            <a:avLst>
              <a:gd fmla="val 50000" name="adj"/>
            </a:avLst>
          </a:prstGeom>
          <a:solidFill>
            <a:srgbClr val="275BA7"/>
          </a:solidFill>
          <a:ln cap="flat" cmpd="sng" w="38100">
            <a:solidFill>
              <a:srgbClr val="275B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1050" lIns="201050" spcFirstLastPara="1" rIns="201050" wrap="square" tIns="20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771be79fa8_1_19"/>
          <p:cNvSpPr/>
          <p:nvPr/>
        </p:nvSpPr>
        <p:spPr>
          <a:xfrm>
            <a:off x="5671025" y="5590032"/>
            <a:ext cx="706200" cy="75900"/>
          </a:xfrm>
          <a:prstGeom prst="roundRect">
            <a:avLst>
              <a:gd fmla="val 50000" name="adj"/>
            </a:avLst>
          </a:prstGeom>
          <a:solidFill>
            <a:srgbClr val="275BA7"/>
          </a:solidFill>
          <a:ln cap="flat" cmpd="sng" w="38100">
            <a:solidFill>
              <a:srgbClr val="275B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1050" lIns="201050" spcFirstLastPara="1" rIns="201050" wrap="square" tIns="20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771be79fa8_1_19"/>
          <p:cNvSpPr/>
          <p:nvPr/>
        </p:nvSpPr>
        <p:spPr>
          <a:xfrm>
            <a:off x="6629150" y="5581951"/>
            <a:ext cx="706200" cy="75900"/>
          </a:xfrm>
          <a:prstGeom prst="roundRect">
            <a:avLst>
              <a:gd fmla="val 50000" name="adj"/>
            </a:avLst>
          </a:prstGeom>
          <a:solidFill>
            <a:srgbClr val="275BA7"/>
          </a:solidFill>
          <a:ln cap="flat" cmpd="sng" w="38100">
            <a:solidFill>
              <a:srgbClr val="275B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1050" lIns="201050" spcFirstLastPara="1" rIns="201050" wrap="square" tIns="20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771be79fa8_1_19"/>
          <p:cNvSpPr/>
          <p:nvPr/>
        </p:nvSpPr>
        <p:spPr>
          <a:xfrm>
            <a:off x="7643400" y="5577939"/>
            <a:ext cx="706200" cy="75900"/>
          </a:xfrm>
          <a:prstGeom prst="roundRect">
            <a:avLst>
              <a:gd fmla="val 50000" name="adj"/>
            </a:avLst>
          </a:prstGeom>
          <a:solidFill>
            <a:srgbClr val="275BA7"/>
          </a:solidFill>
          <a:ln cap="flat" cmpd="sng" w="38100">
            <a:solidFill>
              <a:srgbClr val="275B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1050" lIns="201050" spcFirstLastPara="1" rIns="201050" wrap="square" tIns="20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g3771be79fa8_1_19"/>
          <p:cNvSpPr/>
          <p:nvPr/>
        </p:nvSpPr>
        <p:spPr>
          <a:xfrm>
            <a:off x="8657650" y="5569858"/>
            <a:ext cx="706200" cy="75900"/>
          </a:xfrm>
          <a:prstGeom prst="roundRect">
            <a:avLst>
              <a:gd fmla="val 50000" name="adj"/>
            </a:avLst>
          </a:prstGeom>
          <a:solidFill>
            <a:srgbClr val="275BA7"/>
          </a:solidFill>
          <a:ln cap="flat" cmpd="sng" w="38100">
            <a:solidFill>
              <a:srgbClr val="275B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1050" lIns="201050" spcFirstLastPara="1" rIns="201050" wrap="square" tIns="20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g3771be79fa8_1_19"/>
          <p:cNvSpPr/>
          <p:nvPr/>
        </p:nvSpPr>
        <p:spPr>
          <a:xfrm>
            <a:off x="9671900" y="5569858"/>
            <a:ext cx="706200" cy="75900"/>
          </a:xfrm>
          <a:prstGeom prst="roundRect">
            <a:avLst>
              <a:gd fmla="val 50000" name="adj"/>
            </a:avLst>
          </a:prstGeom>
          <a:solidFill>
            <a:srgbClr val="275BA7"/>
          </a:solidFill>
          <a:ln cap="flat" cmpd="sng" w="38100">
            <a:solidFill>
              <a:srgbClr val="275B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1050" lIns="201050" spcFirstLastPara="1" rIns="201050" wrap="square" tIns="20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3771be79fa8_1_19"/>
          <p:cNvSpPr/>
          <p:nvPr/>
        </p:nvSpPr>
        <p:spPr>
          <a:xfrm>
            <a:off x="3766500" y="5598110"/>
            <a:ext cx="802800" cy="71400"/>
          </a:xfrm>
          <a:prstGeom prst="roundRect">
            <a:avLst>
              <a:gd fmla="val 50000" name="adj"/>
            </a:avLst>
          </a:prstGeom>
          <a:solidFill>
            <a:srgbClr val="265AA7"/>
          </a:solidFill>
          <a:ln cap="flat" cmpd="sng" w="9525">
            <a:solidFill>
              <a:srgbClr val="265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1050" lIns="201050" spcFirstLastPara="1" rIns="201050" wrap="square" tIns="20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8"/>
              <a:buFont typeface="Arial"/>
              <a:buNone/>
            </a:pPr>
            <a:r>
              <a:t/>
            </a:r>
            <a:endParaRPr b="0" i="0" sz="3078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1" name="Google Shape;531;g3771be79fa8_1_19"/>
          <p:cNvSpPr txBox="1"/>
          <p:nvPr/>
        </p:nvSpPr>
        <p:spPr>
          <a:xfrm>
            <a:off x="3725400" y="5136022"/>
            <a:ext cx="8850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GT" sz="10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Arq. Seguridad </a:t>
            </a:r>
            <a:endParaRPr b="0" i="0" sz="1000" u="none" cap="none" strike="noStrike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GT" sz="10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y Biometría</a:t>
            </a:r>
            <a:r>
              <a:rPr b="0" i="0" lang="es-GT" sz="13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32" name="Google Shape;532;g3771be79fa8_1_19"/>
          <p:cNvSpPr txBox="1"/>
          <p:nvPr/>
        </p:nvSpPr>
        <p:spPr>
          <a:xfrm>
            <a:off x="4811515" y="5136022"/>
            <a:ext cx="5754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GT" sz="10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Arq.</a:t>
            </a:r>
            <a:endParaRPr b="0" i="0" sz="1000" u="none" cap="none" strike="noStrike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GT" sz="10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Cloud</a:t>
            </a:r>
            <a:r>
              <a:rPr b="0" i="0" lang="es-GT" sz="13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33" name="Google Shape;533;g3771be79fa8_1_19"/>
          <p:cNvSpPr txBox="1"/>
          <p:nvPr/>
        </p:nvSpPr>
        <p:spPr>
          <a:xfrm>
            <a:off x="5653625" y="5136022"/>
            <a:ext cx="7410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GT" sz="10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Arq. de</a:t>
            </a:r>
            <a:endParaRPr b="0" i="0" sz="1000" u="none" cap="none" strike="noStrike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GT" sz="10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Integración</a:t>
            </a:r>
            <a:r>
              <a:rPr b="0" i="0" lang="es-GT" sz="13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34" name="Google Shape;534;g3771be79fa8_1_19"/>
          <p:cNvSpPr txBox="1"/>
          <p:nvPr/>
        </p:nvSpPr>
        <p:spPr>
          <a:xfrm>
            <a:off x="6611750" y="5136022"/>
            <a:ext cx="7410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GT" sz="10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Arq. de</a:t>
            </a:r>
            <a:endParaRPr b="0" i="0" sz="1000" u="none" cap="none" strike="noStrike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GT" sz="10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Desarrollo</a:t>
            </a:r>
            <a:endParaRPr b="0" i="0" sz="1200" u="none" cap="none" strike="noStrike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35" name="Google Shape;535;g3771be79fa8_1_19"/>
          <p:cNvSpPr txBox="1"/>
          <p:nvPr/>
        </p:nvSpPr>
        <p:spPr>
          <a:xfrm>
            <a:off x="7626000" y="5136022"/>
            <a:ext cx="7410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GT" sz="10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Arq. de</a:t>
            </a:r>
            <a:endParaRPr b="0" i="0" sz="1000" u="none" cap="none" strike="noStrike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GT" sz="10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Datos</a:t>
            </a:r>
            <a:endParaRPr b="0" i="0" sz="1200" u="none" cap="none" strike="noStrike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36" name="Google Shape;536;g3771be79fa8_1_19"/>
          <p:cNvSpPr txBox="1"/>
          <p:nvPr/>
        </p:nvSpPr>
        <p:spPr>
          <a:xfrm>
            <a:off x="8640250" y="5136022"/>
            <a:ext cx="7410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GT" sz="10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Arq. de</a:t>
            </a:r>
            <a:endParaRPr b="0" i="0" sz="1000" u="none" cap="none" strike="noStrike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GT" sz="10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UX</a:t>
            </a:r>
            <a:endParaRPr b="0" i="0" sz="1200" u="none" cap="none" strike="noStrike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37" name="Google Shape;537;g3771be79fa8_1_19"/>
          <p:cNvSpPr txBox="1"/>
          <p:nvPr/>
        </p:nvSpPr>
        <p:spPr>
          <a:xfrm>
            <a:off x="4746125" y="5783425"/>
            <a:ext cx="706200" cy="338700"/>
          </a:xfrm>
          <a:prstGeom prst="rect">
            <a:avLst/>
          </a:prstGeom>
          <a:noFill/>
          <a:ln cap="flat" cmpd="sng" w="9525">
            <a:solidFill>
              <a:srgbClr val="EA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72000" spcFirstLastPara="1" rIns="72000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GT" sz="10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150 horas</a:t>
            </a:r>
            <a:endParaRPr b="0" i="0" sz="1000" u="none" cap="none" strike="noStrik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38" name="Google Shape;538;g3771be79fa8_1_19"/>
          <p:cNvSpPr txBox="1"/>
          <p:nvPr/>
        </p:nvSpPr>
        <p:spPr>
          <a:xfrm>
            <a:off x="9654500" y="5136022"/>
            <a:ext cx="7410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GT" sz="10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Arq. de</a:t>
            </a:r>
            <a:endParaRPr b="0" i="0" sz="1000" u="none" cap="none" strike="noStrike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GT" sz="10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Retail</a:t>
            </a:r>
            <a:endParaRPr b="0" i="0" sz="1200" u="none" cap="none" strike="noStrike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39" name="Google Shape;539;g3771be79fa8_1_19"/>
          <p:cNvSpPr txBox="1"/>
          <p:nvPr/>
        </p:nvSpPr>
        <p:spPr>
          <a:xfrm>
            <a:off x="5653625" y="5783425"/>
            <a:ext cx="741000" cy="338700"/>
          </a:xfrm>
          <a:prstGeom prst="rect">
            <a:avLst/>
          </a:prstGeom>
          <a:noFill/>
          <a:ln cap="flat" cmpd="sng" w="9525">
            <a:solidFill>
              <a:srgbClr val="EA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72000" spcFirstLastPara="1" rIns="72000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GT" sz="10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30 horas</a:t>
            </a:r>
            <a:endParaRPr b="0" i="0" sz="1000" u="none" cap="none" strike="noStrik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40" name="Google Shape;540;g3771be79fa8_1_19"/>
          <p:cNvSpPr txBox="1"/>
          <p:nvPr/>
        </p:nvSpPr>
        <p:spPr>
          <a:xfrm>
            <a:off x="6613650" y="5783425"/>
            <a:ext cx="2750100" cy="338700"/>
          </a:xfrm>
          <a:prstGeom prst="rect">
            <a:avLst/>
          </a:prstGeom>
          <a:noFill/>
          <a:ln cap="flat" cmpd="sng" w="9525">
            <a:solidFill>
              <a:srgbClr val="EA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GT" sz="10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90 horas c/u</a:t>
            </a:r>
            <a:endParaRPr b="0" i="0" sz="1000" u="none" cap="none" strike="noStrik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41" name="Google Shape;541;g3771be79fa8_1_19"/>
          <p:cNvSpPr txBox="1"/>
          <p:nvPr/>
        </p:nvSpPr>
        <p:spPr>
          <a:xfrm>
            <a:off x="9654500" y="5783425"/>
            <a:ext cx="765300" cy="338700"/>
          </a:xfrm>
          <a:prstGeom prst="rect">
            <a:avLst/>
          </a:prstGeom>
          <a:noFill/>
          <a:ln cap="flat" cmpd="sng" w="9525">
            <a:solidFill>
              <a:srgbClr val="EA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GT" sz="10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50 horas</a:t>
            </a:r>
            <a:endParaRPr b="0" i="0" sz="1000" u="none" cap="none" strike="noStrik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42" name="Google Shape;542;g3771be79fa8_1_19"/>
          <p:cNvSpPr/>
          <p:nvPr/>
        </p:nvSpPr>
        <p:spPr>
          <a:xfrm rot="5400000">
            <a:off x="6990550" y="1667900"/>
            <a:ext cx="212700" cy="69222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rgbClr val="275B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3" name="Google Shape;543;g3771be79fa8_1_19" title="el-tiempo-pas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1574" y="5726271"/>
            <a:ext cx="163750" cy="1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g3771be79fa8_1_19" title="el-tiempo-pas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7599" y="5730821"/>
            <a:ext cx="163750" cy="1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g3771be79fa8_1_19" title="el-tiempo-pas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6499" y="5722996"/>
            <a:ext cx="163750" cy="1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g3771be79fa8_1_19" title="el-tiempo-pas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1774" y="5722996"/>
            <a:ext cx="163750" cy="1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g3771be79fa8_1_19" title="el-tiempo-pas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1974" y="5722996"/>
            <a:ext cx="163750" cy="15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afc0eb0d7b_0_544"/>
          <p:cNvSpPr/>
          <p:nvPr/>
        </p:nvSpPr>
        <p:spPr>
          <a:xfrm>
            <a:off x="324767" y="260100"/>
            <a:ext cx="1558500" cy="235200"/>
          </a:xfrm>
          <a:prstGeom prst="rect">
            <a:avLst/>
          </a:prstGeom>
          <a:solidFill>
            <a:srgbClr val="08175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afc0eb0d7b_0_544"/>
          <p:cNvSpPr txBox="1"/>
          <p:nvPr/>
        </p:nvSpPr>
        <p:spPr>
          <a:xfrm>
            <a:off x="351675" y="2676275"/>
            <a:ext cx="7631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GT" sz="3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lang="es-GT" sz="3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Herramientas y Documentos</a:t>
            </a:r>
            <a:endParaRPr b="0" i="1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afc0eb0d7b_0_778"/>
          <p:cNvSpPr/>
          <p:nvPr/>
        </p:nvSpPr>
        <p:spPr>
          <a:xfrm>
            <a:off x="11815043" y="2920154"/>
            <a:ext cx="879900" cy="8799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afc0eb0d7b_0_778"/>
          <p:cNvSpPr/>
          <p:nvPr/>
        </p:nvSpPr>
        <p:spPr>
          <a:xfrm>
            <a:off x="9714827" y="-335677"/>
            <a:ext cx="1569900" cy="15699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g3afc0eb0d7b_0_778"/>
          <p:cNvSpPr/>
          <p:nvPr/>
        </p:nvSpPr>
        <p:spPr>
          <a:xfrm>
            <a:off x="-1714329" y="4025970"/>
            <a:ext cx="4067700" cy="40677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g3afc0eb0d7b_0_778"/>
          <p:cNvSpPr txBox="1"/>
          <p:nvPr/>
        </p:nvSpPr>
        <p:spPr>
          <a:xfrm>
            <a:off x="487054" y="159492"/>
            <a:ext cx="6882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-GT" sz="2800">
                <a:solidFill>
                  <a:srgbClr val="081754"/>
                </a:solidFill>
                <a:latin typeface="Josefin Sans"/>
                <a:ea typeface="Josefin Sans"/>
                <a:cs typeface="Josefin Sans"/>
                <a:sym typeface="Josefin Sans"/>
              </a:rPr>
              <a:t>Tablero de JIRA</a:t>
            </a:r>
            <a:endParaRPr b="1" sz="2800">
              <a:solidFill>
                <a:srgbClr val="081754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s-GT" sz="1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Dependencias con Arquitecto de Solución</a:t>
            </a:r>
            <a:endParaRPr b="1" sz="2800">
              <a:solidFill>
                <a:srgbClr val="08175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562" name="Google Shape;562;g3afc0eb0d7b_0_7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00" y="1324511"/>
            <a:ext cx="7625032" cy="4028816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g3afc0eb0d7b_0_778"/>
          <p:cNvSpPr/>
          <p:nvPr/>
        </p:nvSpPr>
        <p:spPr>
          <a:xfrm>
            <a:off x="1440733" y="1452311"/>
            <a:ext cx="5129700" cy="278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4" name="Google Shape;564;g3afc0eb0d7b_0_7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6133" y="1452311"/>
            <a:ext cx="5284171" cy="287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g3afc0eb0d7b_0_778"/>
          <p:cNvSpPr txBox="1"/>
          <p:nvPr/>
        </p:nvSpPr>
        <p:spPr>
          <a:xfrm>
            <a:off x="280275" y="5707500"/>
            <a:ext cx="61743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GT" sz="1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Acceso al tablero:</a:t>
            </a:r>
            <a:endParaRPr b="1" i="0" sz="1300" u="none" cap="none" strike="noStrike">
              <a:solidFill>
                <a:srgbClr val="05297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GT" sz="1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https://coppelmx.atlassian.net/jira/core/projects/ARQ/board</a:t>
            </a:r>
            <a:endParaRPr b="0" i="0" sz="1300" u="none" cap="none" strike="noStrike">
              <a:solidFill>
                <a:srgbClr val="0529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g3afc0eb0d7b_0_778"/>
          <p:cNvSpPr txBox="1"/>
          <p:nvPr/>
        </p:nvSpPr>
        <p:spPr>
          <a:xfrm>
            <a:off x="7582400" y="1047974"/>
            <a:ext cx="4699800" cy="50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GT" sz="1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Datos de Solicitud:</a:t>
            </a:r>
            <a:endParaRPr b="1" i="0" sz="1300" u="none" cap="none" strike="noStrike">
              <a:solidFill>
                <a:srgbClr val="08175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Capacidad de negocio (revisar el site para identificar la capacidad): </a:t>
            </a:r>
            <a:r>
              <a:rPr lang="es-GT" sz="1100">
                <a:solidFill>
                  <a:schemeClr val="dk1"/>
                </a:solidFill>
                <a:uFill>
                  <a:noFill/>
                </a:uFill>
                <a:latin typeface="Josefin Sans"/>
                <a:ea typeface="Josefin Sans"/>
                <a:cs typeface="Josefin Sans"/>
                <a:sym typeface="Josefi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https://sites.google.com/coppel.com/daetid/servicios/capacidades-de-negocio</a:t>
            </a: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810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Datos asociados al proyecto: &lt;Nombre de la Iniciativa&gt; &lt;Folio Estratégico&gt; &lt;RQM-APS&gt;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810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Tipo de Proyecto (estratégico, normativo, discrecional, continuidad operativa):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810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¿Tienen ID de Presupuesto para infraestructura (si se requiere)?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810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Alcance del Proyecto: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810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Nombre de la Célula (¿Cascada o Ágil?):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810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Gerente de Desarrollo SR y JR: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810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Líder Técnico:     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810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Scrum Master: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810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Product Owner: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810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Program Manager: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810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Documentación (Documento de Arquitectura General de Solución, diagrama de arquitectura u otro):Se comparte el site de los templates: </a:t>
            </a:r>
            <a:r>
              <a:rPr lang="es-GT" sz="1100">
                <a:solidFill>
                  <a:schemeClr val="dk1"/>
                </a:solidFill>
                <a:uFill>
                  <a:noFill/>
                </a:uFill>
                <a:latin typeface="Josefin Sans"/>
                <a:ea typeface="Josefin Sans"/>
                <a:cs typeface="Josefin Sans"/>
                <a:sym typeface="Josefin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https://sites.google.com/coppel.com/daetid/servicios/documentaci%C3%B3n-as-is</a:t>
            </a: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 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810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2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¿Tiene impacto o relación con Unity?: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¿Se ha revisado anteriormente con arquitectura? ¿Con quién? ¿Cuándo?</a:t>
            </a:r>
            <a:r>
              <a:rPr b="0" i="0" lang="es-GT" sz="1100" u="none" cap="none" strike="noStrike">
                <a:solidFill>
                  <a:srgbClr val="0529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100" u="none" cap="none" strike="noStrike">
              <a:solidFill>
                <a:srgbClr val="05297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afc0eb0d7b_0_395"/>
          <p:cNvSpPr/>
          <p:nvPr/>
        </p:nvSpPr>
        <p:spPr>
          <a:xfrm>
            <a:off x="11815043" y="2920154"/>
            <a:ext cx="879900" cy="8799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g3afc0eb0d7b_0_395"/>
          <p:cNvSpPr/>
          <p:nvPr/>
        </p:nvSpPr>
        <p:spPr>
          <a:xfrm>
            <a:off x="9714827" y="-335677"/>
            <a:ext cx="1569900" cy="15699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3afc0eb0d7b_0_395"/>
          <p:cNvSpPr/>
          <p:nvPr/>
        </p:nvSpPr>
        <p:spPr>
          <a:xfrm>
            <a:off x="3589575" y="1770425"/>
            <a:ext cx="6742174" cy="5081385"/>
          </a:xfrm>
          <a:custGeom>
            <a:rect b="b" l="l" r="r" t="t"/>
            <a:pathLst>
              <a:path extrusionOk="0" h="5306929" w="5481442">
                <a:moveTo>
                  <a:pt x="5477646" y="3013729"/>
                </a:moveTo>
                <a:cubicBezTo>
                  <a:pt x="5453440" y="2890090"/>
                  <a:pt x="5359804" y="2850664"/>
                  <a:pt x="5327626" y="2839358"/>
                </a:cubicBezTo>
                <a:cubicBezTo>
                  <a:pt x="5213408" y="2803412"/>
                  <a:pt x="5098031" y="2767320"/>
                  <a:pt x="4981639" y="2730649"/>
                </a:cubicBezTo>
                <a:cubicBezTo>
                  <a:pt x="4066011" y="2443944"/>
                  <a:pt x="3089361" y="2138252"/>
                  <a:pt x="2112711" y="1832415"/>
                </a:cubicBezTo>
                <a:cubicBezTo>
                  <a:pt x="1624386" y="1679496"/>
                  <a:pt x="1136061" y="1526722"/>
                  <a:pt x="655418" y="1376123"/>
                </a:cubicBezTo>
                <a:cubicBezTo>
                  <a:pt x="535257" y="1338437"/>
                  <a:pt x="415531" y="1301041"/>
                  <a:pt x="296385" y="1263789"/>
                </a:cubicBezTo>
                <a:cubicBezTo>
                  <a:pt x="283920" y="1259876"/>
                  <a:pt x="271454" y="1255962"/>
                  <a:pt x="258844" y="1252049"/>
                </a:cubicBezTo>
                <a:cubicBezTo>
                  <a:pt x="478438" y="1189577"/>
                  <a:pt x="695423" y="1127974"/>
                  <a:pt x="909219" y="1067097"/>
                </a:cubicBezTo>
                <a:cubicBezTo>
                  <a:pt x="1369859" y="936065"/>
                  <a:pt x="1815135" y="809527"/>
                  <a:pt x="2237365" y="689511"/>
                </a:cubicBezTo>
                <a:cubicBezTo>
                  <a:pt x="2448697" y="629358"/>
                  <a:pt x="2654376" y="570800"/>
                  <a:pt x="2853243" y="514271"/>
                </a:cubicBezTo>
                <a:cubicBezTo>
                  <a:pt x="2867158" y="509777"/>
                  <a:pt x="2880493" y="505719"/>
                  <a:pt x="2897307" y="495427"/>
                </a:cubicBezTo>
                <a:cubicBezTo>
                  <a:pt x="2902090" y="491949"/>
                  <a:pt x="2905713" y="490064"/>
                  <a:pt x="2911801" y="483687"/>
                </a:cubicBezTo>
                <a:cubicBezTo>
                  <a:pt x="2914265" y="481078"/>
                  <a:pt x="2917019" y="478324"/>
                  <a:pt x="2920643" y="472236"/>
                </a:cubicBezTo>
                <a:cubicBezTo>
                  <a:pt x="2923542" y="467598"/>
                  <a:pt x="2926731" y="461075"/>
                  <a:pt x="2928035" y="450494"/>
                </a:cubicBezTo>
                <a:cubicBezTo>
                  <a:pt x="2929630" y="441217"/>
                  <a:pt x="2927601" y="431796"/>
                  <a:pt x="2924557" y="423099"/>
                </a:cubicBezTo>
                <a:cubicBezTo>
                  <a:pt x="2921513" y="415852"/>
                  <a:pt x="2918324" y="411938"/>
                  <a:pt x="2914410" y="406865"/>
                </a:cubicBezTo>
                <a:cubicBezTo>
                  <a:pt x="2908612" y="400922"/>
                  <a:pt x="2902380" y="396284"/>
                  <a:pt x="2898176" y="394110"/>
                </a:cubicBezTo>
                <a:cubicBezTo>
                  <a:pt x="2893248" y="391066"/>
                  <a:pt x="2889334" y="389616"/>
                  <a:pt x="2885131" y="387877"/>
                </a:cubicBezTo>
                <a:cubicBezTo>
                  <a:pt x="2880928" y="385993"/>
                  <a:pt x="2877449" y="385123"/>
                  <a:pt x="2873535" y="383819"/>
                </a:cubicBezTo>
                <a:cubicBezTo>
                  <a:pt x="2869767" y="382514"/>
                  <a:pt x="2865998" y="381644"/>
                  <a:pt x="2862229" y="380775"/>
                </a:cubicBezTo>
                <a:cubicBezTo>
                  <a:pt x="2858461" y="379905"/>
                  <a:pt x="2854547" y="378890"/>
                  <a:pt x="2851648" y="378456"/>
                </a:cubicBezTo>
                <a:lnTo>
                  <a:pt x="2842372" y="376716"/>
                </a:lnTo>
                <a:lnTo>
                  <a:pt x="2832226" y="374977"/>
                </a:lnTo>
                <a:lnTo>
                  <a:pt x="2813527" y="371933"/>
                </a:lnTo>
                <a:cubicBezTo>
                  <a:pt x="2763811" y="363671"/>
                  <a:pt x="2714384" y="355409"/>
                  <a:pt x="2665537" y="347292"/>
                </a:cubicBezTo>
                <a:cubicBezTo>
                  <a:pt x="2567843" y="331058"/>
                  <a:pt x="2471888" y="314969"/>
                  <a:pt x="2377963" y="299460"/>
                </a:cubicBezTo>
                <a:cubicBezTo>
                  <a:pt x="874867" y="48992"/>
                  <a:pt x="580190" y="0"/>
                  <a:pt x="580190" y="0"/>
                </a:cubicBezTo>
                <a:cubicBezTo>
                  <a:pt x="580190" y="0"/>
                  <a:pt x="871243" y="75227"/>
                  <a:pt x="2369121" y="364686"/>
                </a:cubicBezTo>
                <a:cubicBezTo>
                  <a:pt x="2462757" y="382804"/>
                  <a:pt x="2558276" y="401212"/>
                  <a:pt x="2655681" y="420055"/>
                </a:cubicBezTo>
                <a:cubicBezTo>
                  <a:pt x="2700904" y="428752"/>
                  <a:pt x="2746707" y="437594"/>
                  <a:pt x="2792800" y="446580"/>
                </a:cubicBezTo>
                <a:cubicBezTo>
                  <a:pt x="2606544" y="494413"/>
                  <a:pt x="2414779" y="543695"/>
                  <a:pt x="2217797" y="594281"/>
                </a:cubicBezTo>
                <a:cubicBezTo>
                  <a:pt x="1793248" y="703281"/>
                  <a:pt x="1345508" y="818224"/>
                  <a:pt x="882404" y="937080"/>
                </a:cubicBezTo>
                <a:cubicBezTo>
                  <a:pt x="650779" y="996508"/>
                  <a:pt x="415386" y="1056951"/>
                  <a:pt x="177094" y="1118118"/>
                </a:cubicBezTo>
                <a:lnTo>
                  <a:pt x="132305" y="1129569"/>
                </a:lnTo>
                <a:lnTo>
                  <a:pt x="109984" y="1135366"/>
                </a:lnTo>
                <a:lnTo>
                  <a:pt x="97083" y="1139135"/>
                </a:lnTo>
                <a:cubicBezTo>
                  <a:pt x="95634" y="1139570"/>
                  <a:pt x="93170" y="1140295"/>
                  <a:pt x="89981" y="1141454"/>
                </a:cubicBezTo>
                <a:lnTo>
                  <a:pt x="81574" y="1144498"/>
                </a:lnTo>
                <a:cubicBezTo>
                  <a:pt x="75921" y="1146383"/>
                  <a:pt x="70558" y="1149281"/>
                  <a:pt x="65050" y="1151746"/>
                </a:cubicBezTo>
                <a:cubicBezTo>
                  <a:pt x="59687" y="1154210"/>
                  <a:pt x="52730" y="1158558"/>
                  <a:pt x="46787" y="1162472"/>
                </a:cubicBezTo>
                <a:cubicBezTo>
                  <a:pt x="39105" y="1168415"/>
                  <a:pt x="32727" y="1172763"/>
                  <a:pt x="23306" y="1184504"/>
                </a:cubicBezTo>
                <a:cubicBezTo>
                  <a:pt x="19537" y="1188707"/>
                  <a:pt x="14319" y="1196534"/>
                  <a:pt x="9971" y="1205811"/>
                </a:cubicBezTo>
                <a:cubicBezTo>
                  <a:pt x="5912" y="1213493"/>
                  <a:pt x="2143" y="1226393"/>
                  <a:pt x="694" y="1239293"/>
                </a:cubicBezTo>
                <a:cubicBezTo>
                  <a:pt x="-1045" y="1251904"/>
                  <a:pt x="694" y="1265094"/>
                  <a:pt x="3593" y="1277414"/>
                </a:cubicBezTo>
                <a:cubicBezTo>
                  <a:pt x="6492" y="1287995"/>
                  <a:pt x="10405" y="1296402"/>
                  <a:pt x="15189" y="1305099"/>
                </a:cubicBezTo>
                <a:cubicBezTo>
                  <a:pt x="18957" y="1311187"/>
                  <a:pt x="23016" y="1316260"/>
                  <a:pt x="27364" y="1321478"/>
                </a:cubicBezTo>
                <a:cubicBezTo>
                  <a:pt x="31568" y="1326261"/>
                  <a:pt x="34467" y="1328580"/>
                  <a:pt x="38235" y="1332059"/>
                </a:cubicBezTo>
                <a:cubicBezTo>
                  <a:pt x="42004" y="1335538"/>
                  <a:pt x="45193" y="1338002"/>
                  <a:pt x="48092" y="1339886"/>
                </a:cubicBezTo>
                <a:lnTo>
                  <a:pt x="57223" y="1346119"/>
                </a:lnTo>
                <a:cubicBezTo>
                  <a:pt x="62586" y="1349308"/>
                  <a:pt x="68094" y="1352352"/>
                  <a:pt x="73312" y="1354961"/>
                </a:cubicBezTo>
                <a:lnTo>
                  <a:pt x="88097" y="1361628"/>
                </a:lnTo>
                <a:lnTo>
                  <a:pt x="102157" y="1366846"/>
                </a:lnTo>
                <a:lnTo>
                  <a:pt x="124768" y="1374673"/>
                </a:lnTo>
                <a:lnTo>
                  <a:pt x="168977" y="1389748"/>
                </a:lnTo>
                <a:cubicBezTo>
                  <a:pt x="198546" y="1399749"/>
                  <a:pt x="227970" y="1409895"/>
                  <a:pt x="257539" y="1420042"/>
                </a:cubicBezTo>
                <a:cubicBezTo>
                  <a:pt x="375816" y="1460482"/>
                  <a:pt x="494817" y="1501067"/>
                  <a:pt x="614108" y="1541797"/>
                </a:cubicBezTo>
                <a:cubicBezTo>
                  <a:pt x="1091707" y="1704717"/>
                  <a:pt x="1576843" y="1870391"/>
                  <a:pt x="2061979" y="2035920"/>
                </a:cubicBezTo>
                <a:cubicBezTo>
                  <a:pt x="3032252" y="2367123"/>
                  <a:pt x="4002524" y="2698181"/>
                  <a:pt x="4912209" y="3008801"/>
                </a:cubicBezTo>
                <a:cubicBezTo>
                  <a:pt x="4991350" y="3035761"/>
                  <a:pt x="5069621" y="3062577"/>
                  <a:pt x="5147747" y="3089247"/>
                </a:cubicBezTo>
                <a:cubicBezTo>
                  <a:pt x="5132673" y="3103741"/>
                  <a:pt x="2824978" y="4792224"/>
                  <a:pt x="2068647" y="5306929"/>
                </a:cubicBezTo>
                <a:lnTo>
                  <a:pt x="3339394" y="5306929"/>
                </a:lnTo>
                <a:cubicBezTo>
                  <a:pt x="3497820" y="5148213"/>
                  <a:pt x="3666828" y="4978915"/>
                  <a:pt x="3845402" y="4800196"/>
                </a:cubicBezTo>
                <a:cubicBezTo>
                  <a:pt x="4130802" y="4514361"/>
                  <a:pt x="4439973" y="4204610"/>
                  <a:pt x="4766973" y="3877031"/>
                </a:cubicBezTo>
                <a:cubicBezTo>
                  <a:pt x="4930472" y="3713241"/>
                  <a:pt x="5098465" y="3544959"/>
                  <a:pt x="5270082" y="3373052"/>
                </a:cubicBezTo>
                <a:cubicBezTo>
                  <a:pt x="5312987" y="3330148"/>
                  <a:pt x="5356180" y="3286808"/>
                  <a:pt x="5399519" y="3243470"/>
                </a:cubicBezTo>
                <a:cubicBezTo>
                  <a:pt x="5418943" y="3223612"/>
                  <a:pt x="5439235" y="3199696"/>
                  <a:pt x="5456773" y="3163314"/>
                </a:cubicBezTo>
                <a:lnTo>
                  <a:pt x="5463006" y="3149254"/>
                </a:lnTo>
                <a:cubicBezTo>
                  <a:pt x="5465035" y="3144471"/>
                  <a:pt x="5466920" y="3138673"/>
                  <a:pt x="5468804" y="3133310"/>
                </a:cubicBezTo>
                <a:cubicBezTo>
                  <a:pt x="5470544" y="3127802"/>
                  <a:pt x="5472283" y="3122294"/>
                  <a:pt x="5473877" y="3116641"/>
                </a:cubicBezTo>
                <a:cubicBezTo>
                  <a:pt x="5475327" y="3110554"/>
                  <a:pt x="5476631" y="3104031"/>
                  <a:pt x="5477791" y="3097798"/>
                </a:cubicBezTo>
                <a:cubicBezTo>
                  <a:pt x="5480255" y="3085478"/>
                  <a:pt x="5481415" y="3071418"/>
                  <a:pt x="5481415" y="3057213"/>
                </a:cubicBezTo>
                <a:cubicBezTo>
                  <a:pt x="5481704" y="3043153"/>
                  <a:pt x="5479675" y="3027934"/>
                  <a:pt x="5477646" y="3013729"/>
                </a:cubicBezTo>
                <a:close/>
              </a:path>
            </a:pathLst>
          </a:custGeom>
          <a:solidFill>
            <a:srgbClr val="00287F"/>
          </a:solidFill>
          <a:ln>
            <a:noFill/>
          </a:ln>
          <a:effectLst>
            <a:outerShdw blurRad="93877" rotWithShape="0" algn="ctr" dir="5400000" dist="67733">
              <a:srgbClr val="1C437D">
                <a:alpha val="25099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28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3afc0eb0d7b_0_395"/>
          <p:cNvSpPr txBox="1"/>
          <p:nvPr/>
        </p:nvSpPr>
        <p:spPr>
          <a:xfrm>
            <a:off x="1124225" y="1172975"/>
            <a:ext cx="32118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GT" sz="1412">
                <a:solidFill>
                  <a:srgbClr val="212121"/>
                </a:solidFill>
                <a:latin typeface="Josefin Sans"/>
                <a:ea typeface="Josefin Sans"/>
                <a:cs typeface="Josefin Sans"/>
                <a:sym typeface="Josefin Sans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Diseño de solución</a:t>
            </a:r>
            <a:br>
              <a:rPr b="0" i="0" lang="es-GT" sz="1400" u="none" cap="none" strike="noStrike">
                <a:solidFill>
                  <a:srgbClr val="00287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GT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Documento de consulta para sesiones de revisión con Arquitectura; sirve para verificar el cumplimiento de la solución</a:t>
            </a:r>
            <a:r>
              <a:rPr b="0" i="0" lang="es-GT" sz="100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b="0" i="0" sz="10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75" name="Google Shape;575;g3afc0eb0d7b_0_395"/>
          <p:cNvGrpSpPr/>
          <p:nvPr/>
        </p:nvGrpSpPr>
        <p:grpSpPr>
          <a:xfrm flipH="1">
            <a:off x="4001127" y="1172973"/>
            <a:ext cx="375803" cy="600298"/>
            <a:chOff x="3384839" y="1082900"/>
            <a:chExt cx="729148" cy="1043090"/>
          </a:xfrm>
        </p:grpSpPr>
        <p:grpSp>
          <p:nvGrpSpPr>
            <p:cNvPr id="576" name="Google Shape;576;g3afc0eb0d7b_0_395"/>
            <p:cNvGrpSpPr/>
            <p:nvPr/>
          </p:nvGrpSpPr>
          <p:grpSpPr>
            <a:xfrm>
              <a:off x="3384839" y="1124960"/>
              <a:ext cx="725069" cy="1001030"/>
              <a:chOff x="6075539" y="1434582"/>
              <a:chExt cx="1051281" cy="1451399"/>
            </a:xfrm>
          </p:grpSpPr>
          <p:sp>
            <p:nvSpPr>
              <p:cNvPr id="577" name="Google Shape;577;g3afc0eb0d7b_0_395"/>
              <p:cNvSpPr/>
              <p:nvPr/>
            </p:nvSpPr>
            <p:spPr>
              <a:xfrm>
                <a:off x="6173420" y="1434582"/>
                <a:ext cx="953400" cy="4275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389781" rotWithShape="0" algn="ctr" dir="5400000" dist="97445">
                  <a:srgbClr val="000000">
                    <a:alpha val="9019"/>
                  </a:srgbClr>
                </a:outerShdw>
              </a:effectLst>
            </p:spPr>
            <p:txBody>
              <a:bodyPr anchorCtr="0" anchor="ctr" bIns="35075" lIns="70150" spcFirstLastPara="1" rIns="70150" wrap="square" tIns="350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8"/>
                  <a:buFont typeface="Arial"/>
                  <a:buNone/>
                </a:pPr>
                <a:r>
                  <a:t/>
                </a:r>
                <a:endParaRPr b="1" i="0" sz="1208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g3afc0eb0d7b_0_395"/>
              <p:cNvSpPr/>
              <p:nvPr/>
            </p:nvSpPr>
            <p:spPr>
              <a:xfrm flipH="1">
                <a:off x="6075539" y="2828142"/>
                <a:ext cx="260726" cy="57839"/>
              </a:xfrm>
              <a:custGeom>
                <a:rect b="b" l="l" r="r" t="t"/>
                <a:pathLst>
                  <a:path extrusionOk="0" h="49541" w="223320">
                    <a:moveTo>
                      <a:pt x="223321" y="24772"/>
                    </a:moveTo>
                    <a:cubicBezTo>
                      <a:pt x="223321" y="38533"/>
                      <a:pt x="173388" y="49542"/>
                      <a:pt x="111660" y="49542"/>
                    </a:cubicBezTo>
                    <a:cubicBezTo>
                      <a:pt x="49933" y="49542"/>
                      <a:pt x="0" y="38533"/>
                      <a:pt x="0" y="24772"/>
                    </a:cubicBezTo>
                    <a:cubicBezTo>
                      <a:pt x="0" y="11011"/>
                      <a:pt x="49933" y="3"/>
                      <a:pt x="111660" y="3"/>
                    </a:cubicBezTo>
                    <a:cubicBezTo>
                      <a:pt x="173191" y="-194"/>
                      <a:pt x="223321" y="11011"/>
                      <a:pt x="223321" y="2477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97445" sx="135000" rotWithShape="0" algn="ctr" dir="5400000" dist="29234" sy="1350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35075" lIns="70150" spcFirstLastPara="1" rIns="70150" wrap="square" tIns="350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93"/>
                  <a:buFont typeface="Arial"/>
                  <a:buNone/>
                </a:pPr>
                <a:r>
                  <a:t/>
                </a:r>
                <a:endParaRPr b="0" i="0" sz="1093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g3afc0eb0d7b_0_395"/>
              <p:cNvSpPr/>
              <p:nvPr/>
            </p:nvSpPr>
            <p:spPr>
              <a:xfrm>
                <a:off x="6173420" y="1434582"/>
                <a:ext cx="71074" cy="1422505"/>
              </a:xfrm>
              <a:custGeom>
                <a:rect b="b" l="l" r="r" t="t"/>
                <a:pathLst>
                  <a:path extrusionOk="0" h="1218420" w="60877">
                    <a:moveTo>
                      <a:pt x="0" y="0"/>
                    </a:moveTo>
                    <a:lnTo>
                      <a:pt x="0" y="1212768"/>
                    </a:lnTo>
                    <a:cubicBezTo>
                      <a:pt x="0" y="1215812"/>
                      <a:pt x="13625" y="1218421"/>
                      <a:pt x="30439" y="1218421"/>
                    </a:cubicBezTo>
                    <a:cubicBezTo>
                      <a:pt x="47253" y="1218421"/>
                      <a:pt x="60878" y="1215812"/>
                      <a:pt x="60878" y="1212768"/>
                    </a:cubicBezTo>
                    <a:lnTo>
                      <a:pt x="60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389781" rotWithShape="0" algn="ctr" dir="5400000" dist="97445">
                  <a:srgbClr val="000000">
                    <a:alpha val="9019"/>
                  </a:srgbClr>
                </a:outerShdw>
              </a:effectLst>
            </p:spPr>
            <p:txBody>
              <a:bodyPr anchorCtr="0" anchor="ctr" bIns="35075" lIns="70150" spcFirstLastPara="1" rIns="70150" wrap="square" tIns="350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8"/>
                  <a:buFont typeface="Arial"/>
                  <a:buNone/>
                </a:pPr>
                <a:r>
                  <a:t/>
                </a:r>
                <a:endParaRPr b="1" i="0" sz="1208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0" name="Google Shape;580;g3afc0eb0d7b_0_395"/>
            <p:cNvSpPr txBox="1"/>
            <p:nvPr/>
          </p:nvSpPr>
          <p:spPr>
            <a:xfrm>
              <a:off x="3415587" y="1082900"/>
              <a:ext cx="698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81"/>
                <a:buFont typeface="Noto Sans Symbols"/>
                <a:buNone/>
              </a:pPr>
              <a:r>
                <a:rPr b="1" i="0" lang="es-GT" sz="1381" u="none" cap="none" strike="noStrike">
                  <a:solidFill>
                    <a:schemeClr val="lt1"/>
                  </a:solidFill>
                  <a:uFill>
                    <a:noFill/>
                  </a:uFill>
                  <a:latin typeface="Helvetica Neue"/>
                  <a:ea typeface="Helvetica Neue"/>
                  <a:cs typeface="Helvetica Neue"/>
                  <a:sym typeface="Helvetica Neue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01</a:t>
              </a:r>
              <a:endParaRPr b="0" i="0" sz="1381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581" name="Google Shape;581;g3afc0eb0d7b_0_395"/>
          <p:cNvGrpSpPr/>
          <p:nvPr/>
        </p:nvGrpSpPr>
        <p:grpSpPr>
          <a:xfrm>
            <a:off x="7067288" y="1597046"/>
            <a:ext cx="419543" cy="604663"/>
            <a:chOff x="4184122" y="2166133"/>
            <a:chExt cx="733595" cy="1057287"/>
          </a:xfrm>
        </p:grpSpPr>
        <p:grpSp>
          <p:nvGrpSpPr>
            <p:cNvPr id="582" name="Google Shape;582;g3afc0eb0d7b_0_395"/>
            <p:cNvGrpSpPr/>
            <p:nvPr/>
          </p:nvGrpSpPr>
          <p:grpSpPr>
            <a:xfrm>
              <a:off x="4184122" y="2216211"/>
              <a:ext cx="733595" cy="1007209"/>
              <a:chOff x="8963208" y="2219633"/>
              <a:chExt cx="1195363" cy="1641475"/>
            </a:xfrm>
          </p:grpSpPr>
          <p:sp>
            <p:nvSpPr>
              <p:cNvPr id="583" name="Google Shape;583;g3afc0eb0d7b_0_395"/>
              <p:cNvSpPr/>
              <p:nvPr/>
            </p:nvSpPr>
            <p:spPr>
              <a:xfrm>
                <a:off x="9094771" y="2219633"/>
                <a:ext cx="1063800" cy="4770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387371" rotWithShape="0" algn="ctr" dir="5400000" dist="96843">
                  <a:srgbClr val="000000">
                    <a:alpha val="9019"/>
                  </a:srgbClr>
                </a:outerShdw>
              </a:effectLst>
            </p:spPr>
            <p:txBody>
              <a:bodyPr anchorCtr="0" anchor="ctr" bIns="34850" lIns="69725" spcFirstLastPara="1" rIns="69725" wrap="square" tIns="348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1"/>
                  <a:buFont typeface="Arial"/>
                  <a:buNone/>
                </a:pPr>
                <a:r>
                  <a:t/>
                </a:r>
                <a:endParaRPr b="1" i="0" sz="120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g3afc0eb0d7b_0_395"/>
              <p:cNvSpPr/>
              <p:nvPr/>
            </p:nvSpPr>
            <p:spPr>
              <a:xfrm>
                <a:off x="9094771" y="2219633"/>
                <a:ext cx="79535" cy="1587331"/>
              </a:xfrm>
              <a:custGeom>
                <a:rect b="b" l="l" r="r" t="t"/>
                <a:pathLst>
                  <a:path extrusionOk="0" h="1359598" w="68124">
                    <a:moveTo>
                      <a:pt x="0" y="0"/>
                    </a:moveTo>
                    <a:lnTo>
                      <a:pt x="0" y="1353221"/>
                    </a:lnTo>
                    <a:cubicBezTo>
                      <a:pt x="0" y="1356700"/>
                      <a:pt x="15219" y="1359599"/>
                      <a:pt x="34063" y="1359599"/>
                    </a:cubicBezTo>
                    <a:cubicBezTo>
                      <a:pt x="52905" y="1359599"/>
                      <a:pt x="68125" y="1356700"/>
                      <a:pt x="68125" y="1353221"/>
                    </a:cubicBezTo>
                    <a:lnTo>
                      <a:pt x="681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387371" rotWithShape="0" algn="ctr" dir="5400000" dist="96843">
                  <a:srgbClr val="000000">
                    <a:alpha val="9019"/>
                  </a:srgbClr>
                </a:outerShdw>
              </a:effectLst>
            </p:spPr>
            <p:txBody>
              <a:bodyPr anchorCtr="0" anchor="ctr" bIns="34850" lIns="69725" spcFirstLastPara="1" rIns="69725" wrap="square" tIns="348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1"/>
                  <a:buFont typeface="Arial"/>
                  <a:buNone/>
                </a:pPr>
                <a:r>
                  <a:t/>
                </a:r>
                <a:endParaRPr b="1" i="0" sz="120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g3afc0eb0d7b_0_395"/>
              <p:cNvSpPr/>
              <p:nvPr/>
            </p:nvSpPr>
            <p:spPr>
              <a:xfrm flipH="1">
                <a:off x="8963208" y="3784910"/>
                <a:ext cx="342432" cy="76198"/>
              </a:xfrm>
              <a:custGeom>
                <a:rect b="b" l="l" r="r" t="t"/>
                <a:pathLst>
                  <a:path extrusionOk="0" h="65266" w="293304">
                    <a:moveTo>
                      <a:pt x="293304" y="32633"/>
                    </a:moveTo>
                    <a:cubicBezTo>
                      <a:pt x="293304" y="50522"/>
                      <a:pt x="227645" y="65266"/>
                      <a:pt x="146652" y="65266"/>
                    </a:cubicBezTo>
                    <a:cubicBezTo>
                      <a:pt x="65659" y="65266"/>
                      <a:pt x="0" y="50719"/>
                      <a:pt x="0" y="32633"/>
                    </a:cubicBezTo>
                    <a:cubicBezTo>
                      <a:pt x="0" y="14547"/>
                      <a:pt x="65659" y="0"/>
                      <a:pt x="146652" y="0"/>
                    </a:cubicBezTo>
                    <a:cubicBezTo>
                      <a:pt x="227645" y="0"/>
                      <a:pt x="293304" y="14547"/>
                      <a:pt x="293304" y="3263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96843" sx="135000" rotWithShape="0" algn="ctr" dir="5400000" dist="29053" sy="1350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34850" lIns="69725" spcFirstLastPara="1" rIns="69725" wrap="square" tIns="34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87"/>
                  <a:buFont typeface="Arial"/>
                  <a:buNone/>
                </a:pPr>
                <a:r>
                  <a:t/>
                </a:r>
                <a:endParaRPr b="0" i="0" sz="108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6" name="Google Shape;586;g3afc0eb0d7b_0_395"/>
            <p:cNvSpPr txBox="1"/>
            <p:nvPr/>
          </p:nvSpPr>
          <p:spPr>
            <a:xfrm>
              <a:off x="4212067" y="2166133"/>
              <a:ext cx="698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73"/>
                <a:buFont typeface="Noto Sans Symbols"/>
                <a:buNone/>
              </a:pPr>
              <a:r>
                <a:rPr b="1" i="0" lang="es-GT" sz="1372" u="none" cap="none" strike="noStrike">
                  <a:solidFill>
                    <a:schemeClr val="lt1"/>
                  </a:solidFill>
                  <a:uFill>
                    <a:noFill/>
                  </a:uFill>
                  <a:latin typeface="Helvetica Neue"/>
                  <a:ea typeface="Helvetica Neue"/>
                  <a:cs typeface="Helvetica Neue"/>
                  <a:sym typeface="Helvetica Neue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02</a:t>
              </a:r>
              <a:endParaRPr b="0" i="0" sz="1372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587" name="Google Shape;587;g3afc0eb0d7b_0_395"/>
          <p:cNvGrpSpPr/>
          <p:nvPr/>
        </p:nvGrpSpPr>
        <p:grpSpPr>
          <a:xfrm flipH="1">
            <a:off x="4059420" y="2593255"/>
            <a:ext cx="419535" cy="655158"/>
            <a:chOff x="5739797" y="2015520"/>
            <a:chExt cx="751048" cy="1053139"/>
          </a:xfrm>
        </p:grpSpPr>
        <p:grpSp>
          <p:nvGrpSpPr>
            <p:cNvPr id="588" name="Google Shape;588;g3afc0eb0d7b_0_395"/>
            <p:cNvGrpSpPr/>
            <p:nvPr/>
          </p:nvGrpSpPr>
          <p:grpSpPr>
            <a:xfrm>
              <a:off x="5739797" y="2067629"/>
              <a:ext cx="725069" cy="1001030"/>
              <a:chOff x="6075539" y="1434582"/>
              <a:chExt cx="1051281" cy="1451399"/>
            </a:xfrm>
          </p:grpSpPr>
          <p:sp>
            <p:nvSpPr>
              <p:cNvPr id="589" name="Google Shape;589;g3afc0eb0d7b_0_395"/>
              <p:cNvSpPr/>
              <p:nvPr/>
            </p:nvSpPr>
            <p:spPr>
              <a:xfrm>
                <a:off x="6173420" y="1434582"/>
                <a:ext cx="953400" cy="4275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21395" rotWithShape="0" algn="ctr" dir="5400000" dist="105349">
                  <a:srgbClr val="000000">
                    <a:alpha val="9019"/>
                  </a:srgbClr>
                </a:outerShdw>
              </a:effectLst>
            </p:spPr>
            <p:txBody>
              <a:bodyPr anchorCtr="0" anchor="ctr" bIns="37900" lIns="75850" spcFirstLastPara="1" rIns="75850" wrap="square" tIns="379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6"/>
                  <a:buFont typeface="Arial"/>
                  <a:buNone/>
                </a:pPr>
                <a:r>
                  <a:t/>
                </a:r>
                <a:endParaRPr b="1" i="0" sz="1306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g3afc0eb0d7b_0_395"/>
              <p:cNvSpPr/>
              <p:nvPr/>
            </p:nvSpPr>
            <p:spPr>
              <a:xfrm flipH="1">
                <a:off x="6075539" y="2828142"/>
                <a:ext cx="260726" cy="57839"/>
              </a:xfrm>
              <a:custGeom>
                <a:rect b="b" l="l" r="r" t="t"/>
                <a:pathLst>
                  <a:path extrusionOk="0" h="49541" w="223320">
                    <a:moveTo>
                      <a:pt x="223321" y="24772"/>
                    </a:moveTo>
                    <a:cubicBezTo>
                      <a:pt x="223321" y="38533"/>
                      <a:pt x="173388" y="49542"/>
                      <a:pt x="111660" y="49542"/>
                    </a:cubicBezTo>
                    <a:cubicBezTo>
                      <a:pt x="49933" y="49542"/>
                      <a:pt x="0" y="38533"/>
                      <a:pt x="0" y="24772"/>
                    </a:cubicBezTo>
                    <a:cubicBezTo>
                      <a:pt x="0" y="11011"/>
                      <a:pt x="49933" y="3"/>
                      <a:pt x="111660" y="3"/>
                    </a:cubicBezTo>
                    <a:cubicBezTo>
                      <a:pt x="173191" y="-194"/>
                      <a:pt x="223321" y="11011"/>
                      <a:pt x="223321" y="2477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105349" sx="135000" rotWithShape="0" algn="ctr" dir="5400000" dist="31605" sy="1350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37900" lIns="75850" spcFirstLastPara="1" rIns="75850" wrap="square" tIns="3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82"/>
                  <a:buFont typeface="Arial"/>
                  <a:buNone/>
                </a:pPr>
                <a:r>
                  <a:t/>
                </a:r>
                <a:endParaRPr b="0" i="0" sz="118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g3afc0eb0d7b_0_395"/>
              <p:cNvSpPr/>
              <p:nvPr/>
            </p:nvSpPr>
            <p:spPr>
              <a:xfrm>
                <a:off x="6173420" y="1434582"/>
                <a:ext cx="71074" cy="1422505"/>
              </a:xfrm>
              <a:custGeom>
                <a:rect b="b" l="l" r="r" t="t"/>
                <a:pathLst>
                  <a:path extrusionOk="0" h="1218420" w="60877">
                    <a:moveTo>
                      <a:pt x="0" y="0"/>
                    </a:moveTo>
                    <a:lnTo>
                      <a:pt x="0" y="1212768"/>
                    </a:lnTo>
                    <a:cubicBezTo>
                      <a:pt x="0" y="1215812"/>
                      <a:pt x="13625" y="1218421"/>
                      <a:pt x="30439" y="1218421"/>
                    </a:cubicBezTo>
                    <a:cubicBezTo>
                      <a:pt x="47253" y="1218421"/>
                      <a:pt x="60878" y="1215812"/>
                      <a:pt x="60878" y="1212768"/>
                    </a:cubicBezTo>
                    <a:lnTo>
                      <a:pt x="60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421395" rotWithShape="0" algn="ctr" dir="5400000" dist="105349">
                  <a:srgbClr val="000000">
                    <a:alpha val="9019"/>
                  </a:srgbClr>
                </a:outerShdw>
              </a:effectLst>
            </p:spPr>
            <p:txBody>
              <a:bodyPr anchorCtr="0" anchor="ctr" bIns="37900" lIns="75850" spcFirstLastPara="1" rIns="75850" wrap="square" tIns="379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6"/>
                  <a:buFont typeface="Arial"/>
                  <a:buNone/>
                </a:pPr>
                <a:r>
                  <a:t/>
                </a:r>
                <a:endParaRPr b="1" i="0" sz="1306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92" name="Google Shape;592;g3afc0eb0d7b_0_395"/>
            <p:cNvSpPr txBox="1"/>
            <p:nvPr/>
          </p:nvSpPr>
          <p:spPr>
            <a:xfrm>
              <a:off x="5792445" y="2015520"/>
              <a:ext cx="698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93"/>
                <a:buFont typeface="Noto Sans Symbols"/>
                <a:buNone/>
              </a:pPr>
              <a:r>
                <a:rPr b="1" i="0" lang="es-GT" sz="1493" u="none" cap="none" strike="noStrike">
                  <a:solidFill>
                    <a:schemeClr val="lt1"/>
                  </a:solidFill>
                  <a:uFill>
                    <a:noFill/>
                  </a:uFill>
                  <a:latin typeface="Helvetica Neue"/>
                  <a:ea typeface="Helvetica Neue"/>
                  <a:cs typeface="Helvetica Neue"/>
                  <a:sym typeface="Helvetica Neue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03</a:t>
              </a:r>
              <a:endParaRPr b="0" i="0" sz="1493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593" name="Google Shape;593;g3afc0eb0d7b_0_395"/>
          <p:cNvGrpSpPr/>
          <p:nvPr/>
        </p:nvGrpSpPr>
        <p:grpSpPr>
          <a:xfrm flipH="1">
            <a:off x="8434430" y="4394406"/>
            <a:ext cx="643074" cy="908143"/>
            <a:chOff x="8206279" y="4416633"/>
            <a:chExt cx="739421" cy="1044203"/>
          </a:xfrm>
        </p:grpSpPr>
        <p:grpSp>
          <p:nvGrpSpPr>
            <p:cNvPr id="594" name="Google Shape;594;g3afc0eb0d7b_0_395"/>
            <p:cNvGrpSpPr/>
            <p:nvPr/>
          </p:nvGrpSpPr>
          <p:grpSpPr>
            <a:xfrm>
              <a:off x="8206279" y="4453462"/>
              <a:ext cx="733595" cy="1007373"/>
              <a:chOff x="8963208" y="2219633"/>
              <a:chExt cx="1195363" cy="1641475"/>
            </a:xfrm>
          </p:grpSpPr>
          <p:sp>
            <p:nvSpPr>
              <p:cNvPr id="595" name="Google Shape;595;g3afc0eb0d7b_0_395"/>
              <p:cNvSpPr/>
              <p:nvPr/>
            </p:nvSpPr>
            <p:spPr>
              <a:xfrm>
                <a:off x="9094771" y="2219633"/>
                <a:ext cx="1063800" cy="4770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589102" rotWithShape="0" algn="ctr" dir="5400000" dist="147276">
                  <a:srgbClr val="000000">
                    <a:alpha val="9019"/>
                  </a:srgbClr>
                </a:outerShdw>
              </a:effectLst>
            </p:spPr>
            <p:txBody>
              <a:bodyPr anchorCtr="0" anchor="ctr" bIns="53025" lIns="106025" spcFirstLastPara="1" rIns="106025" wrap="square" tIns="53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26"/>
                  <a:buFont typeface="Arial"/>
                  <a:buNone/>
                </a:pPr>
                <a:r>
                  <a:t/>
                </a:r>
                <a:endParaRPr b="1" i="0" sz="1826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g3afc0eb0d7b_0_395"/>
              <p:cNvSpPr/>
              <p:nvPr/>
            </p:nvSpPr>
            <p:spPr>
              <a:xfrm>
                <a:off x="9094771" y="2219633"/>
                <a:ext cx="79535" cy="1587331"/>
              </a:xfrm>
              <a:custGeom>
                <a:rect b="b" l="l" r="r" t="t"/>
                <a:pathLst>
                  <a:path extrusionOk="0" h="1359598" w="68124">
                    <a:moveTo>
                      <a:pt x="0" y="0"/>
                    </a:moveTo>
                    <a:lnTo>
                      <a:pt x="0" y="1353221"/>
                    </a:lnTo>
                    <a:cubicBezTo>
                      <a:pt x="0" y="1356700"/>
                      <a:pt x="15219" y="1359599"/>
                      <a:pt x="34063" y="1359599"/>
                    </a:cubicBezTo>
                    <a:cubicBezTo>
                      <a:pt x="52905" y="1359599"/>
                      <a:pt x="68125" y="1356700"/>
                      <a:pt x="68125" y="1353221"/>
                    </a:cubicBezTo>
                    <a:lnTo>
                      <a:pt x="681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89102" rotWithShape="0" algn="ctr" dir="5400000" dist="147276">
                  <a:srgbClr val="000000">
                    <a:alpha val="9019"/>
                  </a:srgbClr>
                </a:outerShdw>
              </a:effectLst>
            </p:spPr>
            <p:txBody>
              <a:bodyPr anchorCtr="0" anchor="ctr" bIns="53025" lIns="106025" spcFirstLastPara="1" rIns="106025" wrap="square" tIns="53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26"/>
                  <a:buFont typeface="Arial"/>
                  <a:buNone/>
                </a:pPr>
                <a:r>
                  <a:t/>
                </a:r>
                <a:endParaRPr b="1" i="0" sz="1826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g3afc0eb0d7b_0_395"/>
              <p:cNvSpPr/>
              <p:nvPr/>
            </p:nvSpPr>
            <p:spPr>
              <a:xfrm flipH="1">
                <a:off x="8963208" y="3784910"/>
                <a:ext cx="342432" cy="76198"/>
              </a:xfrm>
              <a:custGeom>
                <a:rect b="b" l="l" r="r" t="t"/>
                <a:pathLst>
                  <a:path extrusionOk="0" h="65266" w="293304">
                    <a:moveTo>
                      <a:pt x="293304" y="32633"/>
                    </a:moveTo>
                    <a:cubicBezTo>
                      <a:pt x="293304" y="50522"/>
                      <a:pt x="227645" y="65266"/>
                      <a:pt x="146652" y="65266"/>
                    </a:cubicBezTo>
                    <a:cubicBezTo>
                      <a:pt x="65659" y="65266"/>
                      <a:pt x="0" y="50719"/>
                      <a:pt x="0" y="32633"/>
                    </a:cubicBezTo>
                    <a:cubicBezTo>
                      <a:pt x="0" y="14547"/>
                      <a:pt x="65659" y="0"/>
                      <a:pt x="146652" y="0"/>
                    </a:cubicBezTo>
                    <a:cubicBezTo>
                      <a:pt x="227645" y="0"/>
                      <a:pt x="293304" y="14547"/>
                      <a:pt x="293304" y="3263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147276" sx="135000" rotWithShape="0" algn="ctr" dir="5400000" dist="44183" sy="1350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53025" lIns="106025" spcFirstLastPara="1" rIns="106025" wrap="square" tIns="53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53"/>
                  <a:buFont typeface="Arial"/>
                  <a:buNone/>
                </a:pPr>
                <a:r>
                  <a:t/>
                </a:r>
                <a:endParaRPr b="0" i="0" sz="165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98" name="Google Shape;598;g3afc0eb0d7b_0_395"/>
            <p:cNvSpPr txBox="1"/>
            <p:nvPr/>
          </p:nvSpPr>
          <p:spPr>
            <a:xfrm>
              <a:off x="8247300" y="4416633"/>
              <a:ext cx="698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87"/>
                <a:buFont typeface="Noto Sans Symbols"/>
                <a:buNone/>
              </a:pPr>
              <a:r>
                <a:rPr b="1" i="0" lang="es-GT" sz="2087" u="none" cap="none" strike="noStrike">
                  <a:solidFill>
                    <a:schemeClr val="lt1"/>
                  </a:solidFill>
                  <a:uFill>
                    <a:noFill/>
                  </a:uFill>
                  <a:latin typeface="Helvetica Neue"/>
                  <a:ea typeface="Helvetica Neue"/>
                  <a:cs typeface="Helvetica Neue"/>
                  <a:sym typeface="Helvetica Neue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06</a:t>
              </a:r>
              <a:endParaRPr b="0" i="0" sz="2087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599" name="Google Shape;599;g3afc0eb0d7b_0_395"/>
          <p:cNvSpPr txBox="1"/>
          <p:nvPr/>
        </p:nvSpPr>
        <p:spPr>
          <a:xfrm>
            <a:off x="2353375" y="3089725"/>
            <a:ext cx="2284500" cy="13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GT" sz="1412">
                <a:solidFill>
                  <a:srgbClr val="212121"/>
                </a:solidFill>
                <a:latin typeface="Josefin Sans"/>
                <a:ea typeface="Josefin Sans"/>
                <a:cs typeface="Josefin Sans"/>
                <a:sym typeface="Josefin Sans"/>
              </a:rPr>
              <a:t>Especificación de Servicio</a:t>
            </a:r>
            <a:br>
              <a:rPr b="0" i="0" lang="es-GT" sz="2000" u="none" cap="none" strike="noStrike">
                <a:solidFill>
                  <a:srgbClr val="00287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GT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Este documento define el contrato de interfaz de los servicios.</a:t>
            </a:r>
            <a:endParaRPr sz="10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GT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Su aplicación depende de la índole del proyecto.</a:t>
            </a:r>
            <a:endParaRPr b="0" i="0" sz="10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0" name="Google Shape;600;g3afc0eb0d7b_0_395"/>
          <p:cNvSpPr txBox="1"/>
          <p:nvPr/>
        </p:nvSpPr>
        <p:spPr>
          <a:xfrm>
            <a:off x="7542425" y="1429013"/>
            <a:ext cx="2934900" cy="11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GT" sz="1412">
                <a:solidFill>
                  <a:srgbClr val="212121"/>
                </a:solidFill>
                <a:latin typeface="Josefin Sans"/>
                <a:ea typeface="Josefin Sans"/>
                <a:cs typeface="Josefin Sans"/>
                <a:sym typeface="Josefin Sans"/>
              </a:rPr>
              <a:t>Arquitectura General de Solución</a:t>
            </a:r>
            <a:br>
              <a:rPr b="0" i="0" lang="es-GT" sz="1300" u="none" cap="none" strike="noStrike">
                <a:solidFill>
                  <a:srgbClr val="00287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GT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Busca definir el contexto y el objetivo de la arquitectura de solución propuesta.</a:t>
            </a:r>
            <a:endParaRPr sz="10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GT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Su aplicación es obligatoria para el inicio del proceso. </a:t>
            </a:r>
            <a:endParaRPr b="0" i="0" sz="10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1" name="Google Shape;601;g3afc0eb0d7b_0_395"/>
          <p:cNvSpPr txBox="1"/>
          <p:nvPr/>
        </p:nvSpPr>
        <p:spPr>
          <a:xfrm>
            <a:off x="7241675" y="2778325"/>
            <a:ext cx="24378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GT" sz="1412">
                <a:solidFill>
                  <a:srgbClr val="212121"/>
                </a:solidFill>
                <a:latin typeface="Josefin Sans"/>
                <a:ea typeface="Josefin Sans"/>
                <a:cs typeface="Josefin Sans"/>
                <a:sym typeface="Josefin Sans"/>
              </a:rPr>
              <a:t>Modelado de Datos</a:t>
            </a:r>
            <a:br>
              <a:rPr b="0" i="0" lang="es-GT" sz="100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s-GT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Este documento detalla el tamaño y la estructura de nuestras colecciones de datos.</a:t>
            </a:r>
            <a:br>
              <a:rPr lang="es-GT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</a:br>
            <a:r>
              <a:rPr lang="es-GT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Su aplicación depende de la índole del proyecto.</a:t>
            </a:r>
            <a:endParaRPr b="0" i="0" sz="10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2" name="Google Shape;602;g3afc0eb0d7b_0_395"/>
          <p:cNvSpPr txBox="1"/>
          <p:nvPr/>
        </p:nvSpPr>
        <p:spPr>
          <a:xfrm>
            <a:off x="10344575" y="3917400"/>
            <a:ext cx="19236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GT" sz="1412">
                <a:solidFill>
                  <a:srgbClr val="212121"/>
                </a:solidFill>
                <a:latin typeface="Josefin Sans"/>
                <a:ea typeface="Josefin Sans"/>
                <a:cs typeface="Josefin Sans"/>
                <a:sym typeface="Josefin Sans"/>
              </a:rPr>
              <a:t>Cron y/o Batch</a:t>
            </a:r>
            <a:endParaRPr b="0" i="0" sz="1400" u="none" cap="none" strike="noStrike">
              <a:solidFill>
                <a:srgbClr val="0028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Este documento registra las especificaciones de los componentes.</a:t>
            </a:r>
            <a:endParaRPr sz="10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Su aplicación depende de la índole del proyecto</a:t>
            </a:r>
            <a:r>
              <a:rPr b="0" i="0" lang="es-GT" sz="100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800" u="none" cap="none" strike="noStrike">
              <a:solidFill>
                <a:srgbClr val="0028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g3afc0eb0d7b_0_395"/>
          <p:cNvSpPr txBox="1"/>
          <p:nvPr/>
        </p:nvSpPr>
        <p:spPr>
          <a:xfrm>
            <a:off x="5819625" y="4357000"/>
            <a:ext cx="26355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GT" sz="1412">
                <a:solidFill>
                  <a:srgbClr val="212121"/>
                </a:solidFill>
                <a:latin typeface="Josefin Sans"/>
                <a:ea typeface="Josefin Sans"/>
                <a:cs typeface="Josefin Sans"/>
                <a:sym typeface="Josefin Sans"/>
              </a:rPr>
              <a:t>Especificación Front End</a:t>
            </a:r>
            <a:endParaRPr b="1" sz="1412">
              <a:solidFill>
                <a:srgbClr val="21212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Este documento detalla los cambios realizados en la estructura del front-end. </a:t>
            </a:r>
            <a:endParaRPr sz="10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Su aplicación depende de la índole del proyecto.</a:t>
            </a:r>
            <a:endParaRPr b="0" i="0" sz="8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4" name="Google Shape;604;g3afc0eb0d7b_0_395"/>
          <p:cNvSpPr/>
          <p:nvPr/>
        </p:nvSpPr>
        <p:spPr>
          <a:xfrm>
            <a:off x="-1714329" y="4025970"/>
            <a:ext cx="4067700" cy="40677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g3afc0eb0d7b_0_395"/>
          <p:cNvSpPr txBox="1"/>
          <p:nvPr/>
        </p:nvSpPr>
        <p:spPr>
          <a:xfrm>
            <a:off x="154133" y="83433"/>
            <a:ext cx="77196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2700"/>
              <a:buFont typeface="Helvetica Neue"/>
              <a:buNone/>
            </a:pPr>
            <a:r>
              <a:rPr b="1" lang="es-GT" sz="2800">
                <a:solidFill>
                  <a:srgbClr val="081754"/>
                </a:solidFill>
                <a:latin typeface="Josefin Sans"/>
                <a:ea typeface="Josefin Sans"/>
                <a:cs typeface="Josefin Sans"/>
                <a:sym typeface="Josefin Sans"/>
              </a:rPr>
              <a:t>El camino del saber</a:t>
            </a:r>
            <a:endParaRPr b="1" i="0" sz="24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None/>
            </a:pPr>
            <a:r>
              <a:rPr lang="es-GT" sz="1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Documentos requeridos a realizar para iniciar el proceso de arquitectura.</a:t>
            </a:r>
            <a:endParaRPr b="0" i="0" sz="17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6" name="Google Shape;606;g3afc0eb0d7b_0_395"/>
          <p:cNvSpPr txBox="1"/>
          <p:nvPr/>
        </p:nvSpPr>
        <p:spPr>
          <a:xfrm>
            <a:off x="8454998" y="6233650"/>
            <a:ext cx="2563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GT" sz="1412">
                <a:solidFill>
                  <a:srgbClr val="212121"/>
                </a:solidFill>
                <a:latin typeface="Josefin Sans"/>
                <a:ea typeface="Josefin Sans"/>
                <a:cs typeface="Josefin Sans"/>
                <a:sym typeface="Josefin Sans"/>
              </a:rPr>
              <a:t>Nota:</a:t>
            </a:r>
            <a:r>
              <a:rPr b="1" i="0" lang="es-GT" sz="900" u="none" cap="none" strike="noStrike">
                <a:solidFill>
                  <a:srgbClr val="0028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s-GT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Al dar clic en el número de la bandera te llevará al documento de referencia.</a:t>
            </a:r>
            <a:endParaRPr b="1" i="0" sz="9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07" name="Google Shape;607;g3afc0eb0d7b_0_395"/>
          <p:cNvGrpSpPr/>
          <p:nvPr/>
        </p:nvGrpSpPr>
        <p:grpSpPr>
          <a:xfrm>
            <a:off x="6498717" y="3020050"/>
            <a:ext cx="485027" cy="680117"/>
            <a:chOff x="5739797" y="2015520"/>
            <a:chExt cx="751048" cy="1053139"/>
          </a:xfrm>
        </p:grpSpPr>
        <p:grpSp>
          <p:nvGrpSpPr>
            <p:cNvPr id="608" name="Google Shape;608;g3afc0eb0d7b_0_395"/>
            <p:cNvGrpSpPr/>
            <p:nvPr/>
          </p:nvGrpSpPr>
          <p:grpSpPr>
            <a:xfrm>
              <a:off x="5739797" y="2067629"/>
              <a:ext cx="725069" cy="1001030"/>
              <a:chOff x="6075539" y="1434582"/>
              <a:chExt cx="1051281" cy="1451399"/>
            </a:xfrm>
          </p:grpSpPr>
          <p:sp>
            <p:nvSpPr>
              <p:cNvPr id="609" name="Google Shape;609;g3afc0eb0d7b_0_395"/>
              <p:cNvSpPr/>
              <p:nvPr/>
            </p:nvSpPr>
            <p:spPr>
              <a:xfrm>
                <a:off x="6173420" y="1434582"/>
                <a:ext cx="953400" cy="4275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37454" rotWithShape="0" algn="ctr" dir="5400000" dist="109363">
                  <a:srgbClr val="000000">
                    <a:alpha val="9019"/>
                  </a:srgbClr>
                </a:outerShdw>
              </a:effectLst>
            </p:spPr>
            <p:txBody>
              <a:bodyPr anchorCtr="0" anchor="ctr" bIns="39350" lIns="78725" spcFirstLastPara="1" rIns="78725" wrap="square" tIns="393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6"/>
                  <a:buFont typeface="Arial"/>
                  <a:buNone/>
                </a:pPr>
                <a:r>
                  <a:t/>
                </a:r>
                <a:endParaRPr b="1" i="0" sz="1356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g3afc0eb0d7b_0_395"/>
              <p:cNvSpPr/>
              <p:nvPr/>
            </p:nvSpPr>
            <p:spPr>
              <a:xfrm flipH="1">
                <a:off x="6075539" y="2828142"/>
                <a:ext cx="260726" cy="57839"/>
              </a:xfrm>
              <a:custGeom>
                <a:rect b="b" l="l" r="r" t="t"/>
                <a:pathLst>
                  <a:path extrusionOk="0" h="49541" w="223320">
                    <a:moveTo>
                      <a:pt x="223321" y="24772"/>
                    </a:moveTo>
                    <a:cubicBezTo>
                      <a:pt x="223321" y="38533"/>
                      <a:pt x="173388" y="49542"/>
                      <a:pt x="111660" y="49542"/>
                    </a:cubicBezTo>
                    <a:cubicBezTo>
                      <a:pt x="49933" y="49542"/>
                      <a:pt x="0" y="38533"/>
                      <a:pt x="0" y="24772"/>
                    </a:cubicBezTo>
                    <a:cubicBezTo>
                      <a:pt x="0" y="11011"/>
                      <a:pt x="49933" y="3"/>
                      <a:pt x="111660" y="3"/>
                    </a:cubicBezTo>
                    <a:cubicBezTo>
                      <a:pt x="173191" y="-194"/>
                      <a:pt x="223321" y="11011"/>
                      <a:pt x="223321" y="2477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109363" sx="135000" rotWithShape="0" algn="ctr" dir="5400000" dist="32809" sy="1350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39350" lIns="78725" spcFirstLastPara="1" rIns="78725" wrap="square" tIns="393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27"/>
                  <a:buFont typeface="Arial"/>
                  <a:buNone/>
                </a:pPr>
                <a:r>
                  <a:t/>
                </a:r>
                <a:endParaRPr b="0" i="0" sz="122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g3afc0eb0d7b_0_395"/>
              <p:cNvSpPr/>
              <p:nvPr/>
            </p:nvSpPr>
            <p:spPr>
              <a:xfrm>
                <a:off x="6173420" y="1434582"/>
                <a:ext cx="71074" cy="1422505"/>
              </a:xfrm>
              <a:custGeom>
                <a:rect b="b" l="l" r="r" t="t"/>
                <a:pathLst>
                  <a:path extrusionOk="0" h="1218420" w="60877">
                    <a:moveTo>
                      <a:pt x="0" y="0"/>
                    </a:moveTo>
                    <a:lnTo>
                      <a:pt x="0" y="1212768"/>
                    </a:lnTo>
                    <a:cubicBezTo>
                      <a:pt x="0" y="1215812"/>
                      <a:pt x="13625" y="1218421"/>
                      <a:pt x="30439" y="1218421"/>
                    </a:cubicBezTo>
                    <a:cubicBezTo>
                      <a:pt x="47253" y="1218421"/>
                      <a:pt x="60878" y="1215812"/>
                      <a:pt x="60878" y="1212768"/>
                    </a:cubicBezTo>
                    <a:lnTo>
                      <a:pt x="60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437454" rotWithShape="0" algn="ctr" dir="5400000" dist="109363">
                  <a:srgbClr val="000000">
                    <a:alpha val="9019"/>
                  </a:srgbClr>
                </a:outerShdw>
              </a:effectLst>
            </p:spPr>
            <p:txBody>
              <a:bodyPr anchorCtr="0" anchor="ctr" bIns="39350" lIns="78725" spcFirstLastPara="1" rIns="78725" wrap="square" tIns="393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6"/>
                  <a:buFont typeface="Arial"/>
                  <a:buNone/>
                </a:pPr>
                <a:r>
                  <a:t/>
                </a:r>
                <a:endParaRPr b="1" i="0" sz="1356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2" name="Google Shape;612;g3afc0eb0d7b_0_395"/>
            <p:cNvSpPr txBox="1"/>
            <p:nvPr/>
          </p:nvSpPr>
          <p:spPr>
            <a:xfrm>
              <a:off x="5792445" y="2015520"/>
              <a:ext cx="698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50"/>
                <a:buFont typeface="Noto Sans Symbols"/>
                <a:buNone/>
              </a:pPr>
              <a:r>
                <a:rPr b="1" i="0" lang="es-GT" sz="1550" u="none" cap="none" strike="noStrike">
                  <a:solidFill>
                    <a:schemeClr val="lt1"/>
                  </a:solidFill>
                  <a:uFill>
                    <a:noFill/>
                  </a:uFill>
                  <a:latin typeface="Helvetica Neue"/>
                  <a:ea typeface="Helvetica Neue"/>
                  <a:cs typeface="Helvetica Neue"/>
                  <a:sym typeface="Helvetica Neue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0</a:t>
              </a:r>
              <a:r>
                <a:rPr b="1" i="0" lang="es-GT" sz="1550" u="none" cap="none" strike="noStrike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4</a:t>
              </a:r>
              <a:endParaRPr b="1" i="0" sz="155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613" name="Google Shape;613;g3afc0eb0d7b_0_395"/>
          <p:cNvGrpSpPr/>
          <p:nvPr/>
        </p:nvGrpSpPr>
        <p:grpSpPr>
          <a:xfrm>
            <a:off x="9646190" y="3516314"/>
            <a:ext cx="698399" cy="979314"/>
            <a:chOff x="5739797" y="2015520"/>
            <a:chExt cx="751048" cy="1053139"/>
          </a:xfrm>
        </p:grpSpPr>
        <p:grpSp>
          <p:nvGrpSpPr>
            <p:cNvPr id="614" name="Google Shape;614;g3afc0eb0d7b_0_395"/>
            <p:cNvGrpSpPr/>
            <p:nvPr/>
          </p:nvGrpSpPr>
          <p:grpSpPr>
            <a:xfrm>
              <a:off x="5739797" y="2067629"/>
              <a:ext cx="725069" cy="1001030"/>
              <a:chOff x="6075539" y="1434582"/>
              <a:chExt cx="1051281" cy="1451399"/>
            </a:xfrm>
          </p:grpSpPr>
          <p:sp>
            <p:nvSpPr>
              <p:cNvPr id="615" name="Google Shape;615;g3afc0eb0d7b_0_395"/>
              <p:cNvSpPr/>
              <p:nvPr/>
            </p:nvSpPr>
            <p:spPr>
              <a:xfrm>
                <a:off x="6173420" y="1434582"/>
                <a:ext cx="953400" cy="4275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629845" rotWithShape="0" algn="ctr" dir="5400000" dist="157461">
                  <a:srgbClr val="000000">
                    <a:alpha val="9019"/>
                  </a:srgbClr>
                </a:outerShdw>
              </a:effectLst>
            </p:spPr>
            <p:txBody>
              <a:bodyPr anchorCtr="0" anchor="ctr" bIns="56650" lIns="113350" spcFirstLastPara="1" rIns="113350" wrap="square" tIns="566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53"/>
                  <a:buFont typeface="Arial"/>
                  <a:buNone/>
                </a:pPr>
                <a:r>
                  <a:t/>
                </a:r>
                <a:endParaRPr b="1" i="0" sz="195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g3afc0eb0d7b_0_395"/>
              <p:cNvSpPr/>
              <p:nvPr/>
            </p:nvSpPr>
            <p:spPr>
              <a:xfrm flipH="1">
                <a:off x="6075539" y="2828142"/>
                <a:ext cx="260726" cy="57839"/>
              </a:xfrm>
              <a:custGeom>
                <a:rect b="b" l="l" r="r" t="t"/>
                <a:pathLst>
                  <a:path extrusionOk="0" h="49541" w="223320">
                    <a:moveTo>
                      <a:pt x="223321" y="24772"/>
                    </a:moveTo>
                    <a:cubicBezTo>
                      <a:pt x="223321" y="38533"/>
                      <a:pt x="173388" y="49542"/>
                      <a:pt x="111660" y="49542"/>
                    </a:cubicBezTo>
                    <a:cubicBezTo>
                      <a:pt x="49933" y="49542"/>
                      <a:pt x="0" y="38533"/>
                      <a:pt x="0" y="24772"/>
                    </a:cubicBezTo>
                    <a:cubicBezTo>
                      <a:pt x="0" y="11011"/>
                      <a:pt x="49933" y="3"/>
                      <a:pt x="111660" y="3"/>
                    </a:cubicBezTo>
                    <a:cubicBezTo>
                      <a:pt x="173191" y="-194"/>
                      <a:pt x="223321" y="11011"/>
                      <a:pt x="223321" y="2477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157461" sx="135000" rotWithShape="0" algn="ctr" dir="5400000" dist="47238" sy="1350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56650" lIns="113350" spcFirstLastPara="1" rIns="113350" wrap="square" tIns="56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67"/>
                  <a:buFont typeface="Arial"/>
                  <a:buNone/>
                </a:pPr>
                <a:r>
                  <a:t/>
                </a:r>
                <a:endParaRPr b="0" i="0" sz="176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g3afc0eb0d7b_0_395"/>
              <p:cNvSpPr/>
              <p:nvPr/>
            </p:nvSpPr>
            <p:spPr>
              <a:xfrm>
                <a:off x="6173420" y="1434582"/>
                <a:ext cx="71074" cy="1422505"/>
              </a:xfrm>
              <a:custGeom>
                <a:rect b="b" l="l" r="r" t="t"/>
                <a:pathLst>
                  <a:path extrusionOk="0" h="1218420" w="60877">
                    <a:moveTo>
                      <a:pt x="0" y="0"/>
                    </a:moveTo>
                    <a:lnTo>
                      <a:pt x="0" y="1212768"/>
                    </a:lnTo>
                    <a:cubicBezTo>
                      <a:pt x="0" y="1215812"/>
                      <a:pt x="13625" y="1218421"/>
                      <a:pt x="30439" y="1218421"/>
                    </a:cubicBezTo>
                    <a:cubicBezTo>
                      <a:pt x="47253" y="1218421"/>
                      <a:pt x="60878" y="1215812"/>
                      <a:pt x="60878" y="1212768"/>
                    </a:cubicBezTo>
                    <a:lnTo>
                      <a:pt x="60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629845" rotWithShape="0" algn="ctr" dir="5400000" dist="157461">
                  <a:srgbClr val="000000">
                    <a:alpha val="9019"/>
                  </a:srgbClr>
                </a:outerShdw>
              </a:effectLst>
            </p:spPr>
            <p:txBody>
              <a:bodyPr anchorCtr="0" anchor="ctr" bIns="56650" lIns="113350" spcFirstLastPara="1" rIns="113350" wrap="square" tIns="566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53"/>
                  <a:buFont typeface="Arial"/>
                  <a:buNone/>
                </a:pPr>
                <a:r>
                  <a:t/>
                </a:r>
                <a:endParaRPr b="1" i="0" sz="195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8" name="Google Shape;618;g3afc0eb0d7b_0_395"/>
            <p:cNvSpPr txBox="1"/>
            <p:nvPr/>
          </p:nvSpPr>
          <p:spPr>
            <a:xfrm>
              <a:off x="5792445" y="2015520"/>
              <a:ext cx="698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32"/>
                <a:buFont typeface="Noto Sans Symbols"/>
                <a:buNone/>
              </a:pPr>
              <a:r>
                <a:rPr b="1" i="0" lang="es-GT" sz="2231" u="none" cap="none" strike="noStrike">
                  <a:solidFill>
                    <a:schemeClr val="lt1"/>
                  </a:solidFill>
                  <a:uFill>
                    <a:noFill/>
                  </a:uFill>
                  <a:latin typeface="Helvetica Neue"/>
                  <a:ea typeface="Helvetica Neue"/>
                  <a:cs typeface="Helvetica Neue"/>
                  <a:sym typeface="Helvetica Neue"/>
                  <a:hlinkClick r:id="rId8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0</a:t>
              </a:r>
              <a:r>
                <a:rPr b="1" i="0" lang="es-GT" sz="2231" u="none" cap="none" strike="noStrike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5</a:t>
              </a:r>
              <a:endParaRPr b="1" i="0" sz="2231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619" name="Google Shape;619;g3afc0eb0d7b_0_395"/>
          <p:cNvSpPr txBox="1"/>
          <p:nvPr/>
        </p:nvSpPr>
        <p:spPr>
          <a:xfrm>
            <a:off x="4293181" y="5768345"/>
            <a:ext cx="24378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GT" sz="1412">
                <a:solidFill>
                  <a:srgbClr val="212121"/>
                </a:solidFill>
                <a:latin typeface="Josefin Sans"/>
                <a:ea typeface="Josefin Sans"/>
                <a:cs typeface="Josefin Sans"/>
                <a:sym typeface="Josefin Sans"/>
              </a:rPr>
              <a:t>Service Desk</a:t>
            </a:r>
            <a:endParaRPr b="1" i="0" sz="14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Generación de folio en service desk.</a:t>
            </a:r>
            <a:endParaRPr b="0" i="0" sz="1000" u="none" cap="none" strike="noStrike">
              <a:solidFill>
                <a:srgbClr val="0028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20" name="Google Shape;620;g3afc0eb0d7b_0_395"/>
          <p:cNvGrpSpPr/>
          <p:nvPr/>
        </p:nvGrpSpPr>
        <p:grpSpPr>
          <a:xfrm flipH="1">
            <a:off x="6237387" y="5591375"/>
            <a:ext cx="752065" cy="1061954"/>
            <a:chOff x="8206279" y="4416633"/>
            <a:chExt cx="739421" cy="1044203"/>
          </a:xfrm>
        </p:grpSpPr>
        <p:grpSp>
          <p:nvGrpSpPr>
            <p:cNvPr id="621" name="Google Shape;621;g3afc0eb0d7b_0_395"/>
            <p:cNvGrpSpPr/>
            <p:nvPr/>
          </p:nvGrpSpPr>
          <p:grpSpPr>
            <a:xfrm>
              <a:off x="8206279" y="4453462"/>
              <a:ext cx="733595" cy="1007373"/>
              <a:chOff x="8963208" y="2219633"/>
              <a:chExt cx="1195363" cy="1641475"/>
            </a:xfrm>
          </p:grpSpPr>
          <p:sp>
            <p:nvSpPr>
              <p:cNvPr id="622" name="Google Shape;622;g3afc0eb0d7b_0_395"/>
              <p:cNvSpPr/>
              <p:nvPr/>
            </p:nvSpPr>
            <p:spPr>
              <a:xfrm>
                <a:off x="9094771" y="2219633"/>
                <a:ext cx="1063800" cy="4770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688917" rotWithShape="0" algn="ctr" dir="5400000" dist="172229">
                  <a:srgbClr val="000000">
                    <a:alpha val="9019"/>
                  </a:srgbClr>
                </a:outerShdw>
              </a:effectLst>
            </p:spPr>
            <p:txBody>
              <a:bodyPr anchorCtr="0" anchor="ctr" bIns="62000" lIns="123975" spcFirstLastPara="1" rIns="123975" wrap="square" tIns="62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36"/>
                  <a:buFont typeface="Arial"/>
                  <a:buNone/>
                </a:pPr>
                <a:r>
                  <a:t/>
                </a:r>
                <a:endParaRPr b="1" i="0" sz="213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g3afc0eb0d7b_0_395"/>
              <p:cNvSpPr/>
              <p:nvPr/>
            </p:nvSpPr>
            <p:spPr>
              <a:xfrm>
                <a:off x="9094771" y="2219633"/>
                <a:ext cx="79535" cy="1587331"/>
              </a:xfrm>
              <a:custGeom>
                <a:rect b="b" l="l" r="r" t="t"/>
                <a:pathLst>
                  <a:path extrusionOk="0" h="1359598" w="68124">
                    <a:moveTo>
                      <a:pt x="0" y="0"/>
                    </a:moveTo>
                    <a:lnTo>
                      <a:pt x="0" y="1353221"/>
                    </a:lnTo>
                    <a:cubicBezTo>
                      <a:pt x="0" y="1356700"/>
                      <a:pt x="15219" y="1359599"/>
                      <a:pt x="34063" y="1359599"/>
                    </a:cubicBezTo>
                    <a:cubicBezTo>
                      <a:pt x="52905" y="1359599"/>
                      <a:pt x="68125" y="1356700"/>
                      <a:pt x="68125" y="1353221"/>
                    </a:cubicBezTo>
                    <a:lnTo>
                      <a:pt x="681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688917" rotWithShape="0" algn="ctr" dir="5400000" dist="172229">
                  <a:srgbClr val="000000">
                    <a:alpha val="9019"/>
                  </a:srgbClr>
                </a:outerShdw>
              </a:effectLst>
            </p:spPr>
            <p:txBody>
              <a:bodyPr anchorCtr="0" anchor="ctr" bIns="62000" lIns="123975" spcFirstLastPara="1" rIns="123975" wrap="square" tIns="62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36"/>
                  <a:buFont typeface="Arial"/>
                  <a:buNone/>
                </a:pPr>
                <a:r>
                  <a:t/>
                </a:r>
                <a:endParaRPr b="1" i="0" sz="213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g3afc0eb0d7b_0_395"/>
              <p:cNvSpPr/>
              <p:nvPr/>
            </p:nvSpPr>
            <p:spPr>
              <a:xfrm flipH="1">
                <a:off x="8963208" y="3784910"/>
                <a:ext cx="342432" cy="76198"/>
              </a:xfrm>
              <a:custGeom>
                <a:rect b="b" l="l" r="r" t="t"/>
                <a:pathLst>
                  <a:path extrusionOk="0" h="65266" w="293304">
                    <a:moveTo>
                      <a:pt x="293304" y="32633"/>
                    </a:moveTo>
                    <a:cubicBezTo>
                      <a:pt x="293304" y="50522"/>
                      <a:pt x="227645" y="65266"/>
                      <a:pt x="146652" y="65266"/>
                    </a:cubicBezTo>
                    <a:cubicBezTo>
                      <a:pt x="65659" y="65266"/>
                      <a:pt x="0" y="50719"/>
                      <a:pt x="0" y="32633"/>
                    </a:cubicBezTo>
                    <a:cubicBezTo>
                      <a:pt x="0" y="14547"/>
                      <a:pt x="65659" y="0"/>
                      <a:pt x="146652" y="0"/>
                    </a:cubicBezTo>
                    <a:cubicBezTo>
                      <a:pt x="227645" y="0"/>
                      <a:pt x="293304" y="14547"/>
                      <a:pt x="293304" y="3263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172229" sx="135000" rotWithShape="0" algn="ctr" dir="5400000" dist="51669" sy="1350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62000" lIns="123975" spcFirstLastPara="1" rIns="123975" wrap="square" tIns="62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32"/>
                  <a:buFont typeface="Arial"/>
                  <a:buNone/>
                </a:pPr>
                <a:r>
                  <a:t/>
                </a:r>
                <a:endParaRPr b="0" i="0" sz="19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5" name="Google Shape;625;g3afc0eb0d7b_0_395"/>
            <p:cNvSpPr txBox="1"/>
            <p:nvPr/>
          </p:nvSpPr>
          <p:spPr>
            <a:xfrm>
              <a:off x="8247300" y="4416633"/>
              <a:ext cx="698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41"/>
                <a:buFont typeface="Noto Sans Symbols"/>
                <a:buNone/>
              </a:pPr>
              <a:r>
                <a:rPr b="1" i="0" lang="es-GT" sz="2441" u="none" cap="none" strike="noStrike">
                  <a:solidFill>
                    <a:schemeClr val="lt1"/>
                  </a:solidFill>
                  <a:uFill>
                    <a:noFill/>
                  </a:uFill>
                  <a:latin typeface="Helvetica Neue"/>
                  <a:ea typeface="Helvetica Neue"/>
                  <a:cs typeface="Helvetica Neue"/>
                  <a:sym typeface="Helvetica Neue"/>
                  <a:hlinkClick r:id="rId9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07</a:t>
              </a:r>
              <a:endParaRPr b="1" i="0" sz="2441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afc0eb0d7b_0_860"/>
          <p:cNvSpPr/>
          <p:nvPr/>
        </p:nvSpPr>
        <p:spPr>
          <a:xfrm>
            <a:off x="11815043" y="2920154"/>
            <a:ext cx="879900" cy="8799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3afc0eb0d7b_0_860"/>
          <p:cNvSpPr/>
          <p:nvPr/>
        </p:nvSpPr>
        <p:spPr>
          <a:xfrm>
            <a:off x="9714827" y="-335677"/>
            <a:ext cx="1569900" cy="15699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g3afc0eb0d7b_0_860"/>
          <p:cNvSpPr/>
          <p:nvPr/>
        </p:nvSpPr>
        <p:spPr>
          <a:xfrm>
            <a:off x="-1714329" y="4025970"/>
            <a:ext cx="4067700" cy="40677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g3afc0eb0d7b_0_860"/>
          <p:cNvSpPr txBox="1"/>
          <p:nvPr/>
        </p:nvSpPr>
        <p:spPr>
          <a:xfrm>
            <a:off x="487054" y="159492"/>
            <a:ext cx="6882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-GT" sz="2800">
                <a:solidFill>
                  <a:srgbClr val="081754"/>
                </a:solidFill>
                <a:latin typeface="Josefin Sans"/>
                <a:ea typeface="Josefin Sans"/>
                <a:cs typeface="Josefin Sans"/>
                <a:sym typeface="Josefin Sans"/>
              </a:rPr>
              <a:t>Templates Arquitectura 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s-GT" sz="1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Descarga de documentos para diseño de solución </a:t>
            </a:r>
            <a:endParaRPr b="1" sz="2800">
              <a:solidFill>
                <a:srgbClr val="08175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634" name="Google Shape;634;g3afc0eb0d7b_0_8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00" y="1314578"/>
            <a:ext cx="8496865" cy="4489466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g3afc0eb0d7b_0_860"/>
          <p:cNvSpPr/>
          <p:nvPr/>
        </p:nvSpPr>
        <p:spPr>
          <a:xfrm>
            <a:off x="1440733" y="1442378"/>
            <a:ext cx="5888400" cy="32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g3afc0eb0d7b_0_860"/>
          <p:cNvSpPr txBox="1"/>
          <p:nvPr/>
        </p:nvSpPr>
        <p:spPr>
          <a:xfrm>
            <a:off x="8249400" y="916846"/>
            <a:ext cx="3995100" cy="5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GT" sz="1412">
                <a:solidFill>
                  <a:srgbClr val="212121"/>
                </a:solidFill>
                <a:latin typeface="Josefin Sans"/>
                <a:ea typeface="Josefin Sans"/>
                <a:cs typeface="Josefin Sans"/>
                <a:sym typeface="Josefin Sans"/>
              </a:rPr>
              <a:t>Arquitectura General de Solución</a:t>
            </a:r>
            <a:endParaRPr b="1" i="0" sz="1200" u="none" cap="none" strike="noStrike">
              <a:solidFill>
                <a:srgbClr val="05297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Arial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Recopila contexto y objetivo de la arquitectura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Arial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Base para iteraciones en desarrollo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Arial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Genera visión compartida del proyecto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GT" sz="1412">
                <a:solidFill>
                  <a:srgbClr val="212121"/>
                </a:solidFill>
                <a:latin typeface="Josefin Sans"/>
                <a:ea typeface="Josefin Sans"/>
                <a:cs typeface="Josefin Sans"/>
                <a:sym typeface="Josefin Sans"/>
              </a:rPr>
              <a:t>Especificación de Servicio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Arial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Documenta contratos de interfaz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Arial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Define función y ubicación en infraestructura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Arial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Detalla dependencias y lógica de implementación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GT" sz="1412">
                <a:solidFill>
                  <a:srgbClr val="212121"/>
                </a:solidFill>
                <a:latin typeface="Josefin Sans"/>
                <a:ea typeface="Josefin Sans"/>
                <a:cs typeface="Josefin Sans"/>
                <a:sym typeface="Josefin Sans"/>
              </a:rPr>
              <a:t>Modelado de Datos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Arial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Visualización de colecciones/tablas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Arial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Facilita decisiones sobre acceso y escritura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Arial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Dimensionamiento de datos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GT" sz="1412">
                <a:solidFill>
                  <a:srgbClr val="212121"/>
                </a:solidFill>
                <a:latin typeface="Josefin Sans"/>
                <a:ea typeface="Josefin Sans"/>
                <a:cs typeface="Josefin Sans"/>
                <a:sym typeface="Josefin Sans"/>
              </a:rPr>
              <a:t>Cron y/o Batch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Arial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Registro de componentes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Arial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Detalle de problemática y soluciones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Arial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Stack tecnológico y ambientes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GT" sz="1412">
                <a:solidFill>
                  <a:srgbClr val="212121"/>
                </a:solidFill>
                <a:latin typeface="Josefin Sans"/>
                <a:ea typeface="Josefin Sans"/>
                <a:cs typeface="Josefin Sans"/>
                <a:sym typeface="Josefin Sans"/>
              </a:rPr>
              <a:t>Especificación Front End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Visualización de cambios en estructura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Decisiones sobre interfaces de usuario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Documentación de pantallas</a:t>
            </a:r>
            <a:endParaRPr b="0" i="0" sz="1100" u="none" cap="none" strike="noStrike">
              <a:solidFill>
                <a:srgbClr val="05297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37" name="Google Shape;637;g3afc0eb0d7b_0_8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51467" y="1442378"/>
            <a:ext cx="5792806" cy="320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g3afc0eb0d7b_0_860"/>
          <p:cNvSpPr txBox="1"/>
          <p:nvPr/>
        </p:nvSpPr>
        <p:spPr>
          <a:xfrm>
            <a:off x="277600" y="5866021"/>
            <a:ext cx="78423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GT" sz="1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Acceso al sitio de descarga de los templates: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Josefin Sans"/>
              <a:buChar char="●"/>
            </a:pPr>
            <a:r>
              <a:rPr lang="es-GT" sz="1700">
                <a:solidFill>
                  <a:schemeClr val="dk1"/>
                </a:solidFill>
                <a:uFill>
                  <a:noFill/>
                </a:uFill>
                <a:latin typeface="Josefin Sans"/>
                <a:ea typeface="Josefin Sans"/>
                <a:cs typeface="Josefin Sans"/>
                <a:sym typeface="Josefi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Arquitectura</a:t>
            </a:r>
            <a:r>
              <a:rPr lang="es-GT" sz="1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- </a:t>
            </a:r>
            <a:r>
              <a:rPr lang="es-GT" sz="1700">
                <a:solidFill>
                  <a:schemeClr val="dk1"/>
                </a:solidFill>
                <a:uFill>
                  <a:noFill/>
                </a:uFill>
                <a:latin typeface="Josefin Sans"/>
                <a:ea typeface="Josefin Sans"/>
                <a:cs typeface="Josefin Sans"/>
                <a:sym typeface="Josefin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Checklist de Revisión</a:t>
            </a:r>
            <a:endParaRPr sz="17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Josefin Sans"/>
              <a:buChar char="●"/>
            </a:pPr>
            <a:r>
              <a:rPr lang="es-GT" sz="1700">
                <a:solidFill>
                  <a:schemeClr val="dk1"/>
                </a:solidFill>
                <a:uFill>
                  <a:noFill/>
                </a:uFill>
                <a:latin typeface="Josefin Sans"/>
                <a:ea typeface="Josefin Sans"/>
                <a:cs typeface="Josefin Sans"/>
                <a:sym typeface="Josefin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Drive CEA</a:t>
            </a:r>
            <a:r>
              <a:rPr lang="es-GT" sz="1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SSFF - </a:t>
            </a:r>
            <a:r>
              <a:rPr lang="es-GT" sz="1700">
                <a:solidFill>
                  <a:schemeClr val="dk1"/>
                </a:solidFill>
                <a:uFill>
                  <a:noFill/>
                </a:uFill>
                <a:latin typeface="Josefin Sans"/>
                <a:ea typeface="Josefin Sans"/>
                <a:cs typeface="Josefin Sans"/>
                <a:sym typeface="Josefin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Developers</a:t>
            </a:r>
            <a:r>
              <a:rPr lang="es-GT" sz="1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- </a:t>
            </a:r>
            <a:r>
              <a:rPr lang="es-GT" sz="1700">
                <a:solidFill>
                  <a:schemeClr val="dk1"/>
                </a:solidFill>
                <a:uFill>
                  <a:noFill/>
                </a:uFill>
                <a:latin typeface="Josefin Sans"/>
                <a:ea typeface="Josefin Sans"/>
                <a:cs typeface="Josefin Sans"/>
                <a:sym typeface="Josefin Sa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Integración </a:t>
            </a:r>
            <a:r>
              <a:rPr lang="es-GT" sz="1700">
                <a:solidFill>
                  <a:schemeClr val="dk1"/>
                </a:solidFill>
                <a:uFill>
                  <a:noFill/>
                </a:uFill>
                <a:latin typeface="Josefin Sans"/>
                <a:ea typeface="Josefin Sans"/>
                <a:cs typeface="Josefin Sans"/>
                <a:sym typeface="Josefin Sa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Site </a:t>
            </a:r>
            <a:endParaRPr b="0" i="0" sz="1200" u="sng" cap="none" strike="noStrike">
              <a:solidFill>
                <a:srgbClr val="1C42E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afc0eb0d7b_0_843"/>
          <p:cNvSpPr/>
          <p:nvPr/>
        </p:nvSpPr>
        <p:spPr>
          <a:xfrm>
            <a:off x="11815043" y="2920154"/>
            <a:ext cx="879900" cy="8799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g3afc0eb0d7b_0_843"/>
          <p:cNvSpPr/>
          <p:nvPr/>
        </p:nvSpPr>
        <p:spPr>
          <a:xfrm>
            <a:off x="9714827" y="-335677"/>
            <a:ext cx="1569900" cy="15699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g3afc0eb0d7b_0_843"/>
          <p:cNvSpPr/>
          <p:nvPr/>
        </p:nvSpPr>
        <p:spPr>
          <a:xfrm>
            <a:off x="-1714329" y="3875575"/>
            <a:ext cx="4067700" cy="4067700"/>
          </a:xfrm>
          <a:prstGeom prst="ellipse">
            <a:avLst/>
          </a:prstGeom>
          <a:solidFill>
            <a:srgbClr val="F0D22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afc0eb0d7b_0_843"/>
          <p:cNvSpPr txBox="1"/>
          <p:nvPr/>
        </p:nvSpPr>
        <p:spPr>
          <a:xfrm>
            <a:off x="487054" y="159492"/>
            <a:ext cx="6882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-GT" sz="2800">
                <a:solidFill>
                  <a:srgbClr val="081754"/>
                </a:solidFill>
                <a:latin typeface="Josefin Sans"/>
                <a:ea typeface="Josefin Sans"/>
                <a:cs typeface="Josefin Sans"/>
                <a:sym typeface="Josefin Sans"/>
              </a:rPr>
              <a:t>Service Desk </a:t>
            </a:r>
            <a:endParaRPr b="1" sz="2800">
              <a:solidFill>
                <a:srgbClr val="081754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s-GT" sz="1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Oferta y Datos para iniciar certificación con Arq. SSFF</a:t>
            </a:r>
            <a:endParaRPr sz="17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647" name="Google Shape;647;g3afc0eb0d7b_0_843"/>
          <p:cNvSpPr txBox="1"/>
          <p:nvPr/>
        </p:nvSpPr>
        <p:spPr>
          <a:xfrm>
            <a:off x="7676000" y="1263645"/>
            <a:ext cx="4566900" cy="48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GT" sz="1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Datos de Solicitud:</a:t>
            </a:r>
            <a:endParaRPr b="1" i="0" sz="1300" u="none" cap="none" strike="noStrike">
              <a:solidFill>
                <a:srgbClr val="08175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Capacidad de negocio (revisar el site para identificar la capacidad): </a:t>
            </a:r>
            <a:r>
              <a:rPr lang="es-GT" sz="1100">
                <a:solidFill>
                  <a:schemeClr val="dk1"/>
                </a:solidFill>
                <a:uFill>
                  <a:noFill/>
                </a:uFill>
                <a:latin typeface="Josefin Sans"/>
                <a:ea typeface="Josefin Sans"/>
                <a:cs typeface="Josefin Sans"/>
                <a:sym typeface="Josefi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https://sites.google.com/coppel.com/daetid/servicios/capacidades-de-negocio</a:t>
            </a: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Datos asociados al proyecto: &lt;Nombre de la Iniciativa&gt; &lt;Folio Estratégico&gt; &lt;RQM-APS&gt;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Tipo de Proyecto (estratégico, normativo, discrecional, continuidad operativa):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¿Tienen ID de Presupuesto para infraestructura (si se requiere)?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Alcance del Proyecto: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Nombre de la Célula (¿Cascada o Ágil?):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Gerente de Desarrollo SR y JR: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Líder Técnico:     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Scrum Master: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Product Owner: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Program Manager: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Documentación (Documento de Arquitectura General de Solución, diagrama de arquitectura u otro):Se comparte el site de los templates: </a:t>
            </a:r>
            <a:r>
              <a:rPr lang="es-GT" sz="1100">
                <a:solidFill>
                  <a:schemeClr val="dk1"/>
                </a:solidFill>
                <a:uFill>
                  <a:noFill/>
                </a:uFill>
                <a:latin typeface="Josefin Sans"/>
                <a:ea typeface="Josefin Sans"/>
                <a:cs typeface="Josefin Sans"/>
                <a:sym typeface="Josefi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https://sites.google.com/coppel.com/daetid/servicios/documentaci%C3%B3n-as-is</a:t>
            </a: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  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¿Tiene impacto o relación con Unity?:</a:t>
            </a:r>
            <a:endParaRPr sz="11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746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97A"/>
              </a:buClr>
              <a:buSzPts val="1100"/>
              <a:buFont typeface="Helvetica Neue"/>
              <a:buChar char="●"/>
            </a:pPr>
            <a:r>
              <a:rPr lang="es-GT" sz="1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¿Se ha revisado anteriormente con arquitectura? ¿Con quién? ¿Cuándo? </a:t>
            </a:r>
            <a:endParaRPr b="0" i="0" sz="1100" u="none" cap="none" strike="noStrike">
              <a:solidFill>
                <a:srgbClr val="05297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48" name="Google Shape;648;g3afc0eb0d7b_0_8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9253" y="1458437"/>
            <a:ext cx="7640878" cy="4037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g3afc0eb0d7b_0_843"/>
          <p:cNvPicPr preferRelativeResize="0"/>
          <p:nvPr/>
        </p:nvPicPr>
        <p:blipFill rotWithShape="1">
          <a:blip r:embed="rId6">
            <a:alphaModFix/>
          </a:blip>
          <a:srcRect b="685" l="0" r="0" t="0"/>
          <a:stretch/>
        </p:blipFill>
        <p:spPr>
          <a:xfrm>
            <a:off x="1560795" y="1563023"/>
            <a:ext cx="5295037" cy="2706275"/>
          </a:xfrm>
          <a:prstGeom prst="rect">
            <a:avLst/>
          </a:prstGeom>
          <a:noFill/>
          <a:ln cap="flat" cmpd="sng" w="12700">
            <a:solidFill>
              <a:srgbClr val="2358A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0" name="Google Shape;650;g3afc0eb0d7b_0_843"/>
          <p:cNvSpPr txBox="1"/>
          <p:nvPr/>
        </p:nvSpPr>
        <p:spPr>
          <a:xfrm>
            <a:off x="524275" y="5558292"/>
            <a:ext cx="75093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s-GT" sz="1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Acceso al Site: 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Josefin Sans"/>
              <a:buChar char="●"/>
            </a:pPr>
            <a:r>
              <a:rPr lang="es-GT" sz="1700">
                <a:solidFill>
                  <a:schemeClr val="dk1"/>
                </a:solidFill>
                <a:uFill>
                  <a:noFill/>
                </a:uFill>
                <a:latin typeface="Josefin Sans"/>
                <a:ea typeface="Josefin Sans"/>
                <a:cs typeface="Josefin Sans"/>
                <a:sym typeface="Josefin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https://servicedesk.coppel.com/portal</a:t>
            </a:r>
            <a:endParaRPr sz="17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Josefin Sans"/>
              <a:buChar char="●"/>
            </a:pPr>
            <a:r>
              <a:rPr lang="es-GT" sz="1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Quiero pedir algo &gt;&gt; Servicios de gestión técnica &gt;&gt; Arquitectura de Servicios Financieros &gt;&gt; Estrategia Arquitectura Servicios Financieros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771545eb8c_0_22"/>
          <p:cNvSpPr txBox="1"/>
          <p:nvPr/>
        </p:nvSpPr>
        <p:spPr>
          <a:xfrm>
            <a:off x="1843000" y="748775"/>
            <a:ext cx="552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GT" sz="2800" u="none" cap="none" strike="noStrike">
                <a:solidFill>
                  <a:srgbClr val="081754"/>
                </a:solidFill>
                <a:latin typeface="Josefin Sans"/>
                <a:ea typeface="Josefin Sans"/>
                <a:cs typeface="Josefin Sans"/>
                <a:sym typeface="Josefin Sans"/>
              </a:rPr>
              <a:t>Objetivo y resultado</a:t>
            </a:r>
            <a:endParaRPr b="0" i="0" sz="2800" u="none" cap="none" strike="noStrike">
              <a:solidFill>
                <a:srgbClr val="08175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656" name="Google Shape;656;g3771545eb8c_0_22"/>
          <p:cNvSpPr/>
          <p:nvPr/>
        </p:nvSpPr>
        <p:spPr>
          <a:xfrm>
            <a:off x="393700" y="292100"/>
            <a:ext cx="1320900" cy="15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3771545eb8c_0_22"/>
          <p:cNvSpPr txBox="1"/>
          <p:nvPr/>
        </p:nvSpPr>
        <p:spPr>
          <a:xfrm>
            <a:off x="1435821" y="1862775"/>
            <a:ext cx="7944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34225" spcFirstLastPara="1" rIns="34225" wrap="square" tIns="456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7"/>
              <a:buFont typeface="Arial"/>
              <a:buNone/>
            </a:pPr>
            <a:r>
              <a:rPr b="1" i="0" lang="es-GT" sz="5997" u="none" cap="none" strike="noStrike">
                <a:solidFill>
                  <a:srgbClr val="265AA7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4398" u="none" cap="none" strike="noStrike">
              <a:solidFill>
                <a:srgbClr val="265A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8" name="Google Shape;658;g3771545eb8c_0_22"/>
          <p:cNvSpPr txBox="1"/>
          <p:nvPr/>
        </p:nvSpPr>
        <p:spPr>
          <a:xfrm>
            <a:off x="2147650" y="2102757"/>
            <a:ext cx="89952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34225" spcFirstLastPara="1" rIns="342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-GT" sz="23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Objetivo principal del proceso de Certificación de Arquitectura:</a:t>
            </a:r>
            <a:r>
              <a:rPr b="1" i="0" lang="es-GT" sz="2300" u="none" cap="none" strike="noStrike">
                <a:solidFill>
                  <a:srgbClr val="081754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b="0" i="0" lang="es-GT" sz="1900" u="none" cap="none" strike="noStrik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Asegurar que los diseños de solución cumplan con los estándares arquitectónicos y de seguridad definidos por la organización.</a:t>
            </a:r>
            <a:endParaRPr b="0" i="0" sz="1900" u="none" cap="none" strike="noStrike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99"/>
              <a:buFont typeface="Arial"/>
              <a:buNone/>
            </a:pPr>
            <a:r>
              <a:t/>
            </a:r>
            <a:endParaRPr b="1" i="0" sz="12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9" name="Google Shape;659;g3771545eb8c_0_22"/>
          <p:cNvSpPr txBox="1"/>
          <p:nvPr/>
        </p:nvSpPr>
        <p:spPr>
          <a:xfrm>
            <a:off x="1435820" y="3911688"/>
            <a:ext cx="7944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34225" spcFirstLastPara="1" rIns="34225" wrap="square" tIns="456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7"/>
              <a:buFont typeface="Arial"/>
              <a:buNone/>
            </a:pPr>
            <a:r>
              <a:rPr b="1" i="0" lang="es-GT" sz="5997" u="none" cap="none" strike="noStrike">
                <a:solidFill>
                  <a:srgbClr val="3DB9E5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4398" u="none" cap="none" strike="noStrike">
              <a:solidFill>
                <a:srgbClr val="3DB9E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0" name="Google Shape;660;g3771545eb8c_0_22"/>
          <p:cNvSpPr txBox="1"/>
          <p:nvPr/>
        </p:nvSpPr>
        <p:spPr>
          <a:xfrm>
            <a:off x="2147642" y="3939109"/>
            <a:ext cx="89952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34225" spcFirstLastPara="1" rIns="34225" wrap="square" tIns="456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-GT" sz="23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Resultado final del proceso de Certificación de Arquitectura:</a:t>
            </a:r>
            <a:r>
              <a:rPr b="1" i="0" lang="es-GT" sz="2300" u="none" cap="none" strike="noStrike">
                <a:solidFill>
                  <a:srgbClr val="081754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endParaRPr b="1" i="0" sz="2300" u="none" cap="none" strike="noStrike">
              <a:solidFill>
                <a:srgbClr val="081754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GT" sz="1900" u="none" cap="none" strike="noStrik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La entrega de un Pre-certificado o Certificado de Arquitectura.</a:t>
            </a:r>
            <a:endParaRPr b="1" i="0" sz="1900" u="none" cap="none" strike="noStrike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99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1" name="Google Shape;661;g3771545eb8c_0_22" title="clientel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547203"/>
            <a:ext cx="724900" cy="72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771545eb8c_0_54"/>
          <p:cNvSpPr txBox="1"/>
          <p:nvPr/>
        </p:nvSpPr>
        <p:spPr>
          <a:xfrm>
            <a:off x="1105525" y="539750"/>
            <a:ext cx="527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GT" sz="2800" u="none" cap="none" strike="noStrike">
                <a:solidFill>
                  <a:srgbClr val="081754"/>
                </a:solidFill>
                <a:latin typeface="Josefin Sans"/>
                <a:ea typeface="Josefin Sans"/>
                <a:cs typeface="Josefin Sans"/>
                <a:sym typeface="Josefin Sans"/>
              </a:rPr>
              <a:t>Flujo y arranque del proceso</a:t>
            </a:r>
            <a:endParaRPr b="1" i="0" sz="2800" u="none" cap="none" strike="noStrike">
              <a:solidFill>
                <a:srgbClr val="08175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667" name="Google Shape;667;g3771545eb8c_0_54"/>
          <p:cNvSpPr/>
          <p:nvPr/>
        </p:nvSpPr>
        <p:spPr>
          <a:xfrm>
            <a:off x="393700" y="292100"/>
            <a:ext cx="1320900" cy="15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g3771545eb8c_0_54"/>
          <p:cNvSpPr txBox="1"/>
          <p:nvPr/>
        </p:nvSpPr>
        <p:spPr>
          <a:xfrm>
            <a:off x="343217" y="3734550"/>
            <a:ext cx="7944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34225" spcFirstLastPara="1" rIns="34225" wrap="square" tIns="456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7"/>
              <a:buFont typeface="Arial"/>
              <a:buNone/>
            </a:pPr>
            <a:r>
              <a:rPr b="1" i="0" lang="es-GT" sz="5997" u="none" cap="none" strike="noStrike">
                <a:solidFill>
                  <a:srgbClr val="87C544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4398" u="none" cap="none" strike="noStrike">
              <a:solidFill>
                <a:srgbClr val="87C54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9" name="Google Shape;669;g3771545eb8c_0_54"/>
          <p:cNvSpPr txBox="1"/>
          <p:nvPr/>
        </p:nvSpPr>
        <p:spPr>
          <a:xfrm>
            <a:off x="1105525" y="4078764"/>
            <a:ext cx="10449300" cy="15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34225" spcFirstLastPara="1" rIns="34225" wrap="square" tIns="456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-GT" sz="23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Oferta de Service Desk  que se utiliza para registrar el ticket que inicia el proceso de Certificación con Arquitectura SSFF es la siguiente:  </a:t>
            </a:r>
            <a:endParaRPr sz="1900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GT" sz="19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Quiero pedir algo &gt;&gt; Servicios de gestión técnica &gt;&gt; Arquitectura de Servicios Financieros &gt;&gt; Estrategia Arquitectura Servicios Financieros</a:t>
            </a:r>
            <a:endParaRPr sz="1900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sz="1900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670" name="Google Shape;670;g3771545eb8c_0_54"/>
          <p:cNvSpPr txBox="1"/>
          <p:nvPr/>
        </p:nvSpPr>
        <p:spPr>
          <a:xfrm>
            <a:off x="343217" y="1574102"/>
            <a:ext cx="7944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34225" spcFirstLastPara="1" rIns="34225" wrap="square" tIns="456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7"/>
              <a:buFont typeface="Arial"/>
              <a:buNone/>
            </a:pPr>
            <a:r>
              <a:rPr b="1" i="0" lang="es-GT" sz="5997" u="none" cap="none" strike="noStrike">
                <a:solidFill>
                  <a:srgbClr val="FFE539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i="0" sz="4398" u="none" cap="none" strike="noStrike">
              <a:solidFill>
                <a:srgbClr val="FFE5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1" name="Google Shape;671;g3771545eb8c_0_54"/>
          <p:cNvSpPr txBox="1"/>
          <p:nvPr/>
        </p:nvSpPr>
        <p:spPr>
          <a:xfrm>
            <a:off x="1215030" y="1846019"/>
            <a:ext cx="10339800" cy="16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34225" spcFirstLastPara="1" rIns="34225" wrap="square" tIns="456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-GT" sz="23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De acuerdo con el proceso de certificación en SSFF, antes de que el equipo de desarrollo comience a trabajar en la solución debe:</a:t>
            </a:r>
            <a:r>
              <a:rPr b="1" i="0" lang="es-GT" sz="35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    </a:t>
            </a:r>
            <a:endParaRPr b="1" i="0" sz="350" u="none" cap="none" strike="noStrike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GT" sz="1900" u="none" cap="none" strike="noStrik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Generar la dependencia y compromiso de Certificación con Arquitectura de SSFF en el PI Planning.</a:t>
            </a:r>
            <a:endParaRPr b="1" i="0" sz="1299" u="none" cap="none" strike="noStrike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771545eb8c_0_67"/>
          <p:cNvSpPr/>
          <p:nvPr/>
        </p:nvSpPr>
        <p:spPr>
          <a:xfrm>
            <a:off x="732475" y="1077664"/>
            <a:ext cx="2548200" cy="587700"/>
          </a:xfrm>
          <a:prstGeom prst="roundRect">
            <a:avLst>
              <a:gd fmla="val 16667" name="adj"/>
            </a:avLst>
          </a:prstGeom>
          <a:solidFill>
            <a:srgbClr val="FFE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GT" sz="1900" u="none" cap="none" strike="noStrike">
                <a:solidFill>
                  <a:srgbClr val="081754"/>
                </a:solidFill>
                <a:latin typeface="Josefin Sans"/>
                <a:ea typeface="Josefin Sans"/>
                <a:cs typeface="Josefin Sans"/>
                <a:sym typeface="Josefin Sans"/>
              </a:rPr>
              <a:t>Vigencia 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g3771545eb8c_0_67"/>
          <p:cNvSpPr/>
          <p:nvPr/>
        </p:nvSpPr>
        <p:spPr>
          <a:xfrm>
            <a:off x="4360913" y="1077664"/>
            <a:ext cx="2548200" cy="587700"/>
          </a:xfrm>
          <a:prstGeom prst="roundRect">
            <a:avLst>
              <a:gd fmla="val 16667" name="adj"/>
            </a:avLst>
          </a:prstGeom>
          <a:solidFill>
            <a:srgbClr val="30BF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GT" sz="1900" u="none" cap="none" strike="noStrike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Tiempo</a:t>
            </a:r>
            <a:endParaRPr b="1" i="0" sz="1900" u="none" cap="none" strike="noStrike">
              <a:solidFill>
                <a:schemeClr val="l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678" name="Google Shape;678;g3771545eb8c_0_67"/>
          <p:cNvSpPr/>
          <p:nvPr/>
        </p:nvSpPr>
        <p:spPr>
          <a:xfrm>
            <a:off x="8177368" y="1077664"/>
            <a:ext cx="2548200" cy="587700"/>
          </a:xfrm>
          <a:prstGeom prst="roundRect">
            <a:avLst>
              <a:gd fmla="val 16667" name="adj"/>
            </a:avLst>
          </a:prstGeom>
          <a:solidFill>
            <a:srgbClr val="87C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GT" sz="1900" u="none" cap="none" strike="noStrike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Certificado</a:t>
            </a:r>
            <a:endParaRPr b="1" i="0" sz="1900" u="none" cap="none" strike="noStrike">
              <a:solidFill>
                <a:schemeClr val="l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grpSp>
        <p:nvGrpSpPr>
          <p:cNvPr id="679" name="Google Shape;679;g3771545eb8c_0_67"/>
          <p:cNvGrpSpPr/>
          <p:nvPr/>
        </p:nvGrpSpPr>
        <p:grpSpPr>
          <a:xfrm>
            <a:off x="597475" y="3379835"/>
            <a:ext cx="10263093" cy="3064788"/>
            <a:chOff x="597475" y="3476125"/>
            <a:chExt cx="10263093" cy="3064788"/>
          </a:xfrm>
        </p:grpSpPr>
        <p:sp>
          <p:nvSpPr>
            <p:cNvPr id="680" name="Google Shape;680;g3771545eb8c_0_67"/>
            <p:cNvSpPr/>
            <p:nvPr/>
          </p:nvSpPr>
          <p:spPr>
            <a:xfrm>
              <a:off x="4185750" y="3476125"/>
              <a:ext cx="2818200" cy="2939100"/>
            </a:xfrm>
            <a:prstGeom prst="roundRect">
              <a:avLst>
                <a:gd fmla="val 16667" name="adj"/>
              </a:avLst>
            </a:prstGeom>
            <a:solidFill>
              <a:srgbClr val="3DB9E5">
                <a:alpha val="17647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g3771545eb8c_0_67"/>
            <p:cNvSpPr txBox="1"/>
            <p:nvPr/>
          </p:nvSpPr>
          <p:spPr>
            <a:xfrm>
              <a:off x="4447350" y="3814925"/>
              <a:ext cx="2295000" cy="134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-GT" sz="1700" u="none" cap="none" strike="noStrike">
                  <a:solidFill>
                    <a:schemeClr val="dk1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Tiempo promedio estimado del proceso de certificación:</a:t>
              </a:r>
              <a:endParaRPr b="0" i="0" sz="1000" u="none" cap="none" strike="noStrik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grpSp>
          <p:nvGrpSpPr>
            <p:cNvPr id="682" name="Google Shape;682;g3771545eb8c_0_67"/>
            <p:cNvGrpSpPr/>
            <p:nvPr/>
          </p:nvGrpSpPr>
          <p:grpSpPr>
            <a:xfrm>
              <a:off x="8042368" y="3476125"/>
              <a:ext cx="2818200" cy="2939100"/>
              <a:chOff x="8042368" y="3476125"/>
              <a:chExt cx="2818200" cy="2939100"/>
            </a:xfrm>
          </p:grpSpPr>
          <p:sp>
            <p:nvSpPr>
              <p:cNvPr id="683" name="Google Shape;683;g3771545eb8c_0_67"/>
              <p:cNvSpPr/>
              <p:nvPr/>
            </p:nvSpPr>
            <p:spPr>
              <a:xfrm>
                <a:off x="8042368" y="3476125"/>
                <a:ext cx="2818200" cy="2939100"/>
              </a:xfrm>
              <a:prstGeom prst="roundRect">
                <a:avLst>
                  <a:gd fmla="val 16667" name="adj"/>
                </a:avLst>
              </a:prstGeom>
              <a:solidFill>
                <a:srgbClr val="87C544">
                  <a:alpha val="16078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1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g3771545eb8c_0_67"/>
              <p:cNvSpPr txBox="1"/>
              <p:nvPr/>
            </p:nvSpPr>
            <p:spPr>
              <a:xfrm>
                <a:off x="8177375" y="3613175"/>
                <a:ext cx="2548200" cy="24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i="0" lang="es-GT" sz="1600" u="none" cap="none" strike="noStrike">
                    <a:solidFill>
                      <a:schemeClr val="dk1"/>
                    </a:solidFill>
                    <a:latin typeface="Josefin Sans"/>
                    <a:ea typeface="Josefin Sans"/>
                    <a:cs typeface="Josefin Sans"/>
                    <a:sym typeface="Josefin Sans"/>
                  </a:rPr>
                  <a:t>En caso de que el certificado venza, aun cuando no se hayan realizado cambios en la arquitectura, será necesario repetir el proceso completo de certificación.</a:t>
                </a:r>
                <a:endParaRPr b="1" i="0" sz="1600" u="none" cap="none" strike="noStrike">
                  <a:solidFill>
                    <a:schemeClr val="dk1"/>
                  </a:solidFill>
                  <a:latin typeface="Josefin Sans"/>
                  <a:ea typeface="Josefin Sans"/>
                  <a:cs typeface="Josefin Sans"/>
                  <a:sym typeface="Josefin Sans"/>
                </a:endParaRPr>
              </a:p>
            </p:txBody>
          </p:sp>
        </p:grpSp>
        <p:grpSp>
          <p:nvGrpSpPr>
            <p:cNvPr id="685" name="Google Shape;685;g3771545eb8c_0_67"/>
            <p:cNvGrpSpPr/>
            <p:nvPr/>
          </p:nvGrpSpPr>
          <p:grpSpPr>
            <a:xfrm>
              <a:off x="597475" y="3601813"/>
              <a:ext cx="2818200" cy="2939100"/>
              <a:chOff x="597475" y="3601813"/>
              <a:chExt cx="2818200" cy="2939100"/>
            </a:xfrm>
          </p:grpSpPr>
          <p:sp>
            <p:nvSpPr>
              <p:cNvPr id="686" name="Google Shape;686;g3771545eb8c_0_67"/>
              <p:cNvSpPr/>
              <p:nvPr/>
            </p:nvSpPr>
            <p:spPr>
              <a:xfrm>
                <a:off x="597475" y="3601813"/>
                <a:ext cx="2818200" cy="2939100"/>
              </a:xfrm>
              <a:prstGeom prst="roundRect">
                <a:avLst>
                  <a:gd fmla="val 16667" name="adj"/>
                </a:avLst>
              </a:prstGeom>
              <a:solidFill>
                <a:srgbClr val="FFCF36">
                  <a:alpha val="2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1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g3771545eb8c_0_67"/>
              <p:cNvSpPr txBox="1"/>
              <p:nvPr/>
            </p:nvSpPr>
            <p:spPr>
              <a:xfrm>
                <a:off x="826525" y="3814925"/>
                <a:ext cx="2360100" cy="134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Arial"/>
                  <a:buNone/>
                </a:pPr>
                <a:r>
                  <a:rPr b="1" i="0" lang="es-GT" sz="1700" u="none" cap="none" strike="noStrike">
                    <a:solidFill>
                      <a:schemeClr val="dk1"/>
                    </a:solidFill>
                    <a:latin typeface="Josefin Sans"/>
                    <a:ea typeface="Josefin Sans"/>
                    <a:cs typeface="Josefin Sans"/>
                    <a:sym typeface="Josefin Sans"/>
                  </a:rPr>
                  <a:t>Vigencia de un Pre-certificado o Certificado de Arquitectura:</a:t>
                </a:r>
                <a:endParaRPr b="0" i="0" sz="10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88" name="Google Shape;688;g3771545eb8c_0_67"/>
              <p:cNvSpPr txBox="1"/>
              <p:nvPr/>
            </p:nvSpPr>
            <p:spPr>
              <a:xfrm>
                <a:off x="1236175" y="5404925"/>
                <a:ext cx="1540800" cy="554100"/>
              </a:xfrm>
              <a:prstGeom prst="rect">
                <a:avLst/>
              </a:prstGeom>
              <a:noFill/>
              <a:ln cap="flat" cmpd="sng" w="19050">
                <a:solidFill>
                  <a:srgbClr val="BF9000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s-GT" sz="2400" u="none" cap="none" strike="noStrike">
                    <a:solidFill>
                      <a:schemeClr val="dk1"/>
                    </a:solidFill>
                    <a:latin typeface="Josefin Sans"/>
                    <a:ea typeface="Josefin Sans"/>
                    <a:cs typeface="Josefin Sans"/>
                    <a:sym typeface="Josefin Sans"/>
                  </a:rPr>
                  <a:t>6 meses</a:t>
                </a:r>
                <a:endParaRPr b="1" i="0" sz="2400" u="none" cap="none" strike="noStrike">
                  <a:solidFill>
                    <a:schemeClr val="dk1"/>
                  </a:solidFill>
                  <a:latin typeface="Josefin Sans"/>
                  <a:ea typeface="Josefin Sans"/>
                  <a:cs typeface="Josefin Sans"/>
                  <a:sym typeface="Josefin Sans"/>
                </a:endParaRPr>
              </a:p>
            </p:txBody>
          </p:sp>
        </p:grpSp>
        <p:sp>
          <p:nvSpPr>
            <p:cNvPr id="689" name="Google Shape;689;g3771545eb8c_0_67"/>
            <p:cNvSpPr txBox="1"/>
            <p:nvPr/>
          </p:nvSpPr>
          <p:spPr>
            <a:xfrm>
              <a:off x="4487525" y="5396850"/>
              <a:ext cx="2295000" cy="554100"/>
            </a:xfrm>
            <a:prstGeom prst="rect">
              <a:avLst/>
            </a:prstGeom>
            <a:noFill/>
            <a:ln cap="flat" cmpd="sng" w="19050">
              <a:solidFill>
                <a:srgbClr val="00B0F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s-GT" sz="2400" u="none" cap="none" strike="noStrike">
                  <a:solidFill>
                    <a:schemeClr val="dk1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4 a 6 semanas</a:t>
              </a:r>
              <a:endParaRPr b="1" i="0" sz="24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pic>
        <p:nvPicPr>
          <p:cNvPr id="690" name="Google Shape;690;g3771545eb8c_0_67" title="aprobad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900" y="1827855"/>
            <a:ext cx="1399571" cy="1399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g3771545eb8c_0_67" title="certificacion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1602" y="1827855"/>
            <a:ext cx="1399571" cy="1399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g3771545eb8c_0_67" title="el-tiempo-pas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5241" y="1827851"/>
            <a:ext cx="1399571" cy="1399571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g3771545eb8c_0_67"/>
          <p:cNvSpPr txBox="1"/>
          <p:nvPr/>
        </p:nvSpPr>
        <p:spPr>
          <a:xfrm>
            <a:off x="1014725" y="324200"/>
            <a:ext cx="354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GT" sz="2800" u="none" cap="none" strike="noStrike">
                <a:solidFill>
                  <a:srgbClr val="081754"/>
                </a:solidFill>
                <a:latin typeface="Josefin Sans"/>
                <a:ea typeface="Josefin Sans"/>
                <a:cs typeface="Josefin Sans"/>
                <a:sym typeface="Josefin Sans"/>
              </a:rPr>
              <a:t>Tiempo y vigencia</a:t>
            </a:r>
            <a:endParaRPr b="0" i="0" sz="2800" u="none" cap="none" strike="noStrike">
              <a:solidFill>
                <a:srgbClr val="08175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694" name="Google Shape;694;g3771545eb8c_0_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0250" y="262452"/>
            <a:ext cx="492850" cy="49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771545eb8c_0_101"/>
          <p:cNvSpPr/>
          <p:nvPr/>
        </p:nvSpPr>
        <p:spPr>
          <a:xfrm>
            <a:off x="7351323" y="2841036"/>
            <a:ext cx="3306000" cy="3054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BF9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g3771545eb8c_0_101"/>
          <p:cNvSpPr/>
          <p:nvPr/>
        </p:nvSpPr>
        <p:spPr>
          <a:xfrm>
            <a:off x="7457073" y="2965517"/>
            <a:ext cx="3094500" cy="2805000"/>
          </a:xfrm>
          <a:prstGeom prst="roundRect">
            <a:avLst>
              <a:gd fmla="val 16667" name="adj"/>
            </a:avLst>
          </a:prstGeom>
          <a:solidFill>
            <a:srgbClr val="FFCF36">
              <a:alpha val="9019"/>
            </a:srgbClr>
          </a:solidFill>
          <a:ln>
            <a:noFill/>
          </a:ln>
        </p:spPr>
        <p:txBody>
          <a:bodyPr anchorCtr="0" anchor="ctr" bIns="35975" lIns="35975" spcFirstLastPara="1" rIns="35975" wrap="square" tIns="359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GT" sz="18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Es uno de los templates empleados como parte del proceso de certificación.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1" name="Google Shape;701;g3771545eb8c_0_101"/>
          <p:cNvSpPr txBox="1"/>
          <p:nvPr/>
        </p:nvSpPr>
        <p:spPr>
          <a:xfrm>
            <a:off x="1437400" y="486650"/>
            <a:ext cx="58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GT" sz="2800" u="none" cap="none" strike="noStrike">
                <a:solidFill>
                  <a:srgbClr val="081754"/>
                </a:solidFill>
                <a:latin typeface="Josefin Sans"/>
                <a:ea typeface="Josefin Sans"/>
                <a:cs typeface="Josefin Sans"/>
                <a:sym typeface="Josefin Sans"/>
              </a:rPr>
              <a:t>Documentación y templates</a:t>
            </a:r>
            <a:endParaRPr b="0" i="0" sz="2800" u="none" cap="none" strike="noStrike">
              <a:solidFill>
                <a:srgbClr val="08175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702" name="Google Shape;702;g3771545eb8c_0_101"/>
          <p:cNvSpPr/>
          <p:nvPr/>
        </p:nvSpPr>
        <p:spPr>
          <a:xfrm>
            <a:off x="393700" y="292100"/>
            <a:ext cx="1320900" cy="15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3" name="Google Shape;703;g3771545eb8c_0_101"/>
          <p:cNvGrpSpPr/>
          <p:nvPr/>
        </p:nvGrpSpPr>
        <p:grpSpPr>
          <a:xfrm>
            <a:off x="1556671" y="1469952"/>
            <a:ext cx="2878500" cy="872400"/>
            <a:chOff x="1980650" y="1626246"/>
            <a:chExt cx="2878500" cy="872400"/>
          </a:xfrm>
        </p:grpSpPr>
        <p:sp>
          <p:nvSpPr>
            <p:cNvPr id="704" name="Google Shape;704;g3771545eb8c_0_101"/>
            <p:cNvSpPr/>
            <p:nvPr/>
          </p:nvSpPr>
          <p:spPr>
            <a:xfrm>
              <a:off x="1980650" y="1626246"/>
              <a:ext cx="2878500" cy="872400"/>
            </a:xfrm>
            <a:prstGeom prst="roundRect">
              <a:avLst>
                <a:gd fmla="val 16667" name="adj"/>
              </a:avLst>
            </a:prstGeom>
            <a:solidFill>
              <a:srgbClr val="265AA7"/>
            </a:solidFill>
            <a:ln>
              <a:noFill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675" lIns="91375" spcFirstLastPara="1" rIns="91375" wrap="square" tIns="45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05" name="Google Shape;705;g3771545eb8c_0_101"/>
            <p:cNvSpPr/>
            <p:nvPr/>
          </p:nvSpPr>
          <p:spPr>
            <a:xfrm>
              <a:off x="1980650" y="1717596"/>
              <a:ext cx="2812500" cy="644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45675" lIns="91375" spcFirstLastPara="1" rIns="91375" wrap="square" tIns="4567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1" lang="es-GT" sz="1900" u="none" cap="none" strike="noStrike">
                  <a:solidFill>
                    <a:schemeClr val="lt1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Checklist - Revisiones de Diseño de Solución</a:t>
              </a:r>
              <a:endParaRPr b="0" i="0" sz="1900" u="none" cap="none" strike="noStrike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grpSp>
        <p:nvGrpSpPr>
          <p:cNvPr id="706" name="Google Shape;706;g3771545eb8c_0_101"/>
          <p:cNvGrpSpPr/>
          <p:nvPr/>
        </p:nvGrpSpPr>
        <p:grpSpPr>
          <a:xfrm>
            <a:off x="7565073" y="1469952"/>
            <a:ext cx="2878500" cy="871200"/>
            <a:chOff x="7091550" y="1469952"/>
            <a:chExt cx="2878500" cy="871200"/>
          </a:xfrm>
        </p:grpSpPr>
        <p:sp>
          <p:nvSpPr>
            <p:cNvPr id="707" name="Google Shape;707;g3771545eb8c_0_101"/>
            <p:cNvSpPr/>
            <p:nvPr/>
          </p:nvSpPr>
          <p:spPr>
            <a:xfrm>
              <a:off x="7091550" y="1469952"/>
              <a:ext cx="2878500" cy="871200"/>
            </a:xfrm>
            <a:prstGeom prst="roundRect">
              <a:avLst>
                <a:gd fmla="val 16667" name="adj"/>
              </a:avLst>
            </a:prstGeom>
            <a:solidFill>
              <a:srgbClr val="FFCF36"/>
            </a:solidFill>
            <a:ln>
              <a:noFill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675" lIns="91375" spcFirstLastPara="1" rIns="91375" wrap="square" tIns="45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08" name="Google Shape;708;g3771545eb8c_0_101"/>
            <p:cNvSpPr/>
            <p:nvPr/>
          </p:nvSpPr>
          <p:spPr>
            <a:xfrm>
              <a:off x="7244475" y="1583346"/>
              <a:ext cx="2630700" cy="644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45675" lIns="91375" spcFirstLastPara="1" rIns="91375" wrap="square" tIns="45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rPr b="1" i="0" lang="es-GT" sz="1900" u="none" cap="none" strike="noStrike">
                  <a:solidFill>
                    <a:schemeClr val="dk1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Mo</a:t>
              </a:r>
              <a:r>
                <a:rPr b="1" i="1" lang="es-GT" sz="1900" u="none" cap="none" strike="noStrike">
                  <a:solidFill>
                    <a:schemeClr val="dk1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delo de Datos</a:t>
              </a:r>
              <a:endParaRPr b="1" i="1" sz="19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sp>
        <p:nvSpPr>
          <p:cNvPr id="709" name="Google Shape;709;g3771545eb8c_0_101"/>
          <p:cNvSpPr txBox="1"/>
          <p:nvPr/>
        </p:nvSpPr>
        <p:spPr>
          <a:xfrm>
            <a:off x="8912073" y="2701961"/>
            <a:ext cx="1845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9"/>
              <a:buFont typeface="Arial"/>
              <a:buNone/>
            </a:pPr>
            <a:r>
              <a:t/>
            </a:r>
            <a:endParaRPr b="0" i="0" sz="13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10" name="Google Shape;710;g3771545eb8c_0_101"/>
          <p:cNvGrpSpPr/>
          <p:nvPr/>
        </p:nvGrpSpPr>
        <p:grpSpPr>
          <a:xfrm>
            <a:off x="1342952" y="2840969"/>
            <a:ext cx="3306000" cy="3054000"/>
            <a:chOff x="1342952" y="2840969"/>
            <a:chExt cx="3306000" cy="3054000"/>
          </a:xfrm>
        </p:grpSpPr>
        <p:sp>
          <p:nvSpPr>
            <p:cNvPr id="711" name="Google Shape;711;g3771545eb8c_0_101"/>
            <p:cNvSpPr/>
            <p:nvPr/>
          </p:nvSpPr>
          <p:spPr>
            <a:xfrm>
              <a:off x="1464896" y="2948010"/>
              <a:ext cx="3094500" cy="2861400"/>
            </a:xfrm>
            <a:prstGeom prst="roundRect">
              <a:avLst>
                <a:gd fmla="val 16667" name="adj"/>
              </a:avLst>
            </a:prstGeom>
            <a:solidFill>
              <a:srgbClr val="265AA7">
                <a:alpha val="9019"/>
              </a:srgbClr>
            </a:solidFill>
            <a:ln>
              <a:noFill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s-GT" sz="1800" u="none" cap="none" strike="noStrike">
                  <a:solidFill>
                    <a:schemeClr val="dk1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Es el documento que utilizan los Arquitectos de Industria para </a:t>
              </a:r>
              <a:r>
                <a:rPr b="1" i="1" lang="es-GT" sz="1800" u="none" cap="none" strike="noStrike">
                  <a:solidFill>
                    <a:schemeClr val="dk1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validar el diseño de solució</a:t>
              </a:r>
              <a:r>
                <a:rPr b="1" i="0" lang="es-GT" sz="1800" u="none" cap="none" strike="noStrike">
                  <a:solidFill>
                    <a:schemeClr val="dk1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n</a:t>
              </a:r>
              <a:endParaRPr b="0" i="0" sz="1800" u="none" cap="none" strike="noStrik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712" name="Google Shape;712;g3771545eb8c_0_101"/>
            <p:cNvSpPr/>
            <p:nvPr/>
          </p:nvSpPr>
          <p:spPr>
            <a:xfrm>
              <a:off x="1342952" y="2840969"/>
              <a:ext cx="3306000" cy="30540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00B0F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pic>
        <p:nvPicPr>
          <p:cNvPr id="713" name="Google Shape;713;g3771545eb8c_0_101" title="modelos-predictivo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3063" y="3388600"/>
            <a:ext cx="1703400" cy="17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g3771545eb8c_0_101" title="contrato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62713"/>
            <a:ext cx="678975" cy="67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771545eb8c_0_140"/>
          <p:cNvSpPr/>
          <p:nvPr/>
        </p:nvSpPr>
        <p:spPr>
          <a:xfrm>
            <a:off x="444800" y="413150"/>
            <a:ext cx="1196400" cy="18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g3771545eb8c_0_140"/>
          <p:cNvSpPr/>
          <p:nvPr/>
        </p:nvSpPr>
        <p:spPr>
          <a:xfrm>
            <a:off x="451675" y="302375"/>
            <a:ext cx="1145400" cy="110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2" name="Google Shape;722;g3771545eb8c_0_140"/>
          <p:cNvGrpSpPr/>
          <p:nvPr/>
        </p:nvGrpSpPr>
        <p:grpSpPr>
          <a:xfrm>
            <a:off x="501800" y="1660850"/>
            <a:ext cx="2112000" cy="4129448"/>
            <a:chOff x="1187988" y="1325552"/>
            <a:chExt cx="2112000" cy="4129448"/>
          </a:xfrm>
        </p:grpSpPr>
        <p:sp>
          <p:nvSpPr>
            <p:cNvPr id="723" name="Google Shape;723;g3771545eb8c_0_140"/>
            <p:cNvSpPr/>
            <p:nvPr/>
          </p:nvSpPr>
          <p:spPr>
            <a:xfrm>
              <a:off x="1187988" y="1325552"/>
              <a:ext cx="2112000" cy="2241000"/>
            </a:xfrm>
            <a:prstGeom prst="roundRect">
              <a:avLst>
                <a:gd fmla="val 10055" name="adj"/>
              </a:avLst>
            </a:prstGeom>
            <a:solidFill>
              <a:srgbClr val="F0D224"/>
            </a:solidFill>
            <a:ln cap="flat" cmpd="sng" w="1905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724" name="Google Shape;724;g3771545eb8c_0_140"/>
            <p:cNvSpPr txBox="1"/>
            <p:nvPr/>
          </p:nvSpPr>
          <p:spPr>
            <a:xfrm>
              <a:off x="1330475" y="1805200"/>
              <a:ext cx="1827000" cy="12315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1" i="0" lang="es-GT" sz="8000" u="none" cap="none" strike="noStrike">
                  <a:solidFill>
                    <a:schemeClr val="lt1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1</a:t>
              </a:r>
              <a:endParaRPr b="1" i="0" sz="8000" u="none" cap="none" strike="noStrike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725" name="Google Shape;725;g3771545eb8c_0_140"/>
            <p:cNvSpPr txBox="1"/>
            <p:nvPr/>
          </p:nvSpPr>
          <p:spPr>
            <a:xfrm>
              <a:off x="1330475" y="3874300"/>
              <a:ext cx="1827000" cy="15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s-GT" sz="1300" u="none" cap="none" strike="noStrike">
                  <a:solidFill>
                    <a:schemeClr val="dk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En el marco del modelo operativo DUA, los Arquitectos de Solución fungen como un brazo extendido de la Arquitectura Central.</a:t>
              </a:r>
              <a:endParaRPr b="0" i="0" sz="500" u="none" cap="none" strike="noStrik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grpSp>
        <p:nvGrpSpPr>
          <p:cNvPr id="726" name="Google Shape;726;g3771545eb8c_0_140"/>
          <p:cNvGrpSpPr/>
          <p:nvPr/>
        </p:nvGrpSpPr>
        <p:grpSpPr>
          <a:xfrm>
            <a:off x="3447811" y="1550699"/>
            <a:ext cx="2112000" cy="4314237"/>
            <a:chOff x="3525925" y="1325563"/>
            <a:chExt cx="2112000" cy="4314237"/>
          </a:xfrm>
        </p:grpSpPr>
        <p:sp>
          <p:nvSpPr>
            <p:cNvPr id="727" name="Google Shape;727;g3771545eb8c_0_140"/>
            <p:cNvSpPr/>
            <p:nvPr/>
          </p:nvSpPr>
          <p:spPr>
            <a:xfrm>
              <a:off x="3525925" y="1325563"/>
              <a:ext cx="2112000" cy="2323800"/>
            </a:xfrm>
            <a:prstGeom prst="roundRect">
              <a:avLst>
                <a:gd fmla="val 10055" name="adj"/>
              </a:avLst>
            </a:prstGeom>
            <a:solidFill>
              <a:srgbClr val="081754"/>
            </a:solidFill>
            <a:ln cap="flat" cmpd="sng" w="19050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728" name="Google Shape;728;g3771545eb8c_0_140"/>
            <p:cNvSpPr txBox="1"/>
            <p:nvPr/>
          </p:nvSpPr>
          <p:spPr>
            <a:xfrm>
              <a:off x="3668425" y="1805200"/>
              <a:ext cx="1827000" cy="12315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1" i="0" lang="es-GT" sz="8000" u="none" cap="none" strike="noStrike">
                  <a:solidFill>
                    <a:schemeClr val="lt1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2</a:t>
              </a:r>
              <a:endParaRPr b="1" i="0" sz="8000" u="none" cap="none" strike="noStrike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729" name="Google Shape;729;g3771545eb8c_0_140"/>
            <p:cNvSpPr txBox="1"/>
            <p:nvPr/>
          </p:nvSpPr>
          <p:spPr>
            <a:xfrm>
              <a:off x="3525925" y="3874300"/>
              <a:ext cx="2112000" cy="176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s-GT" sz="1300" u="none" cap="none" strike="noStrike">
                  <a:solidFill>
                    <a:schemeClr val="dk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El Arquitecto de Industria es responsable de validar el cumplimiento de los estándares arquitectónicos generales.</a:t>
              </a:r>
              <a:endParaRPr b="0" i="0" sz="1400" u="none" cap="none" strike="noStrik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grpSp>
        <p:nvGrpSpPr>
          <p:cNvPr id="730" name="Google Shape;730;g3771545eb8c_0_140"/>
          <p:cNvGrpSpPr/>
          <p:nvPr/>
        </p:nvGrpSpPr>
        <p:grpSpPr>
          <a:xfrm>
            <a:off x="6465060" y="1550699"/>
            <a:ext cx="2112000" cy="4314237"/>
            <a:chOff x="5915250" y="1325563"/>
            <a:chExt cx="2112000" cy="4314237"/>
          </a:xfrm>
        </p:grpSpPr>
        <p:sp>
          <p:nvSpPr>
            <p:cNvPr id="731" name="Google Shape;731;g3771545eb8c_0_140"/>
            <p:cNvSpPr/>
            <p:nvPr/>
          </p:nvSpPr>
          <p:spPr>
            <a:xfrm>
              <a:off x="5915250" y="1325563"/>
              <a:ext cx="2112000" cy="2323800"/>
            </a:xfrm>
            <a:prstGeom prst="roundRect">
              <a:avLst>
                <a:gd fmla="val 10055" name="adj"/>
              </a:avLst>
            </a:prstGeom>
            <a:solidFill>
              <a:srgbClr val="F0D224"/>
            </a:solidFill>
            <a:ln cap="flat" cmpd="sng" w="1905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732" name="Google Shape;732;g3771545eb8c_0_140"/>
            <p:cNvSpPr txBox="1"/>
            <p:nvPr/>
          </p:nvSpPr>
          <p:spPr>
            <a:xfrm>
              <a:off x="5986525" y="1805200"/>
              <a:ext cx="1827000" cy="12315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1" i="0" lang="es-GT" sz="8000" u="none" cap="none" strike="noStrike">
                  <a:solidFill>
                    <a:schemeClr val="lt1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3</a:t>
              </a:r>
              <a:endParaRPr b="1" i="0" sz="8000" u="none" cap="none" strike="noStrike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733" name="Google Shape;733;g3771545eb8c_0_140"/>
            <p:cNvSpPr txBox="1"/>
            <p:nvPr/>
          </p:nvSpPr>
          <p:spPr>
            <a:xfrm>
              <a:off x="5915250" y="3874300"/>
              <a:ext cx="2112000" cy="176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s-GT" sz="1300" u="none" cap="none" strike="noStrike">
                  <a:solidFill>
                    <a:schemeClr val="dk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La priorización de los proyectos dentro del proceso de certificación corresponde a los Portfolio Managers y al área de Alineación Estratégica.</a:t>
              </a:r>
              <a:endParaRPr b="0" i="0" sz="1300" u="none" cap="none" strike="noStrik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grpSp>
        <p:nvGrpSpPr>
          <p:cNvPr id="734" name="Google Shape;734;g3771545eb8c_0_140"/>
          <p:cNvGrpSpPr/>
          <p:nvPr/>
        </p:nvGrpSpPr>
        <p:grpSpPr>
          <a:xfrm>
            <a:off x="9482309" y="1584336"/>
            <a:ext cx="2126091" cy="4314237"/>
            <a:chOff x="8218084" y="1325563"/>
            <a:chExt cx="2126091" cy="4314237"/>
          </a:xfrm>
        </p:grpSpPr>
        <p:sp>
          <p:nvSpPr>
            <p:cNvPr id="735" name="Google Shape;735;g3771545eb8c_0_140"/>
            <p:cNvSpPr/>
            <p:nvPr/>
          </p:nvSpPr>
          <p:spPr>
            <a:xfrm>
              <a:off x="8218084" y="1325563"/>
              <a:ext cx="2112000" cy="2323800"/>
            </a:xfrm>
            <a:prstGeom prst="roundRect">
              <a:avLst>
                <a:gd fmla="val 10055" name="adj"/>
              </a:avLst>
            </a:prstGeom>
            <a:solidFill>
              <a:srgbClr val="081754"/>
            </a:solidFill>
            <a:ln cap="flat" cmpd="sng" w="19050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736" name="Google Shape;736;g3771545eb8c_0_140"/>
            <p:cNvSpPr txBox="1"/>
            <p:nvPr/>
          </p:nvSpPr>
          <p:spPr>
            <a:xfrm>
              <a:off x="8360584" y="1805200"/>
              <a:ext cx="1827000" cy="12315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1" i="0" lang="es-GT" sz="8000" u="none" cap="none" strike="noStrike">
                  <a:solidFill>
                    <a:schemeClr val="lt1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4</a:t>
              </a:r>
              <a:endParaRPr b="1" i="0" sz="8000" u="none" cap="none" strike="noStrike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737" name="Google Shape;737;g3771545eb8c_0_140"/>
            <p:cNvSpPr txBox="1"/>
            <p:nvPr/>
          </p:nvSpPr>
          <p:spPr>
            <a:xfrm>
              <a:off x="8232175" y="3874300"/>
              <a:ext cx="2112000" cy="176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s-GT" sz="1300" u="none" cap="none" strike="noStrike">
                  <a:solidFill>
                    <a:schemeClr val="dk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El responsable de lanzar la solicitud para ejecutar el proceso de certificación de Arquitectura es el Arquitecto de Desarrollo de Software.</a:t>
              </a:r>
              <a:endParaRPr b="1" i="0" sz="1300" u="none" cap="none" strike="noStrik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s-GT" sz="1300" u="none" cap="none" strike="noStrike">
                  <a:solidFill>
                    <a:schemeClr val="dk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 </a:t>
              </a:r>
              <a:endParaRPr b="0" i="0" sz="1300" u="none" cap="none" strike="noStrik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sp>
        <p:nvSpPr>
          <p:cNvPr id="738" name="Google Shape;738;g3771545eb8c_0_140"/>
          <p:cNvSpPr txBox="1"/>
          <p:nvPr/>
        </p:nvSpPr>
        <p:spPr>
          <a:xfrm>
            <a:off x="1194975" y="446575"/>
            <a:ext cx="580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GT" sz="2800" u="none" cap="none" strike="noStrike">
                <a:solidFill>
                  <a:srgbClr val="081754"/>
                </a:solidFill>
                <a:latin typeface="Josefin Sans"/>
                <a:ea typeface="Josefin Sans"/>
                <a:cs typeface="Josefin Sans"/>
                <a:sym typeface="Josefin Sans"/>
              </a:rPr>
              <a:t>Roles y responsabilidades</a:t>
            </a:r>
            <a:endParaRPr b="0" i="0" sz="1400" u="none" cap="none" strike="noStrik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739" name="Google Shape;739;g3771545eb8c_0_140" title="rol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150" y="413075"/>
            <a:ext cx="682625" cy="68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6d902d46bf_0_0"/>
          <p:cNvSpPr txBox="1"/>
          <p:nvPr/>
        </p:nvSpPr>
        <p:spPr>
          <a:xfrm>
            <a:off x="4698750" y="3082646"/>
            <a:ext cx="2794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s-GT" sz="4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¡Gracias!</a:t>
            </a:r>
            <a:endParaRPr b="0" i="0" sz="5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5" name="Google Shape;745;g36d902d46bf_0_0"/>
          <p:cNvSpPr/>
          <p:nvPr/>
        </p:nvSpPr>
        <p:spPr>
          <a:xfrm>
            <a:off x="324767" y="260100"/>
            <a:ext cx="1558500" cy="235200"/>
          </a:xfrm>
          <a:prstGeom prst="rect">
            <a:avLst/>
          </a:prstGeom>
          <a:solidFill>
            <a:srgbClr val="08175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Colores Servicios Financieros">
  <a:themeElements>
    <a:clrScheme name="Simple Light">
      <a:dk1>
        <a:srgbClr val="FFFFFF"/>
      </a:dk1>
      <a:lt1>
        <a:srgbClr val="FFFFFF"/>
      </a:lt1>
      <a:dk2>
        <a:srgbClr val="595959"/>
      </a:dk2>
      <a:lt2>
        <a:srgbClr val="EEEEEE"/>
      </a:lt2>
      <a:accent1>
        <a:srgbClr val="265AA7"/>
      </a:accent1>
      <a:accent2>
        <a:srgbClr val="FFE400"/>
      </a:accent2>
      <a:accent3>
        <a:srgbClr val="3DB9E5"/>
      </a:accent3>
      <a:accent4>
        <a:srgbClr val="C4E3EF"/>
      </a:accent4>
      <a:accent5>
        <a:srgbClr val="FFCF36"/>
      </a:accent5>
      <a:accent6>
        <a:srgbClr val="87C544"/>
      </a:accent6>
      <a:hlink>
        <a:srgbClr val="DFE0E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Props1.xml><?xml version="1.0" encoding="utf-8"?>
<ds:datastoreItem xmlns:ds="http://schemas.openxmlformats.org/officeDocument/2006/customXml" ds:itemID="{9AFDDC07-ADCA-4A84-8330-AE3699B618B1}"/>
</file>

<file path=customXml/itemProps2.xml><?xml version="1.0" encoding="utf-8"?>
<ds:datastoreItem xmlns:ds="http://schemas.openxmlformats.org/officeDocument/2006/customXml" ds:itemID="{5DE7872C-A15D-45DA-967D-C0B9E4B479B9}"/>
</file>

<file path=customXml/itemProps3.xml><?xml version="1.0" encoding="utf-8"?>
<ds:datastoreItem xmlns:ds="http://schemas.openxmlformats.org/officeDocument/2006/customXml" ds:itemID="{68E69F03-2E2D-472F-8810-BC15FCC45805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Christian Alan Segundo Rangel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2023-08-01T22:16:31Z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f4364297-a24c-403c-84e3-e87e30d846b4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0x010100CC2648767ADDAC4198CE9FAE936A0E2E</vt:lpwstr>
  </property>
</Properties>
</file>