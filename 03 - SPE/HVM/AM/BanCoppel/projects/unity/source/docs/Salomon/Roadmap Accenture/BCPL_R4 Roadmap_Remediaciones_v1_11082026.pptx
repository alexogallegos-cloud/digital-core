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heme/theme3.xml" ContentType="application/vnd.openxmlformats-officedocument.theme+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notesSlides/notesSlide5.xml" ContentType="application/vnd.openxmlformats-officedocument.presentationml.notesSlide+xml"/>
  <Override PartName="/ppt/tags/tag12.xml" ContentType="application/vnd.openxmlformats-officedocument.presentationml.tags+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tags/tag13.xml" ContentType="application/vnd.openxmlformats-officedocument.presentationml.tags+xml"/>
  <Override PartName="/ppt/notesSlides/notesSlide7.xml" ContentType="application/vnd.openxmlformats-officedocument.presentationml.notesSlide+xml"/>
  <Override PartName="/ppt/tags/tag14.xml" ContentType="application/vnd.openxmlformats-officedocument.presentationml.tags+xml"/>
  <Override PartName="/ppt/notesSlides/notesSlide8.xml" ContentType="application/vnd.openxmlformats-officedocument.presentationml.notesSlide+xml"/>
  <Override PartName="/ppt/tags/tag15.xml" ContentType="application/vnd.openxmlformats-officedocument.presentationml.tags+xml"/>
  <Override PartName="/ppt/notesSlides/notesSlide9.xml" ContentType="application/vnd.openxmlformats-officedocument.presentationml.notesSlide+xml"/>
  <Override PartName="/ppt/tags/tag16.xml" ContentType="application/vnd.openxmlformats-officedocument.presentationml.tags+xml"/>
  <Override PartName="/ppt/notesSlides/notesSlide10.xml" ContentType="application/vnd.openxmlformats-officedocument.presentationml.notesSlide+xml"/>
  <Override PartName="/ppt/tags/tag17.xml" ContentType="application/vnd.openxmlformats-officedocument.presentationml.tags+xml"/>
  <Override PartName="/ppt/notesSlides/notesSlide11.xml" ContentType="application/vnd.openxmlformats-officedocument.presentationml.notesSlide+xml"/>
  <Override PartName="/ppt/tags/tag18.xml" ContentType="application/vnd.openxmlformats-officedocument.presentationml.tags+xml"/>
  <Override PartName="/ppt/notesSlides/notesSlide12.xml" ContentType="application/vnd.openxmlformats-officedocument.presentationml.notesSlide+xml"/>
  <Override PartName="/ppt/tags/tag19.xml" ContentType="application/vnd.openxmlformats-officedocument.presentationml.tags+xml"/>
  <Override PartName="/ppt/notesSlides/notesSlide13.xml" ContentType="application/vnd.openxmlformats-officedocument.presentationml.notesSlide+xml"/>
  <Override PartName="/ppt/tags/tag20.xml" ContentType="application/vnd.openxmlformats-officedocument.presentationml.tags+xml"/>
  <Override PartName="/ppt/notesSlides/notesSlide14.xml" ContentType="application/vnd.openxmlformats-officedocument.presentationml.notesSlide+xml"/>
  <Override PartName="/ppt/tags/tag21.xml" ContentType="application/vnd.openxmlformats-officedocument.presentationml.tags+xml"/>
  <Override PartName="/ppt/notesSlides/notesSlide15.xml" ContentType="application/vnd.openxmlformats-officedocument.presentationml.notesSlide+xml"/>
  <Override PartName="/ppt/tags/tag22.xml" ContentType="application/vnd.openxmlformats-officedocument.presentationml.tags+xml"/>
  <Override PartName="/ppt/notesSlides/notesSlide16.xml" ContentType="application/vnd.openxmlformats-officedocument.presentationml.notesSlide+xml"/>
  <Override PartName="/ppt/tags/tag23.xml" ContentType="application/vnd.openxmlformats-officedocument.presentationml.tags+xml"/>
  <Override PartName="/ppt/notesSlides/notesSlide17.xml" ContentType="application/vnd.openxmlformats-officedocument.presentationml.notesSlide+xml"/>
  <Override PartName="/ppt/tags/tag24.xml" ContentType="application/vnd.openxmlformats-officedocument.presentationml.tags+xml"/>
  <Override PartName="/ppt/notesSlides/notesSlide18.xml" ContentType="application/vnd.openxmlformats-officedocument.presentationml.notesSlide+xml"/>
  <Override PartName="/ppt/tags/tag25.xml" ContentType="application/vnd.openxmlformats-officedocument.presentationml.tags+xml"/>
  <Override PartName="/ppt/notesSlides/notesSlide19.xml" ContentType="application/vnd.openxmlformats-officedocument.presentationml.notesSlide+xml"/>
  <Override PartName="/ppt/tags/tag26.xml" ContentType="application/vnd.openxmlformats-officedocument.presentationml.tags+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30" r:id="rId4"/>
    <p:sldMasterId id="2147484655" r:id="rId5"/>
  </p:sldMasterIdLst>
  <p:notesMasterIdLst>
    <p:notesMasterId r:id="rId26"/>
  </p:notesMasterIdLst>
  <p:sldIdLst>
    <p:sldId id="2147483644" r:id="rId6"/>
    <p:sldId id="263" r:id="rId7"/>
    <p:sldId id="276" r:id="rId8"/>
    <p:sldId id="265" r:id="rId9"/>
    <p:sldId id="266" r:id="rId10"/>
    <p:sldId id="270" r:id="rId11"/>
    <p:sldId id="268" r:id="rId12"/>
    <p:sldId id="293" r:id="rId13"/>
    <p:sldId id="2147483646" r:id="rId14"/>
    <p:sldId id="269" r:id="rId15"/>
    <p:sldId id="2147483647" r:id="rId16"/>
    <p:sldId id="274" r:id="rId17"/>
    <p:sldId id="273" r:id="rId18"/>
    <p:sldId id="275" r:id="rId19"/>
    <p:sldId id="277" r:id="rId20"/>
    <p:sldId id="264" r:id="rId21"/>
    <p:sldId id="257" r:id="rId22"/>
    <p:sldId id="259" r:id="rId23"/>
    <p:sldId id="262" r:id="rId24"/>
    <p:sldId id="271" r:id="rId25"/>
  </p:sldIdLst>
  <p:sldSz cx="12192000" cy="6858000"/>
  <p:notesSz cx="9388475" cy="7102475"/>
  <p:custDataLst>
    <p:tags r:id="rId2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id="{6ED9EE17-1851-4EB8-A183-27F07AE1426A}">
          <p14:sldIdLst>
            <p14:sldId id="2147483644"/>
            <p14:sldId id="263"/>
          </p14:sldIdLst>
        </p14:section>
        <p14:section name="Metodología" id="{DC530CE7-CAA9-40D3-9051-E411D26F1C97}">
          <p14:sldIdLst>
            <p14:sldId id="276"/>
          </p14:sldIdLst>
        </p14:section>
        <p14:section name="Roadmap Integral" id="{06D67840-FC6E-4676-BE8E-D1A8D3290F20}">
          <p14:sldIdLst>
            <p14:sldId id="265"/>
          </p14:sldIdLst>
        </p14:section>
        <p14:section name="Retos para cumplir el Roadmap" id="{E13E1FCE-5158-4B63-845F-9FE338CAF7B1}">
          <p14:sldIdLst>
            <p14:sldId id="266"/>
          </p14:sldIdLst>
        </p14:section>
        <p14:section name="Prioridad y Complejidad de HUs" id="{2F6AE3C1-CA00-4659-8083-26944E0A3100}">
          <p14:sldIdLst>
            <p14:sldId id="270"/>
            <p14:sldId id="268"/>
          </p14:sldIdLst>
        </p14:section>
        <p14:section name="Proximos Pasos" id="{BE1ACA9A-C65D-435A-989D-1B7349F28A56}">
          <p14:sldIdLst>
            <p14:sldId id="293"/>
            <p14:sldId id="2147483646"/>
          </p14:sldIdLst>
        </p14:section>
        <p14:section name="Apéndice" id="{8CD5E977-1F71-4D65-92C1-8D3F70194587}">
          <p14:sldIdLst>
            <p14:sldId id="269"/>
          </p14:sldIdLst>
        </p14:section>
        <p14:section name="Apéndice 1" id="{09D8D701-6535-465B-8B31-C0D9B68F6AE6}">
          <p14:sldIdLst>
            <p14:sldId id="2147483647"/>
          </p14:sldIdLst>
        </p14:section>
        <p14:section name="Apéndice 2" id="{717BB94E-B0D7-4AC3-A244-BE85D975A4A7}">
          <p14:sldIdLst>
            <p14:sldId id="274"/>
            <p14:sldId id="273"/>
            <p14:sldId id="275"/>
            <p14:sldId id="277"/>
          </p14:sldIdLst>
        </p14:section>
        <p14:section name="Apéndice 3" id="{41ACE574-73CC-449F-831B-40712C76F705}">
          <p14:sldIdLst>
            <p14:sldId id="264"/>
            <p14:sldId id="257"/>
            <p14:sldId id="259"/>
            <p14:sldId id="262"/>
            <p14:sldId id="271"/>
          </p14:sldIdLst>
        </p14:section>
        <p14:section name="Graveyard" id="{3CC9436F-C91D-4156-ACEE-755CEA078285}">
          <p14:sldIdLst/>
        </p14:section>
      </p14:sectionLst>
    </p:ext>
    <p:ext uri="{EFAFB233-063F-42B5-8137-9DF3F51BA10A}">
      <p15:sldGuideLst xmlns:p15="http://schemas.microsoft.com/office/powerpoint/2012/main">
        <p15:guide id="1" orient="horz" pos="686" userDrawn="1">
          <p15:clr>
            <a:srgbClr val="A4A3A4"/>
          </p15:clr>
        </p15:guide>
        <p15:guide id="2" pos="21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AC32B52C-EADE-E34E-5576-FD4BEA539624}" name="Vieira, Rui Filipe" initials="RV" userId="S::rui.filipe.vieira@accenture.com::878b4ad1-34a9-40fc-9111-ddb2e8ab183a" providerId="AD"/>
  <p188:author id="{FCCFEC43-BE54-30AF-1E48-68AFF5B3CA67}" name="Lorenzo Díaz, Pablo" initials="PL" userId="S::p.lorenzo.diaz@accenture.com::bac49e77-f39a-40a2-af48-1e84dc2b788f" providerId="AD"/>
  <p188:author id="{025ED881-E16D-3EB1-CBC8-37A11153A06F}" name="Navajas, Joaquin" initials="JN" userId="S::joaquin.navajas@accenture.com::d368d708-ba4f-4036-b211-e6c4f80108fd" providerId="AD"/>
  <p188:author id="{3CC04E86-C5FE-6A4F-FBE0-F3F8C198F7AC}" name="Cervantes, Ana" initials="AC" userId="S::ana.cervantes@accenture.com::2016e598-b963-4fed-94e1-653d3bbf882a" providerId="AD"/>
  <p188:author id="{A770F4AC-A2E9-F326-CBFC-2127823AE038}" name="Gonzalez, Ricardo" initials="RG" userId="S::r.e.gonzalez@accenture.com::5c406df1-76ad-4907-9fdb-7671f9b71e65" providerId="AD"/>
  <p188:author id="{44A5B0AD-993A-E73E-016F-DF169FEE2D52}" name="Morales, Daniela" initials="DM" userId="S::daniela.morales.b@accenture.com::faaedd4a-4fb0-4be0-9ccb-3a03645f3132" providerId="AD"/>
  <p188:author id="{6771E5C5-D74F-8E8A-4AAC-9AFA63E3500D}" name="Pietrzyk, Lukasz" initials="LP" userId="S::lukasz.pietrzyk@accenture.com::3c523eea-d990-46ae-90d9-b9bf542e4057" providerId="AD"/>
  <p188:author id="{0235FBC8-C135-BBA1-CA85-8CE39297297B}" name="Ugalde, Santiago" initials="SU" userId="S::santiago.ugalde@accenture.com::58928153-44f0-4c2d-9a65-cb7fc0e44e61" providerId="AD"/>
  <p188:author id="{BCB5EDE9-F8E2-29FB-1561-2DAA8D006911}" name="Garcia, Alejandro Alonso" initials="AG" userId="S::alejandro.alonso@accenture.com::646a68a4-4dae-4858-8776-bd713d25ccb0" providerId="AD"/>
  <p188:author id="{FB84A7F9-1274-78D6-CBE6-B0D03601A912}" name="Antonio Pichardo, Joaquín Ernesto" initials="JA" userId="S::j.antonio.pichardo@accenture.com::c87ddcfd-47b6-4d33-88ec-18360432925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7"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3D56"/>
    <a:srgbClr val="F2F2F2"/>
    <a:srgbClr val="FF7800"/>
    <a:srgbClr val="C0392B"/>
    <a:srgbClr val="E7E8FB"/>
    <a:srgbClr val="E8894F"/>
    <a:srgbClr val="DFE4F7"/>
    <a:srgbClr val="FFFFFF"/>
    <a:srgbClr val="E7E8EC"/>
    <a:srgbClr val="D2EE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22FF44-036D-42B5-A2B3-A556B1D4D746}" v="36147" dt="2026-08-12T18:09:38.898"/>
    <p1510:client id="{A5619F00-4A75-4822-B195-52E4B072EF81}" v="6775" dt="2026-08-12T18:09:25.828"/>
    <p1510:client id="{B8760C78-7BDA-4DB1-A31E-EE631E437F70}" v="1569" dt="2026-08-12T00:51:58.658"/>
  </p1510:revLst>
</p1510:revInfo>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228" y="-512"/>
      </p:cViewPr>
      <p:guideLst>
        <p:guide orient="horz" pos="686"/>
        <p:guide pos="21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gs" Target="tags/tag1.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ervantes, Ana" userId="2016e598-b963-4fed-94e1-653d3bbf882a" providerId="ADAL" clId="{8D017DB0-5FA8-40E2-89E7-F7BB82F89662}"/>
    <pc:docChg chg="custSel delSld modSld delMainMaster modSection">
      <pc:chgData name="Cervantes, Ana" userId="2016e598-b963-4fed-94e1-653d3bbf882a" providerId="ADAL" clId="{8D017DB0-5FA8-40E2-89E7-F7BB82F89662}" dt="2026-08-12T18:11:07.715" v="7" actId="1076"/>
      <pc:docMkLst>
        <pc:docMk/>
      </pc:docMkLst>
      <pc:sldChg chg="del">
        <pc:chgData name="Cervantes, Ana" userId="2016e598-b963-4fed-94e1-653d3bbf882a" providerId="ADAL" clId="{8D017DB0-5FA8-40E2-89E7-F7BB82F89662}" dt="2026-08-12T18:10:55.199" v="5" actId="47"/>
        <pc:sldMkLst>
          <pc:docMk/>
          <pc:sldMk cId="1922576070" sldId="256"/>
        </pc:sldMkLst>
      </pc:sldChg>
      <pc:sldChg chg="del">
        <pc:chgData name="Cervantes, Ana" userId="2016e598-b963-4fed-94e1-653d3bbf882a" providerId="ADAL" clId="{8D017DB0-5FA8-40E2-89E7-F7BB82F89662}" dt="2026-08-12T18:10:51.517" v="4" actId="47"/>
        <pc:sldMkLst>
          <pc:docMk/>
          <pc:sldMk cId="4212931814" sldId="258"/>
        </pc:sldMkLst>
      </pc:sldChg>
      <pc:sldChg chg="del">
        <pc:chgData name="Cervantes, Ana" userId="2016e598-b963-4fed-94e1-653d3bbf882a" providerId="ADAL" clId="{8D017DB0-5FA8-40E2-89E7-F7BB82F89662}" dt="2026-08-12T18:10:55.199" v="5" actId="47"/>
        <pc:sldMkLst>
          <pc:docMk/>
          <pc:sldMk cId="379665080" sldId="260"/>
        </pc:sldMkLst>
      </pc:sldChg>
      <pc:sldChg chg="del">
        <pc:chgData name="Cervantes, Ana" userId="2016e598-b963-4fed-94e1-653d3bbf882a" providerId="ADAL" clId="{8D017DB0-5FA8-40E2-89E7-F7BB82F89662}" dt="2026-08-12T18:10:55.199" v="5" actId="47"/>
        <pc:sldMkLst>
          <pc:docMk/>
          <pc:sldMk cId="4076949729" sldId="261"/>
        </pc:sldMkLst>
      </pc:sldChg>
      <pc:sldChg chg="delSp modSp mod">
        <pc:chgData name="Cervantes, Ana" userId="2016e598-b963-4fed-94e1-653d3bbf882a" providerId="ADAL" clId="{8D017DB0-5FA8-40E2-89E7-F7BB82F89662}" dt="2026-08-12T18:11:07.715" v="7" actId="1076"/>
        <pc:sldMkLst>
          <pc:docMk/>
          <pc:sldMk cId="1607509938" sldId="264"/>
        </pc:sldMkLst>
        <pc:graphicFrameChg chg="del">
          <ac:chgData name="Cervantes, Ana" userId="2016e598-b963-4fed-94e1-653d3bbf882a" providerId="ADAL" clId="{8D017DB0-5FA8-40E2-89E7-F7BB82F89662}" dt="2026-08-12T18:11:06.646" v="6" actId="478"/>
          <ac:graphicFrameMkLst>
            <pc:docMk/>
            <pc:sldMk cId="1607509938" sldId="264"/>
            <ac:graphicFrameMk id="8" creationId="{214C8257-8BF5-BE36-F1EE-A4D82309B66A}"/>
          </ac:graphicFrameMkLst>
        </pc:graphicFrameChg>
        <pc:graphicFrameChg chg="mod">
          <ac:chgData name="Cervantes, Ana" userId="2016e598-b963-4fed-94e1-653d3bbf882a" providerId="ADAL" clId="{8D017DB0-5FA8-40E2-89E7-F7BB82F89662}" dt="2026-08-12T18:11:07.715" v="7" actId="1076"/>
          <ac:graphicFrameMkLst>
            <pc:docMk/>
            <pc:sldMk cId="1607509938" sldId="264"/>
            <ac:graphicFrameMk id="18" creationId="{C33D5FBF-18CC-59D9-1C65-3022678CA196}"/>
          </ac:graphicFrameMkLst>
        </pc:graphicFrameChg>
      </pc:sldChg>
      <pc:sldChg chg="delSp mod">
        <pc:chgData name="Cervantes, Ana" userId="2016e598-b963-4fed-94e1-653d3bbf882a" providerId="ADAL" clId="{8D017DB0-5FA8-40E2-89E7-F7BB82F89662}" dt="2026-08-12T18:10:43.413" v="3" actId="478"/>
        <pc:sldMkLst>
          <pc:docMk/>
          <pc:sldMk cId="1779766282" sldId="265"/>
        </pc:sldMkLst>
        <pc:spChg chg="del">
          <ac:chgData name="Cervantes, Ana" userId="2016e598-b963-4fed-94e1-653d3bbf882a" providerId="ADAL" clId="{8D017DB0-5FA8-40E2-89E7-F7BB82F89662}" dt="2026-08-12T18:10:41.792" v="1" actId="478"/>
          <ac:spMkLst>
            <pc:docMk/>
            <pc:sldMk cId="1779766282" sldId="265"/>
            <ac:spMk id="930" creationId="{36880419-F6CA-A34A-CC21-AE735FD44ADB}"/>
          </ac:spMkLst>
        </pc:spChg>
        <pc:spChg chg="del">
          <ac:chgData name="Cervantes, Ana" userId="2016e598-b963-4fed-94e1-653d3bbf882a" providerId="ADAL" clId="{8D017DB0-5FA8-40E2-89E7-F7BB82F89662}" dt="2026-08-12T18:10:41.792" v="1" actId="478"/>
          <ac:spMkLst>
            <pc:docMk/>
            <pc:sldMk cId="1779766282" sldId="265"/>
            <ac:spMk id="976" creationId="{B250C804-10C0-A876-5E30-E06E3EF5B0DA}"/>
          </ac:spMkLst>
        </pc:spChg>
        <pc:grpChg chg="del">
          <ac:chgData name="Cervantes, Ana" userId="2016e598-b963-4fed-94e1-653d3bbf882a" providerId="ADAL" clId="{8D017DB0-5FA8-40E2-89E7-F7BB82F89662}" dt="2026-08-12T18:10:42.617" v="2" actId="478"/>
          <ac:grpSpMkLst>
            <pc:docMk/>
            <pc:sldMk cId="1779766282" sldId="265"/>
            <ac:grpSpMk id="63" creationId="{8ABDD7F1-3BDD-CC9B-49B3-54968647EC6F}"/>
          </ac:grpSpMkLst>
        </pc:grpChg>
        <pc:grpChg chg="del">
          <ac:chgData name="Cervantes, Ana" userId="2016e598-b963-4fed-94e1-653d3bbf882a" providerId="ADAL" clId="{8D017DB0-5FA8-40E2-89E7-F7BB82F89662}" dt="2026-08-12T18:10:41.792" v="1" actId="478"/>
          <ac:grpSpMkLst>
            <pc:docMk/>
            <pc:sldMk cId="1779766282" sldId="265"/>
            <ac:grpSpMk id="917" creationId="{6EB95268-F7F5-FA9F-E5A5-9A40E0CA51ED}"/>
          </ac:grpSpMkLst>
        </pc:grpChg>
        <pc:grpChg chg="del">
          <ac:chgData name="Cervantes, Ana" userId="2016e598-b963-4fed-94e1-653d3bbf882a" providerId="ADAL" clId="{8D017DB0-5FA8-40E2-89E7-F7BB82F89662}" dt="2026-08-12T18:10:41.792" v="1" actId="478"/>
          <ac:grpSpMkLst>
            <pc:docMk/>
            <pc:sldMk cId="1779766282" sldId="265"/>
            <ac:grpSpMk id="923" creationId="{9DD80766-E6A8-45E0-68C9-A64079B650EB}"/>
          </ac:grpSpMkLst>
        </pc:grpChg>
        <pc:grpChg chg="del">
          <ac:chgData name="Cervantes, Ana" userId="2016e598-b963-4fed-94e1-653d3bbf882a" providerId="ADAL" clId="{8D017DB0-5FA8-40E2-89E7-F7BB82F89662}" dt="2026-08-12T18:10:41.792" v="1" actId="478"/>
          <ac:grpSpMkLst>
            <pc:docMk/>
            <pc:sldMk cId="1779766282" sldId="265"/>
            <ac:grpSpMk id="926" creationId="{D447989E-82C6-DB07-5DF3-508E0FE4BBFB}"/>
          </ac:grpSpMkLst>
        </pc:grpChg>
        <pc:grpChg chg="del">
          <ac:chgData name="Cervantes, Ana" userId="2016e598-b963-4fed-94e1-653d3bbf882a" providerId="ADAL" clId="{8D017DB0-5FA8-40E2-89E7-F7BB82F89662}" dt="2026-08-12T18:10:43.413" v="3" actId="478"/>
          <ac:grpSpMkLst>
            <pc:docMk/>
            <pc:sldMk cId="1779766282" sldId="265"/>
            <ac:grpSpMk id="945" creationId="{74872A3C-5F0C-76CA-A2DC-4C3590B98E86}"/>
          </ac:grpSpMkLst>
        </pc:grpChg>
        <pc:grpChg chg="del">
          <ac:chgData name="Cervantes, Ana" userId="2016e598-b963-4fed-94e1-653d3bbf882a" providerId="ADAL" clId="{8D017DB0-5FA8-40E2-89E7-F7BB82F89662}" dt="2026-08-12T18:10:41.792" v="1" actId="478"/>
          <ac:grpSpMkLst>
            <pc:docMk/>
            <pc:sldMk cId="1779766282" sldId="265"/>
            <ac:grpSpMk id="953" creationId="{37A2FB26-54A1-2423-5746-D0AF4D2FAA18}"/>
          </ac:grpSpMkLst>
        </pc:grpChg>
        <pc:grpChg chg="del">
          <ac:chgData name="Cervantes, Ana" userId="2016e598-b963-4fed-94e1-653d3bbf882a" providerId="ADAL" clId="{8D017DB0-5FA8-40E2-89E7-F7BB82F89662}" dt="2026-08-12T18:10:41.792" v="1" actId="478"/>
          <ac:grpSpMkLst>
            <pc:docMk/>
            <pc:sldMk cId="1779766282" sldId="265"/>
            <ac:grpSpMk id="961" creationId="{796D08F2-E929-9CF7-F5F0-6D2A73AEE4AB}"/>
          </ac:grpSpMkLst>
        </pc:grpChg>
        <pc:grpChg chg="del">
          <ac:chgData name="Cervantes, Ana" userId="2016e598-b963-4fed-94e1-653d3bbf882a" providerId="ADAL" clId="{8D017DB0-5FA8-40E2-89E7-F7BB82F89662}" dt="2026-08-12T18:10:41.792" v="1" actId="478"/>
          <ac:grpSpMkLst>
            <pc:docMk/>
            <pc:sldMk cId="1779766282" sldId="265"/>
            <ac:grpSpMk id="968" creationId="{2706AA34-9C39-C676-87C6-0BAF42D1C5DC}"/>
          </ac:grpSpMkLst>
        </pc:grpChg>
      </pc:sldChg>
      <pc:sldChg chg="del">
        <pc:chgData name="Cervantes, Ana" userId="2016e598-b963-4fed-94e1-653d3bbf882a" providerId="ADAL" clId="{8D017DB0-5FA8-40E2-89E7-F7BB82F89662}" dt="2026-08-12T18:10:27.673" v="0" actId="47"/>
        <pc:sldMkLst>
          <pc:docMk/>
          <pc:sldMk cId="1799888779" sldId="280"/>
        </pc:sldMkLst>
      </pc:sldChg>
      <pc:sldMasterChg chg="del delSldLayout">
        <pc:chgData name="Cervantes, Ana" userId="2016e598-b963-4fed-94e1-653d3bbf882a" providerId="ADAL" clId="{8D017DB0-5FA8-40E2-89E7-F7BB82F89662}" dt="2026-08-12T18:10:55.199" v="5" actId="47"/>
        <pc:sldMasterMkLst>
          <pc:docMk/>
          <pc:sldMasterMk cId="240645063" sldId="2147484647"/>
        </pc:sldMasterMkLst>
        <pc:sldLayoutChg chg="del">
          <pc:chgData name="Cervantes, Ana" userId="2016e598-b963-4fed-94e1-653d3bbf882a" providerId="ADAL" clId="{8D017DB0-5FA8-40E2-89E7-F7BB82F89662}" dt="2026-08-12T18:10:55.199" v="5" actId="47"/>
          <pc:sldLayoutMkLst>
            <pc:docMk/>
            <pc:sldMasterMk cId="240645063" sldId="2147484647"/>
            <pc:sldLayoutMk cId="634143276" sldId="2147484648"/>
          </pc:sldLayoutMkLst>
        </pc:sldLayoutChg>
        <pc:sldLayoutChg chg="del">
          <pc:chgData name="Cervantes, Ana" userId="2016e598-b963-4fed-94e1-653d3bbf882a" providerId="ADAL" clId="{8D017DB0-5FA8-40E2-89E7-F7BB82F89662}" dt="2026-08-12T18:10:55.199" v="5" actId="47"/>
          <pc:sldLayoutMkLst>
            <pc:docMk/>
            <pc:sldMasterMk cId="240645063" sldId="2147484647"/>
            <pc:sldLayoutMk cId="2128376353" sldId="2147484650"/>
          </pc:sldLayoutMkLst>
        </pc:sldLayoutChg>
      </pc:sldMasterChg>
      <pc:sldMasterChg chg="del delSldLayout">
        <pc:chgData name="Cervantes, Ana" userId="2016e598-b963-4fed-94e1-653d3bbf882a" providerId="ADAL" clId="{8D017DB0-5FA8-40E2-89E7-F7BB82F89662}" dt="2026-08-12T18:10:27.673" v="0" actId="47"/>
        <pc:sldMasterMkLst>
          <pc:docMk/>
          <pc:sldMasterMk cId="3435329801" sldId="2147484651"/>
        </pc:sldMasterMkLst>
        <pc:sldLayoutChg chg="del">
          <pc:chgData name="Cervantes, Ana" userId="2016e598-b963-4fed-94e1-653d3bbf882a" providerId="ADAL" clId="{8D017DB0-5FA8-40E2-89E7-F7BB82F89662}" dt="2026-08-12T18:10:27.673" v="0" actId="47"/>
          <pc:sldLayoutMkLst>
            <pc:docMk/>
            <pc:sldMasterMk cId="3435329801" sldId="2147484651"/>
            <pc:sldLayoutMk cId="652837191" sldId="2147484652"/>
          </pc:sldLayoutMkLst>
        </pc:sldLayoutChg>
        <pc:sldLayoutChg chg="del">
          <pc:chgData name="Cervantes, Ana" userId="2016e598-b963-4fed-94e1-653d3bbf882a" providerId="ADAL" clId="{8D017DB0-5FA8-40E2-89E7-F7BB82F89662}" dt="2026-08-12T18:10:27.673" v="0" actId="47"/>
          <pc:sldLayoutMkLst>
            <pc:docMk/>
            <pc:sldMasterMk cId="3435329801" sldId="2147484651"/>
            <pc:sldLayoutMk cId="3065680010" sldId="2147484653"/>
          </pc:sldLayoutMkLst>
        </pc:sldLayoutChg>
        <pc:sldLayoutChg chg="del">
          <pc:chgData name="Cervantes, Ana" userId="2016e598-b963-4fed-94e1-653d3bbf882a" providerId="ADAL" clId="{8D017DB0-5FA8-40E2-89E7-F7BB82F89662}" dt="2026-08-12T18:10:27.673" v="0" actId="47"/>
          <pc:sldLayoutMkLst>
            <pc:docMk/>
            <pc:sldMasterMk cId="3435329801" sldId="2147484651"/>
            <pc:sldLayoutMk cId="3748547325" sldId="2147484654"/>
          </pc:sldLayoutMkLst>
        </pc:sldLayoutChg>
      </pc:sldMasterChg>
      <pc:sldMasterChg chg="delSldLayout">
        <pc:chgData name="Cervantes, Ana" userId="2016e598-b963-4fed-94e1-653d3bbf882a" providerId="ADAL" clId="{8D017DB0-5FA8-40E2-89E7-F7BB82F89662}" dt="2026-08-12T18:10:55.199" v="5" actId="47"/>
        <pc:sldMasterMkLst>
          <pc:docMk/>
          <pc:sldMasterMk cId="2361543999" sldId="2147484655"/>
        </pc:sldMasterMkLst>
        <pc:sldLayoutChg chg="del">
          <pc:chgData name="Cervantes, Ana" userId="2016e598-b963-4fed-94e1-653d3bbf882a" providerId="ADAL" clId="{8D017DB0-5FA8-40E2-89E7-F7BB82F89662}" dt="2026-08-12T18:10:55.199" v="5" actId="47"/>
          <pc:sldLayoutMkLst>
            <pc:docMk/>
            <pc:sldMasterMk cId="2361543999" sldId="2147484655"/>
            <pc:sldLayoutMk cId="1987346252" sldId="2147484659"/>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Complejidad</c:v>
                </c:pt>
              </c:strCache>
            </c:strRef>
          </c:tx>
          <c:spPr>
            <a:solidFill>
              <a:schemeClr val="accent1"/>
            </a:solidFill>
            <a:ln w="9525" cap="flat">
              <a:solidFill>
                <a:srgbClr val="F9F9F9"/>
              </a:solidFill>
              <a:prstDash val="solid"/>
              <a:round/>
            </a:ln>
            <a:effectLst/>
          </c:spPr>
          <c:dPt>
            <c:idx val="0"/>
            <c:bubble3D val="0"/>
            <c:spPr>
              <a:solidFill>
                <a:srgbClr val="C0392B"/>
              </a:solidFill>
              <a:effectLst/>
            </c:spPr>
            <c:extLst>
              <c:ext xmlns:c16="http://schemas.microsoft.com/office/drawing/2014/chart" uri="{C3380CC4-5D6E-409C-BE32-E72D297353CC}">
                <c16:uniqueId val="{00000001-A2CE-46B2-AFCB-B160FAA24679}"/>
              </c:ext>
            </c:extLst>
          </c:dPt>
          <c:dPt>
            <c:idx val="1"/>
            <c:bubble3D val="0"/>
            <c:spPr>
              <a:solidFill>
                <a:srgbClr val="E8610A"/>
              </a:solidFill>
              <a:effectLst/>
            </c:spPr>
            <c:extLst>
              <c:ext xmlns:c16="http://schemas.microsoft.com/office/drawing/2014/chart" uri="{C3380CC4-5D6E-409C-BE32-E72D297353CC}">
                <c16:uniqueId val="{00000003-A2CE-46B2-AFCB-B160FAA24679}"/>
              </c:ext>
            </c:extLst>
          </c:dPt>
          <c:dPt>
            <c:idx val="2"/>
            <c:bubble3D val="0"/>
            <c:spPr>
              <a:solidFill>
                <a:schemeClr val="accent2"/>
              </a:solidFill>
              <a:ln>
                <a:solidFill>
                  <a:schemeClr val="accent2"/>
                </a:solidFill>
              </a:ln>
              <a:effectLst/>
            </c:spPr>
            <c:extLst>
              <c:ext xmlns:c16="http://schemas.microsoft.com/office/drawing/2014/chart" uri="{C3380CC4-5D6E-409C-BE32-E72D297353CC}">
                <c16:uniqueId val="{00000005-A2CE-46B2-AFCB-B160FAA24679}"/>
              </c:ext>
            </c:extLst>
          </c:dPt>
          <c:dLbls>
            <c:spPr>
              <a:noFill/>
              <a:ln>
                <a:noFill/>
              </a:ln>
              <a:effectLst/>
            </c:spPr>
            <c:txPr>
              <a:bodyPr wrap="square" lIns="38100" tIns="19050" rIns="38100" bIns="19050" anchor="ctr">
                <a:spAutoFit/>
              </a:bodyPr>
              <a:lstStyle/>
              <a:p>
                <a:pPr>
                  <a:defRPr sz="800">
                    <a:solidFill>
                      <a:schemeClr val="bg1"/>
                    </a:solidFill>
                  </a:defRPr>
                </a:pPr>
                <a:endParaRPr lang="es-MX"/>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Sheet1!$A$2:$A$4</c:f>
              <c:strCache>
                <c:ptCount val="3"/>
                <c:pt idx="0">
                  <c:v>Alta</c:v>
                </c:pt>
                <c:pt idx="1">
                  <c:v>Media</c:v>
                </c:pt>
                <c:pt idx="2">
                  <c:v>Baja</c:v>
                </c:pt>
              </c:strCache>
            </c:strRef>
          </c:cat>
          <c:val>
            <c:numRef>
              <c:f>Sheet1!$B$2:$B$4</c:f>
              <c:numCache>
                <c:formatCode>General</c:formatCode>
                <c:ptCount val="3"/>
                <c:pt idx="0">
                  <c:v>11</c:v>
                </c:pt>
                <c:pt idx="1">
                  <c:v>24</c:v>
                </c:pt>
                <c:pt idx="2">
                  <c:v>11</c:v>
                </c:pt>
              </c:numCache>
            </c:numRef>
          </c:val>
          <c:extLst>
            <c:ext xmlns:c16="http://schemas.microsoft.com/office/drawing/2014/chart" uri="{C3380CC4-5D6E-409C-BE32-E72D297353CC}">
              <c16:uniqueId val="{00000006-A2CE-46B2-AFCB-B160FAA24679}"/>
            </c:ext>
          </c:extLst>
        </c:ser>
        <c:dLbls>
          <c:showLegendKey val="0"/>
          <c:showVal val="0"/>
          <c:showCatName val="0"/>
          <c:showSerName val="0"/>
          <c:showPercent val="0"/>
          <c:showBubbleSize val="0"/>
          <c:showLeaderLines val="1"/>
        </c:dLbls>
        <c:firstSliceAng val="0"/>
      </c:pieChart>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Complejidad</c:v>
                </c:pt>
              </c:strCache>
            </c:strRef>
          </c:tx>
          <c:spPr>
            <a:solidFill>
              <a:schemeClr val="accent1"/>
            </a:solidFill>
            <a:ln w="9525" cap="flat">
              <a:solidFill>
                <a:srgbClr val="F9F9F9"/>
              </a:solidFill>
              <a:prstDash val="solid"/>
              <a:round/>
            </a:ln>
            <a:effectLst/>
          </c:spPr>
          <c:dPt>
            <c:idx val="0"/>
            <c:bubble3D val="0"/>
            <c:spPr>
              <a:solidFill>
                <a:srgbClr val="C0392B"/>
              </a:solidFill>
              <a:effectLst/>
            </c:spPr>
            <c:extLst>
              <c:ext xmlns:c16="http://schemas.microsoft.com/office/drawing/2014/chart" uri="{C3380CC4-5D6E-409C-BE32-E72D297353CC}">
                <c16:uniqueId val="{00000001-A670-4374-A72F-1E1A1EBF205B}"/>
              </c:ext>
            </c:extLst>
          </c:dPt>
          <c:dPt>
            <c:idx val="1"/>
            <c:bubble3D val="0"/>
            <c:spPr>
              <a:solidFill>
                <a:srgbClr val="E8610A"/>
              </a:solidFill>
              <a:effectLst/>
            </c:spPr>
            <c:extLst>
              <c:ext xmlns:c16="http://schemas.microsoft.com/office/drawing/2014/chart" uri="{C3380CC4-5D6E-409C-BE32-E72D297353CC}">
                <c16:uniqueId val="{00000003-A670-4374-A72F-1E1A1EBF205B}"/>
              </c:ext>
            </c:extLst>
          </c:dPt>
          <c:dPt>
            <c:idx val="2"/>
            <c:bubble3D val="0"/>
            <c:spPr>
              <a:solidFill>
                <a:schemeClr val="accent2"/>
              </a:solidFill>
              <a:ln>
                <a:solidFill>
                  <a:schemeClr val="accent2"/>
                </a:solidFill>
              </a:ln>
              <a:effectLst/>
            </c:spPr>
            <c:extLst>
              <c:ext xmlns:c16="http://schemas.microsoft.com/office/drawing/2014/chart" uri="{C3380CC4-5D6E-409C-BE32-E72D297353CC}">
                <c16:uniqueId val="{00000005-A670-4374-A72F-1E1A1EBF205B}"/>
              </c:ext>
            </c:extLst>
          </c:dPt>
          <c:dLbls>
            <c:spPr>
              <a:noFill/>
              <a:ln>
                <a:noFill/>
              </a:ln>
              <a:effectLst/>
            </c:spPr>
            <c:txPr>
              <a:bodyPr wrap="square" lIns="38100" tIns="19050" rIns="38100" bIns="19050" anchor="ctr">
                <a:spAutoFit/>
              </a:bodyPr>
              <a:lstStyle/>
              <a:p>
                <a:pPr>
                  <a:defRPr sz="800">
                    <a:solidFill>
                      <a:schemeClr val="bg1"/>
                    </a:solidFill>
                  </a:defRPr>
                </a:pPr>
                <a:endParaRPr lang="es-MX"/>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Sheet1!$A$2:$A$4</c:f>
              <c:strCache>
                <c:ptCount val="3"/>
                <c:pt idx="0">
                  <c:v>Alta</c:v>
                </c:pt>
                <c:pt idx="1">
                  <c:v>Media</c:v>
                </c:pt>
                <c:pt idx="2">
                  <c:v>Baja</c:v>
                </c:pt>
              </c:strCache>
            </c:strRef>
          </c:cat>
          <c:val>
            <c:numRef>
              <c:f>Sheet1!$B$2:$B$4</c:f>
              <c:numCache>
                <c:formatCode>General</c:formatCode>
                <c:ptCount val="3"/>
                <c:pt idx="0">
                  <c:v>7</c:v>
                </c:pt>
                <c:pt idx="1">
                  <c:v>19</c:v>
                </c:pt>
                <c:pt idx="2">
                  <c:v>2</c:v>
                </c:pt>
              </c:numCache>
            </c:numRef>
          </c:val>
          <c:extLst>
            <c:ext xmlns:c16="http://schemas.microsoft.com/office/drawing/2014/chart" uri="{C3380CC4-5D6E-409C-BE32-E72D297353CC}">
              <c16:uniqueId val="{00000006-A670-4374-A72F-1E1A1EBF205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Complejidad</c:v>
                </c:pt>
              </c:strCache>
            </c:strRef>
          </c:tx>
          <c:spPr>
            <a:solidFill>
              <a:schemeClr val="accent1"/>
            </a:solidFill>
            <a:ln w="9525" cap="flat">
              <a:solidFill>
                <a:srgbClr val="F9F9F9"/>
              </a:solidFill>
              <a:prstDash val="solid"/>
              <a:round/>
            </a:ln>
            <a:effectLst/>
          </c:spPr>
          <c:dPt>
            <c:idx val="0"/>
            <c:bubble3D val="0"/>
            <c:spPr>
              <a:solidFill>
                <a:srgbClr val="C0392B"/>
              </a:solidFill>
              <a:effectLst/>
            </c:spPr>
            <c:extLst>
              <c:ext xmlns:c16="http://schemas.microsoft.com/office/drawing/2014/chart" uri="{C3380CC4-5D6E-409C-BE32-E72D297353CC}">
                <c16:uniqueId val="{00000001-9397-4881-9169-B385A59CFA24}"/>
              </c:ext>
            </c:extLst>
          </c:dPt>
          <c:dPt>
            <c:idx val="1"/>
            <c:bubble3D val="0"/>
            <c:spPr>
              <a:solidFill>
                <a:srgbClr val="E8610A"/>
              </a:solidFill>
              <a:effectLst/>
            </c:spPr>
            <c:extLst>
              <c:ext xmlns:c16="http://schemas.microsoft.com/office/drawing/2014/chart" uri="{C3380CC4-5D6E-409C-BE32-E72D297353CC}">
                <c16:uniqueId val="{00000003-9397-4881-9169-B385A59CFA24}"/>
              </c:ext>
            </c:extLst>
          </c:dPt>
          <c:dPt>
            <c:idx val="2"/>
            <c:bubble3D val="0"/>
            <c:spPr>
              <a:solidFill>
                <a:schemeClr val="accent2"/>
              </a:solidFill>
              <a:ln>
                <a:solidFill>
                  <a:schemeClr val="accent2"/>
                </a:solidFill>
              </a:ln>
              <a:effectLst/>
            </c:spPr>
            <c:extLst>
              <c:ext xmlns:c16="http://schemas.microsoft.com/office/drawing/2014/chart" uri="{C3380CC4-5D6E-409C-BE32-E72D297353CC}">
                <c16:uniqueId val="{00000005-9397-4881-9169-B385A59CFA24}"/>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397-4881-9169-B385A59CFA24}"/>
                </c:ext>
              </c:extLst>
            </c:dLbl>
            <c:dLbl>
              <c:idx val="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397-4881-9169-B385A59CFA24}"/>
                </c:ext>
              </c:extLst>
            </c:dLbl>
            <c:spPr>
              <a:noFill/>
              <a:ln>
                <a:noFill/>
              </a:ln>
              <a:effectLst/>
            </c:spPr>
            <c:txPr>
              <a:bodyPr wrap="square" lIns="38100" tIns="19050" rIns="38100" bIns="19050" anchor="ctr">
                <a:spAutoFit/>
              </a:bodyPr>
              <a:lstStyle/>
              <a:p>
                <a:pPr>
                  <a:defRPr sz="800">
                    <a:solidFill>
                      <a:schemeClr val="bg1"/>
                    </a:solidFill>
                  </a:defRPr>
                </a:pPr>
                <a:endParaRPr lang="es-MX"/>
              </a:p>
            </c:txPr>
            <c:showLegendKey val="0"/>
            <c:showVal val="0"/>
            <c:showCatName val="0"/>
            <c:showSerName val="0"/>
            <c:showPercent val="0"/>
            <c:showBubbleSize val="0"/>
            <c:extLst>
              <c:ext xmlns:c15="http://schemas.microsoft.com/office/drawing/2012/chart" uri="{CE6537A1-D6FC-4f65-9D91-7224C49458BB}"/>
            </c:extLst>
          </c:dLbls>
          <c:cat>
            <c:strRef>
              <c:f>Sheet1!$A$2:$A$4</c:f>
              <c:strCache>
                <c:ptCount val="3"/>
                <c:pt idx="0">
                  <c:v>Alta</c:v>
                </c:pt>
                <c:pt idx="1">
                  <c:v>Media</c:v>
                </c:pt>
                <c:pt idx="2">
                  <c:v>Baja</c:v>
                </c:pt>
              </c:strCache>
            </c:strRef>
          </c:cat>
          <c:val>
            <c:numRef>
              <c:f>Sheet1!$B$2:$B$4</c:f>
              <c:numCache>
                <c:formatCode>General</c:formatCode>
                <c:ptCount val="3"/>
                <c:pt idx="0">
                  <c:v>1</c:v>
                </c:pt>
                <c:pt idx="2">
                  <c:v>1</c:v>
                </c:pt>
              </c:numCache>
            </c:numRef>
          </c:val>
          <c:extLst>
            <c:ext xmlns:c16="http://schemas.microsoft.com/office/drawing/2014/chart" uri="{C3380CC4-5D6E-409C-BE32-E72D297353CC}">
              <c16:uniqueId val="{00000006-9397-4881-9169-B385A59CFA24}"/>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Complejidad</c:v>
                </c:pt>
              </c:strCache>
            </c:strRef>
          </c:tx>
          <c:spPr>
            <a:solidFill>
              <a:schemeClr val="accent1"/>
            </a:solidFill>
            <a:ln w="9525" cap="flat">
              <a:solidFill>
                <a:srgbClr val="F9F9F9"/>
              </a:solidFill>
              <a:prstDash val="solid"/>
              <a:round/>
            </a:ln>
            <a:effectLst/>
          </c:spPr>
          <c:dPt>
            <c:idx val="0"/>
            <c:bubble3D val="0"/>
            <c:spPr>
              <a:solidFill>
                <a:srgbClr val="C0392B"/>
              </a:solidFill>
              <a:effectLst/>
            </c:spPr>
            <c:extLst>
              <c:ext xmlns:c16="http://schemas.microsoft.com/office/drawing/2014/chart" uri="{C3380CC4-5D6E-409C-BE32-E72D297353CC}">
                <c16:uniqueId val="{00000001-624F-4CE4-8F88-AAD151824267}"/>
              </c:ext>
            </c:extLst>
          </c:dPt>
          <c:dPt>
            <c:idx val="1"/>
            <c:bubble3D val="0"/>
            <c:spPr>
              <a:solidFill>
                <a:srgbClr val="E8610A"/>
              </a:solidFill>
              <a:effectLst/>
            </c:spPr>
            <c:extLst>
              <c:ext xmlns:c16="http://schemas.microsoft.com/office/drawing/2014/chart" uri="{C3380CC4-5D6E-409C-BE32-E72D297353CC}">
                <c16:uniqueId val="{00000003-624F-4CE4-8F88-AAD151824267}"/>
              </c:ext>
            </c:extLst>
          </c:dPt>
          <c:dPt>
            <c:idx val="2"/>
            <c:bubble3D val="0"/>
            <c:spPr>
              <a:solidFill>
                <a:schemeClr val="accent2"/>
              </a:solidFill>
              <a:ln>
                <a:solidFill>
                  <a:schemeClr val="accent2"/>
                </a:solidFill>
              </a:ln>
              <a:effectLst/>
            </c:spPr>
            <c:extLst>
              <c:ext xmlns:c16="http://schemas.microsoft.com/office/drawing/2014/chart" uri="{C3380CC4-5D6E-409C-BE32-E72D297353CC}">
                <c16:uniqueId val="{00000005-624F-4CE4-8F88-AAD151824267}"/>
              </c:ext>
            </c:extLst>
          </c:dPt>
          <c:dLbls>
            <c:spPr>
              <a:noFill/>
              <a:ln>
                <a:noFill/>
              </a:ln>
              <a:effectLst/>
            </c:spPr>
            <c:txPr>
              <a:bodyPr wrap="square" lIns="38100" tIns="19050" rIns="38100" bIns="19050" anchor="ctr">
                <a:spAutoFit/>
              </a:bodyPr>
              <a:lstStyle/>
              <a:p>
                <a:pPr>
                  <a:defRPr sz="800">
                    <a:solidFill>
                      <a:schemeClr val="bg1"/>
                    </a:solidFill>
                  </a:defRPr>
                </a:pPr>
                <a:endParaRPr lang="es-MX"/>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Sheet1!$A$2:$A$4</c:f>
              <c:strCache>
                <c:ptCount val="3"/>
                <c:pt idx="0">
                  <c:v>Alta</c:v>
                </c:pt>
                <c:pt idx="1">
                  <c:v>Media</c:v>
                </c:pt>
                <c:pt idx="2">
                  <c:v>Baja</c:v>
                </c:pt>
              </c:strCache>
            </c:strRef>
          </c:cat>
          <c:val>
            <c:numRef>
              <c:f>Sheet1!$B$2:$B$4</c:f>
              <c:numCache>
                <c:formatCode>General</c:formatCode>
                <c:ptCount val="3"/>
                <c:pt idx="0">
                  <c:v>2</c:v>
                </c:pt>
                <c:pt idx="1">
                  <c:v>6</c:v>
                </c:pt>
                <c:pt idx="2">
                  <c:v>3</c:v>
                </c:pt>
              </c:numCache>
            </c:numRef>
          </c:val>
          <c:extLst>
            <c:ext xmlns:c16="http://schemas.microsoft.com/office/drawing/2014/chart" uri="{C3380CC4-5D6E-409C-BE32-E72D297353CC}">
              <c16:uniqueId val="{00000006-624F-4CE4-8F88-AAD151824267}"/>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Complejidad</c:v>
                </c:pt>
              </c:strCache>
            </c:strRef>
          </c:tx>
          <c:spPr>
            <a:solidFill>
              <a:schemeClr val="accent1"/>
            </a:solidFill>
            <a:ln w="9525" cap="flat">
              <a:solidFill>
                <a:srgbClr val="F9F9F9"/>
              </a:solidFill>
              <a:prstDash val="solid"/>
              <a:round/>
            </a:ln>
            <a:effectLst/>
          </c:spPr>
          <c:dPt>
            <c:idx val="0"/>
            <c:bubble3D val="0"/>
            <c:spPr>
              <a:solidFill>
                <a:srgbClr val="C0392B"/>
              </a:solidFill>
              <a:effectLst/>
            </c:spPr>
            <c:extLst>
              <c:ext xmlns:c16="http://schemas.microsoft.com/office/drawing/2014/chart" uri="{C3380CC4-5D6E-409C-BE32-E72D297353CC}">
                <c16:uniqueId val="{00000001-48B3-4700-BE05-3B7BE5C55CA1}"/>
              </c:ext>
            </c:extLst>
          </c:dPt>
          <c:dPt>
            <c:idx val="1"/>
            <c:bubble3D val="0"/>
            <c:spPr>
              <a:solidFill>
                <a:srgbClr val="E8610A"/>
              </a:solidFill>
              <a:effectLst/>
            </c:spPr>
            <c:extLst>
              <c:ext xmlns:c16="http://schemas.microsoft.com/office/drawing/2014/chart" uri="{C3380CC4-5D6E-409C-BE32-E72D297353CC}">
                <c16:uniqueId val="{00000003-48B3-4700-BE05-3B7BE5C55CA1}"/>
              </c:ext>
            </c:extLst>
          </c:dPt>
          <c:dPt>
            <c:idx val="2"/>
            <c:bubble3D val="0"/>
            <c:spPr>
              <a:solidFill>
                <a:srgbClr val="27AE60"/>
              </a:solidFill>
              <a:effectLst/>
            </c:spPr>
            <c:extLst>
              <c:ext xmlns:c16="http://schemas.microsoft.com/office/drawing/2014/chart" uri="{C3380CC4-5D6E-409C-BE32-E72D297353CC}">
                <c16:uniqueId val="{00000005-48B3-4700-BE05-3B7BE5C55CA1}"/>
              </c:ext>
            </c:extLst>
          </c:dPt>
          <c:dLbls>
            <c:dLbl>
              <c:idx val="2"/>
              <c:delete val="1"/>
              <c:extLst>
                <c:ext xmlns:c15="http://schemas.microsoft.com/office/drawing/2012/chart" uri="{CE6537A1-D6FC-4f65-9D91-7224C49458BB}"/>
                <c:ext xmlns:c16="http://schemas.microsoft.com/office/drawing/2014/chart" uri="{C3380CC4-5D6E-409C-BE32-E72D297353CC}">
                  <c16:uniqueId val="{00000005-48B3-4700-BE05-3B7BE5C55CA1}"/>
                </c:ext>
              </c:extLst>
            </c:dLbl>
            <c:spPr>
              <a:noFill/>
              <a:ln>
                <a:noFill/>
              </a:ln>
              <a:effectLst/>
            </c:spPr>
            <c:txPr>
              <a:bodyPr wrap="square" lIns="38100" tIns="19050" rIns="38100" bIns="19050" anchor="ctr">
                <a:spAutoFit/>
              </a:bodyPr>
              <a:lstStyle/>
              <a:p>
                <a:pPr>
                  <a:defRPr sz="800">
                    <a:solidFill>
                      <a:schemeClr val="bg1"/>
                    </a:solidFill>
                  </a:defRPr>
                </a:pPr>
                <a:endParaRPr lang="es-MX"/>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Sheet1!$A$2:$A$4</c:f>
              <c:strCache>
                <c:ptCount val="3"/>
                <c:pt idx="0">
                  <c:v>Alta</c:v>
                </c:pt>
                <c:pt idx="1">
                  <c:v>Media</c:v>
                </c:pt>
                <c:pt idx="2">
                  <c:v>Baja</c:v>
                </c:pt>
              </c:strCache>
            </c:strRef>
          </c:cat>
          <c:val>
            <c:numRef>
              <c:f>Sheet1!$B$2:$B$4</c:f>
              <c:numCache>
                <c:formatCode>General</c:formatCode>
                <c:ptCount val="3"/>
                <c:pt idx="0">
                  <c:v>3</c:v>
                </c:pt>
                <c:pt idx="1">
                  <c:v>7</c:v>
                </c:pt>
              </c:numCache>
            </c:numRef>
          </c:val>
          <c:extLst>
            <c:ext xmlns:c16="http://schemas.microsoft.com/office/drawing/2014/chart" uri="{C3380CC4-5D6E-409C-BE32-E72D297353CC}">
              <c16:uniqueId val="{00000006-48B3-4700-BE05-3B7BE5C55CA1}"/>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Complejidad</c:v>
                </c:pt>
              </c:strCache>
            </c:strRef>
          </c:tx>
          <c:spPr>
            <a:solidFill>
              <a:schemeClr val="accent1"/>
            </a:solidFill>
            <a:ln w="9525" cap="flat">
              <a:solidFill>
                <a:srgbClr val="F9F9F9"/>
              </a:solidFill>
              <a:prstDash val="solid"/>
              <a:round/>
            </a:ln>
            <a:effectLst/>
          </c:spPr>
          <c:dPt>
            <c:idx val="0"/>
            <c:bubble3D val="0"/>
            <c:spPr>
              <a:solidFill>
                <a:srgbClr val="C0392B"/>
              </a:solidFill>
              <a:effectLst/>
            </c:spPr>
            <c:extLst>
              <c:ext xmlns:c16="http://schemas.microsoft.com/office/drawing/2014/chart" uri="{C3380CC4-5D6E-409C-BE32-E72D297353CC}">
                <c16:uniqueId val="{00000001-78FB-41C1-9B59-7DE7A2B65652}"/>
              </c:ext>
            </c:extLst>
          </c:dPt>
          <c:dPt>
            <c:idx val="1"/>
            <c:bubble3D val="0"/>
            <c:spPr>
              <a:solidFill>
                <a:srgbClr val="E8610A"/>
              </a:solidFill>
              <a:effectLst/>
            </c:spPr>
            <c:extLst>
              <c:ext xmlns:c16="http://schemas.microsoft.com/office/drawing/2014/chart" uri="{C3380CC4-5D6E-409C-BE32-E72D297353CC}">
                <c16:uniqueId val="{00000003-78FB-41C1-9B59-7DE7A2B65652}"/>
              </c:ext>
            </c:extLst>
          </c:dPt>
          <c:dPt>
            <c:idx val="2"/>
            <c:bubble3D val="0"/>
            <c:spPr>
              <a:solidFill>
                <a:srgbClr val="27AE60"/>
              </a:solidFill>
              <a:effectLst/>
            </c:spPr>
            <c:extLst>
              <c:ext xmlns:c16="http://schemas.microsoft.com/office/drawing/2014/chart" uri="{C3380CC4-5D6E-409C-BE32-E72D297353CC}">
                <c16:uniqueId val="{00000005-78FB-41C1-9B59-7DE7A2B65652}"/>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8FB-41C1-9B59-7DE7A2B65652}"/>
                </c:ext>
              </c:extLst>
            </c:dLbl>
            <c:spPr>
              <a:noFill/>
              <a:ln>
                <a:noFill/>
              </a:ln>
              <a:effectLst/>
            </c:spPr>
            <c:txPr>
              <a:bodyPr wrap="square" lIns="38100" tIns="19050" rIns="38100" bIns="19050" anchor="ctr">
                <a:spAutoFit/>
              </a:bodyPr>
              <a:lstStyle/>
              <a:p>
                <a:pPr>
                  <a:defRPr sz="800">
                    <a:solidFill>
                      <a:schemeClr val="bg1"/>
                    </a:solidFill>
                  </a:defRPr>
                </a:pPr>
                <a:endParaRPr lang="es-MX"/>
              </a:p>
            </c:txPr>
            <c:showLegendKey val="0"/>
            <c:showVal val="0"/>
            <c:showCatName val="0"/>
            <c:showSerName val="0"/>
            <c:showPercent val="0"/>
            <c:showBubbleSize val="0"/>
            <c:extLst>
              <c:ext xmlns:c15="http://schemas.microsoft.com/office/drawing/2012/chart" uri="{CE6537A1-D6FC-4f65-9D91-7224C49458BB}"/>
            </c:extLst>
          </c:dLbls>
          <c:cat>
            <c:strRef>
              <c:f>Sheet1!$A$2:$A$4</c:f>
              <c:strCache>
                <c:ptCount val="3"/>
                <c:pt idx="0">
                  <c:v>Alta</c:v>
                </c:pt>
                <c:pt idx="1">
                  <c:v>Media</c:v>
                </c:pt>
                <c:pt idx="2">
                  <c:v>Baja</c:v>
                </c:pt>
              </c:strCache>
            </c:strRef>
          </c:cat>
          <c:val>
            <c:numRef>
              <c:f>Sheet1!$B$2:$B$4</c:f>
              <c:numCache>
                <c:formatCode>General</c:formatCode>
                <c:ptCount val="3"/>
                <c:pt idx="0">
                  <c:v>1</c:v>
                </c:pt>
                <c:pt idx="1">
                  <c:v>0</c:v>
                </c:pt>
                <c:pt idx="2">
                  <c:v>0</c:v>
                </c:pt>
              </c:numCache>
            </c:numRef>
          </c:val>
          <c:extLst>
            <c:ext xmlns:c16="http://schemas.microsoft.com/office/drawing/2014/chart" uri="{C3380CC4-5D6E-409C-BE32-E72D297353CC}">
              <c16:uniqueId val="{00000006-78FB-41C1-9B59-7DE7A2B65652}"/>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Complejidad</c:v>
                </c:pt>
              </c:strCache>
            </c:strRef>
          </c:tx>
          <c:spPr>
            <a:solidFill>
              <a:schemeClr val="accent1"/>
            </a:solidFill>
            <a:ln w="9525" cap="flat">
              <a:solidFill>
                <a:srgbClr val="F9F9F9"/>
              </a:solidFill>
              <a:prstDash val="solid"/>
              <a:round/>
            </a:ln>
            <a:effectLst/>
          </c:spPr>
          <c:dPt>
            <c:idx val="0"/>
            <c:bubble3D val="0"/>
            <c:spPr>
              <a:solidFill>
                <a:srgbClr val="C0392B"/>
              </a:solidFill>
              <a:effectLst/>
            </c:spPr>
            <c:extLst>
              <c:ext xmlns:c16="http://schemas.microsoft.com/office/drawing/2014/chart" uri="{C3380CC4-5D6E-409C-BE32-E72D297353CC}">
                <c16:uniqueId val="{00000001-7EA7-41AC-8566-633C7D3D2837}"/>
              </c:ext>
            </c:extLst>
          </c:dPt>
          <c:dPt>
            <c:idx val="1"/>
            <c:bubble3D val="0"/>
            <c:spPr>
              <a:solidFill>
                <a:srgbClr val="E8610A"/>
              </a:solidFill>
              <a:effectLst/>
            </c:spPr>
            <c:extLst>
              <c:ext xmlns:c16="http://schemas.microsoft.com/office/drawing/2014/chart" uri="{C3380CC4-5D6E-409C-BE32-E72D297353CC}">
                <c16:uniqueId val="{00000003-7EA7-41AC-8566-633C7D3D2837}"/>
              </c:ext>
            </c:extLst>
          </c:dPt>
          <c:dPt>
            <c:idx val="2"/>
            <c:bubble3D val="0"/>
            <c:spPr>
              <a:solidFill>
                <a:schemeClr val="accent2"/>
              </a:solidFill>
              <a:ln>
                <a:solidFill>
                  <a:schemeClr val="accent2"/>
                </a:solidFill>
              </a:ln>
              <a:effectLst/>
            </c:spPr>
            <c:extLst>
              <c:ext xmlns:c16="http://schemas.microsoft.com/office/drawing/2014/chart" uri="{C3380CC4-5D6E-409C-BE32-E72D297353CC}">
                <c16:uniqueId val="{00000005-7EA7-41AC-8566-633C7D3D2837}"/>
              </c:ext>
            </c:extLst>
          </c:dPt>
          <c:dLbls>
            <c:dLbl>
              <c:idx val="0"/>
              <c:delete val="1"/>
              <c:extLst>
                <c:ext xmlns:c15="http://schemas.microsoft.com/office/drawing/2012/chart" uri="{CE6537A1-D6FC-4f65-9D91-7224C49458BB}"/>
                <c:ext xmlns:c16="http://schemas.microsoft.com/office/drawing/2014/chart" uri="{C3380CC4-5D6E-409C-BE32-E72D297353CC}">
                  <c16:uniqueId val="{00000001-7EA7-41AC-8566-633C7D3D2837}"/>
                </c:ext>
              </c:extLst>
            </c:dLbl>
            <c:spPr>
              <a:noFill/>
              <a:ln>
                <a:noFill/>
              </a:ln>
              <a:effectLst/>
            </c:spPr>
            <c:txPr>
              <a:bodyPr wrap="square" lIns="38100" tIns="19050" rIns="38100" bIns="19050" anchor="ctr">
                <a:spAutoFit/>
              </a:bodyPr>
              <a:lstStyle/>
              <a:p>
                <a:pPr>
                  <a:defRPr sz="800">
                    <a:solidFill>
                      <a:schemeClr val="bg1"/>
                    </a:solidFill>
                  </a:defRPr>
                </a:pPr>
                <a:endParaRPr lang="es-MX"/>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Sheet1!$A$2:$A$4</c:f>
              <c:strCache>
                <c:ptCount val="3"/>
                <c:pt idx="0">
                  <c:v>Alta</c:v>
                </c:pt>
                <c:pt idx="1">
                  <c:v>Media</c:v>
                </c:pt>
                <c:pt idx="2">
                  <c:v>Baja</c:v>
                </c:pt>
              </c:strCache>
            </c:strRef>
          </c:cat>
          <c:val>
            <c:numRef>
              <c:f>Sheet1!$B$2:$B$4</c:f>
              <c:numCache>
                <c:formatCode>General</c:formatCode>
                <c:ptCount val="3"/>
                <c:pt idx="0">
                  <c:v>0</c:v>
                </c:pt>
                <c:pt idx="1">
                  <c:v>9</c:v>
                </c:pt>
                <c:pt idx="2">
                  <c:v>2</c:v>
                </c:pt>
              </c:numCache>
            </c:numRef>
          </c:val>
          <c:extLst>
            <c:ext xmlns:c16="http://schemas.microsoft.com/office/drawing/2014/chart" uri="{C3380CC4-5D6E-409C-BE32-E72D297353CC}">
              <c16:uniqueId val="{00000006-7EA7-41AC-8566-633C7D3D2837}"/>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Complejidad</c:v>
                </c:pt>
              </c:strCache>
            </c:strRef>
          </c:tx>
          <c:spPr>
            <a:solidFill>
              <a:schemeClr val="accent1"/>
            </a:solidFill>
            <a:ln w="9525" cap="flat">
              <a:solidFill>
                <a:srgbClr val="F9F9F9"/>
              </a:solidFill>
              <a:prstDash val="solid"/>
              <a:round/>
            </a:ln>
            <a:effectLst/>
          </c:spPr>
          <c:dPt>
            <c:idx val="0"/>
            <c:bubble3D val="0"/>
            <c:spPr>
              <a:solidFill>
                <a:srgbClr val="C0392B"/>
              </a:solidFill>
              <a:effectLst/>
            </c:spPr>
            <c:extLst>
              <c:ext xmlns:c16="http://schemas.microsoft.com/office/drawing/2014/chart" uri="{C3380CC4-5D6E-409C-BE32-E72D297353CC}">
                <c16:uniqueId val="{00000001-39A9-4B45-A5EE-0B96B2DF04B5}"/>
              </c:ext>
            </c:extLst>
          </c:dPt>
          <c:dPt>
            <c:idx val="1"/>
            <c:bubble3D val="0"/>
            <c:spPr>
              <a:solidFill>
                <a:srgbClr val="E8610A"/>
              </a:solidFill>
              <a:effectLst/>
            </c:spPr>
            <c:extLst>
              <c:ext xmlns:c16="http://schemas.microsoft.com/office/drawing/2014/chart" uri="{C3380CC4-5D6E-409C-BE32-E72D297353CC}">
                <c16:uniqueId val="{00000003-39A9-4B45-A5EE-0B96B2DF04B5}"/>
              </c:ext>
            </c:extLst>
          </c:dPt>
          <c:dPt>
            <c:idx val="2"/>
            <c:bubble3D val="0"/>
            <c:spPr>
              <a:solidFill>
                <a:schemeClr val="accent2"/>
              </a:solidFill>
              <a:ln>
                <a:solidFill>
                  <a:schemeClr val="accent2"/>
                </a:solidFill>
              </a:ln>
              <a:effectLst/>
            </c:spPr>
            <c:extLst>
              <c:ext xmlns:c16="http://schemas.microsoft.com/office/drawing/2014/chart" uri="{C3380CC4-5D6E-409C-BE32-E72D297353CC}">
                <c16:uniqueId val="{00000005-39A9-4B45-A5EE-0B96B2DF04B5}"/>
              </c:ext>
            </c:extLst>
          </c:dPt>
          <c:dLbls>
            <c:dLbl>
              <c:idx val="2"/>
              <c:delete val="1"/>
              <c:extLst>
                <c:ext xmlns:c15="http://schemas.microsoft.com/office/drawing/2012/chart" uri="{CE6537A1-D6FC-4f65-9D91-7224C49458BB}"/>
                <c:ext xmlns:c16="http://schemas.microsoft.com/office/drawing/2014/chart" uri="{C3380CC4-5D6E-409C-BE32-E72D297353CC}">
                  <c16:uniqueId val="{00000005-39A9-4B45-A5EE-0B96B2DF04B5}"/>
                </c:ext>
              </c:extLst>
            </c:dLbl>
            <c:spPr>
              <a:noFill/>
              <a:ln>
                <a:noFill/>
              </a:ln>
              <a:effectLst/>
            </c:spPr>
            <c:txPr>
              <a:bodyPr wrap="square" lIns="38100" tIns="19050" rIns="38100" bIns="19050" anchor="ctr">
                <a:spAutoFit/>
              </a:bodyPr>
              <a:lstStyle/>
              <a:p>
                <a:pPr>
                  <a:defRPr sz="800">
                    <a:solidFill>
                      <a:schemeClr val="bg1"/>
                    </a:solidFill>
                  </a:defRPr>
                </a:pPr>
                <a:endParaRPr lang="es-MX"/>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Sheet1!$A$2:$A$4</c:f>
              <c:strCache>
                <c:ptCount val="3"/>
                <c:pt idx="0">
                  <c:v>Alta</c:v>
                </c:pt>
                <c:pt idx="1">
                  <c:v>Media</c:v>
                </c:pt>
                <c:pt idx="2">
                  <c:v>Baja</c:v>
                </c:pt>
              </c:strCache>
            </c:strRef>
          </c:cat>
          <c:val>
            <c:numRef>
              <c:f>Sheet1!$B$2:$B$4</c:f>
              <c:numCache>
                <c:formatCode>General</c:formatCode>
                <c:ptCount val="3"/>
                <c:pt idx="0">
                  <c:v>4</c:v>
                </c:pt>
                <c:pt idx="1">
                  <c:v>6</c:v>
                </c:pt>
              </c:numCache>
            </c:numRef>
          </c:val>
          <c:extLst>
            <c:ext xmlns:c16="http://schemas.microsoft.com/office/drawing/2014/chart" uri="{C3380CC4-5D6E-409C-BE32-E72D297353CC}">
              <c16:uniqueId val="{00000006-39A9-4B45-A5EE-0B96B2DF04B5}"/>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Complejidad</c:v>
                </c:pt>
              </c:strCache>
            </c:strRef>
          </c:tx>
          <c:spPr>
            <a:solidFill>
              <a:schemeClr val="accent1"/>
            </a:solidFill>
            <a:ln w="9525" cap="flat">
              <a:solidFill>
                <a:srgbClr val="F9F9F9"/>
              </a:solidFill>
              <a:prstDash val="solid"/>
              <a:round/>
            </a:ln>
            <a:effectLst/>
          </c:spPr>
          <c:dPt>
            <c:idx val="0"/>
            <c:bubble3D val="0"/>
            <c:spPr>
              <a:solidFill>
                <a:srgbClr val="C0392B"/>
              </a:solidFill>
              <a:effectLst/>
            </c:spPr>
            <c:extLst>
              <c:ext xmlns:c16="http://schemas.microsoft.com/office/drawing/2014/chart" uri="{C3380CC4-5D6E-409C-BE32-E72D297353CC}">
                <c16:uniqueId val="{00000001-9103-4AA5-85EB-F948DB9F80F8}"/>
              </c:ext>
            </c:extLst>
          </c:dPt>
          <c:dPt>
            <c:idx val="1"/>
            <c:bubble3D val="0"/>
            <c:spPr>
              <a:solidFill>
                <a:srgbClr val="E8610A"/>
              </a:solidFill>
              <a:effectLst/>
            </c:spPr>
            <c:extLst>
              <c:ext xmlns:c16="http://schemas.microsoft.com/office/drawing/2014/chart" uri="{C3380CC4-5D6E-409C-BE32-E72D297353CC}">
                <c16:uniqueId val="{00000003-9103-4AA5-85EB-F948DB9F80F8}"/>
              </c:ext>
            </c:extLst>
          </c:dPt>
          <c:dPt>
            <c:idx val="2"/>
            <c:bubble3D val="0"/>
            <c:spPr>
              <a:solidFill>
                <a:schemeClr val="accent2"/>
              </a:solidFill>
              <a:ln>
                <a:solidFill>
                  <a:schemeClr val="accent2"/>
                </a:solidFill>
              </a:ln>
              <a:effectLst/>
            </c:spPr>
            <c:extLst>
              <c:ext xmlns:c16="http://schemas.microsoft.com/office/drawing/2014/chart" uri="{C3380CC4-5D6E-409C-BE32-E72D297353CC}">
                <c16:uniqueId val="{00000005-9103-4AA5-85EB-F948DB9F80F8}"/>
              </c:ext>
            </c:extLst>
          </c:dPt>
          <c:dLbls>
            <c:spPr>
              <a:noFill/>
              <a:ln>
                <a:noFill/>
              </a:ln>
              <a:effectLst/>
            </c:spPr>
            <c:txPr>
              <a:bodyPr wrap="square" lIns="38100" tIns="19050" rIns="38100" bIns="19050" anchor="ctr">
                <a:spAutoFit/>
              </a:bodyPr>
              <a:lstStyle/>
              <a:p>
                <a:pPr>
                  <a:defRPr sz="800">
                    <a:solidFill>
                      <a:schemeClr val="bg1"/>
                    </a:solidFill>
                  </a:defRPr>
                </a:pPr>
                <a:endParaRPr lang="es-MX"/>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Sheet1!$A$2:$A$4</c:f>
              <c:strCache>
                <c:ptCount val="3"/>
                <c:pt idx="0">
                  <c:v>Alta</c:v>
                </c:pt>
                <c:pt idx="1">
                  <c:v>Media</c:v>
                </c:pt>
                <c:pt idx="2">
                  <c:v>Baja</c:v>
                </c:pt>
              </c:strCache>
            </c:strRef>
          </c:cat>
          <c:val>
            <c:numRef>
              <c:f>Sheet1!$B$2:$B$4</c:f>
              <c:numCache>
                <c:formatCode>General</c:formatCode>
                <c:ptCount val="3"/>
                <c:pt idx="0">
                  <c:v>5</c:v>
                </c:pt>
                <c:pt idx="1">
                  <c:v>6</c:v>
                </c:pt>
                <c:pt idx="2">
                  <c:v>4</c:v>
                </c:pt>
              </c:numCache>
            </c:numRef>
          </c:val>
          <c:extLst>
            <c:ext xmlns:c16="http://schemas.microsoft.com/office/drawing/2014/chart" uri="{C3380CC4-5D6E-409C-BE32-E72D297353CC}">
              <c16:uniqueId val="{00000006-9103-4AA5-85EB-F948DB9F80F8}"/>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Complejidad</c:v>
                </c:pt>
              </c:strCache>
            </c:strRef>
          </c:tx>
          <c:spPr>
            <a:solidFill>
              <a:schemeClr val="accent1"/>
            </a:solidFill>
            <a:ln w="9525" cap="flat">
              <a:solidFill>
                <a:srgbClr val="F9F9F9"/>
              </a:solidFill>
              <a:prstDash val="solid"/>
              <a:round/>
            </a:ln>
            <a:effectLst/>
          </c:spPr>
          <c:dPt>
            <c:idx val="0"/>
            <c:bubble3D val="0"/>
            <c:spPr>
              <a:solidFill>
                <a:srgbClr val="C0392B"/>
              </a:solidFill>
              <a:effectLst/>
            </c:spPr>
            <c:extLst>
              <c:ext xmlns:c16="http://schemas.microsoft.com/office/drawing/2014/chart" uri="{C3380CC4-5D6E-409C-BE32-E72D297353CC}">
                <c16:uniqueId val="{00000001-887B-4BB1-AA42-8EE4C88B0FF3}"/>
              </c:ext>
            </c:extLst>
          </c:dPt>
          <c:dPt>
            <c:idx val="1"/>
            <c:bubble3D val="0"/>
            <c:spPr>
              <a:solidFill>
                <a:srgbClr val="E8610A"/>
              </a:solidFill>
              <a:effectLst/>
            </c:spPr>
            <c:extLst>
              <c:ext xmlns:c16="http://schemas.microsoft.com/office/drawing/2014/chart" uri="{C3380CC4-5D6E-409C-BE32-E72D297353CC}">
                <c16:uniqueId val="{00000003-887B-4BB1-AA42-8EE4C88B0FF3}"/>
              </c:ext>
            </c:extLst>
          </c:dPt>
          <c:dPt>
            <c:idx val="2"/>
            <c:bubble3D val="0"/>
            <c:spPr>
              <a:solidFill>
                <a:schemeClr val="accent2"/>
              </a:solidFill>
              <a:ln>
                <a:solidFill>
                  <a:schemeClr val="accent2"/>
                </a:solidFill>
              </a:ln>
              <a:effectLst/>
            </c:spPr>
            <c:extLst>
              <c:ext xmlns:c16="http://schemas.microsoft.com/office/drawing/2014/chart" uri="{C3380CC4-5D6E-409C-BE32-E72D297353CC}">
                <c16:uniqueId val="{00000005-887B-4BB1-AA42-8EE4C88B0FF3}"/>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87B-4BB1-AA42-8EE4C88B0FF3}"/>
                </c:ext>
              </c:extLst>
            </c:dLbl>
            <c:dLbl>
              <c:idx val="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87B-4BB1-AA42-8EE4C88B0FF3}"/>
                </c:ext>
              </c:extLst>
            </c:dLbl>
            <c:spPr>
              <a:noFill/>
              <a:ln>
                <a:noFill/>
              </a:ln>
              <a:effectLst/>
            </c:spPr>
            <c:txPr>
              <a:bodyPr wrap="square" lIns="38100" tIns="19050" rIns="38100" bIns="19050" anchor="ctr">
                <a:spAutoFit/>
              </a:bodyPr>
              <a:lstStyle/>
              <a:p>
                <a:pPr>
                  <a:defRPr sz="800">
                    <a:solidFill>
                      <a:schemeClr val="bg1"/>
                    </a:solidFill>
                  </a:defRPr>
                </a:pPr>
                <a:endParaRPr lang="es-MX"/>
              </a:p>
            </c:txPr>
            <c:showLegendKey val="0"/>
            <c:showVal val="0"/>
            <c:showCatName val="0"/>
            <c:showSerName val="0"/>
            <c:showPercent val="0"/>
            <c:showBubbleSize val="0"/>
            <c:extLst>
              <c:ext xmlns:c15="http://schemas.microsoft.com/office/drawing/2012/chart" uri="{CE6537A1-D6FC-4f65-9D91-7224C49458BB}"/>
            </c:extLst>
          </c:dLbls>
          <c:cat>
            <c:strRef>
              <c:f>Sheet1!$A$2:$A$4</c:f>
              <c:strCache>
                <c:ptCount val="3"/>
                <c:pt idx="0">
                  <c:v>Alta</c:v>
                </c:pt>
                <c:pt idx="1">
                  <c:v>Media</c:v>
                </c:pt>
                <c:pt idx="2">
                  <c:v>Baja</c:v>
                </c:pt>
              </c:strCache>
            </c:strRef>
          </c:cat>
          <c:val>
            <c:numRef>
              <c:f>Sheet1!$B$2:$B$4</c:f>
              <c:numCache>
                <c:formatCode>General</c:formatCode>
                <c:ptCount val="3"/>
                <c:pt idx="2">
                  <c:v>1</c:v>
                </c:pt>
              </c:numCache>
            </c:numRef>
          </c:val>
          <c:extLst>
            <c:ext xmlns:c16="http://schemas.microsoft.com/office/drawing/2014/chart" uri="{C3380CC4-5D6E-409C-BE32-E72D297353CC}">
              <c16:uniqueId val="{00000006-887B-4BB1-AA42-8EE4C88B0FF3}"/>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Complejidad</c:v>
                </c:pt>
              </c:strCache>
            </c:strRef>
          </c:tx>
          <c:spPr>
            <a:solidFill>
              <a:schemeClr val="accent1"/>
            </a:solidFill>
            <a:ln w="9525" cap="flat">
              <a:solidFill>
                <a:srgbClr val="F9F9F9"/>
              </a:solidFill>
              <a:prstDash val="solid"/>
              <a:round/>
            </a:ln>
            <a:effectLst/>
          </c:spPr>
          <c:dPt>
            <c:idx val="0"/>
            <c:bubble3D val="0"/>
            <c:spPr>
              <a:solidFill>
                <a:srgbClr val="C0392B"/>
              </a:solidFill>
              <a:effectLst/>
            </c:spPr>
            <c:extLst>
              <c:ext xmlns:c16="http://schemas.microsoft.com/office/drawing/2014/chart" uri="{C3380CC4-5D6E-409C-BE32-E72D297353CC}">
                <c16:uniqueId val="{00000001-4DA6-44B4-A9CB-06029F267051}"/>
              </c:ext>
            </c:extLst>
          </c:dPt>
          <c:dPt>
            <c:idx val="1"/>
            <c:bubble3D val="0"/>
            <c:spPr>
              <a:solidFill>
                <a:srgbClr val="E8610A"/>
              </a:solidFill>
              <a:effectLst/>
            </c:spPr>
            <c:extLst>
              <c:ext xmlns:c16="http://schemas.microsoft.com/office/drawing/2014/chart" uri="{C3380CC4-5D6E-409C-BE32-E72D297353CC}">
                <c16:uniqueId val="{00000003-4DA6-44B4-A9CB-06029F267051}"/>
              </c:ext>
            </c:extLst>
          </c:dPt>
          <c:dPt>
            <c:idx val="2"/>
            <c:bubble3D val="0"/>
            <c:spPr>
              <a:solidFill>
                <a:schemeClr val="accent2"/>
              </a:solidFill>
              <a:ln>
                <a:solidFill>
                  <a:schemeClr val="accent2"/>
                </a:solidFill>
              </a:ln>
              <a:effectLst/>
            </c:spPr>
            <c:extLst>
              <c:ext xmlns:c16="http://schemas.microsoft.com/office/drawing/2014/chart" uri="{C3380CC4-5D6E-409C-BE32-E72D297353CC}">
                <c16:uniqueId val="{00000005-4DA6-44B4-A9CB-06029F267051}"/>
              </c:ext>
            </c:extLst>
          </c:dPt>
          <c:dLbls>
            <c:spPr>
              <a:noFill/>
              <a:ln>
                <a:noFill/>
              </a:ln>
              <a:effectLst/>
            </c:spPr>
            <c:txPr>
              <a:bodyPr wrap="square" lIns="38100" tIns="19050" rIns="38100" bIns="19050" anchor="ctr">
                <a:spAutoFit/>
              </a:bodyPr>
              <a:lstStyle/>
              <a:p>
                <a:pPr>
                  <a:defRPr sz="800">
                    <a:solidFill>
                      <a:schemeClr val="bg1"/>
                    </a:solidFill>
                  </a:defRPr>
                </a:pPr>
                <a:endParaRPr lang="es-MX"/>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Sheet1!$A$2:$A$4</c:f>
              <c:strCache>
                <c:ptCount val="3"/>
                <c:pt idx="0">
                  <c:v>Alta</c:v>
                </c:pt>
                <c:pt idx="1">
                  <c:v>Media</c:v>
                </c:pt>
                <c:pt idx="2">
                  <c:v>Baja</c:v>
                </c:pt>
              </c:strCache>
            </c:strRef>
          </c:cat>
          <c:val>
            <c:numRef>
              <c:f>Sheet1!$B$2:$B$4</c:f>
              <c:numCache>
                <c:formatCode>General</c:formatCode>
                <c:ptCount val="3"/>
                <c:pt idx="0">
                  <c:v>4</c:v>
                </c:pt>
                <c:pt idx="1">
                  <c:v>3</c:v>
                </c:pt>
                <c:pt idx="2">
                  <c:v>2</c:v>
                </c:pt>
              </c:numCache>
            </c:numRef>
          </c:val>
          <c:extLst>
            <c:ext xmlns:c16="http://schemas.microsoft.com/office/drawing/2014/chart" uri="{C3380CC4-5D6E-409C-BE32-E72D297353CC}">
              <c16:uniqueId val="{00000006-4DA6-44B4-A9CB-06029F267051}"/>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Complejidad</c:v>
                </c:pt>
              </c:strCache>
            </c:strRef>
          </c:tx>
          <c:spPr>
            <a:solidFill>
              <a:schemeClr val="accent1"/>
            </a:solidFill>
            <a:ln w="9525" cap="flat">
              <a:solidFill>
                <a:srgbClr val="F9F9F9"/>
              </a:solidFill>
              <a:prstDash val="solid"/>
              <a:round/>
            </a:ln>
            <a:effectLst/>
          </c:spPr>
          <c:dPt>
            <c:idx val="0"/>
            <c:bubble3D val="0"/>
            <c:spPr>
              <a:solidFill>
                <a:srgbClr val="C0392B"/>
              </a:solidFill>
              <a:effectLst/>
            </c:spPr>
            <c:extLst>
              <c:ext xmlns:c16="http://schemas.microsoft.com/office/drawing/2014/chart" uri="{C3380CC4-5D6E-409C-BE32-E72D297353CC}">
                <c16:uniqueId val="{00000001-1912-47E9-AA44-9705C0BF26DA}"/>
              </c:ext>
            </c:extLst>
          </c:dPt>
          <c:dPt>
            <c:idx val="1"/>
            <c:bubble3D val="0"/>
            <c:spPr>
              <a:solidFill>
                <a:srgbClr val="E8610A"/>
              </a:solidFill>
              <a:effectLst/>
            </c:spPr>
            <c:extLst>
              <c:ext xmlns:c16="http://schemas.microsoft.com/office/drawing/2014/chart" uri="{C3380CC4-5D6E-409C-BE32-E72D297353CC}">
                <c16:uniqueId val="{00000003-1912-47E9-AA44-9705C0BF26DA}"/>
              </c:ext>
            </c:extLst>
          </c:dPt>
          <c:dPt>
            <c:idx val="2"/>
            <c:bubble3D val="0"/>
            <c:spPr>
              <a:solidFill>
                <a:schemeClr val="accent2"/>
              </a:solidFill>
              <a:ln>
                <a:solidFill>
                  <a:schemeClr val="accent2"/>
                </a:solidFill>
              </a:ln>
              <a:effectLst/>
            </c:spPr>
            <c:extLst>
              <c:ext xmlns:c16="http://schemas.microsoft.com/office/drawing/2014/chart" uri="{C3380CC4-5D6E-409C-BE32-E72D297353CC}">
                <c16:uniqueId val="{00000005-1912-47E9-AA44-9705C0BF26DA}"/>
              </c:ext>
            </c:extLst>
          </c:dPt>
          <c:dLbls>
            <c:dLbl>
              <c:idx val="0"/>
              <c:delete val="1"/>
              <c:extLst>
                <c:ext xmlns:c15="http://schemas.microsoft.com/office/drawing/2012/chart" uri="{CE6537A1-D6FC-4f65-9D91-7224C49458BB}"/>
                <c:ext xmlns:c16="http://schemas.microsoft.com/office/drawing/2014/chart" uri="{C3380CC4-5D6E-409C-BE32-E72D297353CC}">
                  <c16:uniqueId val="{00000001-1912-47E9-AA44-9705C0BF26DA}"/>
                </c:ext>
              </c:extLst>
            </c:dLbl>
            <c:spPr>
              <a:noFill/>
              <a:ln>
                <a:noFill/>
              </a:ln>
              <a:effectLst/>
            </c:spPr>
            <c:txPr>
              <a:bodyPr wrap="square" lIns="38100" tIns="19050" rIns="38100" bIns="19050" anchor="ctr">
                <a:spAutoFit/>
              </a:bodyPr>
              <a:lstStyle/>
              <a:p>
                <a:pPr>
                  <a:defRPr sz="800">
                    <a:solidFill>
                      <a:schemeClr val="bg1"/>
                    </a:solidFill>
                  </a:defRPr>
                </a:pPr>
                <a:endParaRPr lang="es-MX"/>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Sheet1!$A$2:$A$4</c:f>
              <c:strCache>
                <c:ptCount val="3"/>
                <c:pt idx="0">
                  <c:v>Alta</c:v>
                </c:pt>
                <c:pt idx="1">
                  <c:v>Media</c:v>
                </c:pt>
                <c:pt idx="2">
                  <c:v>Baja</c:v>
                </c:pt>
              </c:strCache>
            </c:strRef>
          </c:cat>
          <c:val>
            <c:numRef>
              <c:f>Sheet1!$B$2:$B$4</c:f>
              <c:numCache>
                <c:formatCode>General</c:formatCode>
                <c:ptCount val="3"/>
                <c:pt idx="0">
                  <c:v>0</c:v>
                </c:pt>
                <c:pt idx="1">
                  <c:v>1</c:v>
                </c:pt>
                <c:pt idx="2">
                  <c:v>2</c:v>
                </c:pt>
              </c:numCache>
            </c:numRef>
          </c:val>
          <c:extLst>
            <c:ext xmlns:c16="http://schemas.microsoft.com/office/drawing/2014/chart" uri="{C3380CC4-5D6E-409C-BE32-E72D297353CC}">
              <c16:uniqueId val="{00000006-1912-47E9-AA44-9705C0BF26DA}"/>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MoSCoW</c:v>
                </c:pt>
              </c:strCache>
            </c:strRef>
          </c:tx>
          <c:spPr>
            <a:solidFill>
              <a:schemeClr val="accent1"/>
            </a:solidFill>
            <a:ln w="9525" cap="flat">
              <a:solidFill>
                <a:srgbClr val="F9F9F9"/>
              </a:solidFill>
              <a:prstDash val="solid"/>
              <a:round/>
            </a:ln>
            <a:effectLst/>
          </c:spPr>
          <c:dPt>
            <c:idx val="0"/>
            <c:bubble3D val="0"/>
            <c:spPr>
              <a:solidFill>
                <a:srgbClr val="00B050"/>
              </a:solidFill>
              <a:effectLst/>
            </c:spPr>
            <c:extLst>
              <c:ext xmlns:c16="http://schemas.microsoft.com/office/drawing/2014/chart" uri="{C3380CC4-5D6E-409C-BE32-E72D297353CC}">
                <c16:uniqueId val="{00000001-7303-4978-B272-FAB33E37CD32}"/>
              </c:ext>
            </c:extLst>
          </c:dPt>
          <c:dPt>
            <c:idx val="1"/>
            <c:bubble3D val="0"/>
            <c:spPr>
              <a:solidFill>
                <a:srgbClr val="92D050"/>
              </a:solidFill>
              <a:ln>
                <a:solidFill>
                  <a:srgbClr val="92D050"/>
                </a:solidFill>
              </a:ln>
              <a:effectLst/>
            </c:spPr>
            <c:extLst>
              <c:ext xmlns:c16="http://schemas.microsoft.com/office/drawing/2014/chart" uri="{C3380CC4-5D6E-409C-BE32-E72D297353CC}">
                <c16:uniqueId val="{00000003-7303-4978-B272-FAB33E37CD32}"/>
              </c:ext>
            </c:extLst>
          </c:dPt>
          <c:dPt>
            <c:idx val="2"/>
            <c:bubble3D val="0"/>
            <c:spPr>
              <a:solidFill>
                <a:srgbClr val="2980B9"/>
              </a:solidFill>
              <a:effectLst/>
            </c:spPr>
            <c:extLst>
              <c:ext xmlns:c16="http://schemas.microsoft.com/office/drawing/2014/chart" uri="{C3380CC4-5D6E-409C-BE32-E72D297353CC}">
                <c16:uniqueId val="{00000005-7303-4978-B272-FAB33E37CD32}"/>
              </c:ext>
            </c:extLst>
          </c:dPt>
          <c:dPt>
            <c:idx val="3"/>
            <c:bubble3D val="0"/>
            <c:spPr>
              <a:solidFill>
                <a:srgbClr val="AAAAAA"/>
              </a:solidFill>
              <a:effectLst/>
            </c:spPr>
            <c:extLst>
              <c:ext xmlns:c16="http://schemas.microsoft.com/office/drawing/2014/chart" uri="{C3380CC4-5D6E-409C-BE32-E72D297353CC}">
                <c16:uniqueId val="{00000007-7303-4978-B272-FAB33E37CD32}"/>
              </c:ext>
            </c:extLst>
          </c:dPt>
          <c:dLbls>
            <c:dLbl>
              <c:idx val="2"/>
              <c:layout>
                <c:manualLayout>
                  <c:x val="5.2912739618472419E-2"/>
                  <c:y val="0.17669802938831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303-4978-B272-FAB33E37CD32}"/>
                </c:ext>
              </c:extLst>
            </c:dLbl>
            <c:dLbl>
              <c:idx val="3"/>
              <c:layout>
                <c:manualLayout>
                  <c:x val="3.941271944660818E-2"/>
                  <c:y val="0.1735960815582640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303-4978-B272-FAB33E37CD32}"/>
                </c:ext>
              </c:extLst>
            </c:dLbl>
            <c:spPr>
              <a:noFill/>
              <a:ln>
                <a:noFill/>
              </a:ln>
              <a:effectLst/>
            </c:spPr>
            <c:txPr>
              <a:bodyPr wrap="square" lIns="38100" tIns="19050" rIns="38100" bIns="19050" anchor="ctr">
                <a:spAutoFit/>
              </a:bodyPr>
              <a:lstStyle/>
              <a:p>
                <a:pPr>
                  <a:defRPr sz="800">
                    <a:solidFill>
                      <a:schemeClr val="bg1"/>
                    </a:solidFill>
                  </a:defRPr>
                </a:pPr>
                <a:endParaRPr lang="es-MX"/>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Sheet1!$A$2:$A$5</c:f>
              <c:strCache>
                <c:ptCount val="4"/>
                <c:pt idx="0">
                  <c:v>Must</c:v>
                </c:pt>
                <c:pt idx="1">
                  <c:v>Should</c:v>
                </c:pt>
                <c:pt idx="2">
                  <c:v>Could</c:v>
                </c:pt>
                <c:pt idx="3">
                  <c:v>Won't</c:v>
                </c:pt>
              </c:strCache>
            </c:strRef>
          </c:cat>
          <c:val>
            <c:numRef>
              <c:f>Sheet1!$B$2:$B$5</c:f>
              <c:numCache>
                <c:formatCode>General</c:formatCode>
                <c:ptCount val="4"/>
                <c:pt idx="0">
                  <c:v>46</c:v>
                </c:pt>
                <c:pt idx="1">
                  <c:v>28</c:v>
                </c:pt>
                <c:pt idx="2">
                  <c:v>2</c:v>
                </c:pt>
                <c:pt idx="3">
                  <c:v>3</c:v>
                </c:pt>
              </c:numCache>
            </c:numRef>
          </c:val>
          <c:extLst>
            <c:ext xmlns:c16="http://schemas.microsoft.com/office/drawing/2014/chart" uri="{C3380CC4-5D6E-409C-BE32-E72D297353CC}">
              <c16:uniqueId val="{00000008-7303-4978-B272-FAB33E37CD32}"/>
            </c:ext>
          </c:extLst>
        </c:ser>
        <c:dLbls>
          <c:showLegendKey val="0"/>
          <c:showVal val="0"/>
          <c:showCatName val="0"/>
          <c:showSerName val="0"/>
          <c:showPercent val="0"/>
          <c:showBubbleSize val="0"/>
          <c:showLeaderLines val="1"/>
        </c:dLbls>
        <c:firstSliceAng val="0"/>
      </c:pieChart>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MoSCoW</c:v>
                </c:pt>
              </c:strCache>
            </c:strRef>
          </c:tx>
          <c:spPr>
            <a:solidFill>
              <a:schemeClr val="accent1"/>
            </a:solidFill>
            <a:ln w="9525" cap="flat">
              <a:solidFill>
                <a:srgbClr val="F9F9F9"/>
              </a:solidFill>
              <a:prstDash val="solid"/>
              <a:round/>
            </a:ln>
            <a:effectLst/>
          </c:spPr>
          <c:dPt>
            <c:idx val="0"/>
            <c:bubble3D val="0"/>
            <c:spPr>
              <a:solidFill>
                <a:srgbClr val="00B050"/>
              </a:solidFill>
              <a:effectLst/>
            </c:spPr>
            <c:extLst>
              <c:ext xmlns:c16="http://schemas.microsoft.com/office/drawing/2014/chart" uri="{C3380CC4-5D6E-409C-BE32-E72D297353CC}">
                <c16:uniqueId val="{00000001-F80D-4870-ABBF-A23F77279E1B}"/>
              </c:ext>
            </c:extLst>
          </c:dPt>
          <c:dPt>
            <c:idx val="1"/>
            <c:bubble3D val="0"/>
            <c:spPr>
              <a:solidFill>
                <a:srgbClr val="92D050"/>
              </a:solidFill>
              <a:ln>
                <a:solidFill>
                  <a:srgbClr val="92D050"/>
                </a:solidFill>
              </a:ln>
              <a:effectLst/>
            </c:spPr>
            <c:extLst>
              <c:ext xmlns:c16="http://schemas.microsoft.com/office/drawing/2014/chart" uri="{C3380CC4-5D6E-409C-BE32-E72D297353CC}">
                <c16:uniqueId val="{00000003-F80D-4870-ABBF-A23F77279E1B}"/>
              </c:ext>
            </c:extLst>
          </c:dPt>
          <c:dPt>
            <c:idx val="2"/>
            <c:bubble3D val="0"/>
            <c:spPr>
              <a:solidFill>
                <a:srgbClr val="2980B9"/>
              </a:solidFill>
              <a:effectLst/>
            </c:spPr>
            <c:extLst>
              <c:ext xmlns:c16="http://schemas.microsoft.com/office/drawing/2014/chart" uri="{C3380CC4-5D6E-409C-BE32-E72D297353CC}">
                <c16:uniqueId val="{00000005-F80D-4870-ABBF-A23F77279E1B}"/>
              </c:ext>
            </c:extLst>
          </c:dPt>
          <c:dPt>
            <c:idx val="3"/>
            <c:bubble3D val="0"/>
            <c:spPr>
              <a:solidFill>
                <a:srgbClr val="AAAAAA"/>
              </a:solidFill>
              <a:effectLst/>
            </c:spPr>
            <c:extLst>
              <c:ext xmlns:c16="http://schemas.microsoft.com/office/drawing/2014/chart" uri="{C3380CC4-5D6E-409C-BE32-E72D297353CC}">
                <c16:uniqueId val="{00000007-F80D-4870-ABBF-A23F77279E1B}"/>
              </c:ext>
            </c:extLst>
          </c:dPt>
          <c:dLbls>
            <c:dLbl>
              <c:idx val="3"/>
              <c:delete val="1"/>
              <c:extLst>
                <c:ext xmlns:c15="http://schemas.microsoft.com/office/drawing/2012/chart" uri="{CE6537A1-D6FC-4f65-9D91-7224C49458BB}"/>
                <c:ext xmlns:c16="http://schemas.microsoft.com/office/drawing/2014/chart" uri="{C3380CC4-5D6E-409C-BE32-E72D297353CC}">
                  <c16:uniqueId val="{00000007-F80D-4870-ABBF-A23F77279E1B}"/>
                </c:ext>
              </c:extLst>
            </c:dLbl>
            <c:spPr>
              <a:noFill/>
              <a:ln>
                <a:noFill/>
              </a:ln>
              <a:effectLst/>
            </c:spPr>
            <c:txPr>
              <a:bodyPr wrap="square" lIns="38100" tIns="19050" rIns="38100" bIns="19050" anchor="ctr">
                <a:spAutoFit/>
              </a:bodyPr>
              <a:lstStyle/>
              <a:p>
                <a:pPr>
                  <a:defRPr sz="800">
                    <a:solidFill>
                      <a:schemeClr val="bg1"/>
                    </a:solidFill>
                  </a:defRPr>
                </a:pPr>
                <a:endParaRPr lang="es-MX"/>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Sheet1!$A$2:$A$5</c:f>
              <c:strCache>
                <c:ptCount val="4"/>
                <c:pt idx="0">
                  <c:v>Must</c:v>
                </c:pt>
                <c:pt idx="1">
                  <c:v>Should</c:v>
                </c:pt>
                <c:pt idx="2">
                  <c:v>Could</c:v>
                </c:pt>
                <c:pt idx="3">
                  <c:v>Won't</c:v>
                </c:pt>
              </c:strCache>
            </c:strRef>
          </c:cat>
          <c:val>
            <c:numRef>
              <c:f>Sheet1!$B$2:$B$5</c:f>
              <c:numCache>
                <c:formatCode>General</c:formatCode>
                <c:ptCount val="4"/>
                <c:pt idx="0">
                  <c:v>11</c:v>
                </c:pt>
                <c:pt idx="1">
                  <c:v>10</c:v>
                </c:pt>
                <c:pt idx="2">
                  <c:v>1</c:v>
                </c:pt>
              </c:numCache>
            </c:numRef>
          </c:val>
          <c:extLst>
            <c:ext xmlns:c16="http://schemas.microsoft.com/office/drawing/2014/chart" uri="{C3380CC4-5D6E-409C-BE32-E72D297353CC}">
              <c16:uniqueId val="{00000008-F80D-4870-ABBF-A23F77279E1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span"/>
    <c:showDLblsOverMax val="1"/>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MoSCoW</c:v>
                </c:pt>
              </c:strCache>
            </c:strRef>
          </c:tx>
          <c:spPr>
            <a:solidFill>
              <a:schemeClr val="accent1"/>
            </a:solidFill>
            <a:ln w="9525" cap="flat">
              <a:solidFill>
                <a:srgbClr val="F9F9F9"/>
              </a:solidFill>
              <a:prstDash val="solid"/>
              <a:round/>
            </a:ln>
            <a:effectLst/>
          </c:spPr>
          <c:dPt>
            <c:idx val="0"/>
            <c:bubble3D val="0"/>
            <c:spPr>
              <a:solidFill>
                <a:srgbClr val="00B050"/>
              </a:solidFill>
              <a:effectLst/>
            </c:spPr>
            <c:extLst>
              <c:ext xmlns:c16="http://schemas.microsoft.com/office/drawing/2014/chart" uri="{C3380CC4-5D6E-409C-BE32-E72D297353CC}">
                <c16:uniqueId val="{00000001-6B74-4621-ABBE-D383ACEB87DD}"/>
              </c:ext>
            </c:extLst>
          </c:dPt>
          <c:dPt>
            <c:idx val="1"/>
            <c:bubble3D val="0"/>
            <c:spPr>
              <a:solidFill>
                <a:srgbClr val="92D050"/>
              </a:solidFill>
              <a:effectLst/>
            </c:spPr>
            <c:extLst>
              <c:ext xmlns:c16="http://schemas.microsoft.com/office/drawing/2014/chart" uri="{C3380CC4-5D6E-409C-BE32-E72D297353CC}">
                <c16:uniqueId val="{00000003-6B74-4621-ABBE-D383ACEB87DD}"/>
              </c:ext>
            </c:extLst>
          </c:dPt>
          <c:dPt>
            <c:idx val="2"/>
            <c:bubble3D val="0"/>
            <c:spPr>
              <a:solidFill>
                <a:srgbClr val="2980B9"/>
              </a:solidFill>
              <a:effectLst/>
            </c:spPr>
            <c:extLst>
              <c:ext xmlns:c16="http://schemas.microsoft.com/office/drawing/2014/chart" uri="{C3380CC4-5D6E-409C-BE32-E72D297353CC}">
                <c16:uniqueId val="{00000005-6B74-4621-ABBE-D383ACEB87DD}"/>
              </c:ext>
            </c:extLst>
          </c:dPt>
          <c:dPt>
            <c:idx val="3"/>
            <c:bubble3D val="0"/>
            <c:spPr>
              <a:solidFill>
                <a:srgbClr val="AAAAAA"/>
              </a:solidFill>
              <a:effectLst/>
            </c:spPr>
            <c:extLst>
              <c:ext xmlns:c16="http://schemas.microsoft.com/office/drawing/2014/chart" uri="{C3380CC4-5D6E-409C-BE32-E72D297353CC}">
                <c16:uniqueId val="{00000007-6B74-4621-ABBE-D383ACEB87DD}"/>
              </c:ext>
            </c:extLst>
          </c:dPt>
          <c:dLbls>
            <c:dLbl>
              <c:idx val="2"/>
              <c:delete val="1"/>
              <c:extLst>
                <c:ext xmlns:c15="http://schemas.microsoft.com/office/drawing/2012/chart" uri="{CE6537A1-D6FC-4f65-9D91-7224C49458BB}"/>
                <c:ext xmlns:c16="http://schemas.microsoft.com/office/drawing/2014/chart" uri="{C3380CC4-5D6E-409C-BE32-E72D297353CC}">
                  <c16:uniqueId val="{00000005-6B74-4621-ABBE-D383ACEB87DD}"/>
                </c:ext>
              </c:extLst>
            </c:dLbl>
            <c:spPr>
              <a:noFill/>
              <a:ln>
                <a:noFill/>
              </a:ln>
              <a:effectLst/>
            </c:spPr>
            <c:txPr>
              <a:bodyPr wrap="square" lIns="38100" tIns="19050" rIns="38100" bIns="19050" anchor="ctr">
                <a:spAutoFit/>
              </a:bodyPr>
              <a:lstStyle/>
              <a:p>
                <a:pPr>
                  <a:defRPr sz="800">
                    <a:solidFill>
                      <a:schemeClr val="bg1"/>
                    </a:solidFill>
                  </a:defRPr>
                </a:pPr>
                <a:endParaRPr lang="es-MX"/>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Sheet1!$A$2:$A$5</c:f>
              <c:strCache>
                <c:ptCount val="4"/>
                <c:pt idx="0">
                  <c:v>Must</c:v>
                </c:pt>
                <c:pt idx="1">
                  <c:v>Should</c:v>
                </c:pt>
                <c:pt idx="2">
                  <c:v>Could</c:v>
                </c:pt>
                <c:pt idx="3">
                  <c:v>Won't</c:v>
                </c:pt>
              </c:strCache>
            </c:strRef>
          </c:cat>
          <c:val>
            <c:numRef>
              <c:f>Sheet1!$B$2:$B$5</c:f>
              <c:numCache>
                <c:formatCode>General</c:formatCode>
                <c:ptCount val="4"/>
                <c:pt idx="0">
                  <c:v>11</c:v>
                </c:pt>
                <c:pt idx="1">
                  <c:v>10</c:v>
                </c:pt>
                <c:pt idx="3">
                  <c:v>1</c:v>
                </c:pt>
              </c:numCache>
            </c:numRef>
          </c:val>
          <c:extLst>
            <c:ext xmlns:c16="http://schemas.microsoft.com/office/drawing/2014/chart" uri="{C3380CC4-5D6E-409C-BE32-E72D297353CC}">
              <c16:uniqueId val="{00000008-6B74-4621-ABBE-D383ACEB87DD}"/>
            </c:ext>
          </c:extLst>
        </c:ser>
        <c:dLbls>
          <c:showLegendKey val="0"/>
          <c:showVal val="0"/>
          <c:showCatName val="0"/>
          <c:showSerName val="0"/>
          <c:showPercent val="0"/>
          <c:showBubbleSize val="0"/>
          <c:showLeaderLines val="1"/>
        </c:dLbls>
        <c:firstSliceAng val="0"/>
      </c:pieChart>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MoSCoW</c:v>
                </c:pt>
              </c:strCache>
            </c:strRef>
          </c:tx>
          <c:spPr>
            <a:solidFill>
              <a:schemeClr val="accent1"/>
            </a:solidFill>
            <a:ln w="9525" cap="flat">
              <a:solidFill>
                <a:srgbClr val="F9F9F9"/>
              </a:solidFill>
              <a:prstDash val="solid"/>
              <a:round/>
            </a:ln>
            <a:effectLst/>
          </c:spPr>
          <c:dPt>
            <c:idx val="0"/>
            <c:bubble3D val="0"/>
            <c:spPr>
              <a:solidFill>
                <a:srgbClr val="00B050"/>
              </a:solidFill>
              <a:effectLst/>
            </c:spPr>
            <c:extLst>
              <c:ext xmlns:c16="http://schemas.microsoft.com/office/drawing/2014/chart" uri="{C3380CC4-5D6E-409C-BE32-E72D297353CC}">
                <c16:uniqueId val="{00000001-09FA-4008-AB05-7075BB15131A}"/>
              </c:ext>
            </c:extLst>
          </c:dPt>
          <c:dPt>
            <c:idx val="1"/>
            <c:bubble3D val="0"/>
            <c:spPr>
              <a:solidFill>
                <a:srgbClr val="E8610A"/>
              </a:solidFill>
              <a:effectLst/>
            </c:spPr>
            <c:extLst>
              <c:ext xmlns:c16="http://schemas.microsoft.com/office/drawing/2014/chart" uri="{C3380CC4-5D6E-409C-BE32-E72D297353CC}">
                <c16:uniqueId val="{00000003-09FA-4008-AB05-7075BB15131A}"/>
              </c:ext>
            </c:extLst>
          </c:dPt>
          <c:dPt>
            <c:idx val="2"/>
            <c:bubble3D val="0"/>
            <c:spPr>
              <a:solidFill>
                <a:srgbClr val="2980B9"/>
              </a:solidFill>
              <a:effectLst/>
            </c:spPr>
            <c:extLst>
              <c:ext xmlns:c16="http://schemas.microsoft.com/office/drawing/2014/chart" uri="{C3380CC4-5D6E-409C-BE32-E72D297353CC}">
                <c16:uniqueId val="{00000005-09FA-4008-AB05-7075BB15131A}"/>
              </c:ext>
            </c:extLst>
          </c:dPt>
          <c:dPt>
            <c:idx val="3"/>
            <c:bubble3D val="0"/>
            <c:spPr>
              <a:solidFill>
                <a:srgbClr val="AAAAAA"/>
              </a:solidFill>
              <a:effectLst/>
            </c:spPr>
            <c:extLst>
              <c:ext xmlns:c16="http://schemas.microsoft.com/office/drawing/2014/chart" uri="{C3380CC4-5D6E-409C-BE32-E72D297353CC}">
                <c16:uniqueId val="{00000007-09FA-4008-AB05-7075BB15131A}"/>
              </c:ext>
            </c:extLst>
          </c:dPt>
          <c:dLbls>
            <c:dLbl>
              <c:idx val="1"/>
              <c:delete val="1"/>
              <c:extLst>
                <c:ext xmlns:c15="http://schemas.microsoft.com/office/drawing/2012/chart" uri="{CE6537A1-D6FC-4f65-9D91-7224C49458BB}"/>
                <c:ext xmlns:c16="http://schemas.microsoft.com/office/drawing/2014/chart" uri="{C3380CC4-5D6E-409C-BE32-E72D297353CC}">
                  <c16:uniqueId val="{00000003-09FA-4008-AB05-7075BB15131A}"/>
                </c:ext>
              </c:extLst>
            </c:dLbl>
            <c:dLbl>
              <c:idx val="2"/>
              <c:layout>
                <c:manualLayout>
                  <c:x val="9.4138475528330087E-2"/>
                  <c:y val="0.120103855280594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9FA-4008-AB05-7075BB15131A}"/>
                </c:ext>
              </c:extLst>
            </c:dLbl>
            <c:spPr>
              <a:noFill/>
              <a:ln>
                <a:noFill/>
              </a:ln>
              <a:effectLst/>
            </c:spPr>
            <c:txPr>
              <a:bodyPr wrap="square" lIns="38100" tIns="19050" rIns="38100" bIns="19050" anchor="ctr">
                <a:spAutoFit/>
              </a:bodyPr>
              <a:lstStyle/>
              <a:p>
                <a:pPr>
                  <a:defRPr sz="800">
                    <a:solidFill>
                      <a:schemeClr val="bg1"/>
                    </a:solidFill>
                  </a:defRPr>
                </a:pPr>
                <a:endParaRPr lang="es-MX"/>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Sheet1!$A$2:$A$5</c:f>
              <c:strCache>
                <c:ptCount val="4"/>
                <c:pt idx="0">
                  <c:v>Must</c:v>
                </c:pt>
                <c:pt idx="1">
                  <c:v>Should</c:v>
                </c:pt>
                <c:pt idx="2">
                  <c:v>Could</c:v>
                </c:pt>
                <c:pt idx="3">
                  <c:v>Won't</c:v>
                </c:pt>
              </c:strCache>
            </c:strRef>
          </c:cat>
          <c:val>
            <c:numRef>
              <c:f>Sheet1!$B$2:$B$5</c:f>
              <c:numCache>
                <c:formatCode>General</c:formatCode>
                <c:ptCount val="4"/>
                <c:pt idx="0">
                  <c:v>15</c:v>
                </c:pt>
                <c:pt idx="1">
                  <c:v>0</c:v>
                </c:pt>
                <c:pt idx="2">
                  <c:v>1</c:v>
                </c:pt>
                <c:pt idx="3">
                  <c:v>2</c:v>
                </c:pt>
              </c:numCache>
            </c:numRef>
          </c:val>
          <c:extLst>
            <c:ext xmlns:c16="http://schemas.microsoft.com/office/drawing/2014/chart" uri="{C3380CC4-5D6E-409C-BE32-E72D297353CC}">
              <c16:uniqueId val="{00000008-09FA-4008-AB05-7075BB15131A}"/>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span"/>
    <c:showDLblsOverMax val="1"/>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MoSCoW</c:v>
                </c:pt>
              </c:strCache>
            </c:strRef>
          </c:tx>
          <c:spPr>
            <a:solidFill>
              <a:schemeClr val="accent1"/>
            </a:solidFill>
            <a:ln w="9525" cap="flat">
              <a:solidFill>
                <a:srgbClr val="F9F9F9"/>
              </a:solidFill>
              <a:prstDash val="solid"/>
              <a:round/>
            </a:ln>
            <a:effectLst/>
          </c:spPr>
          <c:dPt>
            <c:idx val="0"/>
            <c:bubble3D val="0"/>
            <c:spPr>
              <a:solidFill>
                <a:srgbClr val="00B050"/>
              </a:solidFill>
              <a:effectLst/>
            </c:spPr>
            <c:extLst>
              <c:ext xmlns:c16="http://schemas.microsoft.com/office/drawing/2014/chart" uri="{C3380CC4-5D6E-409C-BE32-E72D297353CC}">
                <c16:uniqueId val="{00000001-DEAB-4437-A7A6-92189DC426FC}"/>
              </c:ext>
            </c:extLst>
          </c:dPt>
          <c:dPt>
            <c:idx val="1"/>
            <c:bubble3D val="0"/>
            <c:spPr>
              <a:solidFill>
                <a:srgbClr val="92D050"/>
              </a:solidFill>
              <a:ln>
                <a:solidFill>
                  <a:srgbClr val="92D050"/>
                </a:solidFill>
              </a:ln>
              <a:effectLst/>
            </c:spPr>
            <c:extLst>
              <c:ext xmlns:c16="http://schemas.microsoft.com/office/drawing/2014/chart" uri="{C3380CC4-5D6E-409C-BE32-E72D297353CC}">
                <c16:uniqueId val="{00000003-DEAB-4437-A7A6-92189DC426FC}"/>
              </c:ext>
            </c:extLst>
          </c:dPt>
          <c:dPt>
            <c:idx val="2"/>
            <c:bubble3D val="0"/>
            <c:spPr>
              <a:solidFill>
                <a:srgbClr val="2980B9"/>
              </a:solidFill>
              <a:effectLst/>
            </c:spPr>
            <c:extLst>
              <c:ext xmlns:c16="http://schemas.microsoft.com/office/drawing/2014/chart" uri="{C3380CC4-5D6E-409C-BE32-E72D297353CC}">
                <c16:uniqueId val="{00000005-DEAB-4437-A7A6-92189DC426FC}"/>
              </c:ext>
            </c:extLst>
          </c:dPt>
          <c:dPt>
            <c:idx val="3"/>
            <c:bubble3D val="0"/>
            <c:spPr>
              <a:solidFill>
                <a:srgbClr val="AAAAAA"/>
              </a:solidFill>
              <a:effectLst/>
            </c:spPr>
            <c:extLst>
              <c:ext xmlns:c16="http://schemas.microsoft.com/office/drawing/2014/chart" uri="{C3380CC4-5D6E-409C-BE32-E72D297353CC}">
                <c16:uniqueId val="{00000007-DEAB-4437-A7A6-92189DC426FC}"/>
              </c:ext>
            </c:extLst>
          </c:dPt>
          <c:dLbls>
            <c:dLbl>
              <c:idx val="2"/>
              <c:delete val="1"/>
              <c:extLst>
                <c:ext xmlns:c15="http://schemas.microsoft.com/office/drawing/2012/chart" uri="{CE6537A1-D6FC-4f65-9D91-7224C49458BB}"/>
                <c:ext xmlns:c16="http://schemas.microsoft.com/office/drawing/2014/chart" uri="{C3380CC4-5D6E-409C-BE32-E72D297353CC}">
                  <c16:uniqueId val="{00000005-DEAB-4437-A7A6-92189DC426FC}"/>
                </c:ext>
              </c:extLst>
            </c:dLbl>
            <c:dLbl>
              <c:idx val="3"/>
              <c:delete val="1"/>
              <c:extLst>
                <c:ext xmlns:c15="http://schemas.microsoft.com/office/drawing/2012/chart" uri="{CE6537A1-D6FC-4f65-9D91-7224C49458BB}"/>
                <c:ext xmlns:c16="http://schemas.microsoft.com/office/drawing/2014/chart" uri="{C3380CC4-5D6E-409C-BE32-E72D297353CC}">
                  <c16:uniqueId val="{00000007-DEAB-4437-A7A6-92189DC426FC}"/>
                </c:ext>
              </c:extLst>
            </c:dLbl>
            <c:spPr>
              <a:noFill/>
              <a:ln>
                <a:noFill/>
              </a:ln>
              <a:effectLst/>
            </c:spPr>
            <c:txPr>
              <a:bodyPr wrap="square" lIns="38100" tIns="19050" rIns="38100" bIns="19050" anchor="ctr">
                <a:spAutoFit/>
              </a:bodyPr>
              <a:lstStyle/>
              <a:p>
                <a:pPr>
                  <a:defRPr sz="800">
                    <a:solidFill>
                      <a:schemeClr val="bg1"/>
                    </a:solidFill>
                  </a:defRPr>
                </a:pPr>
                <a:endParaRPr lang="es-MX"/>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Sheet1!$A$2:$A$5</c:f>
              <c:strCache>
                <c:ptCount val="4"/>
                <c:pt idx="0">
                  <c:v>Must</c:v>
                </c:pt>
                <c:pt idx="1">
                  <c:v>Should</c:v>
                </c:pt>
                <c:pt idx="2">
                  <c:v>Could</c:v>
                </c:pt>
                <c:pt idx="3">
                  <c:v>Won't</c:v>
                </c:pt>
              </c:strCache>
            </c:strRef>
          </c:cat>
          <c:val>
            <c:numRef>
              <c:f>Sheet1!$B$2:$B$5</c:f>
              <c:numCache>
                <c:formatCode>General</c:formatCode>
                <c:ptCount val="4"/>
                <c:pt idx="0">
                  <c:v>9</c:v>
                </c:pt>
                <c:pt idx="1">
                  <c:v>3</c:v>
                </c:pt>
                <c:pt idx="2">
                  <c:v>0</c:v>
                </c:pt>
                <c:pt idx="3">
                  <c:v>0</c:v>
                </c:pt>
              </c:numCache>
            </c:numRef>
          </c:val>
          <c:extLst>
            <c:ext xmlns:c16="http://schemas.microsoft.com/office/drawing/2014/chart" uri="{C3380CC4-5D6E-409C-BE32-E72D297353CC}">
              <c16:uniqueId val="{00000008-DEAB-4437-A7A6-92189DC426FC}"/>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span"/>
    <c:showDLblsOverMax val="1"/>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MoSCoW</c:v>
                </c:pt>
              </c:strCache>
            </c:strRef>
          </c:tx>
          <c:spPr>
            <a:solidFill>
              <a:schemeClr val="accent1"/>
            </a:solidFill>
            <a:ln w="9525" cap="flat">
              <a:solidFill>
                <a:srgbClr val="F9F9F9"/>
              </a:solidFill>
              <a:prstDash val="solid"/>
              <a:round/>
            </a:ln>
            <a:effectLst/>
          </c:spPr>
          <c:dPt>
            <c:idx val="0"/>
            <c:bubble3D val="0"/>
            <c:spPr>
              <a:solidFill>
                <a:srgbClr val="C0392B"/>
              </a:solidFill>
              <a:effectLst/>
            </c:spPr>
            <c:extLst>
              <c:ext xmlns:c16="http://schemas.microsoft.com/office/drawing/2014/chart" uri="{C3380CC4-5D6E-409C-BE32-E72D297353CC}">
                <c16:uniqueId val="{00000001-467D-471B-8EBD-D25E6F56C9FC}"/>
              </c:ext>
            </c:extLst>
          </c:dPt>
          <c:dPt>
            <c:idx val="1"/>
            <c:bubble3D val="0"/>
            <c:spPr>
              <a:solidFill>
                <a:srgbClr val="92D050"/>
              </a:solidFill>
              <a:ln>
                <a:solidFill>
                  <a:srgbClr val="92D050"/>
                </a:solidFill>
              </a:ln>
              <a:effectLst/>
            </c:spPr>
            <c:extLst>
              <c:ext xmlns:c16="http://schemas.microsoft.com/office/drawing/2014/chart" uri="{C3380CC4-5D6E-409C-BE32-E72D297353CC}">
                <c16:uniqueId val="{00000003-467D-471B-8EBD-D25E6F56C9FC}"/>
              </c:ext>
            </c:extLst>
          </c:dPt>
          <c:dPt>
            <c:idx val="2"/>
            <c:bubble3D val="0"/>
            <c:spPr>
              <a:solidFill>
                <a:srgbClr val="2980B9"/>
              </a:solidFill>
              <a:effectLst/>
            </c:spPr>
            <c:extLst>
              <c:ext xmlns:c16="http://schemas.microsoft.com/office/drawing/2014/chart" uri="{C3380CC4-5D6E-409C-BE32-E72D297353CC}">
                <c16:uniqueId val="{00000005-467D-471B-8EBD-D25E6F56C9FC}"/>
              </c:ext>
            </c:extLst>
          </c:dPt>
          <c:dPt>
            <c:idx val="3"/>
            <c:bubble3D val="0"/>
            <c:spPr>
              <a:solidFill>
                <a:srgbClr val="AAAAAA"/>
              </a:solidFill>
              <a:effectLst/>
            </c:spPr>
            <c:extLst>
              <c:ext xmlns:c16="http://schemas.microsoft.com/office/drawing/2014/chart" uri="{C3380CC4-5D6E-409C-BE32-E72D297353CC}">
                <c16:uniqueId val="{00000007-467D-471B-8EBD-D25E6F56C9FC}"/>
              </c:ext>
            </c:extLst>
          </c:dPt>
          <c:dLbls>
            <c:dLbl>
              <c:idx val="0"/>
              <c:delete val="1"/>
              <c:extLst>
                <c:ext xmlns:c15="http://schemas.microsoft.com/office/drawing/2012/chart" uri="{CE6537A1-D6FC-4f65-9D91-7224C49458BB}"/>
                <c:ext xmlns:c16="http://schemas.microsoft.com/office/drawing/2014/chart" uri="{C3380CC4-5D6E-409C-BE32-E72D297353CC}">
                  <c16:uniqueId val="{00000001-467D-471B-8EBD-D25E6F56C9FC}"/>
                </c:ext>
              </c:extLst>
            </c:dLbl>
            <c:dLbl>
              <c:idx val="1"/>
              <c:spPr>
                <a:noFill/>
                <a:ln>
                  <a:noFill/>
                </a:ln>
                <a:effectLst/>
              </c:spPr>
              <c:txPr>
                <a:bodyPr wrap="square" lIns="38100" tIns="19050" rIns="38100" bIns="19050" anchor="ctr">
                  <a:spAutoFit/>
                </a:bodyPr>
                <a:lstStyle/>
                <a:p>
                  <a:pPr>
                    <a:defRPr sz="800">
                      <a:solidFill>
                        <a:schemeClr val="bg1"/>
                      </a:solidFill>
                    </a:defRPr>
                  </a:pPr>
                  <a:endParaRPr lang="es-MX"/>
                </a:p>
              </c:txPr>
              <c:showLegendKey val="0"/>
              <c:showVal val="1"/>
              <c:showCatName val="0"/>
              <c:showSerName val="0"/>
              <c:showPercent val="0"/>
              <c:showBubbleSize val="0"/>
              <c:extLst>
                <c:ext xmlns:c16="http://schemas.microsoft.com/office/drawing/2014/chart" uri="{C3380CC4-5D6E-409C-BE32-E72D297353CC}">
                  <c16:uniqueId val="{00000003-467D-471B-8EBD-D25E6F56C9FC}"/>
                </c:ext>
              </c:extLst>
            </c:dLbl>
            <c:dLbl>
              <c:idx val="2"/>
              <c:delete val="1"/>
              <c:extLst>
                <c:ext xmlns:c15="http://schemas.microsoft.com/office/drawing/2012/chart" uri="{CE6537A1-D6FC-4f65-9D91-7224C49458BB}"/>
                <c:ext xmlns:c16="http://schemas.microsoft.com/office/drawing/2014/chart" uri="{C3380CC4-5D6E-409C-BE32-E72D297353CC}">
                  <c16:uniqueId val="{00000005-467D-471B-8EBD-D25E6F56C9FC}"/>
                </c:ext>
              </c:extLst>
            </c:dLbl>
            <c:dLbl>
              <c:idx val="3"/>
              <c:delete val="1"/>
              <c:extLst>
                <c:ext xmlns:c15="http://schemas.microsoft.com/office/drawing/2012/chart" uri="{CE6537A1-D6FC-4f65-9D91-7224C49458BB}"/>
                <c:ext xmlns:c16="http://schemas.microsoft.com/office/drawing/2014/chart" uri="{C3380CC4-5D6E-409C-BE32-E72D297353CC}">
                  <c16:uniqueId val="{00000007-467D-471B-8EBD-D25E6F56C9FC}"/>
                </c:ext>
              </c:extLst>
            </c:dLbl>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Sheet1!$A$2:$A$5</c:f>
              <c:strCache>
                <c:ptCount val="4"/>
                <c:pt idx="0">
                  <c:v>Must</c:v>
                </c:pt>
                <c:pt idx="1">
                  <c:v>Should</c:v>
                </c:pt>
                <c:pt idx="2">
                  <c:v>Could</c:v>
                </c:pt>
                <c:pt idx="3">
                  <c:v>Won't</c:v>
                </c:pt>
              </c:strCache>
            </c:strRef>
          </c:cat>
          <c:val>
            <c:numRef>
              <c:f>Sheet1!$B$2:$B$5</c:f>
              <c:numCache>
                <c:formatCode>General</c:formatCode>
                <c:ptCount val="4"/>
                <c:pt idx="0">
                  <c:v>0</c:v>
                </c:pt>
                <c:pt idx="1">
                  <c:v>5</c:v>
                </c:pt>
                <c:pt idx="2">
                  <c:v>0</c:v>
                </c:pt>
                <c:pt idx="3">
                  <c:v>0</c:v>
                </c:pt>
              </c:numCache>
            </c:numRef>
          </c:val>
          <c:extLst>
            <c:ext xmlns:c16="http://schemas.microsoft.com/office/drawing/2014/chart" uri="{C3380CC4-5D6E-409C-BE32-E72D297353CC}">
              <c16:uniqueId val="{00000008-467D-471B-8EBD-D25E6F56C9FC}"/>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span"/>
    <c:showDLblsOverMax val="1"/>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Complejidad</c:v>
                </c:pt>
              </c:strCache>
            </c:strRef>
          </c:tx>
          <c:spPr>
            <a:solidFill>
              <a:schemeClr val="accent1"/>
            </a:solidFill>
            <a:ln w="9525" cap="flat">
              <a:solidFill>
                <a:srgbClr val="F9F9F9"/>
              </a:solidFill>
              <a:prstDash val="solid"/>
              <a:round/>
            </a:ln>
            <a:effectLst/>
          </c:spPr>
          <c:dPt>
            <c:idx val="0"/>
            <c:bubble3D val="0"/>
            <c:spPr>
              <a:solidFill>
                <a:srgbClr val="C0392B"/>
              </a:solidFill>
              <a:effectLst/>
            </c:spPr>
            <c:extLst>
              <c:ext xmlns:c16="http://schemas.microsoft.com/office/drawing/2014/chart" uri="{C3380CC4-5D6E-409C-BE32-E72D297353CC}">
                <c16:uniqueId val="{00000001-D55A-426A-AE45-EADB7CA20B42}"/>
              </c:ext>
            </c:extLst>
          </c:dPt>
          <c:dPt>
            <c:idx val="1"/>
            <c:bubble3D val="0"/>
            <c:spPr>
              <a:solidFill>
                <a:srgbClr val="E8610A"/>
              </a:solidFill>
              <a:effectLst/>
            </c:spPr>
            <c:extLst>
              <c:ext xmlns:c16="http://schemas.microsoft.com/office/drawing/2014/chart" uri="{C3380CC4-5D6E-409C-BE32-E72D297353CC}">
                <c16:uniqueId val="{00000003-D55A-426A-AE45-EADB7CA20B42}"/>
              </c:ext>
            </c:extLst>
          </c:dPt>
          <c:dPt>
            <c:idx val="2"/>
            <c:bubble3D val="0"/>
            <c:spPr>
              <a:solidFill>
                <a:srgbClr val="27AE60"/>
              </a:solidFill>
              <a:effectLst/>
            </c:spPr>
            <c:extLst>
              <c:ext xmlns:c16="http://schemas.microsoft.com/office/drawing/2014/chart" uri="{C3380CC4-5D6E-409C-BE32-E72D297353CC}">
                <c16:uniqueId val="{00000005-D55A-426A-AE45-EADB7CA20B42}"/>
              </c:ext>
            </c:extLst>
          </c:dPt>
          <c:dLbls>
            <c:dLbl>
              <c:idx val="0"/>
              <c:delete val="1"/>
              <c:extLst>
                <c:ext xmlns:c15="http://schemas.microsoft.com/office/drawing/2012/chart" uri="{CE6537A1-D6FC-4f65-9D91-7224C49458BB}"/>
                <c:ext xmlns:c16="http://schemas.microsoft.com/office/drawing/2014/chart" uri="{C3380CC4-5D6E-409C-BE32-E72D297353CC}">
                  <c16:uniqueId val="{00000001-D55A-426A-AE45-EADB7CA20B42}"/>
                </c:ext>
              </c:extLst>
            </c:dLbl>
            <c:dLbl>
              <c:idx val="1"/>
              <c:spPr>
                <a:noFill/>
                <a:ln>
                  <a:noFill/>
                </a:ln>
                <a:effectLst/>
              </c:spPr>
              <c:txPr>
                <a:bodyPr wrap="square" lIns="38100" tIns="19050" rIns="38100" bIns="19050" anchor="ctr">
                  <a:spAutoFit/>
                </a:bodyPr>
                <a:lstStyle/>
                <a:p>
                  <a:pPr>
                    <a:defRPr sz="800">
                      <a:solidFill>
                        <a:schemeClr val="bg1"/>
                      </a:solidFill>
                    </a:defRPr>
                  </a:pPr>
                  <a:endParaRPr lang="es-MX"/>
                </a:p>
              </c:txPr>
              <c:showLegendKey val="0"/>
              <c:showVal val="1"/>
              <c:showCatName val="0"/>
              <c:showSerName val="0"/>
              <c:showPercent val="0"/>
              <c:showBubbleSize val="0"/>
              <c:extLst>
                <c:ext xmlns:c16="http://schemas.microsoft.com/office/drawing/2014/chart" uri="{C3380CC4-5D6E-409C-BE32-E72D297353CC}">
                  <c16:uniqueId val="{00000003-D55A-426A-AE45-EADB7CA20B42}"/>
                </c:ext>
              </c:extLst>
            </c:dLbl>
            <c:dLbl>
              <c:idx val="2"/>
              <c:delete val="1"/>
              <c:extLst>
                <c:ext xmlns:c15="http://schemas.microsoft.com/office/drawing/2012/chart" uri="{CE6537A1-D6FC-4f65-9D91-7224C49458BB}"/>
                <c:ext xmlns:c16="http://schemas.microsoft.com/office/drawing/2014/chart" uri="{C3380CC4-5D6E-409C-BE32-E72D297353CC}">
                  <c16:uniqueId val="{00000005-D55A-426A-AE45-EADB7CA20B42}"/>
                </c:ext>
              </c:extLst>
            </c:dLbl>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Sheet1!$A$2:$A$4</c:f>
              <c:strCache>
                <c:ptCount val="3"/>
                <c:pt idx="0">
                  <c:v>Alta</c:v>
                </c:pt>
                <c:pt idx="1">
                  <c:v>Media</c:v>
                </c:pt>
                <c:pt idx="2">
                  <c:v>Baja</c:v>
                </c:pt>
              </c:strCache>
            </c:strRef>
          </c:cat>
          <c:val>
            <c:numRef>
              <c:f>Sheet1!$B$2:$B$4</c:f>
              <c:numCache>
                <c:formatCode>General</c:formatCode>
                <c:ptCount val="3"/>
                <c:pt idx="0">
                  <c:v>0</c:v>
                </c:pt>
                <c:pt idx="1">
                  <c:v>5</c:v>
                </c:pt>
                <c:pt idx="2">
                  <c:v>0</c:v>
                </c:pt>
              </c:numCache>
            </c:numRef>
          </c:val>
          <c:extLst>
            <c:ext xmlns:c16="http://schemas.microsoft.com/office/drawing/2014/chart" uri="{C3380CC4-5D6E-409C-BE32-E72D297353CC}">
              <c16:uniqueId val="{00000006-D55A-426A-AE45-EADB7CA20B42}"/>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2"/>
            <a:ext cx="4068339" cy="356357"/>
          </a:xfrm>
          <a:prstGeom prst="rect">
            <a:avLst/>
          </a:prstGeom>
        </p:spPr>
        <p:txBody>
          <a:bodyPr vert="horz" lIns="94218" tIns="47108" rIns="94218" bIns="47108" rtlCol="0"/>
          <a:lstStyle>
            <a:lvl1pPr algn="l">
              <a:defRPr sz="1200"/>
            </a:lvl1pPr>
          </a:lstStyle>
          <a:p>
            <a:endParaRPr lang="es-MX"/>
          </a:p>
        </p:txBody>
      </p:sp>
      <p:sp>
        <p:nvSpPr>
          <p:cNvPr id="3" name="Date Placeholder 2"/>
          <p:cNvSpPr>
            <a:spLocks noGrp="1"/>
          </p:cNvSpPr>
          <p:nvPr>
            <p:ph type="dt" idx="1"/>
          </p:nvPr>
        </p:nvSpPr>
        <p:spPr>
          <a:xfrm>
            <a:off x="5317966" y="2"/>
            <a:ext cx="4068339" cy="356357"/>
          </a:xfrm>
          <a:prstGeom prst="rect">
            <a:avLst/>
          </a:prstGeom>
        </p:spPr>
        <p:txBody>
          <a:bodyPr vert="horz" lIns="94218" tIns="47108" rIns="94218" bIns="47108" rtlCol="0"/>
          <a:lstStyle>
            <a:lvl1pPr algn="r">
              <a:defRPr sz="1200"/>
            </a:lvl1pPr>
          </a:lstStyle>
          <a:p>
            <a:fld id="{9FC16A05-8790-4117-92B3-5F66A2A22E6C}" type="datetimeFigureOut">
              <a:rPr lang="es-MX" smtClean="0"/>
              <a:t>12/08/2026</a:t>
            </a:fld>
            <a:endParaRPr lang="es-MX"/>
          </a:p>
        </p:txBody>
      </p:sp>
      <p:sp>
        <p:nvSpPr>
          <p:cNvPr id="4" name="Slide Image Placeholder 3"/>
          <p:cNvSpPr>
            <a:spLocks noGrp="1" noRot="1" noChangeAspect="1"/>
          </p:cNvSpPr>
          <p:nvPr>
            <p:ph type="sldImg" idx="2"/>
          </p:nvPr>
        </p:nvSpPr>
        <p:spPr>
          <a:xfrm>
            <a:off x="2563813" y="887413"/>
            <a:ext cx="4260850" cy="2397125"/>
          </a:xfrm>
          <a:prstGeom prst="rect">
            <a:avLst/>
          </a:prstGeom>
          <a:noFill/>
          <a:ln w="12700">
            <a:solidFill>
              <a:prstClr val="black"/>
            </a:solidFill>
          </a:ln>
        </p:spPr>
        <p:txBody>
          <a:bodyPr vert="horz" lIns="94218" tIns="47108" rIns="94218" bIns="47108" rtlCol="0" anchor="ctr"/>
          <a:lstStyle/>
          <a:p>
            <a:endParaRPr lang="en-US"/>
          </a:p>
        </p:txBody>
      </p:sp>
      <p:sp>
        <p:nvSpPr>
          <p:cNvPr id="5" name="Notes Placeholder 4"/>
          <p:cNvSpPr>
            <a:spLocks noGrp="1"/>
          </p:cNvSpPr>
          <p:nvPr>
            <p:ph type="body" sz="quarter" idx="3"/>
          </p:nvPr>
        </p:nvSpPr>
        <p:spPr>
          <a:xfrm>
            <a:off x="938848" y="3418066"/>
            <a:ext cx="7510780" cy="2796600"/>
          </a:xfrm>
          <a:prstGeom prst="rect">
            <a:avLst/>
          </a:prstGeom>
        </p:spPr>
        <p:txBody>
          <a:bodyPr vert="horz" lIns="94218" tIns="47108" rIns="94218" bIns="47108" rtlCol="0"/>
          <a:lstStyle/>
          <a:p>
            <a:pPr lvl="0"/>
            <a:r>
              <a:rPr lang="es-MX"/>
              <a:t>Click to edit Master text styles</a:t>
            </a:r>
          </a:p>
          <a:p>
            <a:pPr lvl="1"/>
            <a:r>
              <a:rPr lang="es-MX"/>
              <a:t>Second level</a:t>
            </a:r>
          </a:p>
          <a:p>
            <a:pPr lvl="2"/>
            <a:r>
              <a:rPr lang="es-MX"/>
              <a:t>Third level</a:t>
            </a:r>
          </a:p>
          <a:p>
            <a:pPr lvl="3"/>
            <a:r>
              <a:rPr lang="es-MX"/>
              <a:t>Fourth level</a:t>
            </a:r>
          </a:p>
          <a:p>
            <a:pPr lvl="4"/>
            <a:r>
              <a:rPr lang="es-MX"/>
              <a:t>Fifth level</a:t>
            </a:r>
          </a:p>
        </p:txBody>
      </p:sp>
      <p:sp>
        <p:nvSpPr>
          <p:cNvPr id="6" name="Footer Placeholder 5"/>
          <p:cNvSpPr>
            <a:spLocks noGrp="1"/>
          </p:cNvSpPr>
          <p:nvPr>
            <p:ph type="ftr" sz="quarter" idx="4"/>
          </p:nvPr>
        </p:nvSpPr>
        <p:spPr>
          <a:xfrm>
            <a:off x="2" y="6746119"/>
            <a:ext cx="4068339" cy="356356"/>
          </a:xfrm>
          <a:prstGeom prst="rect">
            <a:avLst/>
          </a:prstGeom>
        </p:spPr>
        <p:txBody>
          <a:bodyPr vert="horz" lIns="94218" tIns="47108" rIns="94218" bIns="47108" rtlCol="0" anchor="b"/>
          <a:lstStyle>
            <a:lvl1pPr algn="l">
              <a:defRPr sz="1200"/>
            </a:lvl1pPr>
          </a:lstStyle>
          <a:p>
            <a:endParaRPr lang="es-MX"/>
          </a:p>
        </p:txBody>
      </p:sp>
      <p:sp>
        <p:nvSpPr>
          <p:cNvPr id="7" name="Slide Number Placeholder 6"/>
          <p:cNvSpPr>
            <a:spLocks noGrp="1"/>
          </p:cNvSpPr>
          <p:nvPr>
            <p:ph type="sldNum" sz="quarter" idx="5"/>
          </p:nvPr>
        </p:nvSpPr>
        <p:spPr>
          <a:xfrm>
            <a:off x="5317966" y="6746119"/>
            <a:ext cx="4068339" cy="356356"/>
          </a:xfrm>
          <a:prstGeom prst="rect">
            <a:avLst/>
          </a:prstGeom>
        </p:spPr>
        <p:txBody>
          <a:bodyPr vert="horz" lIns="94218" tIns="47108" rIns="94218" bIns="47108" rtlCol="0" anchor="b"/>
          <a:lstStyle>
            <a:lvl1pPr algn="r">
              <a:defRPr sz="1200"/>
            </a:lvl1pPr>
          </a:lstStyle>
          <a:p>
            <a:fld id="{6072C5D8-91B8-40D4-9C9A-31EB0EF7358E}" type="slidenum">
              <a:rPr lang="es-MX" smtClean="0"/>
              <a:t>‹#›</a:t>
            </a:fld>
            <a:endParaRPr lang="es-MX"/>
          </a:p>
        </p:txBody>
      </p:sp>
    </p:spTree>
    <p:extLst>
      <p:ext uri="{BB962C8B-B14F-4D97-AF65-F5344CB8AC3E}">
        <p14:creationId xmlns:p14="http://schemas.microsoft.com/office/powerpoint/2010/main" val="3044882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MX"/>
          </a:p>
        </p:txBody>
      </p:sp>
      <p:sp>
        <p:nvSpPr>
          <p:cNvPr id="3" name="Notes Placeholder 2"/>
          <p:cNvSpPr>
            <a:spLocks noGrp="1"/>
          </p:cNvSpPr>
          <p:nvPr>
            <p:ph type="body" idx="1"/>
          </p:nvPr>
        </p:nvSpPr>
        <p:spPr/>
        <p:txBody>
          <a:bodyPr/>
          <a:lstStyle/>
          <a:p>
            <a:endParaRPr lang="es-MX"/>
          </a:p>
        </p:txBody>
      </p:sp>
      <p:sp>
        <p:nvSpPr>
          <p:cNvPr id="4" name="Slide Number Placeholder 3"/>
          <p:cNvSpPr>
            <a:spLocks noGrp="1"/>
          </p:cNvSpPr>
          <p:nvPr>
            <p:ph type="sldNum" sz="quarter" idx="5"/>
          </p:nvPr>
        </p:nvSpPr>
        <p:spPr/>
        <p:txBody>
          <a:bodyPr/>
          <a:lstStyle/>
          <a:p>
            <a:fld id="{6072C5D8-91B8-40D4-9C9A-31EB0EF7358E}" type="slidenum">
              <a:rPr lang="es-MX" smtClean="0"/>
              <a:t>1</a:t>
            </a:fld>
            <a:endParaRPr lang="es-MX"/>
          </a:p>
        </p:txBody>
      </p:sp>
    </p:spTree>
    <p:extLst>
      <p:ext uri="{BB962C8B-B14F-4D97-AF65-F5344CB8AC3E}">
        <p14:creationId xmlns:p14="http://schemas.microsoft.com/office/powerpoint/2010/main" val="4196530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s-MX"/>
          </a:p>
        </p:txBody>
      </p:sp>
      <p:sp>
        <p:nvSpPr>
          <p:cNvPr id="4" name="Slide Number Placeholder 3"/>
          <p:cNvSpPr>
            <a:spLocks noGrp="1"/>
          </p:cNvSpPr>
          <p:nvPr>
            <p:ph type="sldNum" sz="quarter" idx="5"/>
          </p:nvPr>
        </p:nvSpPr>
        <p:spPr/>
        <p:txBody>
          <a:bodyPr/>
          <a:lstStyle/>
          <a:p>
            <a:fld id="{6072C5D8-91B8-40D4-9C9A-31EB0EF7358E}" type="slidenum">
              <a:rPr lang="es-MX" smtClean="0"/>
              <a:t>2</a:t>
            </a:fld>
            <a:endParaRPr lang="es-MX"/>
          </a:p>
        </p:txBody>
      </p:sp>
    </p:spTree>
    <p:extLst>
      <p:ext uri="{BB962C8B-B14F-4D97-AF65-F5344CB8AC3E}">
        <p14:creationId xmlns:p14="http://schemas.microsoft.com/office/powerpoint/2010/main" val="927365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s-MX"/>
          </a:p>
        </p:txBody>
      </p:sp>
      <p:sp>
        <p:nvSpPr>
          <p:cNvPr id="4" name="Slide Number Placeholder 3"/>
          <p:cNvSpPr>
            <a:spLocks noGrp="1"/>
          </p:cNvSpPr>
          <p:nvPr>
            <p:ph type="sldNum" sz="quarter" idx="5"/>
          </p:nvPr>
        </p:nvSpPr>
        <p:spPr/>
        <p:txBody>
          <a:bodyPr/>
          <a:lstStyle/>
          <a:p>
            <a:fld id="{6072C5D8-91B8-40D4-9C9A-31EB0EF7358E}" type="slidenum">
              <a:rPr lang="es-MX" smtClean="0"/>
              <a:t>3</a:t>
            </a:fld>
            <a:endParaRPr lang="es-MX"/>
          </a:p>
        </p:txBody>
      </p:sp>
    </p:spTree>
    <p:extLst>
      <p:ext uri="{BB962C8B-B14F-4D97-AF65-F5344CB8AC3E}">
        <p14:creationId xmlns:p14="http://schemas.microsoft.com/office/powerpoint/2010/main" val="3576178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9E633-469A-B16E-2E05-197AB7E092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6DDAD-3A0D-67C8-8E72-D372B037045F}"/>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3E054D78-A0FE-4625-4FFC-120D34965824}"/>
              </a:ext>
            </a:extLst>
          </p:cNvPr>
          <p:cNvSpPr>
            <a:spLocks noGrp="1"/>
          </p:cNvSpPr>
          <p:nvPr>
            <p:ph type="body" idx="1"/>
          </p:nvPr>
        </p:nvSpPr>
        <p:spPr/>
        <p:txBody>
          <a:bodyPr/>
          <a:lstStyle/>
          <a:p>
            <a:endParaRPr lang="es-MX"/>
          </a:p>
        </p:txBody>
      </p:sp>
      <p:sp>
        <p:nvSpPr>
          <p:cNvPr id="4" name="Slide Number Placeholder 3">
            <a:extLst>
              <a:ext uri="{FF2B5EF4-FFF2-40B4-BE49-F238E27FC236}">
                <a16:creationId xmlns:a16="http://schemas.microsoft.com/office/drawing/2014/main" id="{D57F8FF8-33DE-7337-FD55-7DADB32AAC8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2C5D8-91B8-40D4-9C9A-31EB0EF7358E}"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s-MX"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961786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881C0-D78E-ED33-DD19-1E84A78A83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A0BB28-ADEA-A435-595E-47B95E5E888D}"/>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0346D7CB-3BF5-47D6-743A-31E9D527068B}"/>
              </a:ext>
            </a:extLst>
          </p:cNvPr>
          <p:cNvSpPr>
            <a:spLocks noGrp="1"/>
          </p:cNvSpPr>
          <p:nvPr>
            <p:ph type="body" idx="1"/>
          </p:nvPr>
        </p:nvSpPr>
        <p:spPr/>
        <p:txBody>
          <a:bodyPr/>
          <a:lstStyle/>
          <a:p>
            <a:endParaRPr lang="es-MX"/>
          </a:p>
        </p:txBody>
      </p:sp>
      <p:sp>
        <p:nvSpPr>
          <p:cNvPr id="4" name="Slide Number Placeholder 3">
            <a:extLst>
              <a:ext uri="{FF2B5EF4-FFF2-40B4-BE49-F238E27FC236}">
                <a16:creationId xmlns:a16="http://schemas.microsoft.com/office/drawing/2014/main" id="{82049A62-BDAD-10B1-690F-E4E40EE56B28}"/>
              </a:ext>
            </a:extLst>
          </p:cNvPr>
          <p:cNvSpPr>
            <a:spLocks noGrp="1"/>
          </p:cNvSpPr>
          <p:nvPr>
            <p:ph type="sldNum" sz="quarter" idx="5"/>
          </p:nvPr>
        </p:nvSpPr>
        <p:spPr/>
        <p:txBody>
          <a:bodyPr/>
          <a:lstStyle/>
          <a:p>
            <a:fld id="{6072C5D8-91B8-40D4-9C9A-31EB0EF7358E}" type="slidenum">
              <a:rPr lang="es-MX" smtClean="0"/>
              <a:t>5</a:t>
            </a:fld>
            <a:endParaRPr lang="es-MX"/>
          </a:p>
        </p:txBody>
      </p:sp>
    </p:spTree>
    <p:extLst>
      <p:ext uri="{BB962C8B-B14F-4D97-AF65-F5344CB8AC3E}">
        <p14:creationId xmlns:p14="http://schemas.microsoft.com/office/powerpoint/2010/main" val="25516028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9B42E-64CC-4C69-E2BD-811A950B93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7A5EEB-2D95-705B-C75B-FCF072FD770F}"/>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67063A44-86AB-2488-B005-98B64D930722}"/>
              </a:ext>
            </a:extLst>
          </p:cNvPr>
          <p:cNvSpPr>
            <a:spLocks noGrp="1"/>
          </p:cNvSpPr>
          <p:nvPr>
            <p:ph type="body" idx="1"/>
          </p:nvPr>
        </p:nvSpPr>
        <p:spPr/>
        <p:txBody>
          <a:bodyPr/>
          <a:lstStyle/>
          <a:p>
            <a:endParaRPr lang="es-MX"/>
          </a:p>
        </p:txBody>
      </p:sp>
      <p:sp>
        <p:nvSpPr>
          <p:cNvPr id="4" name="Slide Number Placeholder 3">
            <a:extLst>
              <a:ext uri="{FF2B5EF4-FFF2-40B4-BE49-F238E27FC236}">
                <a16:creationId xmlns:a16="http://schemas.microsoft.com/office/drawing/2014/main" id="{D2DF013E-1AC9-6ED0-3EE9-4280D4FD1E7E}"/>
              </a:ext>
            </a:extLst>
          </p:cNvPr>
          <p:cNvSpPr>
            <a:spLocks noGrp="1"/>
          </p:cNvSpPr>
          <p:nvPr>
            <p:ph type="sldNum" sz="quarter" idx="5"/>
          </p:nvPr>
        </p:nvSpPr>
        <p:spPr/>
        <p:txBody>
          <a:bodyPr/>
          <a:lstStyle/>
          <a:p>
            <a:fld id="{6072C5D8-91B8-40D4-9C9A-31EB0EF7358E}" type="slidenum">
              <a:rPr lang="es-MX" smtClean="0"/>
              <a:t>6</a:t>
            </a:fld>
            <a:endParaRPr lang="es-MX"/>
          </a:p>
        </p:txBody>
      </p:sp>
    </p:spTree>
    <p:extLst>
      <p:ext uri="{BB962C8B-B14F-4D97-AF65-F5344CB8AC3E}">
        <p14:creationId xmlns:p14="http://schemas.microsoft.com/office/powerpoint/2010/main" val="15835143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4753B-911A-0CFF-CDA6-09DB180127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7CAEF0-201F-ECF8-1F4B-0C7BA574509C}"/>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8C86FCBA-6712-2C66-2313-6BADA6A0CFA9}"/>
              </a:ext>
            </a:extLst>
          </p:cNvPr>
          <p:cNvSpPr>
            <a:spLocks noGrp="1"/>
          </p:cNvSpPr>
          <p:nvPr>
            <p:ph type="body" idx="1"/>
          </p:nvPr>
        </p:nvSpPr>
        <p:spPr/>
        <p:txBody>
          <a:bodyPr/>
          <a:lstStyle/>
          <a:p>
            <a:endParaRPr lang="es-MX"/>
          </a:p>
        </p:txBody>
      </p:sp>
      <p:sp>
        <p:nvSpPr>
          <p:cNvPr id="4" name="Slide Number Placeholder 3">
            <a:extLst>
              <a:ext uri="{FF2B5EF4-FFF2-40B4-BE49-F238E27FC236}">
                <a16:creationId xmlns:a16="http://schemas.microsoft.com/office/drawing/2014/main" id="{2DBBF02E-46A7-4A73-E168-CD45A9656760}"/>
              </a:ext>
            </a:extLst>
          </p:cNvPr>
          <p:cNvSpPr>
            <a:spLocks noGrp="1"/>
          </p:cNvSpPr>
          <p:nvPr>
            <p:ph type="sldNum" sz="quarter" idx="5"/>
          </p:nvPr>
        </p:nvSpPr>
        <p:spPr/>
        <p:txBody>
          <a:bodyPr/>
          <a:lstStyle/>
          <a:p>
            <a:fld id="{6072C5D8-91B8-40D4-9C9A-31EB0EF7358E}" type="slidenum">
              <a:rPr lang="es-MX" smtClean="0"/>
              <a:t>7</a:t>
            </a:fld>
            <a:endParaRPr lang="es-MX"/>
          </a:p>
        </p:txBody>
      </p:sp>
    </p:spTree>
    <p:extLst>
      <p:ext uri="{BB962C8B-B14F-4D97-AF65-F5344CB8AC3E}">
        <p14:creationId xmlns:p14="http://schemas.microsoft.com/office/powerpoint/2010/main" val="1295985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s-MX"/>
          </a:p>
        </p:txBody>
      </p:sp>
      <p:sp>
        <p:nvSpPr>
          <p:cNvPr id="4" name="Slide Number Placeholder 3"/>
          <p:cNvSpPr>
            <a:spLocks noGrp="1"/>
          </p:cNvSpPr>
          <p:nvPr>
            <p:ph type="sldNum" sz="quarter" idx="5"/>
          </p:nvPr>
        </p:nvSpPr>
        <p:spPr/>
        <p:txBody>
          <a:bodyPr/>
          <a:lstStyle/>
          <a:p>
            <a:fld id="{6072C5D8-91B8-40D4-9C9A-31EB0EF7358E}" type="slidenum">
              <a:rPr lang="es-MX" smtClean="0"/>
              <a:t>8</a:t>
            </a:fld>
            <a:endParaRPr lang="es-MX"/>
          </a:p>
        </p:txBody>
      </p:sp>
    </p:spTree>
    <p:extLst>
      <p:ext uri="{BB962C8B-B14F-4D97-AF65-F5344CB8AC3E}">
        <p14:creationId xmlns:p14="http://schemas.microsoft.com/office/powerpoint/2010/main" val="380044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s-MX"/>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224CE58-D823-4FF8-A5EF-49389D3EC150}" type="slidenum">
              <a:rPr kumimoji="0" lang="es-MX"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s-MX"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995944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134DF-228A-E866-CCE0-81794EAA0D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C89F01-B9C6-7CE5-3702-851FE3ADFBD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018258-AA6E-DE3A-DDAF-A52E6B2D0980}"/>
              </a:ext>
            </a:extLst>
          </p:cNvPr>
          <p:cNvSpPr>
            <a:spLocks noGrp="1"/>
          </p:cNvSpPr>
          <p:nvPr>
            <p:ph type="body" idx="1"/>
          </p:nvPr>
        </p:nvSpPr>
        <p:spPr/>
        <p:txBody>
          <a:bodyPr/>
          <a:lstStyle/>
          <a:p>
            <a:endParaRPr lang="es-MX"/>
          </a:p>
        </p:txBody>
      </p:sp>
      <p:sp>
        <p:nvSpPr>
          <p:cNvPr id="4" name="Slide Number Placeholder 3">
            <a:extLst>
              <a:ext uri="{FF2B5EF4-FFF2-40B4-BE49-F238E27FC236}">
                <a16:creationId xmlns:a16="http://schemas.microsoft.com/office/drawing/2014/main" id="{351FF841-9705-FF87-C28F-3495C75385EC}"/>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224CE58-D823-4FF8-A5EF-49389D3EC150}" type="slidenum">
              <a:rPr kumimoji="0" lang="es-MX"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s-MX"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156510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s-MX"/>
          </a:p>
        </p:txBody>
      </p:sp>
      <p:sp>
        <p:nvSpPr>
          <p:cNvPr id="4" name="Slide Number Placeholder 3"/>
          <p:cNvSpPr>
            <a:spLocks noGrp="1"/>
          </p:cNvSpPr>
          <p:nvPr>
            <p:ph type="sldNum" sz="quarter" idx="5"/>
          </p:nvPr>
        </p:nvSpPr>
        <p:spPr/>
        <p:txBody>
          <a:bodyPr/>
          <a:lstStyle/>
          <a:p>
            <a:fld id="{6072C5D8-91B8-40D4-9C9A-31EB0EF7358E}" type="slidenum">
              <a:rPr lang="es-MX" smtClean="0"/>
              <a:t>11</a:t>
            </a:fld>
            <a:endParaRPr lang="es-MX"/>
          </a:p>
        </p:txBody>
      </p:sp>
    </p:spTree>
    <p:extLst>
      <p:ext uri="{BB962C8B-B14F-4D97-AF65-F5344CB8AC3E}">
        <p14:creationId xmlns:p14="http://schemas.microsoft.com/office/powerpoint/2010/main" val="37825666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s-MX"/>
          </a:p>
        </p:txBody>
      </p:sp>
      <p:sp>
        <p:nvSpPr>
          <p:cNvPr id="4" name="Slide Number Placeholder 3"/>
          <p:cNvSpPr>
            <a:spLocks noGrp="1"/>
          </p:cNvSpPr>
          <p:nvPr>
            <p:ph type="sldNum" sz="quarter" idx="5"/>
          </p:nvPr>
        </p:nvSpPr>
        <p:spPr/>
        <p:txBody>
          <a:bodyPr/>
          <a:lstStyle/>
          <a:p>
            <a:fld id="{6072C5D8-91B8-40D4-9C9A-31EB0EF7358E}" type="slidenum">
              <a:rPr lang="es-MX" smtClean="0"/>
              <a:t>12</a:t>
            </a:fld>
            <a:endParaRPr lang="es-MX"/>
          </a:p>
        </p:txBody>
      </p:sp>
    </p:spTree>
    <p:extLst>
      <p:ext uri="{BB962C8B-B14F-4D97-AF65-F5344CB8AC3E}">
        <p14:creationId xmlns:p14="http://schemas.microsoft.com/office/powerpoint/2010/main" val="4214735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s-MX"/>
          </a:p>
        </p:txBody>
      </p:sp>
      <p:sp>
        <p:nvSpPr>
          <p:cNvPr id="4" name="Slide Number Placeholder 3"/>
          <p:cNvSpPr>
            <a:spLocks noGrp="1"/>
          </p:cNvSpPr>
          <p:nvPr>
            <p:ph type="sldNum" sz="quarter" idx="5"/>
          </p:nvPr>
        </p:nvSpPr>
        <p:spPr/>
        <p:txBody>
          <a:bodyPr/>
          <a:lstStyle/>
          <a:p>
            <a:fld id="{6072C5D8-91B8-40D4-9C9A-31EB0EF7358E}" type="slidenum">
              <a:rPr lang="es-MX" smtClean="0"/>
              <a:t>13</a:t>
            </a:fld>
            <a:endParaRPr lang="es-MX"/>
          </a:p>
        </p:txBody>
      </p:sp>
    </p:spTree>
    <p:extLst>
      <p:ext uri="{BB962C8B-B14F-4D97-AF65-F5344CB8AC3E}">
        <p14:creationId xmlns:p14="http://schemas.microsoft.com/office/powerpoint/2010/main" val="36398742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s-MX"/>
          </a:p>
        </p:txBody>
      </p:sp>
      <p:sp>
        <p:nvSpPr>
          <p:cNvPr id="4" name="Slide Number Placeholder 3"/>
          <p:cNvSpPr>
            <a:spLocks noGrp="1"/>
          </p:cNvSpPr>
          <p:nvPr>
            <p:ph type="sldNum" sz="quarter" idx="5"/>
          </p:nvPr>
        </p:nvSpPr>
        <p:spPr/>
        <p:txBody>
          <a:bodyPr/>
          <a:lstStyle/>
          <a:p>
            <a:fld id="{6072C5D8-91B8-40D4-9C9A-31EB0EF7358E}" type="slidenum">
              <a:rPr lang="es-MX" smtClean="0"/>
              <a:t>14</a:t>
            </a:fld>
            <a:endParaRPr lang="es-MX"/>
          </a:p>
        </p:txBody>
      </p:sp>
    </p:spTree>
    <p:extLst>
      <p:ext uri="{BB962C8B-B14F-4D97-AF65-F5344CB8AC3E}">
        <p14:creationId xmlns:p14="http://schemas.microsoft.com/office/powerpoint/2010/main" val="16925516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s-MX"/>
          </a:p>
        </p:txBody>
      </p:sp>
      <p:sp>
        <p:nvSpPr>
          <p:cNvPr id="4" name="Slide Number Placeholder 3"/>
          <p:cNvSpPr>
            <a:spLocks noGrp="1"/>
          </p:cNvSpPr>
          <p:nvPr>
            <p:ph type="sldNum" sz="quarter" idx="5"/>
          </p:nvPr>
        </p:nvSpPr>
        <p:spPr/>
        <p:txBody>
          <a:bodyPr/>
          <a:lstStyle/>
          <a:p>
            <a:fld id="{6072C5D8-91B8-40D4-9C9A-31EB0EF7358E}" type="slidenum">
              <a:rPr lang="es-MX" smtClean="0"/>
              <a:t>15</a:t>
            </a:fld>
            <a:endParaRPr lang="es-MX"/>
          </a:p>
        </p:txBody>
      </p:sp>
    </p:spTree>
    <p:extLst>
      <p:ext uri="{BB962C8B-B14F-4D97-AF65-F5344CB8AC3E}">
        <p14:creationId xmlns:p14="http://schemas.microsoft.com/office/powerpoint/2010/main" val="20215489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01183-FDB5-754A-9EA1-D7C2DEB17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654134-EEF4-C0E9-6E01-6CB13FE3FC3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F47F5A0-DF00-D9C7-3772-4D6D60E34AF0}"/>
              </a:ext>
            </a:extLst>
          </p:cNvPr>
          <p:cNvSpPr>
            <a:spLocks noGrp="1"/>
          </p:cNvSpPr>
          <p:nvPr>
            <p:ph type="body" idx="1"/>
          </p:nvPr>
        </p:nvSpPr>
        <p:spPr/>
        <p:txBody>
          <a:bodyPr/>
          <a:lstStyle/>
          <a:p>
            <a:endParaRPr lang="es-MX"/>
          </a:p>
        </p:txBody>
      </p:sp>
      <p:sp>
        <p:nvSpPr>
          <p:cNvPr id="4" name="Slide Number Placeholder 3">
            <a:extLst>
              <a:ext uri="{FF2B5EF4-FFF2-40B4-BE49-F238E27FC236}">
                <a16:creationId xmlns:a16="http://schemas.microsoft.com/office/drawing/2014/main" id="{22075802-704C-75BE-113C-C96CA873726D}"/>
              </a:ext>
            </a:extLst>
          </p:cNvPr>
          <p:cNvSpPr>
            <a:spLocks noGrp="1"/>
          </p:cNvSpPr>
          <p:nvPr>
            <p:ph type="sldNum" sz="quarter" idx="5"/>
          </p:nvPr>
        </p:nvSpPr>
        <p:spPr/>
        <p:txBody>
          <a:bodyPr/>
          <a:lstStyle/>
          <a:p>
            <a:fld id="{6072C5D8-91B8-40D4-9C9A-31EB0EF7358E}" type="slidenum">
              <a:rPr lang="es-MX" smtClean="0"/>
              <a:t>16</a:t>
            </a:fld>
            <a:endParaRPr lang="es-MX"/>
          </a:p>
        </p:txBody>
      </p:sp>
    </p:spTree>
    <p:extLst>
      <p:ext uri="{BB962C8B-B14F-4D97-AF65-F5344CB8AC3E}">
        <p14:creationId xmlns:p14="http://schemas.microsoft.com/office/powerpoint/2010/main" val="740051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DCEF1-20CE-FFC1-5668-1D7B4753A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E15463-72FC-4D52-E5E0-5121E1236647}"/>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108775C4-BC94-5C3E-B85A-EBA65F2B32A1}"/>
              </a:ext>
            </a:extLst>
          </p:cNvPr>
          <p:cNvSpPr>
            <a:spLocks noGrp="1"/>
          </p:cNvSpPr>
          <p:nvPr>
            <p:ph type="body" idx="1"/>
          </p:nvPr>
        </p:nvSpPr>
        <p:spPr/>
        <p:txBody>
          <a:bodyPr/>
          <a:lstStyle/>
          <a:p>
            <a:endParaRPr lang="es-MX"/>
          </a:p>
        </p:txBody>
      </p:sp>
      <p:sp>
        <p:nvSpPr>
          <p:cNvPr id="4" name="Slide Number Placeholder 3">
            <a:extLst>
              <a:ext uri="{FF2B5EF4-FFF2-40B4-BE49-F238E27FC236}">
                <a16:creationId xmlns:a16="http://schemas.microsoft.com/office/drawing/2014/main" id="{8EC826FB-FF88-B9C5-6F2F-51AFE1836DB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16341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AEA72-9B01-7F44-FDA7-36A28F03E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E5B22-525A-53D6-7728-4E483F752994}"/>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380E29F1-3FD2-E5FA-40E5-025EBE27C7E6}"/>
              </a:ext>
            </a:extLst>
          </p:cNvPr>
          <p:cNvSpPr>
            <a:spLocks noGrp="1"/>
          </p:cNvSpPr>
          <p:nvPr>
            <p:ph type="body" idx="1"/>
          </p:nvPr>
        </p:nvSpPr>
        <p:spPr/>
        <p:txBody>
          <a:bodyPr/>
          <a:lstStyle/>
          <a:p>
            <a:endParaRPr lang="es-MX"/>
          </a:p>
        </p:txBody>
      </p:sp>
      <p:sp>
        <p:nvSpPr>
          <p:cNvPr id="4" name="Slide Number Placeholder 3">
            <a:extLst>
              <a:ext uri="{FF2B5EF4-FFF2-40B4-BE49-F238E27FC236}">
                <a16:creationId xmlns:a16="http://schemas.microsoft.com/office/drawing/2014/main" id="{15B72C26-96D3-073F-DE41-EBFA71096C9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59801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5848C-4D35-F4F5-78CA-42CCD9424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CDE7C-0E58-F8AD-260C-14D1765FDA01}"/>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5B5EBBC4-12DF-0C89-C96B-57717494B429}"/>
              </a:ext>
            </a:extLst>
          </p:cNvPr>
          <p:cNvSpPr>
            <a:spLocks noGrp="1"/>
          </p:cNvSpPr>
          <p:nvPr>
            <p:ph type="body" idx="1"/>
          </p:nvPr>
        </p:nvSpPr>
        <p:spPr/>
        <p:txBody>
          <a:bodyPr/>
          <a:lstStyle/>
          <a:p>
            <a:endParaRPr lang="es-MX"/>
          </a:p>
        </p:txBody>
      </p:sp>
      <p:sp>
        <p:nvSpPr>
          <p:cNvPr id="4" name="Slide Number Placeholder 3">
            <a:extLst>
              <a:ext uri="{FF2B5EF4-FFF2-40B4-BE49-F238E27FC236}">
                <a16:creationId xmlns:a16="http://schemas.microsoft.com/office/drawing/2014/main" id="{35EF8A69-ED20-1D53-C94B-5372800F23B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766214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0477A-679B-A447-8AB1-4FF1E46239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98B2E6-05A5-8A21-F69B-2ED87C7EE482}"/>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895F946B-6F65-82E4-812A-F163B86CE4C5}"/>
              </a:ext>
            </a:extLst>
          </p:cNvPr>
          <p:cNvSpPr>
            <a:spLocks noGrp="1"/>
          </p:cNvSpPr>
          <p:nvPr>
            <p:ph type="body" idx="1"/>
          </p:nvPr>
        </p:nvSpPr>
        <p:spPr/>
        <p:txBody>
          <a:bodyPr/>
          <a:lstStyle/>
          <a:p>
            <a:endParaRPr lang="es-MX"/>
          </a:p>
        </p:txBody>
      </p:sp>
      <p:sp>
        <p:nvSpPr>
          <p:cNvPr id="4" name="Slide Number Placeholder 3">
            <a:extLst>
              <a:ext uri="{FF2B5EF4-FFF2-40B4-BE49-F238E27FC236}">
                <a16:creationId xmlns:a16="http://schemas.microsoft.com/office/drawing/2014/main" id="{E2F36C2C-A1C7-6FB4-5FD5-8C140B60B13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89684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6.xml"/><Relationship Id="rId4" Type="http://schemas.openxmlformats.org/officeDocument/2006/relationships/image" Target="../media/image5.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5_Title: Black7 Acquisition+Image">
    <p:bg>
      <p:bgPr>
        <a:solidFill>
          <a:schemeClr val="accent3"/>
        </a:solidFill>
        <a:effectLst/>
      </p:bgPr>
    </p:bg>
    <p:spTree>
      <p:nvGrpSpPr>
        <p:cNvPr id="1" name=""/>
        <p:cNvGrpSpPr/>
        <p:nvPr/>
      </p:nvGrpSpPr>
      <p:grpSpPr>
        <a:xfrm>
          <a:off x="0" y="0"/>
          <a:ext cx="0" cy="0"/>
          <a:chOff x="0" y="0"/>
          <a:chExt cx="0" cy="0"/>
        </a:xfrm>
      </p:grpSpPr>
      <p:pic>
        <p:nvPicPr>
          <p:cNvPr id="11" name="Picture 10" descr="A person using a touch screen device&#10;&#10;AI-generated content may be incorrect.">
            <a:extLst>
              <a:ext uri="{FF2B5EF4-FFF2-40B4-BE49-F238E27FC236}">
                <a16:creationId xmlns:a16="http://schemas.microsoft.com/office/drawing/2014/main" id="{BAE2F574-6D9D-D170-7CC9-D5369BF9F79D}"/>
              </a:ext>
            </a:extLst>
          </p:cNvPr>
          <p:cNvPicPr>
            <a:picLocks noChangeAspect="1"/>
          </p:cNvPicPr>
          <p:nvPr userDrawn="1"/>
        </p:nvPicPr>
        <p:blipFill>
          <a:blip r:embed="rId2">
            <a:extLst>
              <a:ext uri="{28A0092B-C50C-407E-A947-70E740481C1C}">
                <a14:useLocalDpi xmlns:a14="http://schemas.microsoft.com/office/drawing/2010/main" val="0"/>
              </a:ext>
            </a:extLst>
          </a:blip>
          <a:srcRect r="775"/>
          <a:stretch>
            <a:fillRect/>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2B259214-9187-BC39-B7CE-21BF4286F559}"/>
              </a:ext>
            </a:extLst>
          </p:cNvPr>
          <p:cNvSpPr/>
          <p:nvPr userDrawn="1"/>
        </p:nvSpPr>
        <p:spPr>
          <a:xfrm>
            <a:off x="0" y="0"/>
            <a:ext cx="12192000" cy="6858000"/>
          </a:xfrm>
          <a:prstGeom prst="rect">
            <a:avLst/>
          </a:prstGeom>
          <a:gradFill flip="none" rotWithShape="1">
            <a:gsLst>
              <a:gs pos="56000">
                <a:schemeClr val="bg1">
                  <a:alpha val="0"/>
                </a:schemeClr>
              </a:gs>
              <a:gs pos="99000">
                <a:schemeClr val="bg1">
                  <a:alpha val="50224"/>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s-MX"/>
          </a:p>
        </p:txBody>
      </p:sp>
      <p:sp>
        <p:nvSpPr>
          <p:cNvPr id="7" name="Title 1">
            <a:extLst>
              <a:ext uri="{FF2B5EF4-FFF2-40B4-BE49-F238E27FC236}">
                <a16:creationId xmlns:a16="http://schemas.microsoft.com/office/drawing/2014/main" id="{37524701-2790-4705-8FD4-F1B02CBB78FC}"/>
              </a:ext>
            </a:extLst>
          </p:cNvPr>
          <p:cNvSpPr>
            <a:spLocks noGrp="1"/>
          </p:cNvSpPr>
          <p:nvPr>
            <p:ph type="ctrTitle" hasCustomPrompt="1"/>
          </p:nvPr>
        </p:nvSpPr>
        <p:spPr bwMode="black">
          <a:xfrm>
            <a:off x="1090024" y="2737373"/>
            <a:ext cx="10027921" cy="1459477"/>
          </a:xfrm>
        </p:spPr>
        <p:txBody>
          <a:bodyPr anchor="b"/>
          <a:lstStyle>
            <a:lvl1pPr algn="l">
              <a:lnSpc>
                <a:spcPct val="90000"/>
              </a:lnSpc>
              <a:defRPr sz="4800" b="1">
                <a:solidFill>
                  <a:schemeClr val="tx1"/>
                </a:solidFill>
                <a:latin typeface="Graphik (Body)"/>
              </a:defRPr>
            </a:lvl1pPr>
          </a:lstStyle>
          <a:p>
            <a:r>
              <a:rPr lang="es-MX"/>
              <a:t>Place title</a:t>
            </a:r>
            <a:br>
              <a:rPr lang="es-MX"/>
            </a:br>
            <a:r>
              <a:rPr lang="es-MX"/>
              <a:t>here</a:t>
            </a:r>
          </a:p>
        </p:txBody>
      </p:sp>
      <p:sp>
        <p:nvSpPr>
          <p:cNvPr id="8" name="Subtitle 2">
            <a:extLst>
              <a:ext uri="{FF2B5EF4-FFF2-40B4-BE49-F238E27FC236}">
                <a16:creationId xmlns:a16="http://schemas.microsoft.com/office/drawing/2014/main" id="{E2B04ECA-6F5D-4ABE-B739-A5A491724792}"/>
              </a:ext>
            </a:extLst>
          </p:cNvPr>
          <p:cNvSpPr>
            <a:spLocks noGrp="1"/>
          </p:cNvSpPr>
          <p:nvPr>
            <p:ph type="subTitle" idx="1" hasCustomPrompt="1"/>
          </p:nvPr>
        </p:nvSpPr>
        <p:spPr bwMode="black">
          <a:xfrm>
            <a:off x="1090024" y="4355303"/>
            <a:ext cx="10027921" cy="481496"/>
          </a:xfrm>
        </p:spPr>
        <p:txBody>
          <a:bodyPr/>
          <a:lstStyle>
            <a:lvl1pPr marL="0" indent="0" algn="l">
              <a:lnSpc>
                <a:spcPct val="90000"/>
              </a:lnSpc>
              <a:spcAft>
                <a:spcPts val="1200"/>
              </a:spcAft>
              <a:buNone/>
              <a:defRPr sz="2000" b="0" i="0" spc="0">
                <a:solidFill>
                  <a:schemeClr val="tx1"/>
                </a:solidFill>
                <a:latin typeface="Graphik" panose="020B050303020206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s-MX"/>
              <a:t>Place subtitle here in 20pt</a:t>
            </a:r>
          </a:p>
        </p:txBody>
      </p:sp>
      <p:pic>
        <p:nvPicPr>
          <p:cNvPr id="9" name="Picture 8">
            <a:extLst>
              <a:ext uri="{FF2B5EF4-FFF2-40B4-BE49-F238E27FC236}">
                <a16:creationId xmlns:a16="http://schemas.microsoft.com/office/drawing/2014/main" id="{0CA0B5E4-5205-03DD-3E5C-7072165945AF}"/>
              </a:ext>
            </a:extLst>
          </p:cNvPr>
          <p:cNvPicPr>
            <a:picLocks noChangeAspect="1"/>
          </p:cNvPicPr>
          <p:nvPr userDrawn="1"/>
        </p:nvPicPr>
        <p:blipFill>
          <a:blip r:embed="rId3"/>
          <a:stretch>
            <a:fillRect/>
          </a:stretch>
        </p:blipFill>
        <p:spPr>
          <a:xfrm>
            <a:off x="520940" y="419615"/>
            <a:ext cx="2934341" cy="339510"/>
          </a:xfrm>
          <a:prstGeom prst="rect">
            <a:avLst/>
          </a:prstGeom>
        </p:spPr>
      </p:pic>
    </p:spTree>
    <p:extLst>
      <p:ext uri="{BB962C8B-B14F-4D97-AF65-F5344CB8AC3E}">
        <p14:creationId xmlns:p14="http://schemas.microsoft.com/office/powerpoint/2010/main" val="26099860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98CCB9B-96E8-04A3-7D20-5CE363AC85BF}"/>
              </a:ext>
            </a:extLst>
          </p:cNvPr>
          <p:cNvGraphicFramePr>
            <a:graphicFrameLocks noChangeAspect="1"/>
          </p:cNvGraphicFramePr>
          <p:nvPr userDrawn="1">
            <p:custDataLst>
              <p:tags r:id="rId1"/>
            </p:custDataLst>
            <p:extLst>
              <p:ext uri="{D42A27DB-BD31-4B8C-83A1-F6EECF244321}">
                <p14:modId xmlns:p14="http://schemas.microsoft.com/office/powerpoint/2010/main" val="13608230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6" name="think-cell data - do not delete" hidden="1">
                        <a:extLst>
                          <a:ext uri="{FF2B5EF4-FFF2-40B4-BE49-F238E27FC236}">
                            <a16:creationId xmlns:a16="http://schemas.microsoft.com/office/drawing/2014/main" id="{C98CCB9B-96E8-04A3-7D20-5CE363AC85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B7CF7BC-FF1E-5B4B-9A83-BFEA75EC2958}"/>
              </a:ext>
            </a:extLst>
          </p:cNvPr>
          <p:cNvSpPr>
            <a:spLocks noGrp="1"/>
          </p:cNvSpPr>
          <p:nvPr>
            <p:ph type="title"/>
          </p:nvPr>
        </p:nvSpPr>
        <p:spPr>
          <a:xfrm>
            <a:off x="286749" y="245794"/>
            <a:ext cx="11143252" cy="954708"/>
          </a:xfrm>
        </p:spPr>
        <p:txBody>
          <a:bodyPr vert="horz" anchor="ctr">
            <a:normAutofit/>
          </a:bodyPr>
          <a:lstStyle>
            <a:lvl1pPr>
              <a:defRPr sz="3200" b="1"/>
            </a:lvl1pPr>
          </a:lstStyle>
          <a:p>
            <a:r>
              <a:rPr lang="es-MX"/>
              <a:t>Click </a:t>
            </a:r>
            <a:r>
              <a:rPr lang="es-MX" err="1"/>
              <a:t>to</a:t>
            </a:r>
            <a:r>
              <a:rPr lang="es-MX"/>
              <a:t> </a:t>
            </a:r>
            <a:r>
              <a:rPr lang="es-MX" err="1"/>
              <a:t>edit</a:t>
            </a:r>
            <a:r>
              <a:rPr lang="es-MX"/>
              <a:t> Master </a:t>
            </a:r>
            <a:r>
              <a:rPr lang="es-MX" err="1"/>
              <a:t>title</a:t>
            </a:r>
            <a:r>
              <a:rPr lang="es-MX"/>
              <a:t> </a:t>
            </a:r>
            <a:r>
              <a:rPr lang="es-MX" err="1"/>
              <a:t>style</a:t>
            </a:r>
            <a:endParaRPr lang="es-MX"/>
          </a:p>
        </p:txBody>
      </p:sp>
      <p:sp>
        <p:nvSpPr>
          <p:cNvPr id="4" name="Footer Placeholder 3">
            <a:extLst>
              <a:ext uri="{FF2B5EF4-FFF2-40B4-BE49-F238E27FC236}">
                <a16:creationId xmlns:a16="http://schemas.microsoft.com/office/drawing/2014/main" id="{4BFD2119-EBE8-FD44-BEB1-EBA89E658B03}"/>
              </a:ext>
            </a:extLst>
          </p:cNvPr>
          <p:cNvSpPr>
            <a:spLocks noGrp="1"/>
          </p:cNvSpPr>
          <p:nvPr>
            <p:ph type="ftr" sz="quarter" idx="11"/>
          </p:nvPr>
        </p:nvSpPr>
        <p:spPr/>
        <p:txBody>
          <a:bodyPr/>
          <a:lstStyle/>
          <a:p>
            <a:endParaRPr lang="es-MX"/>
          </a:p>
        </p:txBody>
      </p:sp>
    </p:spTree>
    <p:extLst>
      <p:ext uri="{BB962C8B-B14F-4D97-AF65-F5344CB8AC3E}">
        <p14:creationId xmlns:p14="http://schemas.microsoft.com/office/powerpoint/2010/main" val="3642256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8490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98CCB9B-96E8-04A3-7D20-5CE363AC85BF}"/>
              </a:ext>
            </a:extLst>
          </p:cNvPr>
          <p:cNvGraphicFramePr>
            <a:graphicFrameLocks/>
          </p:cNvGraphicFramePr>
          <p:nvPr userDrawn="1">
            <p:custDataLst>
              <p:tags r:id="rId1"/>
            </p:custDataLst>
            <p:extLst>
              <p:ext uri="{D42A27DB-BD31-4B8C-83A1-F6EECF244321}">
                <p14:modId xmlns:p14="http://schemas.microsoft.com/office/powerpoint/2010/main" val="13608230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6" name="think-cell data - do not delete" hidden="1">
                        <a:extLst>
                          <a:ext uri="{FF2B5EF4-FFF2-40B4-BE49-F238E27FC236}">
                            <a16:creationId xmlns:a16="http://schemas.microsoft.com/office/drawing/2014/main" id="{C98CCB9B-96E8-04A3-7D20-5CE363AC85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3911036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15_Title: Black7 Acquisition+Image">
    <p:bg>
      <p:bgPr>
        <a:solidFill>
          <a:schemeClr val="accent3"/>
        </a:solidFill>
        <a:effectLst/>
      </p:bgPr>
    </p:bg>
    <p:spTree>
      <p:nvGrpSpPr>
        <p:cNvPr id="1" name=""/>
        <p:cNvGrpSpPr/>
        <p:nvPr/>
      </p:nvGrpSpPr>
      <p:grpSpPr>
        <a:xfrm>
          <a:off x="0" y="0"/>
          <a:ext cx="0" cy="0"/>
          <a:chOff x="0" y="0"/>
          <a:chExt cx="0" cy="0"/>
        </a:xfrm>
      </p:grpSpPr>
      <p:pic>
        <p:nvPicPr>
          <p:cNvPr id="11" name="Picture 10" descr="A person using a touch screen device&#10;&#10;AI-generated content may be incorrect.">
            <a:extLst>
              <a:ext uri="{FF2B5EF4-FFF2-40B4-BE49-F238E27FC236}">
                <a16:creationId xmlns:a16="http://schemas.microsoft.com/office/drawing/2014/main" id="{BAE2F574-6D9D-D170-7CC9-D5369BF9F79D}"/>
              </a:ext>
            </a:extLst>
          </p:cNvPr>
          <p:cNvPicPr>
            <a:picLocks noChangeAspect="1"/>
          </p:cNvPicPr>
          <p:nvPr userDrawn="1"/>
        </p:nvPicPr>
        <p:blipFill>
          <a:blip r:embed="rId2">
            <a:extLst>
              <a:ext uri="{28A0092B-C50C-407E-A947-70E740481C1C}">
                <a14:useLocalDpi xmlns:a14="http://schemas.microsoft.com/office/drawing/2010/main" val="0"/>
              </a:ext>
            </a:extLst>
          </a:blip>
          <a:srcRect r="775"/>
          <a:stretch>
            <a:fillRect/>
          </a:stretch>
        </p:blipFill>
        <p:spPr>
          <a:xfrm>
            <a:off x="1" y="0"/>
            <a:ext cx="12192000" cy="6858000"/>
          </a:xfrm>
          <a:prstGeom prst="rect">
            <a:avLst/>
          </a:prstGeom>
        </p:spPr>
      </p:pic>
      <p:sp>
        <p:nvSpPr>
          <p:cNvPr id="12" name="Rectangle 11">
            <a:extLst>
              <a:ext uri="{FF2B5EF4-FFF2-40B4-BE49-F238E27FC236}">
                <a16:creationId xmlns:a16="http://schemas.microsoft.com/office/drawing/2014/main" id="{2B259214-9187-BC39-B7CE-21BF4286F559}"/>
              </a:ext>
            </a:extLst>
          </p:cNvPr>
          <p:cNvSpPr/>
          <p:nvPr userDrawn="1"/>
        </p:nvSpPr>
        <p:spPr>
          <a:xfrm>
            <a:off x="1" y="0"/>
            <a:ext cx="12192000" cy="6858000"/>
          </a:xfrm>
          <a:prstGeom prst="rect">
            <a:avLst/>
          </a:prstGeom>
          <a:gradFill flip="none" rotWithShape="1">
            <a:gsLst>
              <a:gs pos="56000">
                <a:schemeClr val="bg1">
                  <a:alpha val="0"/>
                </a:schemeClr>
              </a:gs>
              <a:gs pos="99000">
                <a:schemeClr val="bg1">
                  <a:alpha val="50224"/>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91416" bIns="91416" rtlCol="0" anchor="ctr"/>
          <a:lstStyle/>
          <a:p>
            <a:pPr algn="ctr"/>
            <a:endParaRPr lang="es-MX" sz="1799"/>
          </a:p>
        </p:txBody>
      </p:sp>
      <p:sp>
        <p:nvSpPr>
          <p:cNvPr id="7" name="Title 1">
            <a:extLst>
              <a:ext uri="{FF2B5EF4-FFF2-40B4-BE49-F238E27FC236}">
                <a16:creationId xmlns:a16="http://schemas.microsoft.com/office/drawing/2014/main" id="{37524701-2790-4705-8FD4-F1B02CBB78FC}"/>
              </a:ext>
            </a:extLst>
          </p:cNvPr>
          <p:cNvSpPr>
            <a:spLocks noGrp="1"/>
          </p:cNvSpPr>
          <p:nvPr>
            <p:ph type="ctrTitle" hasCustomPrompt="1"/>
          </p:nvPr>
        </p:nvSpPr>
        <p:spPr bwMode="black">
          <a:xfrm>
            <a:off x="1090024" y="2737373"/>
            <a:ext cx="10027921" cy="1459477"/>
          </a:xfrm>
        </p:spPr>
        <p:txBody>
          <a:bodyPr anchor="b"/>
          <a:lstStyle>
            <a:lvl1pPr algn="l">
              <a:lnSpc>
                <a:spcPct val="90000"/>
              </a:lnSpc>
              <a:defRPr sz="4799" b="1">
                <a:solidFill>
                  <a:schemeClr val="tx1"/>
                </a:solidFill>
                <a:latin typeface="Graphik (Body)"/>
              </a:defRPr>
            </a:lvl1pPr>
          </a:lstStyle>
          <a:p>
            <a:r>
              <a:rPr lang="es-MX"/>
              <a:t>Place </a:t>
            </a:r>
            <a:r>
              <a:rPr lang="es-MX" err="1"/>
              <a:t>title</a:t>
            </a:r>
            <a:br>
              <a:rPr lang="es-MX"/>
            </a:br>
            <a:r>
              <a:rPr lang="es-MX" err="1"/>
              <a:t>here</a:t>
            </a:r>
            <a:endParaRPr lang="es-MX"/>
          </a:p>
        </p:txBody>
      </p:sp>
      <p:sp>
        <p:nvSpPr>
          <p:cNvPr id="8" name="Subtitle 2">
            <a:extLst>
              <a:ext uri="{FF2B5EF4-FFF2-40B4-BE49-F238E27FC236}">
                <a16:creationId xmlns:a16="http://schemas.microsoft.com/office/drawing/2014/main" id="{E2B04ECA-6F5D-4ABE-B739-A5A491724792}"/>
              </a:ext>
            </a:extLst>
          </p:cNvPr>
          <p:cNvSpPr>
            <a:spLocks noGrp="1"/>
          </p:cNvSpPr>
          <p:nvPr>
            <p:ph type="subTitle" idx="1" hasCustomPrompt="1"/>
          </p:nvPr>
        </p:nvSpPr>
        <p:spPr bwMode="black">
          <a:xfrm>
            <a:off x="1090024" y="4355303"/>
            <a:ext cx="10027921" cy="481496"/>
          </a:xfrm>
        </p:spPr>
        <p:txBody>
          <a:bodyPr/>
          <a:lstStyle>
            <a:lvl1pPr marL="0" indent="0" algn="l">
              <a:lnSpc>
                <a:spcPct val="90000"/>
              </a:lnSpc>
              <a:spcAft>
                <a:spcPts val="1200"/>
              </a:spcAft>
              <a:buNone/>
              <a:defRPr sz="1999" b="0" i="0" spc="0">
                <a:solidFill>
                  <a:schemeClr val="tx1"/>
                </a:solidFill>
                <a:latin typeface="Graphik" panose="020B0503030202060203" pitchFamily="34" charset="0"/>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pPr marL="0" lvl="0" indent="0" algn="l" defTabSz="914126" rtl="0" eaLnBrk="1" latinLnBrk="0" hangingPunct="1">
              <a:lnSpc>
                <a:spcPct val="100000"/>
              </a:lnSpc>
              <a:spcBef>
                <a:spcPts val="0"/>
              </a:spcBef>
              <a:spcAft>
                <a:spcPts val="0"/>
              </a:spcAft>
              <a:buFont typeface="Arial" panose="020B0604020202020204" pitchFamily="34" charset="0"/>
              <a:buNone/>
            </a:pPr>
            <a:r>
              <a:rPr lang="es-MX"/>
              <a:t>Place </a:t>
            </a:r>
            <a:r>
              <a:rPr lang="es-MX" err="1"/>
              <a:t>subtitle</a:t>
            </a:r>
            <a:r>
              <a:rPr lang="es-MX"/>
              <a:t> </a:t>
            </a:r>
            <a:r>
              <a:rPr lang="es-MX" err="1"/>
              <a:t>here</a:t>
            </a:r>
            <a:r>
              <a:rPr lang="es-MX"/>
              <a:t> in 20pt</a:t>
            </a:r>
          </a:p>
        </p:txBody>
      </p:sp>
      <p:pic>
        <p:nvPicPr>
          <p:cNvPr id="9" name="Picture 8">
            <a:extLst>
              <a:ext uri="{FF2B5EF4-FFF2-40B4-BE49-F238E27FC236}">
                <a16:creationId xmlns:a16="http://schemas.microsoft.com/office/drawing/2014/main" id="{0CA0B5E4-5205-03DD-3E5C-7072165945AF}"/>
              </a:ext>
            </a:extLst>
          </p:cNvPr>
          <p:cNvPicPr>
            <a:picLocks noChangeAspect="1"/>
          </p:cNvPicPr>
          <p:nvPr userDrawn="1"/>
        </p:nvPicPr>
        <p:blipFill>
          <a:blip r:embed="rId3"/>
          <a:stretch>
            <a:fillRect/>
          </a:stretch>
        </p:blipFill>
        <p:spPr>
          <a:xfrm>
            <a:off x="520941" y="419615"/>
            <a:ext cx="2934341" cy="339510"/>
          </a:xfrm>
          <a:prstGeom prst="rect">
            <a:avLst/>
          </a:prstGeom>
        </p:spPr>
      </p:pic>
    </p:spTree>
    <p:extLst>
      <p:ext uri="{BB962C8B-B14F-4D97-AF65-F5344CB8AC3E}">
        <p14:creationId xmlns:p14="http://schemas.microsoft.com/office/powerpoint/2010/main" val="29328991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98CCB9B-96E8-04A3-7D20-5CE363AC85BF}"/>
              </a:ext>
            </a:extLst>
          </p:cNvPr>
          <p:cNvGraphicFramePr>
            <a:graphicFrameLocks/>
          </p:cNvGraphicFramePr>
          <p:nvPr userDrawn="1">
            <p:custDataLst>
              <p:tags r:id="rId1"/>
            </p:custDataLst>
            <p:extLst>
              <p:ext uri="{D42A27DB-BD31-4B8C-83A1-F6EECF244321}">
                <p14:modId xmlns:p14="http://schemas.microsoft.com/office/powerpoint/2010/main" val="13608230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6" name="think-cell data - do not delete" hidden="1">
                        <a:extLst>
                          <a:ext uri="{FF2B5EF4-FFF2-40B4-BE49-F238E27FC236}">
                            <a16:creationId xmlns:a16="http://schemas.microsoft.com/office/drawing/2014/main" id="{C98CCB9B-96E8-04A3-7D20-5CE363AC85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B7CF7BC-FF1E-5B4B-9A83-BFEA75EC2958}"/>
              </a:ext>
            </a:extLst>
          </p:cNvPr>
          <p:cNvSpPr>
            <a:spLocks noGrp="1"/>
          </p:cNvSpPr>
          <p:nvPr>
            <p:ph type="title"/>
          </p:nvPr>
        </p:nvSpPr>
        <p:spPr>
          <a:xfrm>
            <a:off x="381999" y="426769"/>
            <a:ext cx="11143252" cy="535256"/>
          </a:xfrm>
        </p:spPr>
        <p:txBody>
          <a:bodyPr vert="horz" rIns="91440" anchor="ctr">
            <a:normAutofit/>
          </a:bodyPr>
          <a:lstStyle>
            <a:lvl1pPr>
              <a:defRPr sz="2399" b="1"/>
            </a:lvl1pPr>
          </a:lstStyle>
          <a:p>
            <a:r>
              <a:rPr lang="es-MX"/>
              <a:t>Click </a:t>
            </a:r>
            <a:r>
              <a:rPr lang="es-MX" err="1"/>
              <a:t>to</a:t>
            </a:r>
            <a:r>
              <a:rPr lang="es-MX"/>
              <a:t> </a:t>
            </a:r>
            <a:r>
              <a:rPr lang="es-MX" err="1"/>
              <a:t>edit</a:t>
            </a:r>
            <a:r>
              <a:rPr lang="es-MX"/>
              <a:t> Master </a:t>
            </a:r>
            <a:r>
              <a:rPr lang="es-MX" err="1"/>
              <a:t>title</a:t>
            </a:r>
            <a:r>
              <a:rPr lang="es-MX"/>
              <a:t> </a:t>
            </a:r>
            <a:r>
              <a:rPr lang="es-MX" err="1"/>
              <a:t>style</a:t>
            </a:r>
            <a:endParaRPr lang="es-MX"/>
          </a:p>
        </p:txBody>
      </p:sp>
      <p:sp>
        <p:nvSpPr>
          <p:cNvPr id="4" name="Footer Placeholder 3">
            <a:extLst>
              <a:ext uri="{FF2B5EF4-FFF2-40B4-BE49-F238E27FC236}">
                <a16:creationId xmlns:a16="http://schemas.microsoft.com/office/drawing/2014/main" id="{4BFD2119-EBE8-FD44-BEB1-EBA89E658B03}"/>
              </a:ext>
            </a:extLst>
          </p:cNvPr>
          <p:cNvSpPr>
            <a:spLocks noGrp="1"/>
          </p:cNvSpPr>
          <p:nvPr>
            <p:ph type="ftr" sz="quarter" idx="11"/>
          </p:nvPr>
        </p:nvSpPr>
        <p:spPr/>
        <p:txBody>
          <a:bodyPr/>
          <a:lstStyle/>
          <a:p>
            <a:endParaRPr lang="es-MX"/>
          </a:p>
        </p:txBody>
      </p:sp>
      <p:sp>
        <p:nvSpPr>
          <p:cNvPr id="3" name="Slide Number Placeholder 3">
            <a:extLst>
              <a:ext uri="{FF2B5EF4-FFF2-40B4-BE49-F238E27FC236}">
                <a16:creationId xmlns:a16="http://schemas.microsoft.com/office/drawing/2014/main" id="{ED0BE594-FD18-9164-2100-24A0BE678948}"/>
              </a:ext>
            </a:extLst>
          </p:cNvPr>
          <p:cNvSpPr>
            <a:spLocks noGrp="1"/>
          </p:cNvSpPr>
          <p:nvPr>
            <p:ph type="sldNum" sz="quarter" idx="4"/>
          </p:nvPr>
        </p:nvSpPr>
        <p:spPr>
          <a:xfrm>
            <a:off x="11398562" y="6490025"/>
            <a:ext cx="326254" cy="201168"/>
          </a:xfrm>
          <a:prstGeom prst="rect">
            <a:avLst/>
          </a:prstGeom>
        </p:spPr>
        <p:txBody>
          <a:bodyPr vert="horz" wrap="none" lIns="0" tIns="0" rIns="0" bIns="0" rtlCol="0" anchor="ctr"/>
          <a:lstStyle>
            <a:lvl1pPr algn="r">
              <a:defRPr sz="800">
                <a:solidFill>
                  <a:srgbClr val="0041F0"/>
                </a:solidFill>
              </a:defRPr>
            </a:lvl1pPr>
          </a:lstStyle>
          <a:p>
            <a:fld id="{1F90F471-3972-4120-B8B3-0237DE626C35}" type="slidenum">
              <a:rPr lang="es-MX" smtClean="0"/>
              <a:pPr/>
              <a:t>‹#›</a:t>
            </a:fld>
            <a:endParaRPr lang="es-MX"/>
          </a:p>
        </p:txBody>
      </p:sp>
    </p:spTree>
    <p:extLst>
      <p:ext uri="{BB962C8B-B14F-4D97-AF65-F5344CB8AC3E}">
        <p14:creationId xmlns:p14="http://schemas.microsoft.com/office/powerpoint/2010/main" val="1107165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MX" smtClean="0"/>
              <a:pPr/>
              <a:t>‹#›</a:t>
            </a:fld>
            <a:endParaRPr lang="es-MX"/>
          </a:p>
        </p:txBody>
      </p:sp>
    </p:spTree>
    <p:extLst>
      <p:ext uri="{BB962C8B-B14F-4D97-AF65-F5344CB8AC3E}">
        <p14:creationId xmlns:p14="http://schemas.microsoft.com/office/powerpoint/2010/main" val="198914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slideLayout" Target="../slideLayouts/slideLayout7.xml"/><Relationship Id="rId7" Type="http://schemas.openxmlformats.org/officeDocument/2006/relationships/image" Target="../media/image1.emf"/><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oleObject" Target="../embeddings/oleObject3.bin"/><Relationship Id="rId5" Type="http://schemas.openxmlformats.org/officeDocument/2006/relationships/tags" Target="../tags/tag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EAFB520D-C066-8D1A-E67B-BDB98A0C7486}"/>
              </a:ext>
            </a:extLst>
          </p:cNvPr>
          <p:cNvSpPr/>
          <p:nvPr userDrawn="1"/>
        </p:nvSpPr>
        <p:spPr>
          <a:xfrm rot="16200000">
            <a:off x="9717391" y="4285641"/>
            <a:ext cx="352494" cy="4596729"/>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s-MX"/>
          </a:p>
        </p:txBody>
      </p:sp>
      <p:graphicFrame>
        <p:nvGraphicFramePr>
          <p:cNvPr id="2" name="think-cell data - do not delete" hidden="1">
            <a:extLst>
              <a:ext uri="{FF2B5EF4-FFF2-40B4-BE49-F238E27FC236}">
                <a16:creationId xmlns:a16="http://schemas.microsoft.com/office/drawing/2014/main" id="{1CE4BEC9-9890-3349-9E67-823D9343ABD2}"/>
              </a:ext>
            </a:extLst>
          </p:cNvPr>
          <p:cNvGraphicFramePr>
            <a:graphicFrameLocks/>
          </p:cNvGraphicFramePr>
          <p:nvPr userDrawn="1">
            <p:custDataLst>
              <p:tags r:id="rId6"/>
            </p:custDataLst>
            <p:extLst>
              <p:ext uri="{D42A27DB-BD31-4B8C-83A1-F6EECF244321}">
                <p14:modId xmlns:p14="http://schemas.microsoft.com/office/powerpoint/2010/main" val="36977923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2" name="think-cell data - do not delete" hidden="1">
                        <a:extLst>
                          <a:ext uri="{FF2B5EF4-FFF2-40B4-BE49-F238E27FC236}">
                            <a16:creationId xmlns:a16="http://schemas.microsoft.com/office/drawing/2014/main" id="{1CE4BEC9-9890-3349-9E67-823D9343ABD2}"/>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3" name="TextBox 2">
            <a:extLst>
              <a:ext uri="{FF2B5EF4-FFF2-40B4-BE49-F238E27FC236}">
                <a16:creationId xmlns:a16="http://schemas.microsoft.com/office/drawing/2014/main" id="{AE722738-7C96-E8CF-04DC-3D2F9296DDD7}"/>
              </a:ext>
            </a:extLst>
          </p:cNvPr>
          <p:cNvSpPr txBox="1"/>
          <p:nvPr userDrawn="1"/>
        </p:nvSpPr>
        <p:spPr>
          <a:xfrm>
            <a:off x="7744022" y="6536348"/>
            <a:ext cx="3706394" cy="129314"/>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lang="es-MX" sz="800" b="0" i="0">
                <a:solidFill>
                  <a:schemeClr val="bg1"/>
                </a:solidFill>
                <a:latin typeface="Graphik" panose="020B0503030202060203" pitchFamily="34" charset="77"/>
              </a:rPr>
              <a:t>Copyright © 2026 Accenture. </a:t>
            </a:r>
            <a:r>
              <a:rPr lang="es-MX" sz="800" b="0" i="0" err="1">
                <a:solidFill>
                  <a:schemeClr val="bg1"/>
                </a:solidFill>
                <a:latin typeface="Graphik" panose="020B0503030202060203" pitchFamily="34" charset="77"/>
              </a:rPr>
              <a:t>All</a:t>
            </a:r>
            <a:r>
              <a:rPr lang="es-MX" sz="800" b="0" i="0">
                <a:solidFill>
                  <a:schemeClr val="bg1"/>
                </a:solidFill>
                <a:latin typeface="Graphik" panose="020B0503030202060203" pitchFamily="34" charset="77"/>
              </a:rPr>
              <a:t> </a:t>
            </a:r>
            <a:r>
              <a:rPr lang="es-MX" sz="800" b="0" i="0" err="1">
                <a:solidFill>
                  <a:schemeClr val="bg1"/>
                </a:solidFill>
                <a:latin typeface="Graphik" panose="020B0503030202060203" pitchFamily="34" charset="77"/>
              </a:rPr>
              <a:t>rights</a:t>
            </a:r>
            <a:r>
              <a:rPr lang="es-MX" sz="800" b="0" i="0">
                <a:solidFill>
                  <a:schemeClr val="bg1"/>
                </a:solidFill>
                <a:latin typeface="Graphik" panose="020B0503030202060203" pitchFamily="34" charset="77"/>
              </a:rPr>
              <a:t> </a:t>
            </a:r>
            <a:r>
              <a:rPr lang="es-MX" sz="800" b="0" i="0" err="1">
                <a:solidFill>
                  <a:schemeClr val="bg1"/>
                </a:solidFill>
                <a:latin typeface="Graphik" panose="020B0503030202060203" pitchFamily="34" charset="77"/>
              </a:rPr>
              <a:t>reserved</a:t>
            </a:r>
            <a:r>
              <a:rPr lang="es-MX" sz="800" b="0" i="0">
                <a:solidFill>
                  <a:schemeClr val="bg1"/>
                </a:solidFill>
                <a:latin typeface="Graphik" panose="020B0503030202060203" pitchFamily="34" charset="77"/>
              </a:rPr>
              <a:t>. For </a:t>
            </a:r>
            <a:r>
              <a:rPr lang="es-MX" sz="800" b="0" i="0" err="1">
                <a:solidFill>
                  <a:schemeClr val="bg1"/>
                </a:solidFill>
                <a:latin typeface="Graphik" panose="020B0503030202060203" pitchFamily="34" charset="77"/>
              </a:rPr>
              <a:t>internal</a:t>
            </a:r>
            <a:r>
              <a:rPr lang="es-MX" sz="800" b="0" i="0">
                <a:solidFill>
                  <a:schemeClr val="bg1"/>
                </a:solidFill>
                <a:latin typeface="Graphik" panose="020B0503030202060203" pitchFamily="34" charset="77"/>
              </a:rPr>
              <a:t> use </a:t>
            </a:r>
            <a:r>
              <a:rPr lang="es-MX" sz="800" b="0" i="0" err="1">
                <a:solidFill>
                  <a:schemeClr val="bg1"/>
                </a:solidFill>
                <a:latin typeface="Graphik" panose="020B0503030202060203" pitchFamily="34" charset="77"/>
              </a:rPr>
              <a:t>only</a:t>
            </a:r>
            <a:endParaRPr lang="es-MX" sz="800" b="0" i="0">
              <a:solidFill>
                <a:schemeClr val="bg1"/>
              </a:solidFill>
              <a:latin typeface="Graphik" panose="020B0503030202060203" pitchFamily="34" charset="77"/>
            </a:endParaRPr>
          </a:p>
        </p:txBody>
      </p:sp>
      <p:sp>
        <p:nvSpPr>
          <p:cNvPr id="6" name="Oval 5">
            <a:extLst>
              <a:ext uri="{FF2B5EF4-FFF2-40B4-BE49-F238E27FC236}">
                <a16:creationId xmlns:a16="http://schemas.microsoft.com/office/drawing/2014/main" id="{A7F41F2D-1C50-0F94-9101-DA1CBDA3D526}"/>
              </a:ext>
            </a:extLst>
          </p:cNvPr>
          <p:cNvSpPr/>
          <p:nvPr userDrawn="1"/>
        </p:nvSpPr>
        <p:spPr>
          <a:xfrm>
            <a:off x="11458505" y="6407757"/>
            <a:ext cx="352495" cy="3524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s-MX"/>
          </a:p>
        </p:txBody>
      </p:sp>
      <p:pic>
        <p:nvPicPr>
          <p:cNvPr id="7" name="Picture 6">
            <a:extLst>
              <a:ext uri="{FF2B5EF4-FFF2-40B4-BE49-F238E27FC236}">
                <a16:creationId xmlns:a16="http://schemas.microsoft.com/office/drawing/2014/main" id="{E710547A-D4D8-E0AE-BA2C-9B1BBFB7EB0C}"/>
              </a:ext>
            </a:extLst>
          </p:cNvPr>
          <p:cNvPicPr>
            <a:picLocks noChangeAspect="1"/>
          </p:cNvPicPr>
          <p:nvPr userDrawn="1"/>
        </p:nvPicPr>
        <p:blipFill>
          <a:blip r:embed="rId9"/>
          <a:stretch>
            <a:fillRect/>
          </a:stretch>
        </p:blipFill>
        <p:spPr>
          <a:xfrm>
            <a:off x="437055" y="6437763"/>
            <a:ext cx="1969699" cy="227899"/>
          </a:xfrm>
          <a:prstGeom prst="rect">
            <a:avLst/>
          </a:prstGeom>
        </p:spPr>
      </p:pic>
      <p:sp>
        <p:nvSpPr>
          <p:cNvPr id="8" name="Round Same Side Corner Rectangle 7">
            <a:extLst>
              <a:ext uri="{FF2B5EF4-FFF2-40B4-BE49-F238E27FC236}">
                <a16:creationId xmlns:a16="http://schemas.microsoft.com/office/drawing/2014/main" id="{9C5277BC-A3BB-C054-BC04-1BAEC5D46FF6}"/>
              </a:ext>
            </a:extLst>
          </p:cNvPr>
          <p:cNvSpPr/>
          <p:nvPr userDrawn="1"/>
        </p:nvSpPr>
        <p:spPr>
          <a:xfrm rot="16200000">
            <a:off x="11752405" y="125598"/>
            <a:ext cx="381000" cy="498191"/>
          </a:xfrm>
          <a:prstGeom prst="round2Same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s-MX"/>
          </a:p>
        </p:txBody>
      </p:sp>
      <p:sp>
        <p:nvSpPr>
          <p:cNvPr id="9" name="Slide Number Placeholder 3">
            <a:extLst>
              <a:ext uri="{FF2B5EF4-FFF2-40B4-BE49-F238E27FC236}">
                <a16:creationId xmlns:a16="http://schemas.microsoft.com/office/drawing/2014/main" id="{243CD3F4-7A2D-EAA7-4585-CFC2755F32C1}"/>
              </a:ext>
            </a:extLst>
          </p:cNvPr>
          <p:cNvSpPr>
            <a:spLocks noGrp="1"/>
          </p:cNvSpPr>
          <p:nvPr>
            <p:ph type="sldNum" sz="quarter" idx="4"/>
          </p:nvPr>
        </p:nvSpPr>
        <p:spPr>
          <a:xfrm>
            <a:off x="11398561" y="6490025"/>
            <a:ext cx="326254" cy="201168"/>
          </a:xfrm>
          <a:prstGeom prst="rect">
            <a:avLst/>
          </a:prstGeom>
        </p:spPr>
        <p:txBody>
          <a:bodyPr vert="horz" wrap="none" lIns="0" tIns="0" rIns="0" bIns="0" rtlCol="0" anchor="ctr"/>
          <a:lstStyle>
            <a:lvl1pPr algn="r">
              <a:defRPr sz="800">
                <a:solidFill>
                  <a:srgbClr val="0041F0"/>
                </a:solidFill>
              </a:defRPr>
            </a:lvl1pPr>
          </a:lstStyle>
          <a:p>
            <a:fld id="{1F90F471-3972-4120-B8B3-0237DE626C35}" type="slidenum">
              <a:rPr lang="es-MX" smtClean="0"/>
              <a:pPr/>
              <a:t>‹#›</a:t>
            </a:fld>
            <a:endParaRPr lang="es-MX"/>
          </a:p>
        </p:txBody>
      </p:sp>
    </p:spTree>
    <p:extLst>
      <p:ext uri="{BB962C8B-B14F-4D97-AF65-F5344CB8AC3E}">
        <p14:creationId xmlns:p14="http://schemas.microsoft.com/office/powerpoint/2010/main" val="1670228014"/>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44" r:id="rId3"/>
    <p:sldLayoutId id="2147484646" r:id="rId4"/>
  </p:sldLayoutIdLst>
  <p:hf hdr="0" ft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EAFB520D-C066-8D1A-E67B-BDB98A0C7486}"/>
              </a:ext>
            </a:extLst>
          </p:cNvPr>
          <p:cNvSpPr/>
          <p:nvPr userDrawn="1"/>
        </p:nvSpPr>
        <p:spPr>
          <a:xfrm rot="16200000">
            <a:off x="9717391" y="4285642"/>
            <a:ext cx="352494" cy="4596729"/>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16" bIns="91416" rtlCol="0" anchor="ctr"/>
          <a:lstStyle/>
          <a:p>
            <a:pPr algn="ctr"/>
            <a:endParaRPr lang="es-MX" sz="1799"/>
          </a:p>
        </p:txBody>
      </p:sp>
      <p:graphicFrame>
        <p:nvGraphicFramePr>
          <p:cNvPr id="2" name="think-cell data - do not delete" hidden="1">
            <a:extLst>
              <a:ext uri="{FF2B5EF4-FFF2-40B4-BE49-F238E27FC236}">
                <a16:creationId xmlns:a16="http://schemas.microsoft.com/office/drawing/2014/main" id="{1CE4BEC9-9890-3349-9E67-823D9343ABD2}"/>
              </a:ext>
            </a:extLst>
          </p:cNvPr>
          <p:cNvGraphicFramePr>
            <a:graphicFrameLocks/>
          </p:cNvGraphicFramePr>
          <p:nvPr userDrawn="1">
            <p:custDataLst>
              <p:tags r:id="rId5"/>
            </p:custDataLst>
            <p:extLst>
              <p:ext uri="{D42A27DB-BD31-4B8C-83A1-F6EECF244321}">
                <p14:modId xmlns:p14="http://schemas.microsoft.com/office/powerpoint/2010/main" val="38178643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2" name="think-cell data - do not delete" hidden="1">
                        <a:extLst>
                          <a:ext uri="{FF2B5EF4-FFF2-40B4-BE49-F238E27FC236}">
                            <a16:creationId xmlns:a16="http://schemas.microsoft.com/office/drawing/2014/main" id="{1CE4BEC9-9890-3349-9E67-823D9343ABD2}"/>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TextBox 2">
            <a:extLst>
              <a:ext uri="{FF2B5EF4-FFF2-40B4-BE49-F238E27FC236}">
                <a16:creationId xmlns:a16="http://schemas.microsoft.com/office/drawing/2014/main" id="{AE722738-7C96-E8CF-04DC-3D2F9296DDD7}"/>
              </a:ext>
            </a:extLst>
          </p:cNvPr>
          <p:cNvSpPr txBox="1"/>
          <p:nvPr userDrawn="1"/>
        </p:nvSpPr>
        <p:spPr>
          <a:xfrm>
            <a:off x="7744022" y="6536348"/>
            <a:ext cx="3706394" cy="129314"/>
          </a:xfrm>
          <a:prstGeom prst="rect">
            <a:avLst/>
          </a:prstGeom>
          <a:noFill/>
        </p:spPr>
        <p:txBody>
          <a:bodyPr wrap="square" lIns="0" tIns="0" rIns="0" bIns="0" rtlCol="0">
            <a:noAutofit/>
          </a:bodyPr>
          <a:lstStyle/>
          <a:p>
            <a:pPr marL="0" marR="0" lvl="0" indent="0" algn="l" defTabSz="228531" rtl="0" eaLnBrk="1" fontAlgn="auto" latinLnBrk="0" hangingPunct="1">
              <a:lnSpc>
                <a:spcPct val="100000"/>
              </a:lnSpc>
              <a:spcBef>
                <a:spcPts val="0"/>
              </a:spcBef>
              <a:spcAft>
                <a:spcPts val="1200"/>
              </a:spcAft>
              <a:buClrTx/>
              <a:buSzTx/>
              <a:buFontTx/>
              <a:buNone/>
              <a:tabLst/>
              <a:defRPr/>
            </a:pPr>
            <a:r>
              <a:rPr lang="es-MX" sz="800" b="0" i="0">
                <a:solidFill>
                  <a:schemeClr val="bg1"/>
                </a:solidFill>
                <a:latin typeface="Graphik" panose="020B0503030202060203" pitchFamily="34" charset="77"/>
              </a:rPr>
              <a:t>Copyright © 2026 Accenture. </a:t>
            </a:r>
            <a:r>
              <a:rPr lang="es-MX" sz="800" b="0" i="0" err="1">
                <a:solidFill>
                  <a:schemeClr val="bg1"/>
                </a:solidFill>
                <a:latin typeface="Graphik" panose="020B0503030202060203" pitchFamily="34" charset="77"/>
              </a:rPr>
              <a:t>All</a:t>
            </a:r>
            <a:r>
              <a:rPr lang="es-MX" sz="800" b="0" i="0">
                <a:solidFill>
                  <a:schemeClr val="bg1"/>
                </a:solidFill>
                <a:latin typeface="Graphik" panose="020B0503030202060203" pitchFamily="34" charset="77"/>
              </a:rPr>
              <a:t> </a:t>
            </a:r>
            <a:r>
              <a:rPr lang="es-MX" sz="800" b="0" i="0" err="1">
                <a:solidFill>
                  <a:schemeClr val="bg1"/>
                </a:solidFill>
                <a:latin typeface="Graphik" panose="020B0503030202060203" pitchFamily="34" charset="77"/>
              </a:rPr>
              <a:t>rights</a:t>
            </a:r>
            <a:r>
              <a:rPr lang="es-MX" sz="800" b="0" i="0">
                <a:solidFill>
                  <a:schemeClr val="bg1"/>
                </a:solidFill>
                <a:latin typeface="Graphik" panose="020B0503030202060203" pitchFamily="34" charset="77"/>
              </a:rPr>
              <a:t> </a:t>
            </a:r>
            <a:r>
              <a:rPr lang="es-MX" sz="800" b="0" i="0" err="1">
                <a:solidFill>
                  <a:schemeClr val="bg1"/>
                </a:solidFill>
                <a:latin typeface="Graphik" panose="020B0503030202060203" pitchFamily="34" charset="77"/>
              </a:rPr>
              <a:t>reserved</a:t>
            </a:r>
            <a:r>
              <a:rPr lang="es-MX" sz="800" b="0" i="0">
                <a:solidFill>
                  <a:schemeClr val="bg1"/>
                </a:solidFill>
                <a:latin typeface="Graphik" panose="020B0503030202060203" pitchFamily="34" charset="77"/>
              </a:rPr>
              <a:t>. For </a:t>
            </a:r>
            <a:r>
              <a:rPr lang="es-MX" sz="800" b="0" i="0" err="1">
                <a:solidFill>
                  <a:schemeClr val="bg1"/>
                </a:solidFill>
                <a:latin typeface="Graphik" panose="020B0503030202060203" pitchFamily="34" charset="77"/>
              </a:rPr>
              <a:t>internal</a:t>
            </a:r>
            <a:r>
              <a:rPr lang="es-MX" sz="800" b="0" i="0">
                <a:solidFill>
                  <a:schemeClr val="bg1"/>
                </a:solidFill>
                <a:latin typeface="Graphik" panose="020B0503030202060203" pitchFamily="34" charset="77"/>
              </a:rPr>
              <a:t> use </a:t>
            </a:r>
            <a:r>
              <a:rPr lang="es-MX" sz="800" b="0" i="0" err="1">
                <a:solidFill>
                  <a:schemeClr val="bg1"/>
                </a:solidFill>
                <a:latin typeface="Graphik" panose="020B0503030202060203" pitchFamily="34" charset="77"/>
              </a:rPr>
              <a:t>only</a:t>
            </a:r>
            <a:endParaRPr lang="es-MX" sz="800" b="0" i="0">
              <a:solidFill>
                <a:schemeClr val="bg1"/>
              </a:solidFill>
              <a:latin typeface="Graphik" panose="020B0503030202060203" pitchFamily="34" charset="77"/>
            </a:endParaRPr>
          </a:p>
        </p:txBody>
      </p:sp>
      <p:sp>
        <p:nvSpPr>
          <p:cNvPr id="6" name="Oval 5">
            <a:extLst>
              <a:ext uri="{FF2B5EF4-FFF2-40B4-BE49-F238E27FC236}">
                <a16:creationId xmlns:a16="http://schemas.microsoft.com/office/drawing/2014/main" id="{A7F41F2D-1C50-0F94-9101-DA1CBDA3D526}"/>
              </a:ext>
            </a:extLst>
          </p:cNvPr>
          <p:cNvSpPr/>
          <p:nvPr userDrawn="1"/>
        </p:nvSpPr>
        <p:spPr>
          <a:xfrm>
            <a:off x="11458506" y="6407759"/>
            <a:ext cx="352495" cy="3524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16" bIns="91416" rtlCol="0" anchor="ctr"/>
          <a:lstStyle/>
          <a:p>
            <a:pPr algn="ctr"/>
            <a:endParaRPr lang="es-MX" sz="1799"/>
          </a:p>
        </p:txBody>
      </p:sp>
      <p:pic>
        <p:nvPicPr>
          <p:cNvPr id="7" name="Picture 6">
            <a:extLst>
              <a:ext uri="{FF2B5EF4-FFF2-40B4-BE49-F238E27FC236}">
                <a16:creationId xmlns:a16="http://schemas.microsoft.com/office/drawing/2014/main" id="{E710547A-D4D8-E0AE-BA2C-9B1BBFB7EB0C}"/>
              </a:ext>
            </a:extLst>
          </p:cNvPr>
          <p:cNvPicPr>
            <a:picLocks noChangeAspect="1"/>
          </p:cNvPicPr>
          <p:nvPr userDrawn="1"/>
        </p:nvPicPr>
        <p:blipFill>
          <a:blip r:embed="rId8"/>
          <a:stretch>
            <a:fillRect/>
          </a:stretch>
        </p:blipFill>
        <p:spPr>
          <a:xfrm>
            <a:off x="437056" y="6437765"/>
            <a:ext cx="1969699" cy="227899"/>
          </a:xfrm>
          <a:prstGeom prst="rect">
            <a:avLst/>
          </a:prstGeom>
        </p:spPr>
      </p:pic>
      <p:sp>
        <p:nvSpPr>
          <p:cNvPr id="8" name="Round Same Side Corner Rectangle 7">
            <a:extLst>
              <a:ext uri="{FF2B5EF4-FFF2-40B4-BE49-F238E27FC236}">
                <a16:creationId xmlns:a16="http://schemas.microsoft.com/office/drawing/2014/main" id="{9C5277BC-A3BB-C054-BC04-1BAEC5D46FF6}"/>
              </a:ext>
            </a:extLst>
          </p:cNvPr>
          <p:cNvSpPr/>
          <p:nvPr userDrawn="1"/>
        </p:nvSpPr>
        <p:spPr>
          <a:xfrm rot="16200000">
            <a:off x="11752405" y="125600"/>
            <a:ext cx="381000" cy="498191"/>
          </a:xfrm>
          <a:prstGeom prst="round2Same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16" bIns="91416" rtlCol="0" anchor="ctr"/>
          <a:lstStyle/>
          <a:p>
            <a:pPr algn="ctr"/>
            <a:endParaRPr lang="es-MX" sz="1799"/>
          </a:p>
        </p:txBody>
      </p:sp>
      <p:sp>
        <p:nvSpPr>
          <p:cNvPr id="9" name="Slide Number Placeholder 3">
            <a:extLst>
              <a:ext uri="{FF2B5EF4-FFF2-40B4-BE49-F238E27FC236}">
                <a16:creationId xmlns:a16="http://schemas.microsoft.com/office/drawing/2014/main" id="{243CD3F4-7A2D-EAA7-4585-CFC2755F32C1}"/>
              </a:ext>
            </a:extLst>
          </p:cNvPr>
          <p:cNvSpPr>
            <a:spLocks noGrp="1"/>
          </p:cNvSpPr>
          <p:nvPr>
            <p:ph type="sldNum" sz="quarter" idx="4"/>
          </p:nvPr>
        </p:nvSpPr>
        <p:spPr>
          <a:xfrm>
            <a:off x="11398562" y="6490025"/>
            <a:ext cx="326254" cy="201168"/>
          </a:xfrm>
          <a:prstGeom prst="rect">
            <a:avLst/>
          </a:prstGeom>
        </p:spPr>
        <p:txBody>
          <a:bodyPr vert="horz" wrap="none" lIns="0" tIns="0" rIns="0" bIns="0" rtlCol="0" anchor="ctr"/>
          <a:lstStyle>
            <a:lvl1pPr algn="r">
              <a:defRPr sz="800">
                <a:solidFill>
                  <a:srgbClr val="0041F0"/>
                </a:solidFill>
              </a:defRPr>
            </a:lvl1pPr>
          </a:lstStyle>
          <a:p>
            <a:fld id="{1F90F471-3972-4120-B8B3-0237DE626C35}" type="slidenum">
              <a:rPr lang="es-MX" smtClean="0"/>
              <a:pPr/>
              <a:t>‹#›</a:t>
            </a:fld>
            <a:endParaRPr lang="es-MX"/>
          </a:p>
        </p:txBody>
      </p:sp>
    </p:spTree>
    <p:extLst>
      <p:ext uri="{BB962C8B-B14F-4D97-AF65-F5344CB8AC3E}">
        <p14:creationId xmlns:p14="http://schemas.microsoft.com/office/powerpoint/2010/main" val="2361543999"/>
      </p:ext>
    </p:extLst>
  </p:cSld>
  <p:clrMap bg1="lt1" tx1="dk1" bg2="lt2" tx2="dk2" accent1="accent1" accent2="accent2" accent3="accent3" accent4="accent4" accent5="accent5" accent6="accent6" hlink="hlink" folHlink="folHlink"/>
  <p:sldLayoutIdLst>
    <p:sldLayoutId id="2147484656" r:id="rId1"/>
    <p:sldLayoutId id="2147484657" r:id="rId2"/>
    <p:sldLayoutId id="2147484658" r:id="rId3"/>
  </p:sldLayoutIdLst>
  <p:hf hdr="0" ftr="0" dt="0"/>
  <p:txStyles>
    <p:titleStyle>
      <a:lvl1pPr algn="l" defTabSz="914126" rtl="0" eaLnBrk="1" latinLnBrk="0" hangingPunct="1">
        <a:lnSpc>
          <a:spcPct val="80000"/>
        </a:lnSpc>
        <a:spcBef>
          <a:spcPct val="0"/>
        </a:spcBef>
        <a:buNone/>
        <a:defRPr sz="3599" b="1" kern="1200">
          <a:solidFill>
            <a:schemeClr val="tx1"/>
          </a:solidFill>
          <a:latin typeface="+mj-lt"/>
          <a:ea typeface="+mj-ea"/>
          <a:cs typeface="+mj-cs"/>
        </a:defRPr>
      </a:lvl1pPr>
    </p:titleStyle>
    <p:bodyStyle>
      <a:lvl1pPr marL="228531" indent="-228531" algn="l" defTabSz="228531" rtl="0" eaLnBrk="1" latinLnBrk="0" hangingPunct="1">
        <a:lnSpc>
          <a:spcPct val="100000"/>
        </a:lnSpc>
        <a:spcBef>
          <a:spcPts val="0"/>
        </a:spcBef>
        <a:spcAft>
          <a:spcPts val="600"/>
        </a:spcAft>
        <a:buFont typeface="Graphik" panose="020B0604020202020204" pitchFamily="34" charset="0"/>
        <a:buChar char="•"/>
        <a:defRPr sz="1999" b="0" kern="1200">
          <a:solidFill>
            <a:schemeClr val="tx1"/>
          </a:solidFill>
          <a:latin typeface="+mn-lt"/>
          <a:ea typeface="+mn-ea"/>
          <a:cs typeface="+mn-cs"/>
        </a:defRPr>
      </a:lvl1pPr>
      <a:lvl2pPr marL="457063" indent="-228531" algn="l" defTabSz="228531" rtl="0" eaLnBrk="1" latinLnBrk="0" hangingPunct="1">
        <a:lnSpc>
          <a:spcPct val="100000"/>
        </a:lnSpc>
        <a:spcBef>
          <a:spcPts val="0"/>
        </a:spcBef>
        <a:spcAft>
          <a:spcPts val="600"/>
        </a:spcAft>
        <a:buClrTx/>
        <a:buFont typeface="Graphik" panose="020B0503030202060203" pitchFamily="34" charset="0"/>
        <a:buChar char="–"/>
        <a:defRPr sz="1999" kern="1200">
          <a:solidFill>
            <a:schemeClr val="tx1"/>
          </a:solidFill>
          <a:latin typeface="+mn-lt"/>
          <a:ea typeface="+mn-ea"/>
          <a:cs typeface="+mn-cs"/>
        </a:defRPr>
      </a:lvl2pPr>
      <a:lvl3pPr marL="685594" indent="-228531" algn="l" defTabSz="228531" rtl="0" eaLnBrk="1" latinLnBrk="0" hangingPunct="1">
        <a:lnSpc>
          <a:spcPct val="100000"/>
        </a:lnSpc>
        <a:spcBef>
          <a:spcPts val="0"/>
        </a:spcBef>
        <a:spcAft>
          <a:spcPts val="600"/>
        </a:spcAft>
        <a:buFont typeface="Graphik" panose="020B0604020202020204" pitchFamily="34" charset="0"/>
        <a:buChar char="•"/>
        <a:defRPr sz="1999" kern="1200">
          <a:solidFill>
            <a:schemeClr val="tx1"/>
          </a:solidFill>
          <a:latin typeface="+mn-lt"/>
          <a:ea typeface="+mn-ea"/>
          <a:cs typeface="+mn-cs"/>
        </a:defRPr>
      </a:lvl3pPr>
      <a:lvl4pPr marL="914126" indent="-228531" algn="l" defTabSz="228531" rtl="0" eaLnBrk="1" latinLnBrk="0" hangingPunct="1">
        <a:lnSpc>
          <a:spcPct val="100000"/>
        </a:lnSpc>
        <a:spcBef>
          <a:spcPts val="0"/>
        </a:spcBef>
        <a:spcAft>
          <a:spcPts val="600"/>
        </a:spcAft>
        <a:buFont typeface="Graphik" panose="020B0503030202060203" pitchFamily="34" charset="0"/>
        <a:buChar char="–"/>
        <a:defRPr sz="1799" kern="1200">
          <a:solidFill>
            <a:schemeClr val="tx1"/>
          </a:solidFill>
          <a:latin typeface="+mn-lt"/>
          <a:ea typeface="+mn-ea"/>
          <a:cs typeface="+mn-cs"/>
        </a:defRPr>
      </a:lvl4pPr>
      <a:lvl5pPr marL="1142657" indent="-228531" algn="l" defTabSz="228531" rtl="0" eaLnBrk="1" latinLnBrk="0" hangingPunct="1">
        <a:lnSpc>
          <a:spcPct val="100000"/>
        </a:lnSpc>
        <a:spcBef>
          <a:spcPts val="0"/>
        </a:spcBef>
        <a:spcAft>
          <a:spcPts val="600"/>
        </a:spcAft>
        <a:buFont typeface="Graphik" panose="020B0604020202020204" pitchFamily="34" charset="0"/>
        <a:buChar char="•"/>
        <a:defRPr sz="1799" kern="1200">
          <a:solidFill>
            <a:schemeClr val="tx1"/>
          </a:solidFill>
          <a:latin typeface="+mn-lt"/>
          <a:ea typeface="+mn-ea"/>
          <a:cs typeface="+mn-cs"/>
        </a:defRPr>
      </a:lvl5pPr>
      <a:lvl6pPr marL="11110" indent="0" algn="l" defTabSz="228531"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531"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531"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531"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126" rtl="0" eaLnBrk="1" latinLnBrk="0" hangingPunct="1">
        <a:defRPr sz="1400" kern="1200">
          <a:solidFill>
            <a:schemeClr val="tx1"/>
          </a:solidFill>
          <a:latin typeface="+mn-lt"/>
          <a:ea typeface="+mn-ea"/>
          <a:cs typeface="+mn-cs"/>
        </a:defRPr>
      </a:lvl1pPr>
      <a:lvl2pPr marL="457063" algn="l" defTabSz="914126" rtl="0" eaLnBrk="1" latinLnBrk="0" hangingPunct="1">
        <a:defRPr sz="1400" kern="1200">
          <a:solidFill>
            <a:schemeClr val="tx1"/>
          </a:solidFill>
          <a:latin typeface="+mn-lt"/>
          <a:ea typeface="+mn-ea"/>
          <a:cs typeface="+mn-cs"/>
        </a:defRPr>
      </a:lvl2pPr>
      <a:lvl3pPr marL="914126" algn="l" defTabSz="914126" rtl="0" eaLnBrk="1" latinLnBrk="0" hangingPunct="1">
        <a:defRPr sz="1400" kern="1200">
          <a:solidFill>
            <a:schemeClr val="tx1"/>
          </a:solidFill>
          <a:latin typeface="+mn-lt"/>
          <a:ea typeface="+mn-ea"/>
          <a:cs typeface="+mn-cs"/>
        </a:defRPr>
      </a:lvl3pPr>
      <a:lvl4pPr marL="1371189" algn="l" defTabSz="914126" rtl="0" eaLnBrk="1" latinLnBrk="0" hangingPunct="1">
        <a:defRPr sz="1400" kern="1200">
          <a:solidFill>
            <a:schemeClr val="tx1"/>
          </a:solidFill>
          <a:latin typeface="+mn-lt"/>
          <a:ea typeface="+mn-ea"/>
          <a:cs typeface="+mn-cs"/>
        </a:defRPr>
      </a:lvl4pPr>
      <a:lvl5pPr marL="1828251" algn="l" defTabSz="914126" rtl="0" eaLnBrk="1" latinLnBrk="0" hangingPunct="1">
        <a:defRPr sz="1400" kern="1200">
          <a:solidFill>
            <a:schemeClr val="tx1"/>
          </a:solidFill>
          <a:latin typeface="+mn-lt"/>
          <a:ea typeface="+mn-ea"/>
          <a:cs typeface="+mn-cs"/>
        </a:defRPr>
      </a:lvl5pPr>
      <a:lvl6pPr marL="2285314" algn="l" defTabSz="914126" rtl="0" eaLnBrk="1" latinLnBrk="0" hangingPunct="1">
        <a:defRPr sz="1400" kern="1200">
          <a:solidFill>
            <a:schemeClr val="tx1"/>
          </a:solidFill>
          <a:latin typeface="+mn-lt"/>
          <a:ea typeface="+mn-ea"/>
          <a:cs typeface="+mn-cs"/>
        </a:defRPr>
      </a:lvl6pPr>
      <a:lvl7pPr marL="2742377" algn="l" defTabSz="914126" rtl="0" eaLnBrk="1" latinLnBrk="0" hangingPunct="1">
        <a:defRPr sz="1400" kern="1200">
          <a:solidFill>
            <a:schemeClr val="tx1"/>
          </a:solidFill>
          <a:latin typeface="+mn-lt"/>
          <a:ea typeface="+mn-ea"/>
          <a:cs typeface="+mn-cs"/>
        </a:defRPr>
      </a:lvl7pPr>
      <a:lvl8pPr marL="3199440" algn="l" defTabSz="914126" rtl="0" eaLnBrk="1" latinLnBrk="0" hangingPunct="1">
        <a:defRPr sz="1400" kern="1200">
          <a:solidFill>
            <a:schemeClr val="tx1"/>
          </a:solidFill>
          <a:latin typeface="+mn-lt"/>
          <a:ea typeface="+mn-ea"/>
          <a:cs typeface="+mn-cs"/>
        </a:defRPr>
      </a:lvl8pPr>
      <a:lvl9pPr marL="3656503" algn="l" defTabSz="914126"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emf"/><Relationship Id="rId4" Type="http://schemas.openxmlformats.org/officeDocument/2006/relationships/oleObject" Target="../embeddings/oleObject4.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5.bin"/></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notesSlide" Target="../notesSlides/notesSlide3.xml"/><Relationship Id="rId7" Type="http://schemas.openxmlformats.org/officeDocument/2006/relationships/slide" Target="slide11.xml"/><Relationship Id="rId2" Type="http://schemas.openxmlformats.org/officeDocument/2006/relationships/slideLayout" Target="../slideLayouts/slideLayout4.xml"/><Relationship Id="rId1" Type="http://schemas.openxmlformats.org/officeDocument/2006/relationships/tags" Target="../tags/tag9.xml"/><Relationship Id="rId6" Type="http://schemas.openxmlformats.org/officeDocument/2006/relationships/image" Target="../media/image9.png"/><Relationship Id="rId5" Type="http://schemas.openxmlformats.org/officeDocument/2006/relationships/image" Target="../media/image8.emf"/><Relationship Id="rId4" Type="http://schemas.openxmlformats.org/officeDocument/2006/relationships/oleObject" Target="../embeddings/oleObject6.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6.emf"/><Relationship Id="rId4" Type="http://schemas.openxmlformats.org/officeDocument/2006/relationships/oleObject" Target="../embeddings/oleObject7.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11.xml"/><Relationship Id="rId5" Type="http://schemas.openxmlformats.org/officeDocument/2006/relationships/image" Target="../media/image8.emf"/><Relationship Id="rId4" Type="http://schemas.openxmlformats.org/officeDocument/2006/relationships/oleObject" Target="../embeddings/oleObject8.bin"/></Relationships>
</file>

<file path=ppt/slides/_rels/slide6.xml.rels><?xml version="1.0" encoding="UTF-8" standalone="yes"?>
<Relationships xmlns="http://schemas.openxmlformats.org/package/2006/relationships"><Relationship Id="rId8" Type="http://schemas.openxmlformats.org/officeDocument/2006/relationships/chart" Target="../charts/chart3.xml"/><Relationship Id="rId13" Type="http://schemas.openxmlformats.org/officeDocument/2006/relationships/chart" Target="../charts/chart8.xml"/><Relationship Id="rId18" Type="http://schemas.openxmlformats.org/officeDocument/2006/relationships/chart" Target="../charts/chart13.xml"/><Relationship Id="rId3" Type="http://schemas.openxmlformats.org/officeDocument/2006/relationships/notesSlide" Target="../notesSlides/notesSlide6.xml"/><Relationship Id="rId21" Type="http://schemas.openxmlformats.org/officeDocument/2006/relationships/chart" Target="../charts/chart16.xml"/><Relationship Id="rId7" Type="http://schemas.openxmlformats.org/officeDocument/2006/relationships/chart" Target="../charts/chart2.xml"/><Relationship Id="rId12" Type="http://schemas.openxmlformats.org/officeDocument/2006/relationships/chart" Target="../charts/chart7.xml"/><Relationship Id="rId17" Type="http://schemas.openxmlformats.org/officeDocument/2006/relationships/chart" Target="../charts/chart12.xml"/><Relationship Id="rId2" Type="http://schemas.openxmlformats.org/officeDocument/2006/relationships/slideLayout" Target="../slideLayouts/slideLayout4.xml"/><Relationship Id="rId16" Type="http://schemas.openxmlformats.org/officeDocument/2006/relationships/chart" Target="../charts/chart11.xml"/><Relationship Id="rId20" Type="http://schemas.openxmlformats.org/officeDocument/2006/relationships/chart" Target="../charts/chart15.xml"/><Relationship Id="rId1" Type="http://schemas.openxmlformats.org/officeDocument/2006/relationships/tags" Target="../tags/tag12.xml"/><Relationship Id="rId6" Type="http://schemas.openxmlformats.org/officeDocument/2006/relationships/chart" Target="../charts/chart1.xml"/><Relationship Id="rId11" Type="http://schemas.openxmlformats.org/officeDocument/2006/relationships/chart" Target="../charts/chart6.xml"/><Relationship Id="rId24" Type="http://schemas.openxmlformats.org/officeDocument/2006/relationships/chart" Target="../charts/chart19.xml"/><Relationship Id="rId5" Type="http://schemas.openxmlformats.org/officeDocument/2006/relationships/image" Target="../media/image8.emf"/><Relationship Id="rId15" Type="http://schemas.openxmlformats.org/officeDocument/2006/relationships/chart" Target="../charts/chart10.xml"/><Relationship Id="rId23" Type="http://schemas.openxmlformats.org/officeDocument/2006/relationships/chart" Target="../charts/chart18.xml"/><Relationship Id="rId10" Type="http://schemas.openxmlformats.org/officeDocument/2006/relationships/chart" Target="../charts/chart5.xml"/><Relationship Id="rId19" Type="http://schemas.openxmlformats.org/officeDocument/2006/relationships/chart" Target="../charts/chart14.xml"/><Relationship Id="rId4" Type="http://schemas.openxmlformats.org/officeDocument/2006/relationships/oleObject" Target="../embeddings/oleObject9.bin"/><Relationship Id="rId9" Type="http://schemas.openxmlformats.org/officeDocument/2006/relationships/chart" Target="../charts/chart4.xml"/><Relationship Id="rId14" Type="http://schemas.openxmlformats.org/officeDocument/2006/relationships/chart" Target="../charts/chart9.xml"/><Relationship Id="rId22" Type="http://schemas.openxmlformats.org/officeDocument/2006/relationships/chart" Target="../charts/chart1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13.xml"/><Relationship Id="rId5" Type="http://schemas.openxmlformats.org/officeDocument/2006/relationships/image" Target="../media/image8.emf"/><Relationship Id="rId4" Type="http://schemas.openxmlformats.org/officeDocument/2006/relationships/oleObject" Target="../embeddings/oleObject10.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8.emf"/><Relationship Id="rId4" Type="http://schemas.openxmlformats.org/officeDocument/2006/relationships/oleObject" Target="../embeddings/oleObject11.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5.xml"/><Relationship Id="rId5" Type="http://schemas.openxmlformats.org/officeDocument/2006/relationships/image" Target="../media/image5.emf"/><Relationship Id="rId4" Type="http://schemas.openxmlformats.org/officeDocument/2006/relationships/oleObject" Target="../embeddings/oleObject12.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6.xml"/><Relationship Id="rId5" Type="http://schemas.openxmlformats.org/officeDocument/2006/relationships/image" Target="../media/image5.emf"/><Relationship Id="rId4" Type="http://schemas.openxmlformats.org/officeDocument/2006/relationships/oleObject" Target="../embeddings/oleObject13.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7.xml"/><Relationship Id="rId5" Type="http://schemas.openxmlformats.org/officeDocument/2006/relationships/image" Target="../media/image8.emf"/><Relationship Id="rId4" Type="http://schemas.openxmlformats.org/officeDocument/2006/relationships/oleObject" Target="../embeddings/oleObject11.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8.xml"/><Relationship Id="rId5" Type="http://schemas.openxmlformats.org/officeDocument/2006/relationships/image" Target="../media/image8.emf"/><Relationship Id="rId4" Type="http://schemas.openxmlformats.org/officeDocument/2006/relationships/oleObject" Target="../embeddings/oleObject14.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9.xml"/><Relationship Id="rId5" Type="http://schemas.openxmlformats.org/officeDocument/2006/relationships/image" Target="../media/image8.emf"/><Relationship Id="rId4" Type="http://schemas.openxmlformats.org/officeDocument/2006/relationships/oleObject" Target="../embeddings/oleObject15.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20.xml"/><Relationship Id="rId5" Type="http://schemas.openxmlformats.org/officeDocument/2006/relationships/image" Target="../media/image8.emf"/><Relationship Id="rId4" Type="http://schemas.openxmlformats.org/officeDocument/2006/relationships/oleObject" Target="../embeddings/oleObject16.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21.xml"/><Relationship Id="rId5" Type="http://schemas.openxmlformats.org/officeDocument/2006/relationships/image" Target="../media/image8.emf"/><Relationship Id="rId4" Type="http://schemas.openxmlformats.org/officeDocument/2006/relationships/oleObject" Target="../embeddings/oleObject15.bin"/></Relationships>
</file>

<file path=ppt/slides/_rels/slide1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slide" Target="slide19.xml"/><Relationship Id="rId3" Type="http://schemas.openxmlformats.org/officeDocument/2006/relationships/notesSlide" Target="../notesSlides/notesSlide16.xml"/><Relationship Id="rId7" Type="http://schemas.openxmlformats.org/officeDocument/2006/relationships/slide" Target="slide17.xml"/><Relationship Id="rId12"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22.xml"/><Relationship Id="rId6" Type="http://schemas.openxmlformats.org/officeDocument/2006/relationships/image" Target="../media/image10.png"/><Relationship Id="rId11" Type="http://schemas.openxmlformats.org/officeDocument/2006/relationships/slide" Target="slide18.xml"/><Relationship Id="rId5" Type="http://schemas.openxmlformats.org/officeDocument/2006/relationships/image" Target="../media/image8.emf"/><Relationship Id="rId15" Type="http://schemas.openxmlformats.org/officeDocument/2006/relationships/image" Target="../media/image14.png"/><Relationship Id="rId10" Type="http://schemas.openxmlformats.org/officeDocument/2006/relationships/image" Target="../media/image11.png"/><Relationship Id="rId4" Type="http://schemas.openxmlformats.org/officeDocument/2006/relationships/oleObject" Target="../embeddings/oleObject15.bin"/><Relationship Id="rId9" Type="http://schemas.openxmlformats.org/officeDocument/2006/relationships/image" Target="../media/image11.png"/><Relationship Id="rId1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tags" Target="../tags/tag23.xml"/><Relationship Id="rId5" Type="http://schemas.openxmlformats.org/officeDocument/2006/relationships/image" Target="../media/image8.emf"/><Relationship Id="rId4" Type="http://schemas.openxmlformats.org/officeDocument/2006/relationships/oleObject" Target="../embeddings/oleObject17.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ags" Target="../tags/tag24.xml"/><Relationship Id="rId5" Type="http://schemas.openxmlformats.org/officeDocument/2006/relationships/image" Target="../media/image8.emf"/><Relationship Id="rId4" Type="http://schemas.openxmlformats.org/officeDocument/2006/relationships/oleObject" Target="../embeddings/oleObject18.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ags" Target="../tags/tag25.xml"/><Relationship Id="rId5" Type="http://schemas.openxmlformats.org/officeDocument/2006/relationships/image" Target="../media/image8.emf"/><Relationship Id="rId4" Type="http://schemas.openxmlformats.org/officeDocument/2006/relationships/oleObject" Target="../embeddings/oleObject17.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tags" Target="../tags/tag26.xml"/><Relationship Id="rId5" Type="http://schemas.openxmlformats.org/officeDocument/2006/relationships/image" Target="../media/image8.emf"/><Relationship Id="rId4" Type="http://schemas.openxmlformats.org/officeDocument/2006/relationships/oleObject" Target="../embeddings/oleObject1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A70D0AC6-E458-5A06-11D9-F04ADA9B1E61}"/>
              </a:ext>
            </a:extLst>
          </p:cNvPr>
          <p:cNvGraphicFramePr>
            <a:graphicFrameLocks/>
          </p:cNvGraphicFramePr>
          <p:nvPr>
            <p:custDataLst>
              <p:tags r:id="rId1"/>
            </p:custDataLst>
            <p:extLst>
              <p:ext uri="{D42A27DB-BD31-4B8C-83A1-F6EECF244321}">
                <p14:modId xmlns:p14="http://schemas.microsoft.com/office/powerpoint/2010/main" val="11544747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2" name="think-cell data - do not delete" hidden="1">
                        <a:extLst>
                          <a:ext uri="{FF2B5EF4-FFF2-40B4-BE49-F238E27FC236}">
                            <a16:creationId xmlns:a16="http://schemas.microsoft.com/office/drawing/2014/main" id="{A70D0AC6-E458-5A06-11D9-F04ADA9B1E6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39E837A8-7F88-6603-96C8-99FC36BC5228}"/>
              </a:ext>
            </a:extLst>
          </p:cNvPr>
          <p:cNvSpPr>
            <a:spLocks noGrp="1"/>
          </p:cNvSpPr>
          <p:nvPr>
            <p:ph type="ctrTitle"/>
          </p:nvPr>
        </p:nvSpPr>
        <p:spPr>
          <a:xfrm>
            <a:off x="381000" y="1946700"/>
            <a:ext cx="9296400" cy="1459477"/>
          </a:xfrm>
        </p:spPr>
        <p:txBody>
          <a:bodyPr vert="horz" rIns="91440"/>
          <a:lstStyle/>
          <a:p>
            <a:r>
              <a:rPr lang="es-MX" noProof="0" err="1">
                <a:latin typeface="Graphik" panose="020B0503030202060203" pitchFamily="34" charset="77"/>
              </a:rPr>
              <a:t>Roadmap</a:t>
            </a:r>
            <a:r>
              <a:rPr lang="es-MX" noProof="0">
                <a:latin typeface="Graphik" panose="020B0503030202060203" pitchFamily="34" charset="77"/>
              </a:rPr>
              <a:t> R4</a:t>
            </a:r>
          </a:p>
        </p:txBody>
      </p:sp>
      <p:sp>
        <p:nvSpPr>
          <p:cNvPr id="6" name="Subtitle 5">
            <a:extLst>
              <a:ext uri="{FF2B5EF4-FFF2-40B4-BE49-F238E27FC236}">
                <a16:creationId xmlns:a16="http://schemas.microsoft.com/office/drawing/2014/main" id="{5D0DBCE1-CFCC-612C-134B-0DBC5EBBA6A9}"/>
              </a:ext>
            </a:extLst>
          </p:cNvPr>
          <p:cNvSpPr>
            <a:spLocks noGrp="1"/>
          </p:cNvSpPr>
          <p:nvPr>
            <p:ph type="subTitle" idx="1"/>
          </p:nvPr>
        </p:nvSpPr>
        <p:spPr>
          <a:xfrm>
            <a:off x="381000" y="3451823"/>
            <a:ext cx="6236970" cy="924063"/>
          </a:xfrm>
        </p:spPr>
        <p:txBody>
          <a:bodyPr/>
          <a:lstStyle/>
          <a:p>
            <a:r>
              <a:rPr lang="es-MX" sz="2800" err="1">
                <a:latin typeface="+mj-lt"/>
              </a:rPr>
              <a:t>Roadmap</a:t>
            </a:r>
            <a:r>
              <a:rPr lang="es-MX" sz="2800">
                <a:latin typeface="+mj-lt"/>
              </a:rPr>
              <a:t> propuesto, puntos críticos y acciones por atender</a:t>
            </a:r>
            <a:endParaRPr lang="es-MX" sz="2800" noProof="0">
              <a:latin typeface="+mj-lt"/>
            </a:endParaRPr>
          </a:p>
        </p:txBody>
      </p:sp>
      <p:sp>
        <p:nvSpPr>
          <p:cNvPr id="16" name="Subtitle 5">
            <a:extLst>
              <a:ext uri="{FF2B5EF4-FFF2-40B4-BE49-F238E27FC236}">
                <a16:creationId xmlns:a16="http://schemas.microsoft.com/office/drawing/2014/main" id="{A5FE71FC-D52B-8760-63A9-F27C8DA5F43C}"/>
              </a:ext>
            </a:extLst>
          </p:cNvPr>
          <p:cNvSpPr txBox="1">
            <a:spLocks/>
          </p:cNvSpPr>
          <p:nvPr/>
        </p:nvSpPr>
        <p:spPr bwMode="black">
          <a:xfrm>
            <a:off x="513271" y="6114211"/>
            <a:ext cx="1756104" cy="266700"/>
          </a:xfrm>
          <a:prstGeom prst="rect">
            <a:avLst/>
          </a:prstGeom>
        </p:spPr>
        <p:txBody>
          <a:bodyPr vert="horz" lIns="0" tIns="0" rIns="0" bIns="0" rtlCol="0">
            <a:noAutofit/>
          </a:bodyPr>
          <a:lstStyle>
            <a:lvl1pPr marL="0" indent="0" algn="l" defTabSz="228600" rtl="0" eaLnBrk="1" latinLnBrk="0" hangingPunct="1">
              <a:lnSpc>
                <a:spcPct val="90000"/>
              </a:lnSpc>
              <a:spcBef>
                <a:spcPts val="0"/>
              </a:spcBef>
              <a:spcAft>
                <a:spcPts val="1200"/>
              </a:spcAft>
              <a:buFont typeface="Arial" panose="020B0604020202020204" pitchFamily="34" charset="0"/>
              <a:buNone/>
              <a:defRPr sz="2000" b="0" i="0" kern="1200" spc="0">
                <a:solidFill>
                  <a:schemeClr val="tx1"/>
                </a:solidFill>
                <a:latin typeface="Graphik" panose="020B0503030202060203" pitchFamily="34" charset="0"/>
                <a:ea typeface="+mn-ea"/>
                <a:cs typeface="+mn-cs"/>
              </a:defRPr>
            </a:lvl1pPr>
            <a:lvl2pPr marL="457200" indent="0" algn="ctr" defTabSz="228600" rtl="0" eaLnBrk="1" latinLnBrk="0" hangingPunct="1">
              <a:lnSpc>
                <a:spcPct val="100000"/>
              </a:lnSpc>
              <a:spcBef>
                <a:spcPts val="0"/>
              </a:spcBef>
              <a:spcAft>
                <a:spcPts val="600"/>
              </a:spcAft>
              <a:buClrTx/>
              <a:buFont typeface="Arial" panose="020B0503030202060203" pitchFamily="34" charset="0"/>
              <a:buNone/>
              <a:defRPr sz="2000" kern="1200">
                <a:solidFill>
                  <a:schemeClr val="tx1"/>
                </a:solidFill>
                <a:latin typeface="+mn-lt"/>
                <a:ea typeface="+mn-ea"/>
                <a:cs typeface="+mn-cs"/>
              </a:defRPr>
            </a:lvl2pPr>
            <a:lvl3pPr marL="914400" indent="0" algn="ctr" defTabSz="228600" rtl="0" eaLnBrk="1" latinLnBrk="0" hangingPunct="1">
              <a:lnSpc>
                <a:spcPct val="10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3pPr>
            <a:lvl4pPr marL="1371600" indent="0" algn="ctr" defTabSz="228600" rtl="0" eaLnBrk="1" latinLnBrk="0" hangingPunct="1">
              <a:lnSpc>
                <a:spcPct val="100000"/>
              </a:lnSpc>
              <a:spcBef>
                <a:spcPts val="0"/>
              </a:spcBef>
              <a:spcAft>
                <a:spcPts val="600"/>
              </a:spcAft>
              <a:buFont typeface="Arial" panose="020B0503030202060203" pitchFamily="34" charset="0"/>
              <a:buNone/>
              <a:defRPr sz="1600" kern="1200">
                <a:solidFill>
                  <a:schemeClr val="tx1"/>
                </a:solidFill>
                <a:latin typeface="+mn-lt"/>
                <a:ea typeface="+mn-ea"/>
                <a:cs typeface="+mn-cs"/>
              </a:defRPr>
            </a:lvl4pPr>
            <a:lvl5pPr marL="1828800" indent="0" algn="ctr" defTabSz="228600"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mn-lt"/>
                <a:ea typeface="+mn-ea"/>
                <a:cs typeface="+mn-cs"/>
              </a:defRPr>
            </a:lvl5pPr>
            <a:lvl6pPr marL="2286000" indent="0" algn="ctr"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2743200" indent="0" algn="ctr" defTabSz="228600" rtl="0" eaLnBrk="1" latinLnBrk="0" hangingPunct="1">
              <a:lnSpc>
                <a:spcPct val="90000"/>
              </a:lnSpc>
              <a:spcBef>
                <a:spcPts val="0"/>
              </a:spcBef>
              <a:spcAft>
                <a:spcPts val="600"/>
              </a:spcAft>
              <a:buFont typeface="Arial" panose="020B0604020202020204" pitchFamily="34" charset="0"/>
              <a:buNone/>
              <a:defRPr sz="1600" kern="1200">
                <a:solidFill>
                  <a:schemeClr val="tx1"/>
                </a:solidFill>
                <a:latin typeface="+mn-lt"/>
                <a:ea typeface="+mn-ea"/>
                <a:cs typeface="+mn-cs"/>
              </a:defRPr>
            </a:lvl7pPr>
            <a:lvl8pPr marL="3200400" indent="0" algn="ctr" defTabSz="228600" rtl="0" eaLnBrk="1" latinLnBrk="0" hangingPunct="1">
              <a:lnSpc>
                <a:spcPct val="90000"/>
              </a:lnSpc>
              <a:spcBef>
                <a:spcPts val="0"/>
              </a:spcBef>
              <a:spcAft>
                <a:spcPts val="600"/>
              </a:spcAft>
              <a:buFont typeface="Arial" panose="020B0604020202020204" pitchFamily="34" charset="0"/>
              <a:buNone/>
              <a:defRPr sz="1600" b="1" kern="1200">
                <a:solidFill>
                  <a:schemeClr val="tx1"/>
                </a:solidFill>
                <a:latin typeface="+mn-lt"/>
                <a:ea typeface="+mn-ea"/>
                <a:cs typeface="+mn-cs"/>
              </a:defRPr>
            </a:lvl8pPr>
            <a:lvl9pPr marL="3657600" indent="0" algn="ctr" defTabSz="2286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9pPr>
          </a:lstStyle>
          <a:p>
            <a:r>
              <a:rPr lang="es-MX" sz="1400" b="1">
                <a:latin typeface="Graphik" panose="020B0503030202060203" pitchFamily="34" charset="77"/>
              </a:rPr>
              <a:t>11 de </a:t>
            </a:r>
            <a:r>
              <a:rPr lang="es-MX" sz="1400" b="1" noProof="0">
                <a:latin typeface="Graphik" panose="020B0503030202060203" pitchFamily="34" charset="77"/>
              </a:rPr>
              <a:t>Agosto 2026</a:t>
            </a:r>
          </a:p>
        </p:txBody>
      </p:sp>
    </p:spTree>
    <p:extLst>
      <p:ext uri="{BB962C8B-B14F-4D97-AF65-F5344CB8AC3E}">
        <p14:creationId xmlns:p14="http://schemas.microsoft.com/office/powerpoint/2010/main" val="3057309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3A292-31E3-692E-0C3D-92DC231BC93B}"/>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2D5C18D-8173-CD01-9A5C-09253D9B658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3" progId="TCLayout.ActiveDocument.1">
                  <p:embed/>
                </p:oleObj>
              </mc:Choice>
              <mc:Fallback>
                <p:oleObj name="think-cell Slide" r:id="rId4" imgW="404" imgH="403" progId="TCLayout.ActiveDocument.1">
                  <p:embed/>
                  <p:pic>
                    <p:nvPicPr>
                      <p:cNvPr id="4" name="think-cell data - do not delete" hidden="1">
                        <a:extLst>
                          <a:ext uri="{FF2B5EF4-FFF2-40B4-BE49-F238E27FC236}">
                            <a16:creationId xmlns:a16="http://schemas.microsoft.com/office/drawing/2014/main" id="{E2D5C18D-8173-CD01-9A5C-09253D9B658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2A5E69B-56BB-D98B-A49E-67E98CC86C13}"/>
              </a:ext>
            </a:extLst>
          </p:cNvPr>
          <p:cNvSpPr>
            <a:spLocks noGrp="1"/>
          </p:cNvSpPr>
          <p:nvPr>
            <p:ph type="title"/>
          </p:nvPr>
        </p:nvSpPr>
        <p:spPr>
          <a:xfrm>
            <a:off x="286749" y="404546"/>
            <a:ext cx="11437100" cy="954708"/>
          </a:xfrm>
        </p:spPr>
        <p:txBody>
          <a:bodyPr vert="horz" rIns="91440" anchor="t">
            <a:normAutofit/>
          </a:bodyPr>
          <a:lstStyle/>
          <a:p>
            <a:r>
              <a:rPr lang="es-MX" sz="2400" noProof="0"/>
              <a:t>ROADMAP R4</a:t>
            </a:r>
            <a:endParaRPr lang="es-MX" sz="2000" b="0" noProof="0"/>
          </a:p>
        </p:txBody>
      </p:sp>
      <p:graphicFrame>
        <p:nvGraphicFramePr>
          <p:cNvPr id="3" name="Table 2">
            <a:extLst>
              <a:ext uri="{FF2B5EF4-FFF2-40B4-BE49-F238E27FC236}">
                <a16:creationId xmlns:a16="http://schemas.microsoft.com/office/drawing/2014/main" id="{A69F1D63-76AA-CF4D-FC09-0B0602CA274A}"/>
              </a:ext>
            </a:extLst>
          </p:cNvPr>
          <p:cNvGraphicFramePr>
            <a:graphicFrameLocks noGrp="1"/>
          </p:cNvGraphicFramePr>
          <p:nvPr>
            <p:extLst>
              <p:ext uri="{D42A27DB-BD31-4B8C-83A1-F6EECF244321}">
                <p14:modId xmlns:p14="http://schemas.microsoft.com/office/powerpoint/2010/main" val="2183856776"/>
              </p:ext>
            </p:extLst>
          </p:nvPr>
        </p:nvGraphicFramePr>
        <p:xfrm>
          <a:off x="381001" y="900950"/>
          <a:ext cx="5781675" cy="5223878"/>
        </p:xfrm>
        <a:graphic>
          <a:graphicData uri="http://schemas.openxmlformats.org/drawingml/2006/table">
            <a:tbl>
              <a:tblPr firstRow="1" bandRow="1">
                <a:tableStyleId>{5C22544A-7EE6-4342-B048-85BDC9FD1C3A}</a:tableStyleId>
              </a:tblPr>
              <a:tblGrid>
                <a:gridCol w="5318761">
                  <a:extLst>
                    <a:ext uri="{9D8B030D-6E8A-4147-A177-3AD203B41FA5}">
                      <a16:colId xmlns:a16="http://schemas.microsoft.com/office/drawing/2014/main" val="3258817975"/>
                    </a:ext>
                  </a:extLst>
                </a:gridCol>
                <a:gridCol w="462914">
                  <a:extLst>
                    <a:ext uri="{9D8B030D-6E8A-4147-A177-3AD203B41FA5}">
                      <a16:colId xmlns:a16="http://schemas.microsoft.com/office/drawing/2014/main" val="408616212"/>
                    </a:ext>
                  </a:extLst>
                </a:gridCol>
              </a:tblGrid>
              <a:tr h="426952">
                <a:tc>
                  <a:txBody>
                    <a:bodyPr/>
                    <a:lstStyle/>
                    <a:p>
                      <a:r>
                        <a:rPr lang="es-MX" sz="1600" noProof="0">
                          <a:solidFill>
                            <a:schemeClr val="tx1"/>
                          </a:solidFill>
                        </a:rPr>
                        <a:t>Tema</a:t>
                      </a:r>
                    </a:p>
                  </a:txBody>
                  <a:tcPr>
                    <a:lnB w="12700" cap="flat" cmpd="sng" algn="ctr">
                      <a:solidFill>
                        <a:schemeClr val="tx1"/>
                      </a:solidFill>
                      <a:prstDash val="solid"/>
                      <a:round/>
                      <a:headEnd type="none" w="med" len="med"/>
                      <a:tailEnd type="none" w="med" len="med"/>
                    </a:lnB>
                    <a:noFill/>
                  </a:tcPr>
                </a:tc>
                <a:tc>
                  <a:txBody>
                    <a:bodyPr/>
                    <a:lstStyle/>
                    <a:p>
                      <a:pPr algn="ctr"/>
                      <a:endParaRPr lang="es-MX" sz="1600" noProof="0">
                        <a:solidFill>
                          <a:schemeClr val="tx1"/>
                        </a:solidFill>
                      </a:endParaRP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1116836"/>
                  </a:ext>
                </a:extLst>
              </a:tr>
              <a:tr h="232883">
                <a:tc>
                  <a:txBody>
                    <a:bodyPr/>
                    <a:lstStyle/>
                    <a:p>
                      <a:endParaRPr lang="es-MX" sz="600" noProof="0">
                        <a:solidFill>
                          <a:schemeClr val="tx1"/>
                        </a:solidFill>
                      </a:endParaRPr>
                    </a:p>
                  </a:txBody>
                  <a:tcPr anchor="ctr">
                    <a:lnT w="12700" cap="flat" cmpd="sng" algn="ctr">
                      <a:solidFill>
                        <a:schemeClr val="tx1"/>
                      </a:solidFill>
                      <a:prstDash val="solid"/>
                      <a:round/>
                      <a:headEnd type="none" w="med" len="med"/>
                      <a:tailEnd type="none" w="med" len="med"/>
                    </a:lnT>
                    <a:solidFill>
                      <a:schemeClr val="accent4">
                        <a:lumMod val="10000"/>
                        <a:lumOff val="90000"/>
                      </a:schemeClr>
                    </a:solidFill>
                  </a:tcPr>
                </a:tc>
                <a:tc>
                  <a:txBody>
                    <a:bodyPr/>
                    <a:lstStyle/>
                    <a:p>
                      <a:pPr algn="ctr"/>
                      <a:endParaRPr lang="es-MX" sz="600" b="1" i="0" noProof="0">
                        <a:solidFill>
                          <a:schemeClr val="tx1"/>
                        </a:solidFill>
                      </a:endParaRPr>
                    </a:p>
                  </a:txBody>
                  <a:tcPr anchor="ctr">
                    <a:lnT w="12700" cap="flat" cmpd="sng" algn="ctr">
                      <a:solidFill>
                        <a:schemeClr val="tx1"/>
                      </a:solidFill>
                      <a:prstDash val="solid"/>
                      <a:round/>
                      <a:headEnd type="none" w="med" len="med"/>
                      <a:tailEnd type="none" w="med" len="med"/>
                    </a:lnT>
                    <a:solidFill>
                      <a:schemeClr val="accent4">
                        <a:lumMod val="10000"/>
                        <a:lumOff val="90000"/>
                      </a:schemeClr>
                    </a:solidFill>
                  </a:tcPr>
                </a:tc>
                <a:extLst>
                  <a:ext uri="{0D108BD9-81ED-4DB2-BD59-A6C34878D82A}">
                    <a16:rowId xmlns:a16="http://schemas.microsoft.com/office/drawing/2014/main" val="2980905555"/>
                  </a:ext>
                </a:extLst>
              </a:tr>
              <a:tr h="494303">
                <a:tc>
                  <a:txBody>
                    <a:bodyPr/>
                    <a:lstStyle/>
                    <a:p>
                      <a:r>
                        <a:rPr lang="es-MX" sz="1500" b="1" noProof="0">
                          <a:solidFill>
                            <a:schemeClr val="tx1"/>
                          </a:solidFill>
                        </a:rPr>
                        <a:t>1. </a:t>
                      </a:r>
                      <a:r>
                        <a:rPr lang="es-MX" sz="1500" noProof="0">
                          <a:solidFill>
                            <a:schemeClr val="tx1"/>
                          </a:solidFill>
                        </a:rPr>
                        <a:t>Metodología de priorización R4</a:t>
                      </a:r>
                    </a:p>
                  </a:txBody>
                  <a:tcPr anchor="ctr">
                    <a:noFill/>
                  </a:tcPr>
                </a:tc>
                <a:tc>
                  <a:txBody>
                    <a:bodyPr/>
                    <a:lstStyle/>
                    <a:p>
                      <a:pPr algn="ctr"/>
                      <a:endParaRPr lang="es-MX" b="1" i="0" noProof="0">
                        <a:solidFill>
                          <a:schemeClr val="tx1"/>
                        </a:solidFill>
                      </a:endParaRPr>
                    </a:p>
                  </a:txBody>
                  <a:tcPr anchor="ctr">
                    <a:noFill/>
                  </a:tcPr>
                </a:tc>
                <a:extLst>
                  <a:ext uri="{0D108BD9-81ED-4DB2-BD59-A6C34878D82A}">
                    <a16:rowId xmlns:a16="http://schemas.microsoft.com/office/drawing/2014/main" val="3404563708"/>
                  </a:ext>
                </a:extLst>
              </a:tr>
              <a:tr h="232883">
                <a:tc>
                  <a:txBody>
                    <a:bodyPr/>
                    <a:lstStyle/>
                    <a:p>
                      <a:endParaRPr lang="es-MX" sz="600" noProof="0">
                        <a:solidFill>
                          <a:schemeClr val="tx1"/>
                        </a:solidFill>
                      </a:endParaRPr>
                    </a:p>
                  </a:txBody>
                  <a:tcPr anchor="ctr">
                    <a:solidFill>
                      <a:schemeClr val="bg1">
                        <a:lumMod val="95000"/>
                      </a:schemeClr>
                    </a:solidFill>
                  </a:tcPr>
                </a:tc>
                <a:tc>
                  <a:txBody>
                    <a:bodyPr/>
                    <a:lstStyle/>
                    <a:p>
                      <a:pPr algn="ctr"/>
                      <a:endParaRPr lang="es-MX" sz="600" b="1" i="0" noProof="0">
                        <a:solidFill>
                          <a:schemeClr val="tx1"/>
                        </a:solidFill>
                      </a:endParaRPr>
                    </a:p>
                  </a:txBody>
                  <a:tcPr anchor="ctr">
                    <a:solidFill>
                      <a:schemeClr val="bg1">
                        <a:lumMod val="95000"/>
                      </a:schemeClr>
                    </a:solidFill>
                  </a:tcPr>
                </a:tc>
                <a:extLst>
                  <a:ext uri="{0D108BD9-81ED-4DB2-BD59-A6C34878D82A}">
                    <a16:rowId xmlns:a16="http://schemas.microsoft.com/office/drawing/2014/main" val="566254939"/>
                  </a:ext>
                </a:extLst>
              </a:tr>
              <a:tr h="563280">
                <a:tc>
                  <a:txBody>
                    <a:bodyPr/>
                    <a:lstStyle/>
                    <a:p>
                      <a:r>
                        <a:rPr lang="es-MX" sz="1500" b="1" noProof="0">
                          <a:solidFill>
                            <a:schemeClr val="tx1"/>
                          </a:solidFill>
                        </a:rPr>
                        <a:t>2</a:t>
                      </a:r>
                      <a:r>
                        <a:rPr lang="es-MX" sz="1500" b="0" noProof="0">
                          <a:solidFill>
                            <a:schemeClr val="tx1"/>
                          </a:solidFill>
                        </a:rPr>
                        <a:t>. Propuesta de R</a:t>
                      </a:r>
                      <a:r>
                        <a:rPr lang="es-MX" sz="1500" noProof="0">
                          <a:solidFill>
                            <a:schemeClr val="tx1"/>
                          </a:solidFill>
                        </a:rPr>
                        <a:t>oadmap Integral R4</a:t>
                      </a:r>
                    </a:p>
                  </a:txBody>
                  <a:tcPr anchor="ctr">
                    <a:noFill/>
                  </a:tcPr>
                </a:tc>
                <a:tc>
                  <a:txBody>
                    <a:bodyPr/>
                    <a:lstStyle/>
                    <a:p>
                      <a:pPr algn="ctr"/>
                      <a:endParaRPr lang="es-MX" b="1" i="0" noProof="0">
                        <a:solidFill>
                          <a:schemeClr val="tx1"/>
                        </a:solidFill>
                      </a:endParaRPr>
                    </a:p>
                  </a:txBody>
                  <a:tcPr anchor="ctr">
                    <a:noFill/>
                  </a:tcPr>
                </a:tc>
                <a:extLst>
                  <a:ext uri="{0D108BD9-81ED-4DB2-BD59-A6C34878D82A}">
                    <a16:rowId xmlns:a16="http://schemas.microsoft.com/office/drawing/2014/main" val="784233828"/>
                  </a:ext>
                </a:extLst>
              </a:tr>
              <a:tr h="232883">
                <a:tc>
                  <a:txBody>
                    <a:bodyPr/>
                    <a:lstStyle/>
                    <a:p>
                      <a:endParaRPr lang="es-MX" sz="600" noProof="0">
                        <a:solidFill>
                          <a:schemeClr val="tx1"/>
                        </a:solidFill>
                      </a:endParaRPr>
                    </a:p>
                  </a:txBody>
                  <a:tcPr anchor="ctr">
                    <a:solidFill>
                      <a:schemeClr val="bg1">
                        <a:lumMod val="95000"/>
                      </a:schemeClr>
                    </a:solidFill>
                  </a:tcPr>
                </a:tc>
                <a:tc>
                  <a:txBody>
                    <a:bodyPr/>
                    <a:lstStyle/>
                    <a:p>
                      <a:pPr algn="ctr"/>
                      <a:endParaRPr lang="es-MX" sz="600" b="1" i="0" noProof="0">
                        <a:solidFill>
                          <a:schemeClr val="tx1"/>
                        </a:solidFill>
                      </a:endParaRPr>
                    </a:p>
                  </a:txBody>
                  <a:tcPr anchor="ctr">
                    <a:solidFill>
                      <a:schemeClr val="bg1">
                        <a:lumMod val="95000"/>
                      </a:schemeClr>
                    </a:solidFill>
                  </a:tcPr>
                </a:tc>
                <a:extLst>
                  <a:ext uri="{0D108BD9-81ED-4DB2-BD59-A6C34878D82A}">
                    <a16:rowId xmlns:a16="http://schemas.microsoft.com/office/drawing/2014/main" val="509643638"/>
                  </a:ext>
                </a:extLst>
              </a:tr>
              <a:tr h="592938">
                <a:tc>
                  <a:txBody>
                    <a:bodyPr/>
                    <a:lstStyle/>
                    <a:p>
                      <a:pPr marL="263525" indent="-263525"/>
                      <a:r>
                        <a:rPr lang="es-MX" sz="1500" b="1" noProof="0">
                          <a:solidFill>
                            <a:schemeClr val="tx1"/>
                          </a:solidFill>
                        </a:rPr>
                        <a:t>3. </a:t>
                      </a:r>
                      <a:r>
                        <a:rPr lang="es-MX" sz="1500" noProof="0">
                          <a:solidFill>
                            <a:schemeClr val="tx1"/>
                          </a:solidFill>
                        </a:rPr>
                        <a:t>¿Qué necesitamos atender para que el roadmap se cumpla?</a:t>
                      </a:r>
                    </a:p>
                  </a:txBody>
                  <a:tcPr anchor="ctr">
                    <a:noFill/>
                  </a:tcPr>
                </a:tc>
                <a:tc>
                  <a:txBody>
                    <a:bodyPr/>
                    <a:lstStyle/>
                    <a:p>
                      <a:pPr algn="ctr"/>
                      <a:endParaRPr lang="es-MX" b="1" i="0" noProof="0">
                        <a:solidFill>
                          <a:schemeClr val="tx1"/>
                        </a:solidFill>
                      </a:endParaRPr>
                    </a:p>
                  </a:txBody>
                  <a:tcPr anchor="ctr">
                    <a:noFill/>
                  </a:tcPr>
                </a:tc>
                <a:extLst>
                  <a:ext uri="{0D108BD9-81ED-4DB2-BD59-A6C34878D82A}">
                    <a16:rowId xmlns:a16="http://schemas.microsoft.com/office/drawing/2014/main" val="647813259"/>
                  </a:ext>
                </a:extLst>
              </a:tr>
              <a:tr h="232883">
                <a:tc>
                  <a:txBody>
                    <a:bodyPr/>
                    <a:lstStyle/>
                    <a:p>
                      <a:endParaRPr lang="es-MX" sz="600" noProof="0">
                        <a:solidFill>
                          <a:schemeClr val="tx1"/>
                        </a:solidFill>
                      </a:endParaRPr>
                    </a:p>
                  </a:txBody>
                  <a:tcPr anchor="ctr">
                    <a:solidFill>
                      <a:schemeClr val="bg1">
                        <a:lumMod val="95000"/>
                      </a:schemeClr>
                    </a:solidFill>
                  </a:tcPr>
                </a:tc>
                <a:tc>
                  <a:txBody>
                    <a:bodyPr/>
                    <a:lstStyle/>
                    <a:p>
                      <a:pPr algn="ctr"/>
                      <a:endParaRPr lang="es-MX" sz="600" b="1" i="0" noProof="0">
                        <a:solidFill>
                          <a:schemeClr val="tx1"/>
                        </a:solidFill>
                      </a:endParaRPr>
                    </a:p>
                  </a:txBody>
                  <a:tcPr anchor="ctr">
                    <a:solidFill>
                      <a:schemeClr val="bg1">
                        <a:lumMod val="95000"/>
                      </a:schemeClr>
                    </a:solidFill>
                  </a:tcPr>
                </a:tc>
                <a:extLst>
                  <a:ext uri="{0D108BD9-81ED-4DB2-BD59-A6C34878D82A}">
                    <a16:rowId xmlns:a16="http://schemas.microsoft.com/office/drawing/2014/main" val="1996451705"/>
                  </a:ext>
                </a:extLst>
              </a:tr>
              <a:tr h="576744">
                <a:tc>
                  <a:txBody>
                    <a:bodyPr/>
                    <a:lstStyle/>
                    <a:p>
                      <a:pPr marL="263525" marR="0" lvl="0" indent="-263525" algn="l" defTabSz="914400" rtl="0" eaLnBrk="1" fontAlgn="auto" latinLnBrk="0" hangingPunct="1">
                        <a:lnSpc>
                          <a:spcPct val="100000"/>
                        </a:lnSpc>
                        <a:spcBef>
                          <a:spcPts val="0"/>
                        </a:spcBef>
                        <a:spcAft>
                          <a:spcPts val="0"/>
                        </a:spcAft>
                        <a:buClrTx/>
                        <a:buSzTx/>
                        <a:buFontTx/>
                        <a:buNone/>
                        <a:tabLst/>
                        <a:defRPr/>
                      </a:pPr>
                      <a:r>
                        <a:rPr lang="es-MX" sz="1500" b="1" noProof="0">
                          <a:solidFill>
                            <a:schemeClr val="tx1"/>
                          </a:solidFill>
                        </a:rPr>
                        <a:t>4. </a:t>
                      </a:r>
                      <a:r>
                        <a:rPr lang="es-MX" sz="1500" noProof="0">
                          <a:solidFill>
                            <a:schemeClr val="tx1"/>
                          </a:solidFill>
                        </a:rPr>
                        <a:t>Potenciales acciones adicionales de simplificación de R4</a:t>
                      </a:r>
                    </a:p>
                  </a:txBody>
                  <a:tcPr anchor="ctr">
                    <a:solidFill>
                      <a:schemeClr val="bg1"/>
                    </a:solidFill>
                  </a:tcPr>
                </a:tc>
                <a:tc>
                  <a:txBody>
                    <a:bodyPr/>
                    <a:lstStyle/>
                    <a:p>
                      <a:pPr algn="ctr"/>
                      <a:endParaRPr lang="es-MX" sz="1500" b="1" i="0" noProof="0">
                        <a:solidFill>
                          <a:schemeClr val="tx1"/>
                        </a:solidFill>
                      </a:endParaRPr>
                    </a:p>
                  </a:txBody>
                  <a:tcPr anchor="ctr">
                    <a:solidFill>
                      <a:schemeClr val="bg1"/>
                    </a:solidFill>
                  </a:tcPr>
                </a:tc>
                <a:extLst>
                  <a:ext uri="{0D108BD9-81ED-4DB2-BD59-A6C34878D82A}">
                    <a16:rowId xmlns:a16="http://schemas.microsoft.com/office/drawing/2014/main" val="1269659011"/>
                  </a:ext>
                </a:extLst>
              </a:tr>
              <a:tr h="1880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MX" sz="600" noProof="0">
                        <a:solidFill>
                          <a:schemeClr val="tx1"/>
                        </a:solidFill>
                      </a:endParaRPr>
                    </a:p>
                  </a:txBody>
                  <a:tcPr anchor="ctr">
                    <a:solidFill>
                      <a:srgbClr val="F2F2F2"/>
                    </a:solidFill>
                  </a:tcPr>
                </a:tc>
                <a:tc>
                  <a:txBody>
                    <a:bodyPr/>
                    <a:lstStyle/>
                    <a:p>
                      <a:pPr algn="ctr"/>
                      <a:endParaRPr lang="es-MX" sz="600" b="1" i="0" noProof="0">
                        <a:solidFill>
                          <a:schemeClr val="tx1"/>
                        </a:solidFill>
                      </a:endParaRPr>
                    </a:p>
                  </a:txBody>
                  <a:tcPr anchor="ctr">
                    <a:solidFill>
                      <a:srgbClr val="F2F2F2"/>
                    </a:solidFill>
                  </a:tcPr>
                </a:tc>
                <a:extLst>
                  <a:ext uri="{0D108BD9-81ED-4DB2-BD59-A6C34878D82A}">
                    <a16:rowId xmlns:a16="http://schemas.microsoft.com/office/drawing/2014/main" val="1781924810"/>
                  </a:ext>
                </a:extLst>
              </a:tr>
              <a:tr h="576744">
                <a:tc>
                  <a:txBody>
                    <a:bodyPr/>
                    <a:lstStyle/>
                    <a:p>
                      <a:pPr marL="263525" marR="0" lvl="0" indent="-263525" algn="l" defTabSz="914400" rtl="0" eaLnBrk="1" fontAlgn="auto" latinLnBrk="0" hangingPunct="1">
                        <a:lnSpc>
                          <a:spcPct val="100000"/>
                        </a:lnSpc>
                        <a:spcBef>
                          <a:spcPts val="0"/>
                        </a:spcBef>
                        <a:spcAft>
                          <a:spcPts val="0"/>
                        </a:spcAft>
                        <a:buClrTx/>
                        <a:buSzTx/>
                        <a:buFontTx/>
                        <a:buNone/>
                        <a:tabLst/>
                        <a:defRPr/>
                      </a:pPr>
                      <a:r>
                        <a:rPr lang="es-MX" sz="1500" b="1" noProof="0">
                          <a:solidFill>
                            <a:schemeClr val="tx1"/>
                          </a:solidFill>
                        </a:rPr>
                        <a:t>5.</a:t>
                      </a:r>
                      <a:r>
                        <a:rPr lang="es-MX" sz="1500" noProof="0">
                          <a:solidFill>
                            <a:schemeClr val="tx1"/>
                          </a:solidFill>
                        </a:rPr>
                        <a:t> Temas en curso para mejorar el ciclo de Desarrollo tecnológico en UNITY posterior a R4</a:t>
                      </a:r>
                    </a:p>
                  </a:txBody>
                  <a:tcPr anchor="ctr">
                    <a:solidFill>
                      <a:schemeClr val="bg1"/>
                    </a:solidFill>
                  </a:tcPr>
                </a:tc>
                <a:tc>
                  <a:txBody>
                    <a:bodyPr/>
                    <a:lstStyle/>
                    <a:p>
                      <a:pPr algn="ctr"/>
                      <a:endParaRPr lang="es-MX" sz="1500" b="1" i="0" noProof="0">
                        <a:solidFill>
                          <a:schemeClr val="tx1"/>
                        </a:solidFill>
                      </a:endParaRPr>
                    </a:p>
                  </a:txBody>
                  <a:tcPr anchor="ctr">
                    <a:solidFill>
                      <a:schemeClr val="bg1"/>
                    </a:solidFill>
                  </a:tcPr>
                </a:tc>
                <a:extLst>
                  <a:ext uri="{0D108BD9-81ED-4DB2-BD59-A6C34878D82A}">
                    <a16:rowId xmlns:a16="http://schemas.microsoft.com/office/drawing/2014/main" val="4118370758"/>
                  </a:ext>
                </a:extLst>
              </a:tr>
              <a:tr h="232883">
                <a:tc>
                  <a:txBody>
                    <a:bodyPr/>
                    <a:lstStyle/>
                    <a:p>
                      <a:endParaRPr lang="es-MX" sz="600" noProof="0">
                        <a:solidFill>
                          <a:schemeClr val="tx1"/>
                        </a:solidFill>
                      </a:endParaRPr>
                    </a:p>
                  </a:txBody>
                  <a:tcPr anchor="ctr">
                    <a:solidFill>
                      <a:schemeClr val="bg1">
                        <a:lumMod val="95000"/>
                      </a:schemeClr>
                    </a:solidFill>
                  </a:tcPr>
                </a:tc>
                <a:tc>
                  <a:txBody>
                    <a:bodyPr/>
                    <a:lstStyle/>
                    <a:p>
                      <a:pPr algn="ctr"/>
                      <a:endParaRPr lang="es-MX" sz="600" b="1" i="0" noProof="0">
                        <a:solidFill>
                          <a:schemeClr val="tx1"/>
                        </a:solidFill>
                      </a:endParaRPr>
                    </a:p>
                  </a:txBody>
                  <a:tcPr anchor="ctr">
                    <a:solidFill>
                      <a:schemeClr val="bg1">
                        <a:lumMod val="95000"/>
                      </a:schemeClr>
                    </a:solidFill>
                  </a:tcPr>
                </a:tc>
                <a:extLst>
                  <a:ext uri="{0D108BD9-81ED-4DB2-BD59-A6C34878D82A}">
                    <a16:rowId xmlns:a16="http://schemas.microsoft.com/office/drawing/2014/main" val="270184952"/>
                  </a:ext>
                </a:extLst>
              </a:tr>
              <a:tr h="4075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500" b="1" kern="1200" noProof="0">
                          <a:solidFill>
                            <a:schemeClr val="tx1"/>
                          </a:solidFill>
                          <a:latin typeface="+mn-lt"/>
                          <a:ea typeface="+mn-ea"/>
                          <a:cs typeface="+mn-cs"/>
                        </a:rPr>
                        <a:t>6. </a:t>
                      </a:r>
                      <a:r>
                        <a:rPr lang="es-MX" sz="1500" kern="1200">
                          <a:solidFill>
                            <a:schemeClr val="tx1"/>
                          </a:solidFill>
                          <a:latin typeface="+mn-lt"/>
                          <a:ea typeface="+mn-ea"/>
                          <a:cs typeface="+mn-cs"/>
                        </a:rPr>
                        <a:t>Próximos pasos</a:t>
                      </a:r>
                      <a:endParaRPr lang="es-MX" sz="1500" kern="1200" noProof="0">
                        <a:solidFill>
                          <a:schemeClr val="tx1"/>
                        </a:solidFill>
                        <a:latin typeface="+mn-lt"/>
                        <a:ea typeface="+mn-ea"/>
                        <a:cs typeface="+mn-cs"/>
                      </a:endParaRPr>
                    </a:p>
                  </a:txBody>
                  <a:tcPr anchor="ctr">
                    <a:solidFill>
                      <a:schemeClr val="bg1"/>
                    </a:solidFill>
                  </a:tcPr>
                </a:tc>
                <a:tc>
                  <a:txBody>
                    <a:bodyPr/>
                    <a:lstStyle/>
                    <a:p>
                      <a:pPr algn="ctr"/>
                      <a:endParaRPr lang="es-MX" sz="1500" b="1" i="0" noProof="0">
                        <a:solidFill>
                          <a:schemeClr val="tx1"/>
                        </a:solidFill>
                      </a:endParaRPr>
                    </a:p>
                  </a:txBody>
                  <a:tcPr anchor="ctr">
                    <a:solidFill>
                      <a:schemeClr val="bg1"/>
                    </a:solidFill>
                  </a:tcPr>
                </a:tc>
                <a:extLst>
                  <a:ext uri="{0D108BD9-81ED-4DB2-BD59-A6C34878D82A}">
                    <a16:rowId xmlns:a16="http://schemas.microsoft.com/office/drawing/2014/main" val="1002235825"/>
                  </a:ext>
                </a:extLst>
              </a:tr>
              <a:tr h="232883">
                <a:tc>
                  <a:txBody>
                    <a:bodyPr/>
                    <a:lstStyle/>
                    <a:p>
                      <a:endParaRPr lang="es-MX" sz="600" noProof="0">
                        <a:solidFill>
                          <a:schemeClr val="tx1"/>
                        </a:solidFill>
                      </a:endParaRPr>
                    </a:p>
                  </a:txBody>
                  <a:tcPr anchor="ctr">
                    <a:solidFill>
                      <a:schemeClr val="accent4">
                        <a:lumMod val="10000"/>
                        <a:lumOff val="90000"/>
                      </a:schemeClr>
                    </a:solidFill>
                  </a:tcPr>
                </a:tc>
                <a:tc>
                  <a:txBody>
                    <a:bodyPr/>
                    <a:lstStyle/>
                    <a:p>
                      <a:pPr algn="ctr"/>
                      <a:endParaRPr lang="es-MX" sz="600" b="1" i="0" noProof="0">
                        <a:solidFill>
                          <a:schemeClr val="tx1"/>
                        </a:solidFill>
                      </a:endParaRPr>
                    </a:p>
                  </a:txBody>
                  <a:tcPr anchor="ctr">
                    <a:solidFill>
                      <a:schemeClr val="accent4">
                        <a:lumMod val="10000"/>
                        <a:lumOff val="90000"/>
                      </a:schemeClr>
                    </a:solidFill>
                  </a:tcPr>
                </a:tc>
                <a:extLst>
                  <a:ext uri="{0D108BD9-81ED-4DB2-BD59-A6C34878D82A}">
                    <a16:rowId xmlns:a16="http://schemas.microsoft.com/office/drawing/2014/main" val="3849267536"/>
                  </a:ext>
                </a:extLst>
              </a:tr>
            </a:tbl>
          </a:graphicData>
        </a:graphic>
      </p:graphicFrame>
      <p:sp>
        <p:nvSpPr>
          <p:cNvPr id="6" name="Rectangle 5">
            <a:extLst>
              <a:ext uri="{FF2B5EF4-FFF2-40B4-BE49-F238E27FC236}">
                <a16:creationId xmlns:a16="http://schemas.microsoft.com/office/drawing/2014/main" id="{2ED70AE4-73BE-E434-5B8E-62607BE1BA14}"/>
              </a:ext>
            </a:extLst>
          </p:cNvPr>
          <p:cNvSpPr/>
          <p:nvPr/>
        </p:nvSpPr>
        <p:spPr>
          <a:xfrm>
            <a:off x="6334124" y="907045"/>
            <a:ext cx="5476875" cy="522388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s-MX" noProof="0"/>
          </a:p>
        </p:txBody>
      </p:sp>
      <p:pic>
        <p:nvPicPr>
          <p:cNvPr id="1028" name="Picture 4">
            <a:extLst>
              <a:ext uri="{FF2B5EF4-FFF2-40B4-BE49-F238E27FC236}">
                <a16:creationId xmlns:a16="http://schemas.microsoft.com/office/drawing/2014/main" id="{A871DE34-0813-BE8D-9A94-FD02F14DF4A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94282" y="2027677"/>
            <a:ext cx="2356556" cy="3048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77D5ED2-35C7-6D98-42A5-97FEFDFA2EFE}"/>
              </a:ext>
            </a:extLst>
          </p:cNvPr>
          <p:cNvSpPr txBox="1"/>
          <p:nvPr/>
        </p:nvSpPr>
        <p:spPr>
          <a:xfrm>
            <a:off x="7162798" y="1420373"/>
            <a:ext cx="3819525" cy="733425"/>
          </a:xfrm>
          <a:prstGeom prst="rect">
            <a:avLst/>
          </a:prstGeom>
          <a:noFill/>
        </p:spPr>
        <p:txBody>
          <a:bodyPr wrap="square" lIns="0" tIns="0" rIns="0" bIns="0" rtlCol="0">
            <a:noAutofit/>
          </a:bodyPr>
          <a:lstStyle/>
          <a:p>
            <a:pPr algn="l" defTabSz="228600">
              <a:spcAft>
                <a:spcPts val="1200"/>
              </a:spcAft>
            </a:pPr>
            <a:r>
              <a:rPr lang="es-MX" b="1" noProof="0">
                <a:solidFill>
                  <a:schemeClr val="bg1"/>
                </a:solidFill>
              </a:rPr>
              <a:t>ACELERACIÓN PLAN DIRECTOR </a:t>
            </a:r>
          </a:p>
          <a:p>
            <a:pPr algn="l" defTabSz="228600">
              <a:spcAft>
                <a:spcPts val="1200"/>
              </a:spcAft>
            </a:pPr>
            <a:r>
              <a:rPr lang="es-MX" sz="1600" i="1" noProof="0">
                <a:solidFill>
                  <a:schemeClr val="bg1"/>
                </a:solidFill>
              </a:rPr>
              <a:t>FASE REINGENIERÍA</a:t>
            </a:r>
          </a:p>
        </p:txBody>
      </p:sp>
    </p:spTree>
    <p:extLst>
      <p:ext uri="{BB962C8B-B14F-4D97-AF65-F5344CB8AC3E}">
        <p14:creationId xmlns:p14="http://schemas.microsoft.com/office/powerpoint/2010/main" val="766957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09C8AAF-7C48-ADF2-8C49-4D1B7FDA8374}"/>
              </a:ext>
            </a:extLst>
          </p:cNvPr>
          <p:cNvGraphicFramePr>
            <a:graphicFrameLocks/>
          </p:cNvGraphicFramePr>
          <p:nvPr>
            <p:custDataLst>
              <p:tags r:id="rId1"/>
            </p:custDataLst>
            <p:extLst>
              <p:ext uri="{D42A27DB-BD31-4B8C-83A1-F6EECF244321}">
                <p14:modId xmlns:p14="http://schemas.microsoft.com/office/powerpoint/2010/main" val="28560120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7" name="think-cell data - do not delete" hidden="1">
                        <a:extLst>
                          <a:ext uri="{FF2B5EF4-FFF2-40B4-BE49-F238E27FC236}">
                            <a16:creationId xmlns:a16="http://schemas.microsoft.com/office/drawing/2014/main" id="{F09C8AAF-7C48-ADF2-8C49-4D1B7FDA837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Ey"/>
          <p:cNvSpPr txBox="1"/>
          <p:nvPr/>
        </p:nvSpPr>
        <p:spPr>
          <a:xfrm>
            <a:off x="380000" y="188056"/>
            <a:ext cx="5000000" cy="153888"/>
          </a:xfrm>
          <a:prstGeom prst="rect">
            <a:avLst/>
          </a:prstGeom>
          <a:noFill/>
          <a:ln>
            <a:noFill/>
          </a:ln>
        </p:spPr>
        <p:txBody>
          <a:bodyPr wrap="square" lIns="0" tIns="0" rIns="0" bIns="0" anchor="ctr">
            <a:spAutoFit/>
          </a:bodyPr>
          <a:lstStyle/>
          <a:p>
            <a:pPr algn="l" defTabSz="228600">
              <a:lnSpc>
                <a:spcPct val="100000"/>
              </a:lnSpc>
              <a:spcBef>
                <a:spcPts val="0"/>
              </a:spcBef>
              <a:spcAft>
                <a:spcPts val="0"/>
              </a:spcAft>
              <a:buNone/>
            </a:pPr>
            <a:r>
              <a:rPr lang="es-MX" sz="1000" b="1" kern="1200">
                <a:solidFill>
                  <a:srgbClr val="888888"/>
                </a:solidFill>
                <a:latin typeface="Poppins"/>
              </a:rPr>
              <a:t>ASEGURAMIENTO R4</a:t>
            </a:r>
          </a:p>
        </p:txBody>
      </p:sp>
      <p:sp>
        <p:nvSpPr>
          <p:cNvPr id="11" name="Ti"/>
          <p:cNvSpPr txBox="1"/>
          <p:nvPr/>
        </p:nvSpPr>
        <p:spPr>
          <a:xfrm>
            <a:off x="380000" y="483825"/>
            <a:ext cx="10800000" cy="480000"/>
          </a:xfrm>
          <a:prstGeom prst="rect">
            <a:avLst/>
          </a:prstGeom>
          <a:noFill/>
          <a:ln>
            <a:noFill/>
          </a:ln>
        </p:spPr>
        <p:txBody>
          <a:bodyPr wrap="square" lIns="0" tIns="0" rIns="0" bIns="0" anchor="ctr">
            <a:noAutofit/>
          </a:bodyPr>
          <a:lstStyle/>
          <a:p>
            <a:pPr algn="l" defTabSz="228600">
              <a:lnSpc>
                <a:spcPct val="100000"/>
              </a:lnSpc>
              <a:spcBef>
                <a:spcPts val="0"/>
              </a:spcBef>
              <a:spcAft>
                <a:spcPts val="0"/>
              </a:spcAft>
              <a:buNone/>
            </a:pPr>
            <a:r>
              <a:rPr lang="es-MX" sz="2400" b="1">
                <a:solidFill>
                  <a:srgbClr val="0E2841"/>
                </a:solidFill>
                <a:latin typeface="Poppins"/>
              </a:rPr>
              <a:t>El p</a:t>
            </a:r>
            <a:r>
              <a:rPr lang="es-MX" sz="2400" b="1" kern="1200">
                <a:solidFill>
                  <a:srgbClr val="0E2841"/>
                </a:solidFill>
                <a:latin typeface="Poppins"/>
              </a:rPr>
              <a:t>roceso de análisis y </a:t>
            </a:r>
            <a:r>
              <a:rPr lang="es-MX" sz="2400" b="1">
                <a:solidFill>
                  <a:srgbClr val="0E2841"/>
                </a:solidFill>
                <a:latin typeface="Poppins"/>
              </a:rPr>
              <a:t>priorización de</a:t>
            </a:r>
            <a:r>
              <a:rPr lang="es-MX" sz="2400" b="1" kern="1200">
                <a:solidFill>
                  <a:srgbClr val="0E2841"/>
                </a:solidFill>
                <a:latin typeface="Poppins"/>
              </a:rPr>
              <a:t> R4 siguió una revisión de HUs e integraciones para cada track</a:t>
            </a:r>
          </a:p>
        </p:txBody>
      </p:sp>
      <p:grpSp>
        <p:nvGrpSpPr>
          <p:cNvPr id="43" name="Group 42">
            <a:extLst>
              <a:ext uri="{FF2B5EF4-FFF2-40B4-BE49-F238E27FC236}">
                <a16:creationId xmlns:a16="http://schemas.microsoft.com/office/drawing/2014/main" id="{091D6FB2-F21C-8667-3574-439B9DF887D4}"/>
              </a:ext>
            </a:extLst>
          </p:cNvPr>
          <p:cNvGrpSpPr/>
          <p:nvPr/>
        </p:nvGrpSpPr>
        <p:grpSpPr>
          <a:xfrm>
            <a:off x="380000" y="1329550"/>
            <a:ext cx="3570666" cy="3088281"/>
            <a:chOff x="380000" y="1329550"/>
            <a:chExt cx="3570666" cy="3088281"/>
          </a:xfrm>
        </p:grpSpPr>
        <p:sp>
          <p:nvSpPr>
            <p:cNvPr id="12" name="CB1"/>
            <p:cNvSpPr/>
            <p:nvPr/>
          </p:nvSpPr>
          <p:spPr>
            <a:xfrm>
              <a:off x="380000" y="1329550"/>
              <a:ext cx="3570666" cy="3080525"/>
            </a:xfrm>
            <a:prstGeom prst="rect">
              <a:avLst/>
            </a:prstGeom>
            <a:solidFill>
              <a:schemeClr val="accent5">
                <a:lumMod val="20000"/>
                <a:lumOff val="80000"/>
              </a:schemeClr>
            </a:solidFill>
            <a:ln w="14400">
              <a:noFill/>
            </a:ln>
          </p:spPr>
          <p:txBody>
            <a:bodyPr/>
            <a:lstStyle/>
            <a:p>
              <a:endParaRPr lang="en-US"/>
            </a:p>
          </p:txBody>
        </p:sp>
        <p:sp>
          <p:nvSpPr>
            <p:cNvPr id="13" name="CN1"/>
            <p:cNvSpPr txBox="1"/>
            <p:nvPr/>
          </p:nvSpPr>
          <p:spPr>
            <a:xfrm>
              <a:off x="600000" y="1549550"/>
              <a:ext cx="3130666" cy="138499"/>
            </a:xfrm>
            <a:prstGeom prst="rect">
              <a:avLst/>
            </a:prstGeom>
            <a:noFill/>
            <a:ln>
              <a:noFill/>
            </a:ln>
          </p:spPr>
          <p:txBody>
            <a:bodyPr wrap="square" lIns="0" tIns="0" rIns="0" bIns="0" anchor="t">
              <a:spAutoFit/>
            </a:bodyPr>
            <a:lstStyle/>
            <a:p>
              <a:pPr algn="l" defTabSz="228600">
                <a:lnSpc>
                  <a:spcPct val="100000"/>
                </a:lnSpc>
                <a:spcBef>
                  <a:spcPts val="0"/>
                </a:spcBef>
                <a:spcAft>
                  <a:spcPts val="0"/>
                </a:spcAft>
                <a:buNone/>
              </a:pPr>
              <a:r>
                <a:rPr lang="es-MX" sz="900" b="1" kern="1200">
                  <a:solidFill>
                    <a:srgbClr val="00B0F0"/>
                  </a:solidFill>
                  <a:latin typeface="Graphik"/>
                </a:rPr>
                <a:t>PASO 1</a:t>
              </a:r>
            </a:p>
          </p:txBody>
        </p:sp>
        <p:sp>
          <p:nvSpPr>
            <p:cNvPr id="14" name="CT1"/>
            <p:cNvSpPr txBox="1"/>
            <p:nvPr/>
          </p:nvSpPr>
          <p:spPr>
            <a:xfrm>
              <a:off x="600000" y="1754550"/>
              <a:ext cx="3130666" cy="580000"/>
            </a:xfrm>
            <a:prstGeom prst="rect">
              <a:avLst/>
            </a:prstGeom>
            <a:noFill/>
            <a:ln>
              <a:noFill/>
            </a:ln>
          </p:spPr>
          <p:txBody>
            <a:bodyPr wrap="square" lIns="0" tIns="0" rIns="0" bIns="0" anchor="t">
              <a:noAutofit/>
            </a:bodyPr>
            <a:lstStyle/>
            <a:p>
              <a:pPr algn="l" defTabSz="228600">
                <a:lnSpc>
                  <a:spcPct val="115000"/>
                </a:lnSpc>
                <a:spcBef>
                  <a:spcPts val="0"/>
                </a:spcBef>
                <a:spcAft>
                  <a:spcPts val="0"/>
                </a:spcAft>
                <a:buNone/>
              </a:pPr>
              <a:r>
                <a:rPr lang="es-MX" sz="1300" b="1" kern="1200">
                  <a:solidFill>
                    <a:srgbClr val="0E2841"/>
                  </a:solidFill>
                  <a:latin typeface="Graphik"/>
                </a:rPr>
                <a:t>Análisis de documentación existente</a:t>
              </a:r>
            </a:p>
          </p:txBody>
        </p:sp>
        <p:sp>
          <p:nvSpPr>
            <p:cNvPr id="15" name="CG1"/>
            <p:cNvSpPr/>
            <p:nvPr/>
          </p:nvSpPr>
          <p:spPr>
            <a:xfrm>
              <a:off x="600000" y="2354550"/>
              <a:ext cx="3130666" cy="250000"/>
            </a:xfrm>
            <a:prstGeom prst="roundRect">
              <a:avLst>
                <a:gd name="adj" fmla="val 50000"/>
              </a:avLst>
            </a:prstGeom>
            <a:solidFill>
              <a:schemeClr val="accent5"/>
            </a:solidFill>
            <a:ln>
              <a:noFill/>
            </a:ln>
          </p:spPr>
          <p:txBody>
            <a:bodyPr wrap="square" lIns="60000" tIns="40000" rIns="60000" bIns="40000" anchor="ctr">
              <a:noAutofit/>
            </a:bodyPr>
            <a:lstStyle/>
            <a:p>
              <a:pPr algn="ctr" defTabSz="228600">
                <a:lnSpc>
                  <a:spcPct val="100000"/>
                </a:lnSpc>
                <a:spcBef>
                  <a:spcPts val="0"/>
                </a:spcBef>
                <a:spcAft>
                  <a:spcPts val="0"/>
                </a:spcAft>
                <a:buNone/>
              </a:pPr>
              <a:r>
                <a:rPr lang="es-MX" sz="900" b="1" kern="1200">
                  <a:solidFill>
                    <a:srgbClr val="FFFFFF"/>
                  </a:solidFill>
                  <a:latin typeface="Graphik"/>
                </a:rPr>
                <a:t>Completado · </a:t>
              </a:r>
              <a:r>
                <a:rPr lang="es-MX" sz="900" b="1" kern="1200" err="1">
                  <a:solidFill>
                    <a:srgbClr val="FFFFFF"/>
                  </a:solidFill>
                  <a:latin typeface="Graphik"/>
                </a:rPr>
                <a:t>Sem</a:t>
              </a:r>
              <a:r>
                <a:rPr lang="es-MX" sz="900" b="1" kern="1200">
                  <a:solidFill>
                    <a:srgbClr val="FFFFFF"/>
                  </a:solidFill>
                  <a:latin typeface="Graphik"/>
                </a:rPr>
                <a:t>. 27–31 Jul</a:t>
              </a:r>
            </a:p>
          </p:txBody>
        </p:sp>
        <p:sp>
          <p:nvSpPr>
            <p:cNvPr id="16" name="CD1"/>
            <p:cNvSpPr txBox="1"/>
            <p:nvPr/>
          </p:nvSpPr>
          <p:spPr>
            <a:xfrm>
              <a:off x="600000" y="2708981"/>
              <a:ext cx="3130666" cy="1708850"/>
            </a:xfrm>
            <a:prstGeom prst="rect">
              <a:avLst/>
            </a:prstGeom>
            <a:noFill/>
            <a:ln>
              <a:noFill/>
            </a:ln>
          </p:spPr>
          <p:txBody>
            <a:bodyPr wrap="square" lIns="0" tIns="0" rIns="0" bIns="0" anchor="t">
              <a:noAutofit/>
            </a:bodyPr>
            <a:lstStyle/>
            <a:p>
              <a:pPr marL="228600" indent="-228600" algn="l" defTabSz="228600">
                <a:lnSpc>
                  <a:spcPct val="110000"/>
                </a:lnSpc>
                <a:spcBef>
                  <a:spcPts val="0"/>
                </a:spcBef>
                <a:spcAft>
                  <a:spcPts val="150"/>
                </a:spcAft>
                <a:buChar char="•"/>
              </a:pPr>
              <a:r>
                <a:rPr lang="es-MX" sz="1000" b="0" kern="1200">
                  <a:solidFill>
                    <a:srgbClr val="1A1A1A"/>
                  </a:solidFill>
                  <a:latin typeface="Graphik"/>
                </a:rPr>
                <a:t>Revisión y consolidación de la documentación generada en mesas de refinamiento: HUs e Integraciones por track.</a:t>
              </a:r>
            </a:p>
            <a:p>
              <a:pPr marL="228600" indent="-228600" algn="l" defTabSz="228600">
                <a:lnSpc>
                  <a:spcPct val="110000"/>
                </a:lnSpc>
                <a:spcBef>
                  <a:spcPts val="0"/>
                </a:spcBef>
                <a:spcAft>
                  <a:spcPts val="150"/>
                </a:spcAft>
                <a:buChar char="•"/>
              </a:pPr>
              <a:r>
                <a:rPr lang="es-MX" sz="1000" b="1" kern="1200">
                  <a:solidFill>
                    <a:srgbClr val="0E2841"/>
                  </a:solidFill>
                  <a:latin typeface="Graphik"/>
                </a:rPr>
                <a:t>Gaps identificados: </a:t>
              </a:r>
              <a:r>
                <a:rPr lang="es-MX" sz="1000" b="0" kern="1200">
                  <a:solidFill>
                    <a:srgbClr val="1A1A1A"/>
                  </a:solidFill>
                  <a:latin typeface="Graphik"/>
                </a:rPr>
                <a:t>inconsistencias de detalle y falta de trazabilidad entre requerimientos e integraciones.</a:t>
              </a:r>
            </a:p>
            <a:p>
              <a:pPr marL="228600" indent="-228600" algn="l" defTabSz="228600">
                <a:lnSpc>
                  <a:spcPct val="110000"/>
                </a:lnSpc>
                <a:spcBef>
                  <a:spcPts val="0"/>
                </a:spcBef>
                <a:spcAft>
                  <a:spcPts val="150"/>
                </a:spcAft>
                <a:buChar char="•"/>
              </a:pPr>
              <a:r>
                <a:rPr lang="es-MX" sz="1000" b="0" kern="1200">
                  <a:solidFill>
                    <a:srgbClr val="1A1A1A"/>
                  </a:solidFill>
                  <a:latin typeface="Graphik"/>
                </a:rPr>
                <a:t>Punto de partida para entender qué teníamos y qué faltaba antes de planificar con rigor.</a:t>
              </a:r>
            </a:p>
          </p:txBody>
        </p:sp>
      </p:grpSp>
      <p:grpSp>
        <p:nvGrpSpPr>
          <p:cNvPr id="44" name="Group 43">
            <a:extLst>
              <a:ext uri="{FF2B5EF4-FFF2-40B4-BE49-F238E27FC236}">
                <a16:creationId xmlns:a16="http://schemas.microsoft.com/office/drawing/2014/main" id="{DFF29675-85C9-6542-4319-959A44818A23}"/>
              </a:ext>
            </a:extLst>
          </p:cNvPr>
          <p:cNvGrpSpPr/>
          <p:nvPr/>
        </p:nvGrpSpPr>
        <p:grpSpPr>
          <a:xfrm>
            <a:off x="4310666" y="1329550"/>
            <a:ext cx="3570666" cy="3088281"/>
            <a:chOff x="4310666" y="1329550"/>
            <a:chExt cx="3570666" cy="3088281"/>
          </a:xfrm>
        </p:grpSpPr>
        <p:sp>
          <p:nvSpPr>
            <p:cNvPr id="17" name="CB2"/>
            <p:cNvSpPr/>
            <p:nvPr/>
          </p:nvSpPr>
          <p:spPr>
            <a:xfrm>
              <a:off x="4310666" y="1329550"/>
              <a:ext cx="3570666" cy="3080525"/>
            </a:xfrm>
            <a:prstGeom prst="rect">
              <a:avLst/>
            </a:prstGeom>
            <a:solidFill>
              <a:srgbClr val="DFE4F7"/>
            </a:solidFill>
            <a:ln w="14400">
              <a:noFill/>
            </a:ln>
          </p:spPr>
          <p:txBody>
            <a:bodyPr/>
            <a:lstStyle/>
            <a:p>
              <a:endParaRPr lang="en-US"/>
            </a:p>
          </p:txBody>
        </p:sp>
        <p:sp>
          <p:nvSpPr>
            <p:cNvPr id="18" name="CN2"/>
            <p:cNvSpPr txBox="1"/>
            <p:nvPr/>
          </p:nvSpPr>
          <p:spPr>
            <a:xfrm>
              <a:off x="4530666" y="1549550"/>
              <a:ext cx="3130666" cy="138499"/>
            </a:xfrm>
            <a:prstGeom prst="rect">
              <a:avLst/>
            </a:prstGeom>
            <a:noFill/>
            <a:ln>
              <a:noFill/>
            </a:ln>
          </p:spPr>
          <p:txBody>
            <a:bodyPr wrap="square" lIns="0" tIns="0" rIns="0" bIns="0" anchor="t">
              <a:spAutoFit/>
            </a:bodyPr>
            <a:lstStyle/>
            <a:p>
              <a:pPr algn="l" defTabSz="228600">
                <a:lnSpc>
                  <a:spcPct val="100000"/>
                </a:lnSpc>
                <a:spcBef>
                  <a:spcPts val="0"/>
                </a:spcBef>
                <a:spcAft>
                  <a:spcPts val="0"/>
                </a:spcAft>
                <a:buNone/>
              </a:pPr>
              <a:r>
                <a:rPr lang="es-MX" sz="900" b="1" kern="1200">
                  <a:solidFill>
                    <a:schemeClr val="accent4">
                      <a:lumMod val="50000"/>
                      <a:lumOff val="50000"/>
                    </a:schemeClr>
                  </a:solidFill>
                  <a:latin typeface="Graphik"/>
                </a:rPr>
                <a:t>PASO 2</a:t>
              </a:r>
            </a:p>
          </p:txBody>
        </p:sp>
        <p:sp>
          <p:nvSpPr>
            <p:cNvPr id="19" name="CT2"/>
            <p:cNvSpPr txBox="1"/>
            <p:nvPr/>
          </p:nvSpPr>
          <p:spPr>
            <a:xfrm>
              <a:off x="4530666" y="1754550"/>
              <a:ext cx="3130666" cy="580000"/>
            </a:xfrm>
            <a:prstGeom prst="rect">
              <a:avLst/>
            </a:prstGeom>
            <a:noFill/>
            <a:ln>
              <a:noFill/>
            </a:ln>
          </p:spPr>
          <p:txBody>
            <a:bodyPr wrap="square" lIns="0" tIns="0" rIns="0" bIns="0" anchor="t">
              <a:noAutofit/>
            </a:bodyPr>
            <a:lstStyle/>
            <a:p>
              <a:pPr algn="l" defTabSz="228600">
                <a:lnSpc>
                  <a:spcPct val="115000"/>
                </a:lnSpc>
                <a:spcBef>
                  <a:spcPts val="0"/>
                </a:spcBef>
                <a:spcAft>
                  <a:spcPts val="0"/>
                </a:spcAft>
                <a:buNone/>
              </a:pPr>
              <a:r>
                <a:rPr lang="es-MX" sz="1300" b="1" kern="1200">
                  <a:solidFill>
                    <a:srgbClr val="0E2841"/>
                  </a:solidFill>
                  <a:latin typeface="Graphik"/>
                </a:rPr>
                <a:t>Diseño de inventarios de HUs e Integraciones</a:t>
              </a:r>
            </a:p>
          </p:txBody>
        </p:sp>
        <p:sp>
          <p:nvSpPr>
            <p:cNvPr id="20" name="CG2"/>
            <p:cNvSpPr/>
            <p:nvPr/>
          </p:nvSpPr>
          <p:spPr>
            <a:xfrm>
              <a:off x="4530666" y="2354550"/>
              <a:ext cx="3130666" cy="250000"/>
            </a:xfrm>
            <a:prstGeom prst="roundRect">
              <a:avLst>
                <a:gd name="adj" fmla="val 50000"/>
              </a:avLst>
            </a:prstGeom>
            <a:solidFill>
              <a:schemeClr val="accent1">
                <a:lumMod val="60000"/>
                <a:lumOff val="40000"/>
              </a:schemeClr>
            </a:solidFill>
            <a:ln>
              <a:noFill/>
            </a:ln>
          </p:spPr>
          <p:txBody>
            <a:bodyPr wrap="square" lIns="60000" tIns="40000" rIns="60000" bIns="40000" anchor="ctr">
              <a:noAutofit/>
            </a:bodyPr>
            <a:lstStyle/>
            <a:p>
              <a:pPr algn="ctr" defTabSz="228600">
                <a:lnSpc>
                  <a:spcPct val="100000"/>
                </a:lnSpc>
                <a:spcBef>
                  <a:spcPts val="0"/>
                </a:spcBef>
                <a:spcAft>
                  <a:spcPts val="0"/>
                </a:spcAft>
                <a:buNone/>
              </a:pPr>
              <a:r>
                <a:rPr lang="es-MX" sz="900" b="1" kern="1200">
                  <a:solidFill>
                    <a:srgbClr val="FFFFFF"/>
                  </a:solidFill>
                  <a:latin typeface="Graphik"/>
                </a:rPr>
                <a:t> Completado · </a:t>
              </a:r>
              <a:r>
                <a:rPr lang="es-MX" sz="900" b="1" kern="1200" err="1">
                  <a:solidFill>
                    <a:srgbClr val="FFFFFF"/>
                  </a:solidFill>
                  <a:latin typeface="Graphik"/>
                </a:rPr>
                <a:t>Sem</a:t>
              </a:r>
              <a:r>
                <a:rPr lang="es-MX" sz="900" b="1" kern="1200">
                  <a:solidFill>
                    <a:srgbClr val="FFFFFF"/>
                  </a:solidFill>
                  <a:latin typeface="Graphik"/>
                </a:rPr>
                <a:t>. 27–31 Jul</a:t>
              </a:r>
            </a:p>
          </p:txBody>
        </p:sp>
        <p:sp>
          <p:nvSpPr>
            <p:cNvPr id="21" name="CD2"/>
            <p:cNvSpPr txBox="1"/>
            <p:nvPr/>
          </p:nvSpPr>
          <p:spPr>
            <a:xfrm>
              <a:off x="4530666" y="2708981"/>
              <a:ext cx="3130666" cy="1708850"/>
            </a:xfrm>
            <a:prstGeom prst="rect">
              <a:avLst/>
            </a:prstGeom>
            <a:noFill/>
            <a:ln>
              <a:noFill/>
            </a:ln>
          </p:spPr>
          <p:txBody>
            <a:bodyPr wrap="square" lIns="0" tIns="0" rIns="0" bIns="0" anchor="t">
              <a:noAutofit/>
            </a:bodyPr>
            <a:lstStyle/>
            <a:p>
              <a:pPr marL="228600" indent="-228600" algn="l" defTabSz="228600">
                <a:lnSpc>
                  <a:spcPct val="110000"/>
                </a:lnSpc>
                <a:spcBef>
                  <a:spcPts val="0"/>
                </a:spcBef>
                <a:spcAft>
                  <a:spcPts val="150"/>
                </a:spcAft>
                <a:buChar char="•"/>
              </a:pPr>
              <a:r>
                <a:rPr lang="es-MX" sz="1000" b="1" kern="1200">
                  <a:solidFill>
                    <a:srgbClr val="0E2841"/>
                  </a:solidFill>
                  <a:latin typeface="Graphik"/>
                </a:rPr>
                <a:t>HUs: </a:t>
              </a:r>
              <a:r>
                <a:rPr lang="es-MX" sz="1000" b="0" kern="1200">
                  <a:solidFill>
                    <a:srgbClr val="1A1A1A"/>
                  </a:solidFill>
                  <a:latin typeface="Graphik"/>
                </a:rPr>
                <a:t>MoSCoW, alcance (Solución / Integración / Sol.+</a:t>
              </a:r>
              <a:r>
                <a:rPr lang="es-MX" sz="1000" b="0" kern="1200" err="1">
                  <a:solidFill>
                    <a:srgbClr val="1A1A1A"/>
                  </a:solidFill>
                  <a:latin typeface="Graphik"/>
                </a:rPr>
                <a:t>Int</a:t>
              </a:r>
              <a:r>
                <a:rPr lang="es-MX" sz="1000" b="0" kern="1200">
                  <a:solidFill>
                    <a:srgbClr val="1A1A1A"/>
                  </a:solidFill>
                  <a:latin typeface="Graphik"/>
                </a:rPr>
                <a:t>.), impacto de solución, complejidad, fechas por fase (Análisis, Diseño, Implementación).</a:t>
              </a:r>
            </a:p>
            <a:p>
              <a:pPr marL="228600" indent="-228600" algn="l" defTabSz="228600">
                <a:lnSpc>
                  <a:spcPct val="110000"/>
                </a:lnSpc>
                <a:spcBef>
                  <a:spcPts val="0"/>
                </a:spcBef>
                <a:spcAft>
                  <a:spcPts val="150"/>
                </a:spcAft>
                <a:buChar char="•"/>
              </a:pPr>
              <a:endParaRPr lang="es-MX" sz="1000" b="0" kern="1200">
                <a:solidFill>
                  <a:srgbClr val="1A1A1A"/>
                </a:solidFill>
                <a:latin typeface="Graphik"/>
              </a:endParaRPr>
            </a:p>
            <a:p>
              <a:pPr marL="228600" indent="-228600" algn="l" defTabSz="228600">
                <a:lnSpc>
                  <a:spcPct val="110000"/>
                </a:lnSpc>
                <a:spcBef>
                  <a:spcPts val="0"/>
                </a:spcBef>
                <a:spcAft>
                  <a:spcPts val="150"/>
                </a:spcAft>
                <a:buChar char="•"/>
              </a:pPr>
              <a:r>
                <a:rPr lang="es-MX" sz="1000" b="1" kern="1200">
                  <a:solidFill>
                    <a:srgbClr val="0E2841"/>
                  </a:solidFill>
                  <a:latin typeface="Graphik"/>
                </a:rPr>
                <a:t>Integraciones: </a:t>
              </a:r>
              <a:r>
                <a:rPr lang="es-MX" sz="1000" b="0" kern="1200">
                  <a:solidFill>
                    <a:srgbClr val="1A1A1A"/>
                  </a:solidFill>
                  <a:latin typeface="Graphik"/>
                </a:rPr>
                <a:t>sistema origen/destino, tipo (API, Batch, Evento), formato, criticidad, complejidad, </a:t>
              </a:r>
              <a:r>
                <a:rPr lang="es-MX" sz="1000" b="0" kern="1200" err="1">
                  <a:solidFill>
                    <a:srgbClr val="1A1A1A"/>
                  </a:solidFill>
                  <a:latin typeface="Graphik"/>
                </a:rPr>
                <a:t>flag</a:t>
              </a:r>
              <a:r>
                <a:rPr lang="es-MX" sz="1000" b="0" kern="1200">
                  <a:solidFill>
                    <a:srgbClr val="1A1A1A"/>
                  </a:solidFill>
                  <a:latin typeface="Graphik"/>
                </a:rPr>
                <a:t> nueva/modificada.</a:t>
              </a:r>
            </a:p>
          </p:txBody>
        </p:sp>
      </p:grpSp>
      <p:sp>
        <p:nvSpPr>
          <p:cNvPr id="6" name="ValBg">
            <a:extLst>
              <a:ext uri="{FF2B5EF4-FFF2-40B4-BE49-F238E27FC236}">
                <a16:creationId xmlns:a16="http://schemas.microsoft.com/office/drawing/2014/main" id="{849D7605-D89B-483F-5EC7-BB1FBD50C224}"/>
              </a:ext>
            </a:extLst>
          </p:cNvPr>
          <p:cNvSpPr/>
          <p:nvPr/>
        </p:nvSpPr>
        <p:spPr>
          <a:xfrm>
            <a:off x="380000" y="4522263"/>
            <a:ext cx="11431998" cy="1798748"/>
          </a:xfrm>
          <a:prstGeom prst="rect">
            <a:avLst/>
          </a:prstGeom>
          <a:solidFill>
            <a:srgbClr val="F2F2F2"/>
          </a:solidFill>
          <a:ln>
            <a:noFill/>
          </a:ln>
        </p:spPr>
        <p:txBody>
          <a:bodyPr/>
          <a:lstStyle/>
          <a:p>
            <a:endParaRPr lang="es-MX"/>
          </a:p>
        </p:txBody>
      </p:sp>
      <p:sp>
        <p:nvSpPr>
          <p:cNvPr id="8" name="ValTitle">
            <a:extLst>
              <a:ext uri="{FF2B5EF4-FFF2-40B4-BE49-F238E27FC236}">
                <a16:creationId xmlns:a16="http://schemas.microsoft.com/office/drawing/2014/main" id="{42C0412A-AE13-20E4-AA5F-8DF97074DAA7}"/>
              </a:ext>
            </a:extLst>
          </p:cNvPr>
          <p:cNvSpPr txBox="1"/>
          <p:nvPr/>
        </p:nvSpPr>
        <p:spPr>
          <a:xfrm>
            <a:off x="639998" y="4642631"/>
            <a:ext cx="10952000" cy="200055"/>
          </a:xfrm>
          <a:prstGeom prst="rect">
            <a:avLst/>
          </a:prstGeom>
          <a:noFill/>
          <a:ln>
            <a:noFill/>
          </a:ln>
        </p:spPr>
        <p:txBody>
          <a:bodyPr wrap="square" lIns="0" tIns="0" rIns="0" bIns="0" anchor="t">
            <a:spAutoFit/>
          </a:bodyPr>
          <a:lstStyle/>
          <a:p>
            <a:pPr algn="l" defTabSz="228600">
              <a:lnSpc>
                <a:spcPct val="100000"/>
              </a:lnSpc>
              <a:spcBef>
                <a:spcPts val="0"/>
              </a:spcBef>
              <a:spcAft>
                <a:spcPts val="0"/>
              </a:spcAft>
              <a:buNone/>
            </a:pPr>
            <a:r>
              <a:rPr lang="es-MX" sz="1300" b="1" kern="1200">
                <a:solidFill>
                  <a:schemeClr val="accent3"/>
                </a:solidFill>
                <a:latin typeface="Graphik"/>
              </a:rPr>
              <a:t>¿POR QUÉ  SEGUIMOS ESTE PROCESO?</a:t>
            </a:r>
          </a:p>
        </p:txBody>
      </p:sp>
      <p:sp>
        <p:nvSpPr>
          <p:cNvPr id="30" name="VI0">
            <a:extLst>
              <a:ext uri="{FF2B5EF4-FFF2-40B4-BE49-F238E27FC236}">
                <a16:creationId xmlns:a16="http://schemas.microsoft.com/office/drawing/2014/main" id="{5DDF3CD8-A6AB-7F70-A57C-E5BB33946FBE}"/>
              </a:ext>
            </a:extLst>
          </p:cNvPr>
          <p:cNvSpPr txBox="1"/>
          <p:nvPr/>
        </p:nvSpPr>
        <p:spPr>
          <a:xfrm>
            <a:off x="630631" y="4934035"/>
            <a:ext cx="5028325" cy="628377"/>
          </a:xfrm>
          <a:prstGeom prst="rect">
            <a:avLst/>
          </a:prstGeom>
          <a:noFill/>
          <a:ln>
            <a:noFill/>
          </a:ln>
        </p:spPr>
        <p:txBody>
          <a:bodyPr wrap="square" lIns="0" tIns="0" rIns="0" bIns="0" anchor="t">
            <a:spAutoFit/>
          </a:bodyPr>
          <a:lstStyle/>
          <a:p>
            <a:pPr marL="171450" indent="-171450" algn="just" defTabSz="228600">
              <a:lnSpc>
                <a:spcPct val="100000"/>
              </a:lnSpc>
              <a:spcBef>
                <a:spcPts val="0"/>
              </a:spcBef>
              <a:spcAft>
                <a:spcPts val="80"/>
              </a:spcAft>
              <a:buFont typeface="Arial" panose="020B0604020202020204" pitchFamily="34" charset="0"/>
              <a:buChar char="•"/>
            </a:pPr>
            <a:r>
              <a:rPr lang="es-MX" sz="1000" b="1" kern="1200">
                <a:solidFill>
                  <a:srgbClr val="0E2841"/>
                </a:solidFill>
                <a:latin typeface="Graphik"/>
              </a:rPr>
              <a:t>Criterio objetivo </a:t>
            </a:r>
            <a:r>
              <a:rPr lang="es-MX" sz="1000" b="1" kern="1200" err="1">
                <a:solidFill>
                  <a:srgbClr val="0E2841"/>
                </a:solidFill>
                <a:latin typeface="Graphik"/>
              </a:rPr>
              <a:t>Go</a:t>
            </a:r>
            <a:r>
              <a:rPr lang="es-MX" sz="1000" b="1" kern="1200">
                <a:solidFill>
                  <a:srgbClr val="0E2841"/>
                </a:solidFill>
                <a:latin typeface="Graphik"/>
              </a:rPr>
              <a:t>/No-</a:t>
            </a:r>
            <a:r>
              <a:rPr lang="es-MX" sz="1000" b="1" kern="1200" err="1">
                <a:solidFill>
                  <a:srgbClr val="0E2841"/>
                </a:solidFill>
                <a:latin typeface="Graphik"/>
              </a:rPr>
              <a:t>Go</a:t>
            </a:r>
            <a:r>
              <a:rPr lang="es-MX" sz="1000" b="1" kern="1200">
                <a:solidFill>
                  <a:srgbClr val="0E2841"/>
                </a:solidFill>
                <a:latin typeface="Graphik"/>
              </a:rPr>
              <a:t> Dic</a:t>
            </a:r>
          </a:p>
          <a:p>
            <a:pPr marL="180975" algn="just" defTabSz="228600">
              <a:lnSpc>
                <a:spcPct val="100000"/>
              </a:lnSpc>
              <a:spcBef>
                <a:spcPts val="0"/>
              </a:spcBef>
              <a:spcAft>
                <a:spcPts val="80"/>
              </a:spcAft>
            </a:pPr>
            <a:r>
              <a:rPr lang="es-MX" sz="1000" b="0" kern="1200">
                <a:solidFill>
                  <a:srgbClr val="444444"/>
                </a:solidFill>
                <a:latin typeface="Graphik"/>
              </a:rPr>
              <a:t>Prioridad MoSCoW </a:t>
            </a:r>
            <a:r>
              <a:rPr lang="es-MX" sz="1000">
                <a:solidFill>
                  <a:srgbClr val="444444"/>
                </a:solidFill>
                <a:latin typeface="Graphik"/>
              </a:rPr>
              <a:t>, </a:t>
            </a:r>
            <a:r>
              <a:rPr lang="es-MX" sz="1000" b="0" kern="1200">
                <a:solidFill>
                  <a:srgbClr val="444444"/>
                </a:solidFill>
                <a:latin typeface="Graphik"/>
              </a:rPr>
              <a:t>análisis de complejidad y fechas de implementación actualizadas  proveen la base analítica para separar </a:t>
            </a:r>
            <a:r>
              <a:rPr lang="es-MX" sz="1000">
                <a:solidFill>
                  <a:srgbClr val="444444"/>
                </a:solidFill>
                <a:latin typeface="Graphik"/>
              </a:rPr>
              <a:t>alcance</a:t>
            </a:r>
            <a:r>
              <a:rPr lang="es-MX" sz="1000" b="0" kern="1200">
                <a:solidFill>
                  <a:srgbClr val="444444"/>
                </a:solidFill>
                <a:latin typeface="Graphik"/>
              </a:rPr>
              <a:t> crítico de lo diferible — con datos, no con intuición.</a:t>
            </a:r>
          </a:p>
        </p:txBody>
      </p:sp>
      <p:sp>
        <p:nvSpPr>
          <p:cNvPr id="34" name="VI2">
            <a:extLst>
              <a:ext uri="{FF2B5EF4-FFF2-40B4-BE49-F238E27FC236}">
                <a16:creationId xmlns:a16="http://schemas.microsoft.com/office/drawing/2014/main" id="{50853730-1A68-3697-6134-FB5EFFD8C44A}"/>
              </a:ext>
            </a:extLst>
          </p:cNvPr>
          <p:cNvSpPr txBox="1"/>
          <p:nvPr/>
        </p:nvSpPr>
        <p:spPr>
          <a:xfrm>
            <a:off x="630631" y="5747479"/>
            <a:ext cx="5028325" cy="478016"/>
          </a:xfrm>
          <a:prstGeom prst="rect">
            <a:avLst/>
          </a:prstGeom>
          <a:noFill/>
          <a:ln>
            <a:noFill/>
          </a:ln>
        </p:spPr>
        <p:txBody>
          <a:bodyPr wrap="square" lIns="0" tIns="0" rIns="0" bIns="0" anchor="t">
            <a:spAutoFit/>
          </a:bodyPr>
          <a:lstStyle/>
          <a:p>
            <a:pPr marL="171450" indent="-171450" algn="just" defTabSz="228600">
              <a:lnSpc>
                <a:spcPct val="100000"/>
              </a:lnSpc>
              <a:spcBef>
                <a:spcPts val="0"/>
              </a:spcBef>
              <a:spcAft>
                <a:spcPts val="80"/>
              </a:spcAft>
              <a:buFont typeface="Arial" panose="020B0604020202020204" pitchFamily="34" charset="0"/>
              <a:buChar char="•"/>
            </a:pPr>
            <a:r>
              <a:rPr lang="es-MX" sz="1000" b="1" kern="1200">
                <a:solidFill>
                  <a:srgbClr val="0E2841"/>
                </a:solidFill>
                <a:latin typeface="Graphik"/>
              </a:rPr>
              <a:t>Detección temprana de desviaciones</a:t>
            </a:r>
          </a:p>
          <a:p>
            <a:pPr marL="180975" algn="just" defTabSz="228600">
              <a:lnSpc>
                <a:spcPct val="105000"/>
              </a:lnSpc>
              <a:spcBef>
                <a:spcPts val="0"/>
              </a:spcBef>
              <a:spcAft>
                <a:spcPts val="0"/>
              </a:spcAft>
              <a:buNone/>
            </a:pPr>
            <a:r>
              <a:rPr lang="es-MX" sz="1000" b="0" kern="1200">
                <a:solidFill>
                  <a:srgbClr val="444444"/>
                </a:solidFill>
                <a:latin typeface="Graphik"/>
              </a:rPr>
              <a:t>Fechas granulares por HU (vs por funcionalidad) permiten identificar retrasos antes de que se conviertan en bloqueadores de ruta crítica.</a:t>
            </a:r>
          </a:p>
        </p:txBody>
      </p:sp>
      <p:sp>
        <p:nvSpPr>
          <p:cNvPr id="38" name="VI4">
            <a:extLst>
              <a:ext uri="{FF2B5EF4-FFF2-40B4-BE49-F238E27FC236}">
                <a16:creationId xmlns:a16="http://schemas.microsoft.com/office/drawing/2014/main" id="{9332BF58-AEBA-2D8A-9C97-59A007D0CAB9}"/>
              </a:ext>
            </a:extLst>
          </p:cNvPr>
          <p:cNvSpPr txBox="1"/>
          <p:nvPr/>
        </p:nvSpPr>
        <p:spPr>
          <a:xfrm>
            <a:off x="6095983" y="5747479"/>
            <a:ext cx="5524626" cy="474489"/>
          </a:xfrm>
          <a:prstGeom prst="rect">
            <a:avLst/>
          </a:prstGeom>
          <a:noFill/>
          <a:ln>
            <a:noFill/>
          </a:ln>
        </p:spPr>
        <p:txBody>
          <a:bodyPr wrap="square" lIns="0" tIns="0" rIns="0" bIns="0" anchor="t">
            <a:spAutoFit/>
          </a:bodyPr>
          <a:lstStyle/>
          <a:p>
            <a:pPr marL="171450" indent="-171450" algn="just" defTabSz="228600">
              <a:lnSpc>
                <a:spcPct val="100000"/>
              </a:lnSpc>
              <a:spcBef>
                <a:spcPts val="0"/>
              </a:spcBef>
              <a:spcAft>
                <a:spcPts val="80"/>
              </a:spcAft>
              <a:buFont typeface="Arial" panose="020B0604020202020204" pitchFamily="34" charset="0"/>
              <a:buChar char="•"/>
            </a:pPr>
            <a:r>
              <a:rPr lang="es-MX" sz="1000" b="1" kern="1200">
                <a:solidFill>
                  <a:srgbClr val="0E2841"/>
                </a:solidFill>
                <a:latin typeface="Graphik"/>
              </a:rPr>
              <a:t>Alcance homologado entre </a:t>
            </a:r>
            <a:r>
              <a:rPr lang="es-MX" sz="1000" b="1" kern="1200" err="1">
                <a:solidFill>
                  <a:srgbClr val="0E2841"/>
                </a:solidFill>
                <a:latin typeface="Graphik"/>
              </a:rPr>
              <a:t>tracks</a:t>
            </a:r>
            <a:endParaRPr lang="es-MX" sz="1000" b="1">
              <a:solidFill>
                <a:srgbClr val="0E2841"/>
              </a:solidFill>
              <a:latin typeface="Graphik"/>
            </a:endParaRPr>
          </a:p>
          <a:p>
            <a:pPr marL="171450" algn="just" defTabSz="228600">
              <a:lnSpc>
                <a:spcPct val="100000"/>
              </a:lnSpc>
              <a:spcBef>
                <a:spcPts val="0"/>
              </a:spcBef>
              <a:spcAft>
                <a:spcPts val="80"/>
              </a:spcAft>
            </a:pPr>
            <a:r>
              <a:rPr lang="es-MX" sz="1000" kern="1200">
                <a:solidFill>
                  <a:srgbClr val="0E2841"/>
                </a:solidFill>
                <a:latin typeface="Graphik"/>
              </a:rPr>
              <a:t>E</a:t>
            </a:r>
            <a:r>
              <a:rPr lang="es-MX" sz="1000" b="0" kern="1200">
                <a:solidFill>
                  <a:srgbClr val="444444"/>
                </a:solidFill>
                <a:latin typeface="Graphik"/>
              </a:rPr>
              <a:t>limina inventarios sesgados por track y habilita decisiones trazables y comunicaciones ejecutivas consistentes.</a:t>
            </a:r>
          </a:p>
        </p:txBody>
      </p:sp>
      <p:sp>
        <p:nvSpPr>
          <p:cNvPr id="5" name="VI2">
            <a:extLst>
              <a:ext uri="{FF2B5EF4-FFF2-40B4-BE49-F238E27FC236}">
                <a16:creationId xmlns:a16="http://schemas.microsoft.com/office/drawing/2014/main" id="{8022E47E-A658-E508-12E4-35315A4D5516}"/>
              </a:ext>
            </a:extLst>
          </p:cNvPr>
          <p:cNvSpPr txBox="1"/>
          <p:nvPr/>
        </p:nvSpPr>
        <p:spPr>
          <a:xfrm>
            <a:off x="6095983" y="4934035"/>
            <a:ext cx="5524626" cy="782265"/>
          </a:xfrm>
          <a:prstGeom prst="rect">
            <a:avLst/>
          </a:prstGeom>
          <a:noFill/>
          <a:ln>
            <a:noFill/>
          </a:ln>
        </p:spPr>
        <p:txBody>
          <a:bodyPr wrap="square" lIns="0" tIns="0" rIns="0" bIns="0" anchor="t">
            <a:spAutoFit/>
          </a:bodyPr>
          <a:lstStyle/>
          <a:p>
            <a:pPr marL="171450" indent="-171450" algn="just" defTabSz="228600">
              <a:lnSpc>
                <a:spcPct val="100000"/>
              </a:lnSpc>
              <a:spcBef>
                <a:spcPts val="0"/>
              </a:spcBef>
              <a:spcAft>
                <a:spcPts val="80"/>
              </a:spcAft>
              <a:buFont typeface="Arial" panose="020B0604020202020204" pitchFamily="34" charset="0"/>
              <a:buChar char="•"/>
            </a:pPr>
            <a:r>
              <a:rPr lang="es-MX" sz="1000" b="1" kern="1200">
                <a:solidFill>
                  <a:srgbClr val="0E2841"/>
                </a:solidFill>
                <a:latin typeface="Graphik"/>
              </a:rPr>
              <a:t>Manejo proactivo de dependencias técnicas </a:t>
            </a:r>
          </a:p>
          <a:p>
            <a:pPr marL="180975" algn="just" defTabSz="228600">
              <a:lnSpc>
                <a:spcPct val="100000"/>
              </a:lnSpc>
              <a:spcBef>
                <a:spcPts val="0"/>
              </a:spcBef>
              <a:spcAft>
                <a:spcPts val="80"/>
              </a:spcAft>
            </a:pPr>
            <a:r>
              <a:rPr lang="es-MX" sz="1000">
                <a:solidFill>
                  <a:srgbClr val="0E2841"/>
                </a:solidFill>
                <a:latin typeface="Graphik"/>
              </a:rPr>
              <a:t>E</a:t>
            </a:r>
            <a:r>
              <a:rPr lang="es-MX" sz="1000" b="0" kern="1200">
                <a:solidFill>
                  <a:srgbClr val="444444"/>
                </a:solidFill>
                <a:latin typeface="Graphik"/>
              </a:rPr>
              <a:t>l inventario de integraciones habilita la trazabilidad entre Historias de Usuario e Integraciones, completando la visión del alcance. Las fechas de una funcionalidad no dependen únicamente del desarrollo de solución, sino también de las integraciones asociadas.</a:t>
            </a:r>
          </a:p>
        </p:txBody>
      </p:sp>
      <p:grpSp>
        <p:nvGrpSpPr>
          <p:cNvPr id="45" name="Group 44">
            <a:extLst>
              <a:ext uri="{FF2B5EF4-FFF2-40B4-BE49-F238E27FC236}">
                <a16:creationId xmlns:a16="http://schemas.microsoft.com/office/drawing/2014/main" id="{7E2BC73B-D29F-E014-DEAF-F1270D4982F2}"/>
              </a:ext>
            </a:extLst>
          </p:cNvPr>
          <p:cNvGrpSpPr/>
          <p:nvPr/>
        </p:nvGrpSpPr>
        <p:grpSpPr>
          <a:xfrm>
            <a:off x="8241332" y="1329550"/>
            <a:ext cx="3570666" cy="3154956"/>
            <a:chOff x="8241332" y="1329550"/>
            <a:chExt cx="3570666" cy="3154956"/>
          </a:xfrm>
        </p:grpSpPr>
        <p:sp>
          <p:nvSpPr>
            <p:cNvPr id="23" name="CB3"/>
            <p:cNvSpPr/>
            <p:nvPr/>
          </p:nvSpPr>
          <p:spPr>
            <a:xfrm>
              <a:off x="8241332" y="1329550"/>
              <a:ext cx="3570666" cy="3080525"/>
            </a:xfrm>
            <a:prstGeom prst="rect">
              <a:avLst/>
            </a:prstGeom>
            <a:solidFill>
              <a:srgbClr val="B8C4F4"/>
            </a:solidFill>
            <a:ln w="14400">
              <a:noFill/>
            </a:ln>
          </p:spPr>
          <p:txBody>
            <a:bodyPr/>
            <a:lstStyle/>
            <a:p>
              <a:endParaRPr lang="en-US"/>
            </a:p>
          </p:txBody>
        </p:sp>
        <p:sp>
          <p:nvSpPr>
            <p:cNvPr id="24" name="CN3"/>
            <p:cNvSpPr txBox="1"/>
            <p:nvPr/>
          </p:nvSpPr>
          <p:spPr>
            <a:xfrm>
              <a:off x="8461332" y="1549550"/>
              <a:ext cx="3130666" cy="138499"/>
            </a:xfrm>
            <a:prstGeom prst="rect">
              <a:avLst/>
            </a:prstGeom>
            <a:noFill/>
            <a:ln>
              <a:noFill/>
            </a:ln>
          </p:spPr>
          <p:txBody>
            <a:bodyPr wrap="square" lIns="0" tIns="0" rIns="0" bIns="0" anchor="t">
              <a:spAutoFit/>
            </a:bodyPr>
            <a:lstStyle/>
            <a:p>
              <a:pPr algn="l" defTabSz="228600">
                <a:lnSpc>
                  <a:spcPct val="100000"/>
                </a:lnSpc>
                <a:spcBef>
                  <a:spcPts val="0"/>
                </a:spcBef>
                <a:spcAft>
                  <a:spcPts val="0"/>
                </a:spcAft>
                <a:buNone/>
              </a:pPr>
              <a:r>
                <a:rPr lang="es-MX" sz="900" b="1" kern="1200">
                  <a:solidFill>
                    <a:schemeClr val="accent3"/>
                  </a:solidFill>
                  <a:latin typeface="Graphik"/>
                </a:rPr>
                <a:t>PASO 3</a:t>
              </a:r>
            </a:p>
          </p:txBody>
        </p:sp>
        <p:sp>
          <p:nvSpPr>
            <p:cNvPr id="25" name="CT3"/>
            <p:cNvSpPr txBox="1"/>
            <p:nvPr/>
          </p:nvSpPr>
          <p:spPr>
            <a:xfrm>
              <a:off x="8461332" y="1754550"/>
              <a:ext cx="3130666" cy="580000"/>
            </a:xfrm>
            <a:prstGeom prst="rect">
              <a:avLst/>
            </a:prstGeom>
            <a:noFill/>
            <a:ln>
              <a:noFill/>
            </a:ln>
          </p:spPr>
          <p:txBody>
            <a:bodyPr wrap="square" lIns="0" tIns="0" rIns="0" bIns="0" anchor="t">
              <a:noAutofit/>
            </a:bodyPr>
            <a:lstStyle/>
            <a:p>
              <a:pPr algn="l" defTabSz="228600">
                <a:lnSpc>
                  <a:spcPct val="115000"/>
                </a:lnSpc>
                <a:spcBef>
                  <a:spcPts val="0"/>
                </a:spcBef>
                <a:spcAft>
                  <a:spcPts val="0"/>
                </a:spcAft>
                <a:buNone/>
              </a:pPr>
              <a:r>
                <a:rPr lang="es-MX" sz="1300" b="1" kern="1200">
                  <a:solidFill>
                    <a:srgbClr val="0E2841"/>
                  </a:solidFill>
                  <a:latin typeface="Graphik"/>
                </a:rPr>
                <a:t>Deep dive </a:t>
              </a:r>
              <a:r>
                <a:rPr lang="es-MX" sz="1300" b="1" kern="1200" err="1">
                  <a:solidFill>
                    <a:srgbClr val="0E2841"/>
                  </a:solidFill>
                  <a:latin typeface="Graphik"/>
                </a:rPr>
                <a:t>sessions</a:t>
              </a:r>
              <a:r>
                <a:rPr lang="es-MX" sz="1300" b="1" kern="1200">
                  <a:solidFill>
                    <a:srgbClr val="0E2841"/>
                  </a:solidFill>
                  <a:latin typeface="Graphik"/>
                </a:rPr>
                <a:t> por track</a:t>
              </a:r>
            </a:p>
          </p:txBody>
        </p:sp>
        <p:sp>
          <p:nvSpPr>
            <p:cNvPr id="26" name="CG3"/>
            <p:cNvSpPr/>
            <p:nvPr/>
          </p:nvSpPr>
          <p:spPr>
            <a:xfrm>
              <a:off x="8461332" y="2354550"/>
              <a:ext cx="3130666" cy="250000"/>
            </a:xfrm>
            <a:prstGeom prst="roundRect">
              <a:avLst>
                <a:gd name="adj" fmla="val 50000"/>
              </a:avLst>
            </a:prstGeom>
            <a:solidFill>
              <a:schemeClr val="accent1">
                <a:lumMod val="75000"/>
              </a:schemeClr>
            </a:solidFill>
            <a:ln>
              <a:noFill/>
            </a:ln>
          </p:spPr>
          <p:txBody>
            <a:bodyPr wrap="square" lIns="60000" tIns="40000" rIns="60000" bIns="40000" anchor="ctr">
              <a:noAutofit/>
            </a:bodyPr>
            <a:lstStyle/>
            <a:p>
              <a:pPr algn="ctr" defTabSz="228600">
                <a:lnSpc>
                  <a:spcPct val="100000"/>
                </a:lnSpc>
                <a:spcBef>
                  <a:spcPts val="0"/>
                </a:spcBef>
                <a:spcAft>
                  <a:spcPts val="0"/>
                </a:spcAft>
                <a:buNone/>
              </a:pPr>
              <a:r>
                <a:rPr lang="es-MX" sz="900" b="1" kern="1200">
                  <a:solidFill>
                    <a:srgbClr val="FFFFFF"/>
                  </a:solidFill>
                  <a:latin typeface="Graphik"/>
                </a:rPr>
                <a:t>  En curso · desde 3 Ago</a:t>
              </a:r>
            </a:p>
          </p:txBody>
        </p:sp>
        <p:sp>
          <p:nvSpPr>
            <p:cNvPr id="27" name="CD3"/>
            <p:cNvSpPr txBox="1"/>
            <p:nvPr/>
          </p:nvSpPr>
          <p:spPr>
            <a:xfrm>
              <a:off x="8461332" y="2708981"/>
              <a:ext cx="3130666" cy="1775525"/>
            </a:xfrm>
            <a:prstGeom prst="rect">
              <a:avLst/>
            </a:prstGeom>
            <a:noFill/>
            <a:ln>
              <a:noFill/>
            </a:ln>
          </p:spPr>
          <p:txBody>
            <a:bodyPr wrap="square" lIns="0" tIns="0" rIns="0" bIns="0" anchor="t">
              <a:noAutofit/>
            </a:bodyPr>
            <a:lstStyle/>
            <a:p>
              <a:pPr marL="228600" indent="-228600" algn="just" defTabSz="228600">
                <a:lnSpc>
                  <a:spcPct val="110000"/>
                </a:lnSpc>
                <a:spcBef>
                  <a:spcPts val="0"/>
                </a:spcBef>
                <a:spcAft>
                  <a:spcPts val="150"/>
                </a:spcAft>
                <a:buChar char="•"/>
              </a:pPr>
              <a:r>
                <a:rPr lang="es-MX" sz="1000" b="1" kern="1200">
                  <a:solidFill>
                    <a:srgbClr val="0E2841"/>
                  </a:solidFill>
                  <a:latin typeface="Graphik"/>
                </a:rPr>
                <a:t>HU por HU: </a:t>
              </a:r>
              <a:r>
                <a:rPr lang="es-MX" sz="1000" b="0" kern="1200">
                  <a:solidFill>
                    <a:srgbClr val="1A1A1A"/>
                  </a:solidFill>
                  <a:latin typeface="Graphik"/>
                </a:rPr>
                <a:t>funcionalidad, prioridad MoSCoW, complejidad e impacto, timing de análisis/diseño/implementación.</a:t>
              </a:r>
            </a:p>
            <a:p>
              <a:pPr marL="228600" indent="-228600" algn="just" defTabSz="228600">
                <a:lnSpc>
                  <a:spcPct val="110000"/>
                </a:lnSpc>
                <a:spcBef>
                  <a:spcPts val="0"/>
                </a:spcBef>
                <a:spcAft>
                  <a:spcPts val="150"/>
                </a:spcAft>
                <a:buChar char="•"/>
              </a:pPr>
              <a:r>
                <a:rPr lang="es-MX" sz="1000" b="1" kern="1200">
                  <a:solidFill>
                    <a:srgbClr val="0E2841"/>
                  </a:solidFill>
                  <a:latin typeface="Graphik"/>
                </a:rPr>
                <a:t>Integraciones: </a:t>
              </a:r>
              <a:r>
                <a:rPr lang="es-MX" sz="1000" b="0" kern="1200">
                  <a:solidFill>
                    <a:srgbClr val="1A1A1A"/>
                  </a:solidFill>
                  <a:latin typeface="Graphik"/>
                </a:rPr>
                <a:t>identificación y documentación de integraciones asociadas a cada HU.</a:t>
              </a:r>
            </a:p>
            <a:p>
              <a:pPr marL="228600" indent="-228600" algn="just" defTabSz="228600">
                <a:lnSpc>
                  <a:spcPct val="110000"/>
                </a:lnSpc>
                <a:spcBef>
                  <a:spcPts val="0"/>
                </a:spcBef>
                <a:spcAft>
                  <a:spcPts val="150"/>
                </a:spcAft>
                <a:buChar char="•"/>
              </a:pPr>
              <a:r>
                <a:rPr lang="es-MX" sz="1000" b="1" kern="1200">
                  <a:solidFill>
                    <a:srgbClr val="0E2841"/>
                  </a:solidFill>
                  <a:latin typeface="Graphik"/>
                </a:rPr>
                <a:t>Remediaciones y dependencias: </a:t>
              </a:r>
              <a:r>
                <a:rPr lang="es-MX" sz="1000" b="0" kern="1200">
                  <a:solidFill>
                    <a:srgbClr val="1A1A1A"/>
                  </a:solidFill>
                  <a:latin typeface="Graphik"/>
                </a:rPr>
                <a:t>alineación en ajustes necesarios y dependencias entre </a:t>
              </a:r>
              <a:r>
                <a:rPr lang="es-MX" sz="1000" b="0" kern="1200" err="1">
                  <a:solidFill>
                    <a:srgbClr val="1A1A1A"/>
                  </a:solidFill>
                  <a:latin typeface="Graphik"/>
                </a:rPr>
                <a:t>tracks</a:t>
              </a:r>
              <a:r>
                <a:rPr lang="es-MX" sz="1000" b="0" kern="1200">
                  <a:solidFill>
                    <a:srgbClr val="1A1A1A"/>
                  </a:solidFill>
                  <a:latin typeface="Graphik"/>
                </a:rPr>
                <a:t>.</a:t>
              </a:r>
            </a:p>
            <a:p>
              <a:pPr marL="228600" indent="-228600" algn="just" defTabSz="228600">
                <a:lnSpc>
                  <a:spcPct val="110000"/>
                </a:lnSpc>
                <a:spcBef>
                  <a:spcPts val="0"/>
                </a:spcBef>
                <a:spcAft>
                  <a:spcPts val="150"/>
                </a:spcAft>
                <a:buChar char="•"/>
              </a:pPr>
              <a:r>
                <a:rPr lang="es-MX" sz="1000" b="1">
                  <a:solidFill>
                    <a:srgbClr val="0E2841"/>
                  </a:solidFill>
                  <a:latin typeface="Graphik"/>
                </a:rPr>
                <a:t>Otros equipos transversales </a:t>
              </a:r>
              <a:r>
                <a:rPr lang="es-MX" sz="1000">
                  <a:solidFill>
                    <a:srgbClr val="1A1A1A"/>
                  </a:solidFill>
                  <a:latin typeface="Graphik"/>
                </a:rPr>
                <a:t>– QA, </a:t>
              </a:r>
              <a:r>
                <a:rPr lang="es-MX" sz="1000" err="1">
                  <a:solidFill>
                    <a:srgbClr val="1A1A1A"/>
                  </a:solidFill>
                  <a:latin typeface="Graphik"/>
                </a:rPr>
                <a:t>apificación</a:t>
              </a:r>
              <a:r>
                <a:rPr lang="es-MX" sz="1000">
                  <a:solidFill>
                    <a:srgbClr val="1A1A1A"/>
                  </a:solidFill>
                  <a:latin typeface="Graphik"/>
                </a:rPr>
                <a:t>, arquitectura, puesta en producción, ….</a:t>
              </a:r>
              <a:endParaRPr lang="es-MX" sz="1000" b="0" kern="1200">
                <a:solidFill>
                  <a:srgbClr val="1A1A1A"/>
                </a:solidFill>
                <a:latin typeface="Graphik"/>
              </a:endParaRPr>
            </a:p>
          </p:txBody>
        </p:sp>
        <mc:AlternateContent xmlns:mc="http://schemas.openxmlformats.org/markup-compatibility/2006" xmlns:pslz="http://schemas.microsoft.com/office/powerpoint/2016/slidezoom">
          <mc:Choice Requires="pslz">
            <p:graphicFrame>
              <p:nvGraphicFramePr>
                <p:cNvPr id="31" name="Slide Zoom 30">
                  <a:extLst>
                    <a:ext uri="{FF2B5EF4-FFF2-40B4-BE49-F238E27FC236}">
                      <a16:creationId xmlns:a16="http://schemas.microsoft.com/office/drawing/2014/main" id="{ABF834EF-27C9-9C67-EB2E-8BBF2EB29BD9}"/>
                    </a:ext>
                  </a:extLst>
                </p:cNvPr>
                <p:cNvGraphicFramePr>
                  <a:graphicFrameLocks noChangeAspect="1"/>
                </p:cNvGraphicFramePr>
                <p:nvPr>
                  <p:extLst>
                    <p:ext uri="{D42A27DB-BD31-4B8C-83A1-F6EECF244321}">
                      <p14:modId xmlns:p14="http://schemas.microsoft.com/office/powerpoint/2010/main" val="1446963663"/>
                    </p:ext>
                  </p:extLst>
                </p:nvPr>
              </p:nvGraphicFramePr>
              <p:xfrm>
                <a:off x="10832775" y="1370293"/>
                <a:ext cx="887312" cy="499113"/>
              </p:xfrm>
              <a:graphic>
                <a:graphicData uri="http://schemas.microsoft.com/office/powerpoint/2016/slidezoom">
                  <pslz:sldZm>
                    <pslz:sldZmObj sldId="2147483647" cId="677543123">
                      <pslz:zmPr id="{72FE4A2B-B40F-4499-912F-EED0CDCE8CAB}" returnToParent="0" transitionDur="1000">
                        <p166:blipFill xmlns:p166="http://schemas.microsoft.com/office/powerpoint/2016/6/main">
                          <a:blip r:embed="rId6"/>
                          <a:stretch>
                            <a:fillRect/>
                          </a:stretch>
                        </p166:blipFill>
                        <p166:spPr xmlns:p166="http://schemas.microsoft.com/office/powerpoint/2016/6/main">
                          <a:xfrm>
                            <a:off x="0" y="0"/>
                            <a:ext cx="887312" cy="499113"/>
                          </a:xfrm>
                          <a:prstGeom prst="rect">
                            <a:avLst/>
                          </a:prstGeom>
                          <a:ln w="3175">
                            <a:solidFill>
                              <a:prstClr val="ltGray"/>
                            </a:solidFill>
                          </a:ln>
                        </p166:spPr>
                      </pslz:zmPr>
                    </pslz:sldZmObj>
                  </pslz:sldZm>
                </a:graphicData>
              </a:graphic>
            </p:graphicFrame>
          </mc:Choice>
          <mc:Fallback xmlns="">
            <p:pic>
              <p:nvPicPr>
                <p:cNvPr id="31" name="Slide Zoom 30">
                  <a:hlinkClick r:id="rId7" action="ppaction://hlinksldjump"/>
                  <a:extLst>
                    <a:ext uri="{FF2B5EF4-FFF2-40B4-BE49-F238E27FC236}">
                      <a16:creationId xmlns:a16="http://schemas.microsoft.com/office/drawing/2014/main" id="{ABF834EF-27C9-9C67-EB2E-8BBF2EB29BD9}"/>
                    </a:ext>
                  </a:extLst>
                </p:cNvPr>
                <p:cNvPicPr>
                  <a:picLocks noGrp="1" noRot="1" noChangeAspect="1" noMove="1" noResize="1" noEditPoints="1" noAdjustHandles="1" noChangeArrowheads="1" noChangeShapeType="1"/>
                </p:cNvPicPr>
                <p:nvPr/>
              </p:nvPicPr>
              <p:blipFill>
                <a:blip r:embed="rId8"/>
                <a:stretch>
                  <a:fillRect/>
                </a:stretch>
              </p:blipFill>
              <p:spPr>
                <a:xfrm>
                  <a:off x="10832775" y="1370293"/>
                  <a:ext cx="887312" cy="499113"/>
                </a:xfrm>
                <a:prstGeom prst="rect">
                  <a:avLst/>
                </a:prstGeom>
                <a:ln w="3175">
                  <a:solidFill>
                    <a:prstClr val="ltGray"/>
                  </a:solidFill>
                </a:ln>
              </p:spPr>
            </p:pic>
          </mc:Fallback>
        </mc:AlternateContent>
      </p:grpSp>
      <p:sp>
        <p:nvSpPr>
          <p:cNvPr id="46" name="Trapezoid 45">
            <a:extLst>
              <a:ext uri="{FF2B5EF4-FFF2-40B4-BE49-F238E27FC236}">
                <a16:creationId xmlns:a16="http://schemas.microsoft.com/office/drawing/2014/main" id="{9D5BDD09-D5AC-8F62-1C8F-E66BE4488054}"/>
              </a:ext>
            </a:extLst>
          </p:cNvPr>
          <p:cNvSpPr/>
          <p:nvPr/>
        </p:nvSpPr>
        <p:spPr>
          <a:xfrm rot="5400000">
            <a:off x="2591372" y="2698539"/>
            <a:ext cx="3073858" cy="364731"/>
          </a:xfrm>
          <a:prstGeom prst="trapezoid">
            <a:avLst>
              <a:gd name="adj" fmla="val 126536"/>
            </a:avLst>
          </a:prstGeom>
          <a:solidFill>
            <a:srgbClr val="D2EEFD">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s-MX" err="1"/>
          </a:p>
        </p:txBody>
      </p:sp>
      <p:sp>
        <p:nvSpPr>
          <p:cNvPr id="48" name="Trapezoid 47">
            <a:extLst>
              <a:ext uri="{FF2B5EF4-FFF2-40B4-BE49-F238E27FC236}">
                <a16:creationId xmlns:a16="http://schemas.microsoft.com/office/drawing/2014/main" id="{F34BB6E3-9ED6-950A-D8B4-4B4C2F38C6BC}"/>
              </a:ext>
            </a:extLst>
          </p:cNvPr>
          <p:cNvSpPr/>
          <p:nvPr/>
        </p:nvSpPr>
        <p:spPr>
          <a:xfrm rot="5400000">
            <a:off x="6522040" y="2691325"/>
            <a:ext cx="3073858" cy="364731"/>
          </a:xfrm>
          <a:prstGeom prst="trapezoid">
            <a:avLst>
              <a:gd name="adj" fmla="val 126536"/>
            </a:avLst>
          </a:prstGeom>
          <a:solidFill>
            <a:srgbClr val="DFE4F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s-MX" err="1"/>
          </a:p>
        </p:txBody>
      </p:sp>
      <p:sp>
        <p:nvSpPr>
          <p:cNvPr id="50" name="Rectangle 49">
            <a:extLst>
              <a:ext uri="{FF2B5EF4-FFF2-40B4-BE49-F238E27FC236}">
                <a16:creationId xmlns:a16="http://schemas.microsoft.com/office/drawing/2014/main" id="{B2719217-ABEC-30D2-8318-572656294EBF}"/>
              </a:ext>
            </a:extLst>
          </p:cNvPr>
          <p:cNvSpPr/>
          <p:nvPr/>
        </p:nvSpPr>
        <p:spPr>
          <a:xfrm>
            <a:off x="12372975" y="638175"/>
            <a:ext cx="1398465" cy="400445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MX" sz="1200"/>
              <a:t>Doble </a:t>
            </a:r>
            <a:r>
              <a:rPr lang="es-MX" sz="1200" err="1"/>
              <a:t>click</a:t>
            </a:r>
            <a:r>
              <a:rPr lang="es-MX" sz="1200"/>
              <a:t> de </a:t>
            </a:r>
            <a:r>
              <a:rPr lang="es-MX" sz="1200" err="1"/>
              <a:t>deniciones</a:t>
            </a:r>
            <a:r>
              <a:rPr lang="es-MX" sz="1200"/>
              <a:t> Moscow</a:t>
            </a:r>
          </a:p>
          <a:p>
            <a:pPr algn="ctr"/>
            <a:endParaRPr lang="es-MX" sz="1200"/>
          </a:p>
          <a:p>
            <a:pPr algn="ctr"/>
            <a:r>
              <a:rPr lang="es-MX" sz="1200" err="1"/>
              <a:t>Layout</a:t>
            </a:r>
            <a:r>
              <a:rPr lang="es-MX" sz="1200"/>
              <a:t> de inventarios y definiciones</a:t>
            </a:r>
          </a:p>
          <a:p>
            <a:pPr algn="ctr"/>
            <a:endParaRPr lang="es-MX" sz="1200" err="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96044-2278-49BA-5484-C35CF887D1AA}"/>
            </a:ext>
          </a:extLst>
        </p:cNvPr>
        <p:cNvGrpSpPr/>
        <p:nvPr/>
      </p:nvGrpSpPr>
      <p:grpSpPr>
        <a:xfrm>
          <a:off x="0" y="0"/>
          <a:ext cx="0" cy="0"/>
          <a:chOff x="0" y="0"/>
          <a:chExt cx="0" cy="0"/>
        </a:xfrm>
      </p:grpSpPr>
      <p:sp>
        <p:nvSpPr>
          <p:cNvPr id="964" name="Shape 44">
            <a:extLst>
              <a:ext uri="{FF2B5EF4-FFF2-40B4-BE49-F238E27FC236}">
                <a16:creationId xmlns:a16="http://schemas.microsoft.com/office/drawing/2014/main" id="{F803F410-D9DE-7871-E557-EF7E13F2A142}"/>
              </a:ext>
            </a:extLst>
          </p:cNvPr>
          <p:cNvSpPr/>
          <p:nvPr/>
        </p:nvSpPr>
        <p:spPr>
          <a:xfrm>
            <a:off x="1378899" y="1022249"/>
            <a:ext cx="8225455" cy="292564"/>
          </a:xfrm>
          <a:prstGeom prst="rect">
            <a:avLst/>
          </a:prstGeom>
          <a:solidFill>
            <a:schemeClr val="bg1">
              <a:lumMod val="95000"/>
            </a:schemeClr>
          </a:solidFill>
          <a:ln w="635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200"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endParaRPr>
          </a:p>
        </p:txBody>
      </p:sp>
      <p:graphicFrame>
        <p:nvGraphicFramePr>
          <p:cNvPr id="126" name="think-cell data - do not delete" hidden="1">
            <a:extLst>
              <a:ext uri="{FF2B5EF4-FFF2-40B4-BE49-F238E27FC236}">
                <a16:creationId xmlns:a16="http://schemas.microsoft.com/office/drawing/2014/main" id="{91E1963E-CE6D-0542-C782-CA34748041F5}"/>
              </a:ext>
            </a:extLst>
          </p:cNvPr>
          <p:cNvGraphicFramePr>
            <a:graphicFrameLocks/>
          </p:cNvGraphicFramePr>
          <p:nvPr>
            <p:custDataLst>
              <p:tags r:id="rId1"/>
            </p:custDataLst>
            <p:extLst>
              <p:ext uri="{D42A27DB-BD31-4B8C-83A1-F6EECF244321}">
                <p14:modId xmlns:p14="http://schemas.microsoft.com/office/powerpoint/2010/main" val="2862025888"/>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3" progId="TCLayout.ActiveDocument.1">
                  <p:embed/>
                </p:oleObj>
              </mc:Choice>
              <mc:Fallback>
                <p:oleObj name="think-cell Slide" r:id="rId4" imgW="404" imgH="403" progId="TCLayout.ActiveDocument.1">
                  <p:embed/>
                  <p:pic>
                    <p:nvPicPr>
                      <p:cNvPr id="126" name="think-cell data - do not delete" hidden="1">
                        <a:extLst>
                          <a:ext uri="{FF2B5EF4-FFF2-40B4-BE49-F238E27FC236}">
                            <a16:creationId xmlns:a16="http://schemas.microsoft.com/office/drawing/2014/main" id="{91E1963E-CE6D-0542-C782-CA34748041F5}"/>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921" name="Shape 44">
            <a:extLst>
              <a:ext uri="{FF2B5EF4-FFF2-40B4-BE49-F238E27FC236}">
                <a16:creationId xmlns:a16="http://schemas.microsoft.com/office/drawing/2014/main" id="{1ED17DF8-675D-A734-646C-83B1C78C70F5}"/>
              </a:ext>
            </a:extLst>
          </p:cNvPr>
          <p:cNvSpPr/>
          <p:nvPr/>
        </p:nvSpPr>
        <p:spPr>
          <a:xfrm>
            <a:off x="1392259" y="5301488"/>
            <a:ext cx="8225455" cy="465889"/>
          </a:xfrm>
          <a:prstGeom prst="rect">
            <a:avLst/>
          </a:prstGeom>
          <a:solidFill>
            <a:schemeClr val="bg1">
              <a:lumMod val="95000"/>
            </a:schemeClr>
          </a:solidFill>
          <a:ln w="635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200"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endParaRPr>
          </a:p>
        </p:txBody>
      </p:sp>
      <p:sp>
        <p:nvSpPr>
          <p:cNvPr id="919" name="Shape 44">
            <a:extLst>
              <a:ext uri="{FF2B5EF4-FFF2-40B4-BE49-F238E27FC236}">
                <a16:creationId xmlns:a16="http://schemas.microsoft.com/office/drawing/2014/main" id="{6C6951A2-A4B0-07DC-ACC0-527111953437}"/>
              </a:ext>
            </a:extLst>
          </p:cNvPr>
          <p:cNvSpPr/>
          <p:nvPr/>
        </p:nvSpPr>
        <p:spPr>
          <a:xfrm>
            <a:off x="1392259" y="4271972"/>
            <a:ext cx="8225455" cy="465889"/>
          </a:xfrm>
          <a:prstGeom prst="rect">
            <a:avLst/>
          </a:prstGeom>
          <a:solidFill>
            <a:schemeClr val="bg1">
              <a:lumMod val="95000"/>
            </a:schemeClr>
          </a:solidFill>
          <a:ln w="635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200"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endParaRPr>
          </a:p>
        </p:txBody>
      </p:sp>
      <p:sp>
        <p:nvSpPr>
          <p:cNvPr id="78" name="Shape 44">
            <a:extLst>
              <a:ext uri="{FF2B5EF4-FFF2-40B4-BE49-F238E27FC236}">
                <a16:creationId xmlns:a16="http://schemas.microsoft.com/office/drawing/2014/main" id="{B79874FA-79B4-9B7C-B3B7-3CF4EB368993}"/>
              </a:ext>
            </a:extLst>
          </p:cNvPr>
          <p:cNvSpPr/>
          <p:nvPr/>
        </p:nvSpPr>
        <p:spPr>
          <a:xfrm>
            <a:off x="1392259" y="1810876"/>
            <a:ext cx="8225455" cy="891920"/>
          </a:xfrm>
          <a:prstGeom prst="rect">
            <a:avLst/>
          </a:prstGeom>
          <a:solidFill>
            <a:schemeClr val="bg1">
              <a:lumMod val="95000"/>
            </a:schemeClr>
          </a:solidFill>
          <a:ln w="635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200"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endParaRPr>
          </a:p>
        </p:txBody>
      </p:sp>
      <p:sp>
        <p:nvSpPr>
          <p:cNvPr id="80" name="Shape 44">
            <a:extLst>
              <a:ext uri="{FF2B5EF4-FFF2-40B4-BE49-F238E27FC236}">
                <a16:creationId xmlns:a16="http://schemas.microsoft.com/office/drawing/2014/main" id="{3AE835FD-467E-C8D2-B6C7-B14FCF9F9360}"/>
              </a:ext>
            </a:extLst>
          </p:cNvPr>
          <p:cNvSpPr/>
          <p:nvPr/>
        </p:nvSpPr>
        <p:spPr>
          <a:xfrm>
            <a:off x="1392259" y="3300142"/>
            <a:ext cx="8225455" cy="338832"/>
          </a:xfrm>
          <a:prstGeom prst="rect">
            <a:avLst/>
          </a:prstGeom>
          <a:solidFill>
            <a:schemeClr val="bg1">
              <a:lumMod val="95000"/>
            </a:schemeClr>
          </a:solidFill>
          <a:ln w="635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200"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endParaRPr>
          </a:p>
        </p:txBody>
      </p:sp>
      <p:sp>
        <p:nvSpPr>
          <p:cNvPr id="7" name="Shape 45">
            <a:extLst>
              <a:ext uri="{FF2B5EF4-FFF2-40B4-BE49-F238E27FC236}">
                <a16:creationId xmlns:a16="http://schemas.microsoft.com/office/drawing/2014/main" id="{CA127250-0A23-F162-7453-1622C179393E}"/>
              </a:ext>
            </a:extLst>
          </p:cNvPr>
          <p:cNvSpPr/>
          <p:nvPr/>
        </p:nvSpPr>
        <p:spPr>
          <a:xfrm rot="16200000">
            <a:off x="982420" y="2848871"/>
            <a:ext cx="547200" cy="255050"/>
          </a:xfrm>
          <a:prstGeom prst="rect">
            <a:avLst/>
          </a:prstGeom>
          <a:solidFill>
            <a:schemeClr val="bg1">
              <a:lumMod val="65000"/>
            </a:schemeClr>
          </a:solidFill>
          <a:ln w="6350">
            <a:noFill/>
            <a:prstDash val="solid"/>
          </a:ln>
        </p:spPr>
        <p:txBody>
          <a:bodyPr lIns="0" tIns="0" rIns="0" bIns="0" anchor="ctr"/>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s-MX" sz="700" b="1"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App </a:t>
            </a:r>
          </a:p>
          <a:p>
            <a:pPr marL="0" marR="0" lvl="0" indent="0" algn="ctr" defTabSz="914400" rtl="0" eaLnBrk="1" fontAlgn="auto" latinLnBrk="0" hangingPunct="1">
              <a:lnSpc>
                <a:spcPct val="70000"/>
              </a:lnSpc>
              <a:spcBef>
                <a:spcPts val="0"/>
              </a:spcBef>
              <a:spcAft>
                <a:spcPts val="0"/>
              </a:spcAft>
              <a:buClrTx/>
              <a:buSzTx/>
              <a:buFontTx/>
              <a:buNone/>
              <a:tabLst/>
              <a:defRPr/>
            </a:pPr>
            <a:r>
              <a:rPr kumimoji="0" lang="es-MX" sz="700" b="1"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Digital</a:t>
            </a:r>
            <a:endParaRPr kumimoji="0" lang="es-MX" sz="700" b="0" i="0" u="none" strike="noStrike" kern="1200" cap="none"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endParaRPr>
          </a:p>
        </p:txBody>
      </p:sp>
      <p:sp>
        <p:nvSpPr>
          <p:cNvPr id="9" name="Shape 45">
            <a:extLst>
              <a:ext uri="{FF2B5EF4-FFF2-40B4-BE49-F238E27FC236}">
                <a16:creationId xmlns:a16="http://schemas.microsoft.com/office/drawing/2014/main" id="{93ABAD98-13B7-6A74-C381-38B8C2A8C866}"/>
              </a:ext>
            </a:extLst>
          </p:cNvPr>
          <p:cNvSpPr/>
          <p:nvPr/>
        </p:nvSpPr>
        <p:spPr>
          <a:xfrm rot="16200000">
            <a:off x="1076021" y="3336676"/>
            <a:ext cx="360000" cy="255050"/>
          </a:xfrm>
          <a:prstGeom prst="rect">
            <a:avLst/>
          </a:prstGeom>
          <a:solidFill>
            <a:schemeClr val="bg1">
              <a:lumMod val="65000"/>
            </a:schemeClr>
          </a:solidFill>
          <a:ln w="6350">
            <a:noFill/>
            <a:prstDash val="solid"/>
          </a:ln>
        </p:spPr>
        <p:txBody>
          <a:bodyPr lIns="0" tIns="0" rIns="0" bIns="0" anchor="ctr"/>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s-MX" sz="700" b="1"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CAT</a:t>
            </a:r>
            <a:endParaRPr kumimoji="0" lang="es-MX" sz="700" b="0" i="0" u="none" strike="noStrike" kern="1200" cap="none"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endParaRPr>
          </a:p>
        </p:txBody>
      </p:sp>
      <p:sp>
        <p:nvSpPr>
          <p:cNvPr id="12" name="Shape 45">
            <a:extLst>
              <a:ext uri="{FF2B5EF4-FFF2-40B4-BE49-F238E27FC236}">
                <a16:creationId xmlns:a16="http://schemas.microsoft.com/office/drawing/2014/main" id="{3034CA41-FC85-7A0E-3B41-47388E094551}"/>
              </a:ext>
            </a:extLst>
          </p:cNvPr>
          <p:cNvSpPr/>
          <p:nvPr/>
        </p:nvSpPr>
        <p:spPr>
          <a:xfrm rot="16200000">
            <a:off x="982421" y="3827034"/>
            <a:ext cx="547200" cy="255050"/>
          </a:xfrm>
          <a:prstGeom prst="rect">
            <a:avLst/>
          </a:prstGeom>
          <a:solidFill>
            <a:schemeClr val="bg1">
              <a:lumMod val="65000"/>
            </a:schemeClr>
          </a:solidFill>
          <a:ln w="6350">
            <a:noFill/>
            <a:prstDash val="solid"/>
          </a:ln>
        </p:spPr>
        <p:txBody>
          <a:bodyPr lIns="0" tIns="0" rIns="0" bIns="0" anchor="ctr"/>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s-MX" sz="700" b="1"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SIWEB</a:t>
            </a:r>
            <a:endParaRPr kumimoji="0" lang="es-MX" sz="700" b="0" i="0" u="none" strike="noStrike" kern="1200" cap="none"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endParaRPr>
          </a:p>
        </p:txBody>
      </p:sp>
      <p:sp>
        <p:nvSpPr>
          <p:cNvPr id="14" name="Shape 45">
            <a:extLst>
              <a:ext uri="{FF2B5EF4-FFF2-40B4-BE49-F238E27FC236}">
                <a16:creationId xmlns:a16="http://schemas.microsoft.com/office/drawing/2014/main" id="{748C97A2-41C5-AD1C-3A40-F9A2EF08434B}"/>
              </a:ext>
            </a:extLst>
          </p:cNvPr>
          <p:cNvSpPr/>
          <p:nvPr/>
        </p:nvSpPr>
        <p:spPr>
          <a:xfrm rot="16200000">
            <a:off x="1023999" y="4380997"/>
            <a:ext cx="470207" cy="255050"/>
          </a:xfrm>
          <a:prstGeom prst="rect">
            <a:avLst/>
          </a:prstGeom>
          <a:solidFill>
            <a:schemeClr val="bg1">
              <a:lumMod val="65000"/>
            </a:schemeClr>
          </a:solidFill>
          <a:ln w="6350">
            <a:noFill/>
            <a:prstDash val="solid"/>
          </a:ln>
        </p:spPr>
        <p:txBody>
          <a:bodyPr lIns="0" tIns="0" rIns="0" bIns="0" anchor="ctr"/>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s-MX" sz="700" b="1"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Cobranza</a:t>
            </a:r>
            <a:endParaRPr kumimoji="0" lang="es-MX" sz="700" b="0" i="0" u="none" strike="noStrike" kern="1200" cap="none"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endParaRPr>
          </a:p>
        </p:txBody>
      </p:sp>
      <p:sp>
        <p:nvSpPr>
          <p:cNvPr id="158" name="Shape 86">
            <a:extLst>
              <a:ext uri="{FF2B5EF4-FFF2-40B4-BE49-F238E27FC236}">
                <a16:creationId xmlns:a16="http://schemas.microsoft.com/office/drawing/2014/main" id="{AC21F12C-A90C-C3F8-82B0-D5B83195584A}"/>
              </a:ext>
            </a:extLst>
          </p:cNvPr>
          <p:cNvSpPr/>
          <p:nvPr/>
        </p:nvSpPr>
        <p:spPr>
          <a:xfrm>
            <a:off x="2054510" y="1092293"/>
            <a:ext cx="0" cy="5256000"/>
          </a:xfrm>
          <a:prstGeom prst="line">
            <a:avLst/>
          </a:prstGeom>
          <a:noFill/>
          <a:ln w="5080">
            <a:solidFill>
              <a:schemeClr val="bg1">
                <a:lumMod val="50000"/>
              </a:schemeClr>
            </a:solidFill>
            <a:prstDash val="lgDash"/>
          </a:ln>
        </p:spPr>
        <p:txBody>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lang="es-MX"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4" name="Shape 86">
            <a:extLst>
              <a:ext uri="{FF2B5EF4-FFF2-40B4-BE49-F238E27FC236}">
                <a16:creationId xmlns:a16="http://schemas.microsoft.com/office/drawing/2014/main" id="{05FCDF74-CEDA-E722-FA3C-F6A28B0468C3}"/>
              </a:ext>
            </a:extLst>
          </p:cNvPr>
          <p:cNvSpPr/>
          <p:nvPr/>
        </p:nvSpPr>
        <p:spPr>
          <a:xfrm>
            <a:off x="2739317" y="1092293"/>
            <a:ext cx="0" cy="5256000"/>
          </a:xfrm>
          <a:prstGeom prst="line">
            <a:avLst/>
          </a:prstGeom>
          <a:noFill/>
          <a:ln w="5080">
            <a:solidFill>
              <a:schemeClr val="bg1">
                <a:lumMod val="50000"/>
              </a:schemeClr>
            </a:solidFill>
            <a:prstDash val="lgDash"/>
          </a:ln>
        </p:spPr>
        <p:txBody>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lang="es-MX"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6" name="Shape 86">
            <a:extLst>
              <a:ext uri="{FF2B5EF4-FFF2-40B4-BE49-F238E27FC236}">
                <a16:creationId xmlns:a16="http://schemas.microsoft.com/office/drawing/2014/main" id="{1F05D844-405F-AD20-06C8-96C10D244BB4}"/>
              </a:ext>
            </a:extLst>
          </p:cNvPr>
          <p:cNvSpPr/>
          <p:nvPr/>
        </p:nvSpPr>
        <p:spPr>
          <a:xfrm>
            <a:off x="3424124" y="1092293"/>
            <a:ext cx="0" cy="5256000"/>
          </a:xfrm>
          <a:prstGeom prst="line">
            <a:avLst/>
          </a:prstGeom>
          <a:noFill/>
          <a:ln w="5080">
            <a:solidFill>
              <a:schemeClr val="bg1">
                <a:lumMod val="50000"/>
              </a:schemeClr>
            </a:solidFill>
            <a:prstDash val="lgDash"/>
          </a:ln>
        </p:spPr>
        <p:txBody>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lang="es-MX"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8" name="Shape 86">
            <a:extLst>
              <a:ext uri="{FF2B5EF4-FFF2-40B4-BE49-F238E27FC236}">
                <a16:creationId xmlns:a16="http://schemas.microsoft.com/office/drawing/2014/main" id="{FD993BA2-EBB9-D633-A46B-9BFAD2A4C05A}"/>
              </a:ext>
            </a:extLst>
          </p:cNvPr>
          <p:cNvSpPr/>
          <p:nvPr/>
        </p:nvSpPr>
        <p:spPr>
          <a:xfrm>
            <a:off x="5478545" y="1092293"/>
            <a:ext cx="0" cy="5256000"/>
          </a:xfrm>
          <a:prstGeom prst="line">
            <a:avLst/>
          </a:prstGeom>
          <a:noFill/>
          <a:ln w="5080">
            <a:solidFill>
              <a:schemeClr val="bg1">
                <a:lumMod val="50000"/>
              </a:schemeClr>
            </a:solidFill>
            <a:prstDash val="lgDash"/>
          </a:ln>
        </p:spPr>
        <p:txBody>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lang="es-MX"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70" name="Shape 86">
            <a:extLst>
              <a:ext uri="{FF2B5EF4-FFF2-40B4-BE49-F238E27FC236}">
                <a16:creationId xmlns:a16="http://schemas.microsoft.com/office/drawing/2014/main" id="{265370F0-D830-07DE-5C9B-FC7B2C45A7F0}"/>
              </a:ext>
            </a:extLst>
          </p:cNvPr>
          <p:cNvSpPr/>
          <p:nvPr/>
        </p:nvSpPr>
        <p:spPr>
          <a:xfrm>
            <a:off x="6848159" y="1092293"/>
            <a:ext cx="0" cy="5256000"/>
          </a:xfrm>
          <a:prstGeom prst="line">
            <a:avLst/>
          </a:prstGeom>
          <a:noFill/>
          <a:ln w="5080">
            <a:solidFill>
              <a:schemeClr val="bg1">
                <a:lumMod val="50000"/>
              </a:schemeClr>
            </a:solidFill>
            <a:prstDash val="lgDash"/>
          </a:ln>
        </p:spPr>
        <p:txBody>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lang="es-MX"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72" name="Shape 86">
            <a:extLst>
              <a:ext uri="{FF2B5EF4-FFF2-40B4-BE49-F238E27FC236}">
                <a16:creationId xmlns:a16="http://schemas.microsoft.com/office/drawing/2014/main" id="{C87C3437-2D92-A3E9-4CB2-B6EF9E7931A7}"/>
              </a:ext>
            </a:extLst>
          </p:cNvPr>
          <p:cNvSpPr/>
          <p:nvPr/>
        </p:nvSpPr>
        <p:spPr>
          <a:xfrm>
            <a:off x="7532966" y="1092293"/>
            <a:ext cx="0" cy="5256000"/>
          </a:xfrm>
          <a:prstGeom prst="line">
            <a:avLst/>
          </a:prstGeom>
          <a:noFill/>
          <a:ln w="5080">
            <a:solidFill>
              <a:schemeClr val="bg1">
                <a:lumMod val="50000"/>
              </a:schemeClr>
            </a:solidFill>
            <a:prstDash val="lgDash"/>
          </a:ln>
        </p:spPr>
        <p:txBody>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lang="es-MX"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74" name="Shape 86">
            <a:extLst>
              <a:ext uri="{FF2B5EF4-FFF2-40B4-BE49-F238E27FC236}">
                <a16:creationId xmlns:a16="http://schemas.microsoft.com/office/drawing/2014/main" id="{8126CA51-670A-8122-7ED9-7C59F40E184E}"/>
              </a:ext>
            </a:extLst>
          </p:cNvPr>
          <p:cNvSpPr/>
          <p:nvPr/>
        </p:nvSpPr>
        <p:spPr>
          <a:xfrm>
            <a:off x="8217773" y="1092293"/>
            <a:ext cx="0" cy="5256000"/>
          </a:xfrm>
          <a:prstGeom prst="line">
            <a:avLst/>
          </a:prstGeom>
          <a:noFill/>
          <a:ln w="5080">
            <a:solidFill>
              <a:schemeClr val="bg1">
                <a:lumMod val="50000"/>
              </a:schemeClr>
            </a:solidFill>
            <a:prstDash val="lgDash"/>
          </a:ln>
        </p:spPr>
        <p:txBody>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lang="es-MX"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76" name="Shape 86">
            <a:extLst>
              <a:ext uri="{FF2B5EF4-FFF2-40B4-BE49-F238E27FC236}">
                <a16:creationId xmlns:a16="http://schemas.microsoft.com/office/drawing/2014/main" id="{47ED50DE-91C4-3266-860E-606360D2D2B0}"/>
              </a:ext>
            </a:extLst>
          </p:cNvPr>
          <p:cNvSpPr/>
          <p:nvPr/>
        </p:nvSpPr>
        <p:spPr>
          <a:xfrm>
            <a:off x="8902580" y="1092293"/>
            <a:ext cx="0" cy="5256000"/>
          </a:xfrm>
          <a:prstGeom prst="line">
            <a:avLst/>
          </a:prstGeom>
          <a:noFill/>
          <a:ln w="5080">
            <a:solidFill>
              <a:schemeClr val="bg1">
                <a:lumMod val="50000"/>
              </a:schemeClr>
            </a:solidFill>
            <a:prstDash val="lgDash"/>
          </a:ln>
        </p:spPr>
        <p:txBody>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lang="es-MX"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78" name="Shape 86">
            <a:extLst>
              <a:ext uri="{FF2B5EF4-FFF2-40B4-BE49-F238E27FC236}">
                <a16:creationId xmlns:a16="http://schemas.microsoft.com/office/drawing/2014/main" id="{9F678C11-0FE2-747D-FFBF-8D9BBFDEC074}"/>
              </a:ext>
            </a:extLst>
          </p:cNvPr>
          <p:cNvSpPr/>
          <p:nvPr/>
        </p:nvSpPr>
        <p:spPr>
          <a:xfrm>
            <a:off x="9587387" y="1092293"/>
            <a:ext cx="0" cy="5256000"/>
          </a:xfrm>
          <a:prstGeom prst="line">
            <a:avLst/>
          </a:prstGeom>
          <a:noFill/>
          <a:ln w="5080">
            <a:solidFill>
              <a:schemeClr val="bg1">
                <a:lumMod val="50000"/>
              </a:schemeClr>
            </a:solidFill>
            <a:prstDash val="lgDash"/>
          </a:ln>
        </p:spPr>
        <p:txBody>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lang="es-MX"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 name="Shape 45">
            <a:extLst>
              <a:ext uri="{FF2B5EF4-FFF2-40B4-BE49-F238E27FC236}">
                <a16:creationId xmlns:a16="http://schemas.microsoft.com/office/drawing/2014/main" id="{24D58E54-BB77-8092-D3C6-2E5810C1A463}"/>
              </a:ext>
            </a:extLst>
          </p:cNvPr>
          <p:cNvSpPr/>
          <p:nvPr/>
        </p:nvSpPr>
        <p:spPr>
          <a:xfrm rot="16200000">
            <a:off x="1043102" y="5399657"/>
            <a:ext cx="432000" cy="255050"/>
          </a:xfrm>
          <a:prstGeom prst="rect">
            <a:avLst/>
          </a:prstGeom>
          <a:solidFill>
            <a:schemeClr val="tx2"/>
          </a:solidFill>
          <a:ln w="6350">
            <a:noFill/>
            <a:prstDash val="solid"/>
          </a:ln>
        </p:spPr>
        <p:txBody>
          <a:bodyPr lIns="0" tIns="0" rIns="0" bIns="0" anchor="ctr"/>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s-MX" sz="800" b="1"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Arq.</a:t>
            </a:r>
            <a:endParaRPr kumimoji="0" lang="es-MX" sz="400" b="0" i="0" u="none" strike="noStrike" kern="1200" cap="none"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endParaRPr>
          </a:p>
        </p:txBody>
      </p:sp>
      <p:sp>
        <p:nvSpPr>
          <p:cNvPr id="50" name="Shape 24">
            <a:extLst>
              <a:ext uri="{FF2B5EF4-FFF2-40B4-BE49-F238E27FC236}">
                <a16:creationId xmlns:a16="http://schemas.microsoft.com/office/drawing/2014/main" id="{74F7CB4D-F401-1E49-A7F2-FAB3EE350BC0}"/>
              </a:ext>
            </a:extLst>
          </p:cNvPr>
          <p:cNvSpPr/>
          <p:nvPr/>
        </p:nvSpPr>
        <p:spPr>
          <a:xfrm>
            <a:off x="1393586" y="696293"/>
            <a:ext cx="6151978" cy="130947"/>
          </a:xfrm>
          <a:prstGeom prst="rect">
            <a:avLst/>
          </a:prstGeom>
          <a:solidFill>
            <a:schemeClr val="accent1"/>
          </a:solidFill>
          <a:ln w="9525">
            <a:solidFill>
              <a:srgbClr val="FFFFFF"/>
            </a:solidFill>
            <a:prstDash val="solid"/>
          </a:ln>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Graphik"/>
              <a:ea typeface="+mn-ea"/>
              <a:cs typeface="Arial"/>
              <a:sym typeface="Arial"/>
            </a:endParaRPr>
          </a:p>
        </p:txBody>
      </p:sp>
      <p:sp>
        <p:nvSpPr>
          <p:cNvPr id="51" name="Text 25">
            <a:extLst>
              <a:ext uri="{FF2B5EF4-FFF2-40B4-BE49-F238E27FC236}">
                <a16:creationId xmlns:a16="http://schemas.microsoft.com/office/drawing/2014/main" id="{759F72F3-FF95-53BB-4791-6F8969E019B7}"/>
              </a:ext>
            </a:extLst>
          </p:cNvPr>
          <p:cNvSpPr/>
          <p:nvPr/>
        </p:nvSpPr>
        <p:spPr>
          <a:xfrm>
            <a:off x="1400971" y="669010"/>
            <a:ext cx="6143603" cy="190789"/>
          </a:xfrm>
          <a:prstGeom prst="rect">
            <a:avLst/>
          </a:prstGeom>
          <a:noFill/>
          <a:ln/>
        </p:spPr>
        <p:txBody>
          <a:bodyPr wrap="square" lIns="0" tIns="0" rIns="0" bIns="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FFFFFF"/>
                </a:solidFill>
                <a:effectLst/>
                <a:uLnTx/>
                <a:uFillTx/>
                <a:latin typeface="Graphik"/>
                <a:ea typeface="Arial" pitchFamily="34" charset="-122"/>
                <a:cs typeface="Arial" pitchFamily="34" charset="-120"/>
                <a:sym typeface="Arial"/>
              </a:rPr>
              <a:t>2026</a:t>
            </a:r>
            <a:endParaRPr kumimoji="0" lang="es-MX" sz="800" b="0" i="0" u="none" strike="noStrike" kern="1200" cap="none" spc="0" normalizeH="0" baseline="0" noProof="0">
              <a:ln>
                <a:noFill/>
              </a:ln>
              <a:solidFill>
                <a:srgbClr val="000000"/>
              </a:solidFill>
              <a:effectLst/>
              <a:uLnTx/>
              <a:uFillTx/>
              <a:latin typeface="Graphik"/>
              <a:ea typeface="+mn-ea"/>
              <a:cs typeface="Arial"/>
              <a:sym typeface="Arial"/>
            </a:endParaRPr>
          </a:p>
        </p:txBody>
      </p:sp>
      <p:sp>
        <p:nvSpPr>
          <p:cNvPr id="52" name="Shape 26">
            <a:extLst>
              <a:ext uri="{FF2B5EF4-FFF2-40B4-BE49-F238E27FC236}">
                <a16:creationId xmlns:a16="http://schemas.microsoft.com/office/drawing/2014/main" id="{41604B6C-6140-E8A0-D495-ADB455674DB0}"/>
              </a:ext>
            </a:extLst>
          </p:cNvPr>
          <p:cNvSpPr/>
          <p:nvPr/>
        </p:nvSpPr>
        <p:spPr>
          <a:xfrm>
            <a:off x="7556259" y="696293"/>
            <a:ext cx="2052000" cy="130947"/>
          </a:xfrm>
          <a:prstGeom prst="rect">
            <a:avLst/>
          </a:prstGeom>
          <a:solidFill>
            <a:schemeClr val="accent3"/>
          </a:solidFill>
          <a:ln w="9525">
            <a:solidFill>
              <a:srgbClr val="FFFFFF"/>
            </a:solidFill>
            <a:prstDash val="solid"/>
          </a:ln>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s-MX" sz="800" b="0" i="0" u="none" strike="noStrike" kern="1200" cap="none" spc="0" normalizeH="0" baseline="0" noProof="0">
              <a:ln>
                <a:noFill/>
              </a:ln>
              <a:solidFill>
                <a:srgbClr val="000000"/>
              </a:solidFill>
              <a:effectLst/>
              <a:uLnTx/>
              <a:uFillTx/>
              <a:latin typeface="Graphik"/>
              <a:ea typeface="+mn-ea"/>
              <a:cs typeface="Arial"/>
              <a:sym typeface="Arial"/>
            </a:endParaRPr>
          </a:p>
        </p:txBody>
      </p:sp>
      <p:sp>
        <p:nvSpPr>
          <p:cNvPr id="53" name="Text 27">
            <a:extLst>
              <a:ext uri="{FF2B5EF4-FFF2-40B4-BE49-F238E27FC236}">
                <a16:creationId xmlns:a16="http://schemas.microsoft.com/office/drawing/2014/main" id="{CA59DE70-B46F-32A8-BC0A-693E884EA3DC}"/>
              </a:ext>
            </a:extLst>
          </p:cNvPr>
          <p:cNvSpPr/>
          <p:nvPr/>
        </p:nvSpPr>
        <p:spPr>
          <a:xfrm>
            <a:off x="8442661" y="649546"/>
            <a:ext cx="679247" cy="226561"/>
          </a:xfrm>
          <a:prstGeom prst="rect">
            <a:avLst/>
          </a:prstGeom>
          <a:noFill/>
          <a:ln/>
        </p:spPr>
        <p:txBody>
          <a:bodyPr wrap="square" lIns="0" tIns="0" rIns="0" bIns="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FFFFFF"/>
                </a:solidFill>
                <a:effectLst/>
                <a:uLnTx/>
                <a:uFillTx/>
                <a:latin typeface="Graphik"/>
                <a:ea typeface="Arial" pitchFamily="34" charset="-122"/>
                <a:cs typeface="Arial" pitchFamily="34" charset="-120"/>
                <a:sym typeface="Arial"/>
              </a:rPr>
              <a:t>2027</a:t>
            </a:r>
            <a:endParaRPr kumimoji="0" lang="es-MX" sz="800" b="0" i="0" u="none" strike="noStrike" kern="1200" cap="none" spc="0" normalizeH="0" baseline="0" noProof="0">
              <a:ln>
                <a:noFill/>
              </a:ln>
              <a:solidFill>
                <a:srgbClr val="000000"/>
              </a:solidFill>
              <a:effectLst/>
              <a:uLnTx/>
              <a:uFillTx/>
              <a:latin typeface="Graphik"/>
              <a:ea typeface="+mn-ea"/>
              <a:cs typeface="Arial"/>
              <a:sym typeface="Arial"/>
            </a:endParaRPr>
          </a:p>
        </p:txBody>
      </p:sp>
      <p:grpSp>
        <p:nvGrpSpPr>
          <p:cNvPr id="28" name="Group 27">
            <a:extLst>
              <a:ext uri="{FF2B5EF4-FFF2-40B4-BE49-F238E27FC236}">
                <a16:creationId xmlns:a16="http://schemas.microsoft.com/office/drawing/2014/main" id="{204F8B25-01C2-8956-4EA3-2D01DCC85535}"/>
              </a:ext>
            </a:extLst>
          </p:cNvPr>
          <p:cNvGrpSpPr/>
          <p:nvPr/>
        </p:nvGrpSpPr>
        <p:grpSpPr>
          <a:xfrm>
            <a:off x="1403076" y="838556"/>
            <a:ext cx="675375" cy="190789"/>
            <a:chOff x="1406357" y="594104"/>
            <a:chExt cx="908993" cy="190789"/>
          </a:xfrm>
        </p:grpSpPr>
        <p:sp>
          <p:nvSpPr>
            <p:cNvPr id="117" name="Shape 34">
              <a:extLst>
                <a:ext uri="{FF2B5EF4-FFF2-40B4-BE49-F238E27FC236}">
                  <a16:creationId xmlns:a16="http://schemas.microsoft.com/office/drawing/2014/main" id="{2440D9B8-9F13-2A0E-9BB4-225B779D5B77}"/>
                </a:ext>
              </a:extLst>
            </p:cNvPr>
            <p:cNvSpPr/>
            <p:nvPr/>
          </p:nvSpPr>
          <p:spPr>
            <a:xfrm>
              <a:off x="1406357" y="594104"/>
              <a:ext cx="908993" cy="190789"/>
            </a:xfrm>
            <a:prstGeom prst="rect">
              <a:avLst/>
            </a:prstGeom>
            <a:solidFill>
              <a:srgbClr val="0A1830"/>
            </a:solidFill>
            <a:ln w="6350">
              <a:solidFill>
                <a:srgbClr val="FFFFFF"/>
              </a:solidFill>
              <a:prstDash val="solid"/>
            </a:ln>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Arial"/>
                <a:sym typeface="Arial"/>
              </a:endParaRPr>
            </a:p>
          </p:txBody>
        </p:sp>
        <p:sp>
          <p:nvSpPr>
            <p:cNvPr id="119" name="Text 35">
              <a:extLst>
                <a:ext uri="{FF2B5EF4-FFF2-40B4-BE49-F238E27FC236}">
                  <a16:creationId xmlns:a16="http://schemas.microsoft.com/office/drawing/2014/main" id="{DCEA71D0-7FAA-3D56-4469-B0E1EB257772}"/>
                </a:ext>
              </a:extLst>
            </p:cNvPr>
            <p:cNvSpPr/>
            <p:nvPr/>
          </p:nvSpPr>
          <p:spPr>
            <a:xfrm>
              <a:off x="1406357" y="594104"/>
              <a:ext cx="908993" cy="190789"/>
            </a:xfrm>
            <a:prstGeom prst="rect">
              <a:avLst/>
            </a:prstGeom>
            <a:noFill/>
            <a:ln/>
          </p:spPr>
          <p:txBody>
            <a:bodyPr wrap="square" lIns="0" tIns="0" rIns="0" bIns="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s-MX" sz="900" b="0" i="0" u="none" strike="noStrike" kern="1200" cap="none" spc="0" normalizeH="0" baseline="0" noProof="0">
                  <a:ln>
                    <a:noFill/>
                  </a:ln>
                  <a:solidFill>
                    <a:srgbClr val="FFFFFF"/>
                  </a:solidFill>
                  <a:effectLst/>
                  <a:uLnTx/>
                  <a:uFillTx/>
                  <a:latin typeface="Graphik"/>
                  <a:ea typeface="Arial" pitchFamily="34" charset="-122"/>
                  <a:cs typeface="Arial" pitchFamily="34" charset="-120"/>
                  <a:sym typeface="Arial"/>
                </a:rPr>
                <a:t>Abril</a:t>
              </a:r>
              <a:endParaRPr kumimoji="0" lang="es-MX" sz="900" b="0" i="0" u="none" strike="noStrike" kern="1200" cap="none" spc="0" normalizeH="0" baseline="0" noProof="0">
                <a:ln>
                  <a:noFill/>
                </a:ln>
                <a:solidFill>
                  <a:srgbClr val="000000"/>
                </a:solidFill>
                <a:effectLst/>
                <a:uLnTx/>
                <a:uFillTx/>
                <a:latin typeface="Graphik"/>
                <a:ea typeface="+mn-ea"/>
                <a:cs typeface="Arial"/>
                <a:sym typeface="Arial"/>
              </a:endParaRPr>
            </a:p>
          </p:txBody>
        </p:sp>
      </p:grpSp>
      <p:grpSp>
        <p:nvGrpSpPr>
          <p:cNvPr id="29" name="Group 28">
            <a:extLst>
              <a:ext uri="{FF2B5EF4-FFF2-40B4-BE49-F238E27FC236}">
                <a16:creationId xmlns:a16="http://schemas.microsoft.com/office/drawing/2014/main" id="{A7081677-DD8A-B35C-5B09-DECD40787558}"/>
              </a:ext>
            </a:extLst>
          </p:cNvPr>
          <p:cNvGrpSpPr/>
          <p:nvPr/>
        </p:nvGrpSpPr>
        <p:grpSpPr>
          <a:xfrm>
            <a:off x="2086341" y="838556"/>
            <a:ext cx="675375" cy="190789"/>
            <a:chOff x="2326903" y="594104"/>
            <a:chExt cx="908993" cy="190789"/>
          </a:xfrm>
        </p:grpSpPr>
        <p:sp>
          <p:nvSpPr>
            <p:cNvPr id="516" name="Shape 36">
              <a:extLst>
                <a:ext uri="{FF2B5EF4-FFF2-40B4-BE49-F238E27FC236}">
                  <a16:creationId xmlns:a16="http://schemas.microsoft.com/office/drawing/2014/main" id="{E8027C6E-BF76-3569-16E9-8D044EFB8664}"/>
                </a:ext>
              </a:extLst>
            </p:cNvPr>
            <p:cNvSpPr/>
            <p:nvPr/>
          </p:nvSpPr>
          <p:spPr>
            <a:xfrm>
              <a:off x="2326903" y="594104"/>
              <a:ext cx="908993" cy="190789"/>
            </a:xfrm>
            <a:prstGeom prst="rect">
              <a:avLst/>
            </a:prstGeom>
            <a:solidFill>
              <a:srgbClr val="0A1830"/>
            </a:solidFill>
            <a:ln w="6350">
              <a:solidFill>
                <a:srgbClr val="FFFFFF"/>
              </a:solidFill>
              <a:prstDash val="solid"/>
            </a:ln>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Arial"/>
                <a:sym typeface="Arial"/>
              </a:endParaRPr>
            </a:p>
          </p:txBody>
        </p:sp>
        <p:sp>
          <p:nvSpPr>
            <p:cNvPr id="518" name="Text 37">
              <a:extLst>
                <a:ext uri="{FF2B5EF4-FFF2-40B4-BE49-F238E27FC236}">
                  <a16:creationId xmlns:a16="http://schemas.microsoft.com/office/drawing/2014/main" id="{93A547E4-1FC2-70F5-0321-2EEC147BA0A2}"/>
                </a:ext>
              </a:extLst>
            </p:cNvPr>
            <p:cNvSpPr/>
            <p:nvPr/>
          </p:nvSpPr>
          <p:spPr>
            <a:xfrm>
              <a:off x="2326903" y="594104"/>
              <a:ext cx="908993" cy="190789"/>
            </a:xfrm>
            <a:prstGeom prst="rect">
              <a:avLst/>
            </a:prstGeom>
            <a:noFill/>
            <a:ln/>
          </p:spPr>
          <p:txBody>
            <a:bodyPr wrap="square" lIns="0" tIns="0" rIns="0" bIns="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s-MX" sz="900" b="0" i="0" u="none" strike="noStrike" kern="1200" cap="none" spc="0" normalizeH="0" baseline="0" noProof="0">
                  <a:ln>
                    <a:noFill/>
                  </a:ln>
                  <a:solidFill>
                    <a:srgbClr val="FFFFFF"/>
                  </a:solidFill>
                  <a:effectLst/>
                  <a:uLnTx/>
                  <a:uFillTx/>
                  <a:latin typeface="Graphik"/>
                  <a:ea typeface="Arial" pitchFamily="34" charset="-122"/>
                  <a:cs typeface="Arial" pitchFamily="34" charset="-120"/>
                  <a:sym typeface="Arial"/>
                </a:rPr>
                <a:t>Mayo</a:t>
              </a:r>
              <a:endParaRPr kumimoji="0" lang="es-MX" sz="900" b="0" i="0" u="none" strike="noStrike" kern="1200" cap="none" spc="0" normalizeH="0" baseline="0" noProof="0">
                <a:ln>
                  <a:noFill/>
                </a:ln>
                <a:solidFill>
                  <a:srgbClr val="000000"/>
                </a:solidFill>
                <a:effectLst/>
                <a:uLnTx/>
                <a:uFillTx/>
                <a:latin typeface="Graphik"/>
                <a:ea typeface="+mn-ea"/>
                <a:cs typeface="Arial"/>
                <a:sym typeface="Arial"/>
              </a:endParaRPr>
            </a:p>
          </p:txBody>
        </p:sp>
      </p:grpSp>
      <p:grpSp>
        <p:nvGrpSpPr>
          <p:cNvPr id="30" name="Group 29">
            <a:extLst>
              <a:ext uri="{FF2B5EF4-FFF2-40B4-BE49-F238E27FC236}">
                <a16:creationId xmlns:a16="http://schemas.microsoft.com/office/drawing/2014/main" id="{70A4168B-C98F-949E-2BC4-D1CC919BE06A}"/>
              </a:ext>
            </a:extLst>
          </p:cNvPr>
          <p:cNvGrpSpPr/>
          <p:nvPr/>
        </p:nvGrpSpPr>
        <p:grpSpPr>
          <a:xfrm>
            <a:off x="2769607" y="838556"/>
            <a:ext cx="675375" cy="190789"/>
            <a:chOff x="3482581" y="594104"/>
            <a:chExt cx="908993" cy="190789"/>
          </a:xfrm>
        </p:grpSpPr>
        <p:sp>
          <p:nvSpPr>
            <p:cNvPr id="531" name="Shape 38">
              <a:extLst>
                <a:ext uri="{FF2B5EF4-FFF2-40B4-BE49-F238E27FC236}">
                  <a16:creationId xmlns:a16="http://schemas.microsoft.com/office/drawing/2014/main" id="{41F50C51-2EAA-7720-B302-06E96E1F0089}"/>
                </a:ext>
              </a:extLst>
            </p:cNvPr>
            <p:cNvSpPr/>
            <p:nvPr/>
          </p:nvSpPr>
          <p:spPr>
            <a:xfrm>
              <a:off x="3482581" y="594104"/>
              <a:ext cx="908993" cy="190789"/>
            </a:xfrm>
            <a:prstGeom prst="rect">
              <a:avLst/>
            </a:prstGeom>
            <a:solidFill>
              <a:srgbClr val="0A1830"/>
            </a:solidFill>
            <a:ln w="6350">
              <a:solidFill>
                <a:srgbClr val="FFFFFF"/>
              </a:solidFill>
              <a:prstDash val="solid"/>
            </a:ln>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Arial"/>
                <a:sym typeface="Arial"/>
              </a:endParaRPr>
            </a:p>
          </p:txBody>
        </p:sp>
        <p:sp>
          <p:nvSpPr>
            <p:cNvPr id="537" name="Text 39">
              <a:extLst>
                <a:ext uri="{FF2B5EF4-FFF2-40B4-BE49-F238E27FC236}">
                  <a16:creationId xmlns:a16="http://schemas.microsoft.com/office/drawing/2014/main" id="{B7D0A004-EB7A-7BBD-E516-0C414D996303}"/>
                </a:ext>
              </a:extLst>
            </p:cNvPr>
            <p:cNvSpPr/>
            <p:nvPr/>
          </p:nvSpPr>
          <p:spPr>
            <a:xfrm>
              <a:off x="3482581" y="594104"/>
              <a:ext cx="908993" cy="190789"/>
            </a:xfrm>
            <a:prstGeom prst="rect">
              <a:avLst/>
            </a:prstGeom>
            <a:noFill/>
            <a:ln/>
          </p:spPr>
          <p:txBody>
            <a:bodyPr wrap="square" lIns="0" tIns="0" rIns="0" bIns="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s-MX" sz="900" b="0" i="0" u="none" strike="noStrike" kern="1200" cap="none" spc="0" normalizeH="0" baseline="0" noProof="0">
                  <a:ln>
                    <a:noFill/>
                  </a:ln>
                  <a:solidFill>
                    <a:srgbClr val="FFFFFF"/>
                  </a:solidFill>
                  <a:effectLst/>
                  <a:uLnTx/>
                  <a:uFillTx/>
                  <a:latin typeface="Graphik"/>
                  <a:ea typeface="Arial" pitchFamily="34" charset="-122"/>
                  <a:cs typeface="Arial" pitchFamily="34" charset="-120"/>
                  <a:sym typeface="Arial"/>
                </a:rPr>
                <a:t>Junio</a:t>
              </a:r>
              <a:endParaRPr kumimoji="0" lang="es-MX" sz="900" b="0" i="0" u="none" strike="noStrike" kern="1200" cap="none" spc="0" normalizeH="0" baseline="0" noProof="0">
                <a:ln>
                  <a:noFill/>
                </a:ln>
                <a:solidFill>
                  <a:srgbClr val="000000"/>
                </a:solidFill>
                <a:effectLst/>
                <a:uLnTx/>
                <a:uFillTx/>
                <a:latin typeface="Graphik"/>
                <a:ea typeface="+mn-ea"/>
                <a:cs typeface="Arial"/>
                <a:sym typeface="Arial"/>
              </a:endParaRPr>
            </a:p>
          </p:txBody>
        </p:sp>
      </p:grpSp>
      <p:grpSp>
        <p:nvGrpSpPr>
          <p:cNvPr id="31" name="Group 30">
            <a:extLst>
              <a:ext uri="{FF2B5EF4-FFF2-40B4-BE49-F238E27FC236}">
                <a16:creationId xmlns:a16="http://schemas.microsoft.com/office/drawing/2014/main" id="{83E3BAA0-E3EE-478C-0E19-FD4F20398874}"/>
              </a:ext>
            </a:extLst>
          </p:cNvPr>
          <p:cNvGrpSpPr/>
          <p:nvPr/>
        </p:nvGrpSpPr>
        <p:grpSpPr>
          <a:xfrm>
            <a:off x="3452872" y="838556"/>
            <a:ext cx="675375" cy="190789"/>
            <a:chOff x="4404503" y="594104"/>
            <a:chExt cx="908993" cy="190789"/>
          </a:xfrm>
        </p:grpSpPr>
        <p:sp>
          <p:nvSpPr>
            <p:cNvPr id="540" name="Shape 40">
              <a:extLst>
                <a:ext uri="{FF2B5EF4-FFF2-40B4-BE49-F238E27FC236}">
                  <a16:creationId xmlns:a16="http://schemas.microsoft.com/office/drawing/2014/main" id="{B317428A-2271-8F7D-DB6A-50DCBDDD7CAB}"/>
                </a:ext>
              </a:extLst>
            </p:cNvPr>
            <p:cNvSpPr/>
            <p:nvPr/>
          </p:nvSpPr>
          <p:spPr>
            <a:xfrm>
              <a:off x="4404503" y="594104"/>
              <a:ext cx="908993" cy="190789"/>
            </a:xfrm>
            <a:prstGeom prst="rect">
              <a:avLst/>
            </a:prstGeom>
            <a:solidFill>
              <a:srgbClr val="0A1830"/>
            </a:solidFill>
            <a:ln w="6350">
              <a:solidFill>
                <a:srgbClr val="FFFFFF"/>
              </a:solidFill>
              <a:prstDash val="solid"/>
            </a:ln>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Arial"/>
                <a:sym typeface="Arial"/>
              </a:endParaRPr>
            </a:p>
          </p:txBody>
        </p:sp>
        <p:sp>
          <p:nvSpPr>
            <p:cNvPr id="543" name="Text 41">
              <a:extLst>
                <a:ext uri="{FF2B5EF4-FFF2-40B4-BE49-F238E27FC236}">
                  <a16:creationId xmlns:a16="http://schemas.microsoft.com/office/drawing/2014/main" id="{E4D28A3D-31D1-2819-DC6F-1E0F32C4F588}"/>
                </a:ext>
              </a:extLst>
            </p:cNvPr>
            <p:cNvSpPr/>
            <p:nvPr/>
          </p:nvSpPr>
          <p:spPr>
            <a:xfrm>
              <a:off x="4404503" y="594104"/>
              <a:ext cx="908993" cy="190789"/>
            </a:xfrm>
            <a:prstGeom prst="rect">
              <a:avLst/>
            </a:prstGeom>
            <a:noFill/>
            <a:ln/>
          </p:spPr>
          <p:txBody>
            <a:bodyPr wrap="square" lIns="0" tIns="0" rIns="0" bIns="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s-MX" sz="900" b="0" i="0" u="none" strike="noStrike" kern="1200" cap="none" spc="0" normalizeH="0" baseline="0" noProof="0">
                  <a:ln>
                    <a:noFill/>
                  </a:ln>
                  <a:solidFill>
                    <a:srgbClr val="FFFFFF"/>
                  </a:solidFill>
                  <a:effectLst/>
                  <a:uLnTx/>
                  <a:uFillTx/>
                  <a:latin typeface="Graphik"/>
                  <a:ea typeface="Arial" pitchFamily="34" charset="-122"/>
                  <a:cs typeface="Arial" pitchFamily="34" charset="-120"/>
                  <a:sym typeface="Arial"/>
                </a:rPr>
                <a:t>Julio</a:t>
              </a:r>
              <a:endParaRPr kumimoji="0" lang="es-MX" sz="900" b="0" i="0" u="none" strike="noStrike" kern="1200" cap="none" spc="0" normalizeH="0" baseline="0" noProof="0">
                <a:ln>
                  <a:noFill/>
                </a:ln>
                <a:solidFill>
                  <a:srgbClr val="000000"/>
                </a:solidFill>
                <a:effectLst/>
                <a:uLnTx/>
                <a:uFillTx/>
                <a:latin typeface="Graphik"/>
                <a:ea typeface="+mn-ea"/>
                <a:cs typeface="Arial"/>
                <a:sym typeface="Arial"/>
              </a:endParaRPr>
            </a:p>
          </p:txBody>
        </p:sp>
      </p:grpSp>
      <p:grpSp>
        <p:nvGrpSpPr>
          <p:cNvPr id="32" name="Group 31">
            <a:extLst>
              <a:ext uri="{FF2B5EF4-FFF2-40B4-BE49-F238E27FC236}">
                <a16:creationId xmlns:a16="http://schemas.microsoft.com/office/drawing/2014/main" id="{F27D003C-778D-DB9F-86C1-F6284B9DE3AB}"/>
              </a:ext>
            </a:extLst>
          </p:cNvPr>
          <p:cNvGrpSpPr/>
          <p:nvPr/>
        </p:nvGrpSpPr>
        <p:grpSpPr>
          <a:xfrm>
            <a:off x="4136138" y="838556"/>
            <a:ext cx="675375" cy="190789"/>
            <a:chOff x="5552471" y="594104"/>
            <a:chExt cx="908993" cy="190789"/>
          </a:xfrm>
        </p:grpSpPr>
        <p:sp>
          <p:nvSpPr>
            <p:cNvPr id="545" name="Shape 42">
              <a:extLst>
                <a:ext uri="{FF2B5EF4-FFF2-40B4-BE49-F238E27FC236}">
                  <a16:creationId xmlns:a16="http://schemas.microsoft.com/office/drawing/2014/main" id="{9BB6DF73-D5F0-2FE6-70A8-DB86977A5468}"/>
                </a:ext>
              </a:extLst>
            </p:cNvPr>
            <p:cNvSpPr/>
            <p:nvPr/>
          </p:nvSpPr>
          <p:spPr>
            <a:xfrm>
              <a:off x="5552471" y="594104"/>
              <a:ext cx="908993" cy="190789"/>
            </a:xfrm>
            <a:prstGeom prst="rect">
              <a:avLst/>
            </a:prstGeom>
            <a:solidFill>
              <a:srgbClr val="0A1830"/>
            </a:solidFill>
            <a:ln w="6350">
              <a:solidFill>
                <a:srgbClr val="FFFFFF"/>
              </a:solidFill>
              <a:prstDash val="solid"/>
            </a:ln>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Arial"/>
                <a:sym typeface="Arial"/>
              </a:endParaRPr>
            </a:p>
          </p:txBody>
        </p:sp>
        <p:sp>
          <p:nvSpPr>
            <p:cNvPr id="548" name="Text 43">
              <a:extLst>
                <a:ext uri="{FF2B5EF4-FFF2-40B4-BE49-F238E27FC236}">
                  <a16:creationId xmlns:a16="http://schemas.microsoft.com/office/drawing/2014/main" id="{67D5FB43-56B9-DBB0-323A-5B494D6CC1E9}"/>
                </a:ext>
              </a:extLst>
            </p:cNvPr>
            <p:cNvSpPr/>
            <p:nvPr/>
          </p:nvSpPr>
          <p:spPr>
            <a:xfrm>
              <a:off x="5552471" y="594104"/>
              <a:ext cx="908993" cy="190789"/>
            </a:xfrm>
            <a:prstGeom prst="rect">
              <a:avLst/>
            </a:prstGeom>
            <a:noFill/>
            <a:ln/>
          </p:spPr>
          <p:txBody>
            <a:bodyPr wrap="square" lIns="0" tIns="0" rIns="0" bIns="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s-MX" sz="900" b="0" i="0" u="none" strike="noStrike" kern="1200" cap="none" spc="0" normalizeH="0" baseline="0" noProof="0">
                  <a:ln>
                    <a:noFill/>
                  </a:ln>
                  <a:solidFill>
                    <a:srgbClr val="FFFFFF"/>
                  </a:solidFill>
                  <a:effectLst/>
                  <a:uLnTx/>
                  <a:uFillTx/>
                  <a:latin typeface="Graphik"/>
                  <a:ea typeface="Arial" pitchFamily="34" charset="-122"/>
                  <a:cs typeface="Arial" pitchFamily="34" charset="-120"/>
                  <a:sym typeface="Arial"/>
                </a:rPr>
                <a:t>Agosto</a:t>
              </a:r>
              <a:endParaRPr kumimoji="0" lang="es-MX" sz="900" b="0" i="0" u="none" strike="noStrike" kern="1200" cap="none" spc="0" normalizeH="0" baseline="0" noProof="0">
                <a:ln>
                  <a:noFill/>
                </a:ln>
                <a:solidFill>
                  <a:srgbClr val="000000"/>
                </a:solidFill>
                <a:effectLst/>
                <a:uLnTx/>
                <a:uFillTx/>
                <a:latin typeface="Graphik"/>
                <a:ea typeface="+mn-ea"/>
                <a:cs typeface="Arial"/>
                <a:sym typeface="Arial"/>
              </a:endParaRPr>
            </a:p>
          </p:txBody>
        </p:sp>
      </p:grpSp>
      <p:grpSp>
        <p:nvGrpSpPr>
          <p:cNvPr id="33" name="Group 32">
            <a:extLst>
              <a:ext uri="{FF2B5EF4-FFF2-40B4-BE49-F238E27FC236}">
                <a16:creationId xmlns:a16="http://schemas.microsoft.com/office/drawing/2014/main" id="{6F71C23A-53CD-95D6-63BA-92224DA8EB57}"/>
              </a:ext>
            </a:extLst>
          </p:cNvPr>
          <p:cNvGrpSpPr/>
          <p:nvPr/>
        </p:nvGrpSpPr>
        <p:grpSpPr>
          <a:xfrm>
            <a:off x="4819403" y="838556"/>
            <a:ext cx="675375" cy="190789"/>
            <a:chOff x="6473607" y="594104"/>
            <a:chExt cx="908993" cy="190789"/>
          </a:xfrm>
        </p:grpSpPr>
        <p:sp>
          <p:nvSpPr>
            <p:cNvPr id="550" name="Shape 44">
              <a:extLst>
                <a:ext uri="{FF2B5EF4-FFF2-40B4-BE49-F238E27FC236}">
                  <a16:creationId xmlns:a16="http://schemas.microsoft.com/office/drawing/2014/main" id="{ADE537C4-33ED-776C-FF63-9F9C7FB94B24}"/>
                </a:ext>
              </a:extLst>
            </p:cNvPr>
            <p:cNvSpPr/>
            <p:nvPr/>
          </p:nvSpPr>
          <p:spPr>
            <a:xfrm>
              <a:off x="6473607" y="594104"/>
              <a:ext cx="908993" cy="190789"/>
            </a:xfrm>
            <a:prstGeom prst="rect">
              <a:avLst/>
            </a:prstGeom>
            <a:solidFill>
              <a:srgbClr val="0A1830"/>
            </a:solidFill>
            <a:ln w="6350">
              <a:solidFill>
                <a:srgbClr val="FFFFFF"/>
              </a:solidFill>
              <a:prstDash val="solid"/>
            </a:ln>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Arial"/>
                <a:sym typeface="Arial"/>
              </a:endParaRPr>
            </a:p>
          </p:txBody>
        </p:sp>
        <p:sp>
          <p:nvSpPr>
            <p:cNvPr id="552" name="Text 45">
              <a:extLst>
                <a:ext uri="{FF2B5EF4-FFF2-40B4-BE49-F238E27FC236}">
                  <a16:creationId xmlns:a16="http://schemas.microsoft.com/office/drawing/2014/main" id="{F5A969D2-A49C-6572-87C4-F2194CC9EDD4}"/>
                </a:ext>
              </a:extLst>
            </p:cNvPr>
            <p:cNvSpPr/>
            <p:nvPr/>
          </p:nvSpPr>
          <p:spPr>
            <a:xfrm>
              <a:off x="6473607" y="594104"/>
              <a:ext cx="908993" cy="190789"/>
            </a:xfrm>
            <a:prstGeom prst="rect">
              <a:avLst/>
            </a:prstGeom>
            <a:noFill/>
            <a:ln/>
          </p:spPr>
          <p:txBody>
            <a:bodyPr wrap="square" lIns="0" tIns="0" rIns="0" bIns="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s-MX" sz="900" b="0" i="0" u="none" strike="noStrike" kern="1200" cap="none" spc="0" normalizeH="0" baseline="0" noProof="0">
                  <a:ln>
                    <a:noFill/>
                  </a:ln>
                  <a:solidFill>
                    <a:srgbClr val="FFFFFF"/>
                  </a:solidFill>
                  <a:effectLst/>
                  <a:uLnTx/>
                  <a:uFillTx/>
                  <a:latin typeface="Graphik"/>
                  <a:ea typeface="Arial" pitchFamily="34" charset="-122"/>
                  <a:cs typeface="Arial" pitchFamily="34" charset="-120"/>
                  <a:sym typeface="Arial"/>
                </a:rPr>
                <a:t>Septiembre</a:t>
              </a:r>
              <a:endParaRPr kumimoji="0" lang="es-MX" sz="900" b="0" i="0" u="none" strike="noStrike" kern="1200" cap="none" spc="0" normalizeH="0" baseline="0" noProof="0">
                <a:ln>
                  <a:noFill/>
                </a:ln>
                <a:solidFill>
                  <a:srgbClr val="000000"/>
                </a:solidFill>
                <a:effectLst/>
                <a:uLnTx/>
                <a:uFillTx/>
                <a:latin typeface="Graphik"/>
                <a:ea typeface="+mn-ea"/>
                <a:cs typeface="Arial"/>
                <a:sym typeface="Arial"/>
              </a:endParaRPr>
            </a:p>
          </p:txBody>
        </p:sp>
      </p:grpSp>
      <p:grpSp>
        <p:nvGrpSpPr>
          <p:cNvPr id="34" name="Group 33">
            <a:extLst>
              <a:ext uri="{FF2B5EF4-FFF2-40B4-BE49-F238E27FC236}">
                <a16:creationId xmlns:a16="http://schemas.microsoft.com/office/drawing/2014/main" id="{FFEFBEFC-4459-8526-5E88-AD8F4FC920C9}"/>
              </a:ext>
            </a:extLst>
          </p:cNvPr>
          <p:cNvGrpSpPr/>
          <p:nvPr/>
        </p:nvGrpSpPr>
        <p:grpSpPr>
          <a:xfrm>
            <a:off x="5502669" y="838556"/>
            <a:ext cx="675375" cy="190789"/>
            <a:chOff x="7392182" y="594104"/>
            <a:chExt cx="908993" cy="190789"/>
          </a:xfrm>
        </p:grpSpPr>
        <p:sp>
          <p:nvSpPr>
            <p:cNvPr id="555" name="Shape 46">
              <a:extLst>
                <a:ext uri="{FF2B5EF4-FFF2-40B4-BE49-F238E27FC236}">
                  <a16:creationId xmlns:a16="http://schemas.microsoft.com/office/drawing/2014/main" id="{0371C0B9-8C2C-1BC1-2237-6D5861CE8E0C}"/>
                </a:ext>
              </a:extLst>
            </p:cNvPr>
            <p:cNvSpPr/>
            <p:nvPr/>
          </p:nvSpPr>
          <p:spPr>
            <a:xfrm>
              <a:off x="7392182" y="594104"/>
              <a:ext cx="908993" cy="190789"/>
            </a:xfrm>
            <a:prstGeom prst="rect">
              <a:avLst/>
            </a:prstGeom>
            <a:solidFill>
              <a:srgbClr val="0A1830"/>
            </a:solidFill>
            <a:ln w="6350">
              <a:solidFill>
                <a:srgbClr val="FFFFFF"/>
              </a:solidFill>
              <a:prstDash val="solid"/>
            </a:ln>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Arial"/>
                <a:sym typeface="Arial"/>
              </a:endParaRPr>
            </a:p>
          </p:txBody>
        </p:sp>
        <p:sp>
          <p:nvSpPr>
            <p:cNvPr id="557" name="Text 47">
              <a:extLst>
                <a:ext uri="{FF2B5EF4-FFF2-40B4-BE49-F238E27FC236}">
                  <a16:creationId xmlns:a16="http://schemas.microsoft.com/office/drawing/2014/main" id="{9C102F35-3621-3C0D-537E-C838E278C801}"/>
                </a:ext>
              </a:extLst>
            </p:cNvPr>
            <p:cNvSpPr/>
            <p:nvPr/>
          </p:nvSpPr>
          <p:spPr>
            <a:xfrm>
              <a:off x="7392182" y="594104"/>
              <a:ext cx="908993" cy="190789"/>
            </a:xfrm>
            <a:prstGeom prst="rect">
              <a:avLst/>
            </a:prstGeom>
            <a:noFill/>
            <a:ln/>
          </p:spPr>
          <p:txBody>
            <a:bodyPr wrap="square" lIns="0" tIns="0" rIns="0" bIns="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s-MX" sz="900" b="0" i="0" u="none" strike="noStrike" kern="1200" cap="none" spc="0" normalizeH="0" baseline="0" noProof="0">
                  <a:ln>
                    <a:noFill/>
                  </a:ln>
                  <a:solidFill>
                    <a:srgbClr val="FFFFFF"/>
                  </a:solidFill>
                  <a:effectLst/>
                  <a:uLnTx/>
                  <a:uFillTx/>
                  <a:latin typeface="Graphik"/>
                  <a:ea typeface="Arial" pitchFamily="34" charset="-122"/>
                  <a:cs typeface="Arial" pitchFamily="34" charset="-120"/>
                  <a:sym typeface="Arial"/>
                </a:rPr>
                <a:t>Octubre</a:t>
              </a:r>
              <a:endParaRPr kumimoji="0" lang="es-MX" sz="900" b="0" i="0" u="none" strike="noStrike" kern="1200" cap="none" spc="0" normalizeH="0" baseline="0" noProof="0">
                <a:ln>
                  <a:noFill/>
                </a:ln>
                <a:solidFill>
                  <a:srgbClr val="000000"/>
                </a:solidFill>
                <a:effectLst/>
                <a:uLnTx/>
                <a:uFillTx/>
                <a:latin typeface="Graphik"/>
                <a:ea typeface="+mn-ea"/>
                <a:cs typeface="Arial"/>
                <a:sym typeface="Arial"/>
              </a:endParaRPr>
            </a:p>
          </p:txBody>
        </p:sp>
      </p:grpSp>
      <p:grpSp>
        <p:nvGrpSpPr>
          <p:cNvPr id="35" name="Group 34">
            <a:extLst>
              <a:ext uri="{FF2B5EF4-FFF2-40B4-BE49-F238E27FC236}">
                <a16:creationId xmlns:a16="http://schemas.microsoft.com/office/drawing/2014/main" id="{3FE6D493-1368-07CB-FD0D-AEC898E7503D}"/>
              </a:ext>
            </a:extLst>
          </p:cNvPr>
          <p:cNvGrpSpPr/>
          <p:nvPr/>
        </p:nvGrpSpPr>
        <p:grpSpPr>
          <a:xfrm>
            <a:off x="6185934" y="838556"/>
            <a:ext cx="675375" cy="190789"/>
            <a:chOff x="8520561" y="594104"/>
            <a:chExt cx="908993" cy="190789"/>
          </a:xfrm>
        </p:grpSpPr>
        <p:sp>
          <p:nvSpPr>
            <p:cNvPr id="128" name="Shape 48">
              <a:extLst>
                <a:ext uri="{FF2B5EF4-FFF2-40B4-BE49-F238E27FC236}">
                  <a16:creationId xmlns:a16="http://schemas.microsoft.com/office/drawing/2014/main" id="{8B4A7138-EF50-4344-1ACE-4665EF7E71E5}"/>
                </a:ext>
              </a:extLst>
            </p:cNvPr>
            <p:cNvSpPr/>
            <p:nvPr/>
          </p:nvSpPr>
          <p:spPr>
            <a:xfrm>
              <a:off x="8520561" y="594104"/>
              <a:ext cx="908993" cy="190789"/>
            </a:xfrm>
            <a:prstGeom prst="rect">
              <a:avLst/>
            </a:prstGeom>
            <a:solidFill>
              <a:srgbClr val="0A1830"/>
            </a:solidFill>
            <a:ln w="6350">
              <a:solidFill>
                <a:srgbClr val="FFFFFF"/>
              </a:solidFill>
              <a:prstDash val="solid"/>
            </a:ln>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Arial"/>
                <a:sym typeface="Arial"/>
              </a:endParaRPr>
            </a:p>
          </p:txBody>
        </p:sp>
        <p:sp>
          <p:nvSpPr>
            <p:cNvPr id="130" name="Text 49">
              <a:extLst>
                <a:ext uri="{FF2B5EF4-FFF2-40B4-BE49-F238E27FC236}">
                  <a16:creationId xmlns:a16="http://schemas.microsoft.com/office/drawing/2014/main" id="{029D1A0A-EA7E-EB24-CC01-A6E03C240FD8}"/>
                </a:ext>
              </a:extLst>
            </p:cNvPr>
            <p:cNvSpPr/>
            <p:nvPr/>
          </p:nvSpPr>
          <p:spPr>
            <a:xfrm>
              <a:off x="8520561" y="594104"/>
              <a:ext cx="908993" cy="190789"/>
            </a:xfrm>
            <a:prstGeom prst="rect">
              <a:avLst/>
            </a:prstGeom>
            <a:noFill/>
            <a:ln/>
          </p:spPr>
          <p:txBody>
            <a:bodyPr wrap="square" lIns="0" tIns="0" rIns="0" bIns="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s-MX" sz="900" b="0" i="0" u="none" strike="noStrike" kern="1200" cap="none" spc="0" normalizeH="0" baseline="0" noProof="0">
                  <a:ln>
                    <a:noFill/>
                  </a:ln>
                  <a:solidFill>
                    <a:srgbClr val="FFFFFF"/>
                  </a:solidFill>
                  <a:effectLst/>
                  <a:uLnTx/>
                  <a:uFillTx/>
                  <a:latin typeface="Graphik"/>
                  <a:ea typeface="Arial" pitchFamily="34" charset="-122"/>
                  <a:cs typeface="Arial" pitchFamily="34" charset="-120"/>
                  <a:sym typeface="Arial"/>
                </a:rPr>
                <a:t>Noviembre</a:t>
              </a:r>
              <a:endParaRPr kumimoji="0" lang="es-MX" sz="900" b="0" i="0" u="none" strike="noStrike" kern="1200" cap="none" spc="0" normalizeH="0" baseline="0" noProof="0">
                <a:ln>
                  <a:noFill/>
                </a:ln>
                <a:solidFill>
                  <a:srgbClr val="000000"/>
                </a:solidFill>
                <a:effectLst/>
                <a:uLnTx/>
                <a:uFillTx/>
                <a:latin typeface="Graphik"/>
                <a:ea typeface="+mn-ea"/>
                <a:cs typeface="Arial"/>
                <a:sym typeface="Arial"/>
              </a:endParaRPr>
            </a:p>
          </p:txBody>
        </p:sp>
      </p:grpSp>
      <p:grpSp>
        <p:nvGrpSpPr>
          <p:cNvPr id="36" name="Group 35">
            <a:extLst>
              <a:ext uri="{FF2B5EF4-FFF2-40B4-BE49-F238E27FC236}">
                <a16:creationId xmlns:a16="http://schemas.microsoft.com/office/drawing/2014/main" id="{4DA1817C-477C-54DE-A80B-C14BBE55723D}"/>
              </a:ext>
            </a:extLst>
          </p:cNvPr>
          <p:cNvGrpSpPr/>
          <p:nvPr/>
        </p:nvGrpSpPr>
        <p:grpSpPr>
          <a:xfrm>
            <a:off x="6869200" y="838556"/>
            <a:ext cx="675375" cy="190789"/>
            <a:chOff x="9488079" y="594104"/>
            <a:chExt cx="908993" cy="190789"/>
          </a:xfrm>
        </p:grpSpPr>
        <p:sp>
          <p:nvSpPr>
            <p:cNvPr id="132" name="Shape 50">
              <a:extLst>
                <a:ext uri="{FF2B5EF4-FFF2-40B4-BE49-F238E27FC236}">
                  <a16:creationId xmlns:a16="http://schemas.microsoft.com/office/drawing/2014/main" id="{0881CE5F-550D-63E0-9029-D5F1F13FE106}"/>
                </a:ext>
              </a:extLst>
            </p:cNvPr>
            <p:cNvSpPr/>
            <p:nvPr/>
          </p:nvSpPr>
          <p:spPr>
            <a:xfrm>
              <a:off x="9488079" y="594104"/>
              <a:ext cx="908993" cy="190789"/>
            </a:xfrm>
            <a:prstGeom prst="rect">
              <a:avLst/>
            </a:prstGeom>
            <a:solidFill>
              <a:srgbClr val="0A1830"/>
            </a:solidFill>
            <a:ln w="6350">
              <a:solidFill>
                <a:srgbClr val="FFFFFF"/>
              </a:solidFill>
              <a:prstDash val="solid"/>
            </a:ln>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Arial"/>
                <a:sym typeface="Arial"/>
              </a:endParaRPr>
            </a:p>
          </p:txBody>
        </p:sp>
        <p:sp>
          <p:nvSpPr>
            <p:cNvPr id="134" name="Text 51">
              <a:extLst>
                <a:ext uri="{FF2B5EF4-FFF2-40B4-BE49-F238E27FC236}">
                  <a16:creationId xmlns:a16="http://schemas.microsoft.com/office/drawing/2014/main" id="{1B8E0FE7-9268-DD60-817C-2D4E30F82CD6}"/>
                </a:ext>
              </a:extLst>
            </p:cNvPr>
            <p:cNvSpPr/>
            <p:nvPr/>
          </p:nvSpPr>
          <p:spPr>
            <a:xfrm>
              <a:off x="9488079" y="594104"/>
              <a:ext cx="908993" cy="190789"/>
            </a:xfrm>
            <a:prstGeom prst="rect">
              <a:avLst/>
            </a:prstGeom>
            <a:noFill/>
            <a:ln/>
          </p:spPr>
          <p:txBody>
            <a:bodyPr wrap="square" lIns="0" tIns="0" rIns="0" bIns="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s-MX" sz="900" b="0" i="0" u="none" strike="noStrike" kern="1200" cap="none" spc="0" normalizeH="0" baseline="0" noProof="0">
                  <a:ln>
                    <a:noFill/>
                  </a:ln>
                  <a:solidFill>
                    <a:srgbClr val="FFFFFF"/>
                  </a:solidFill>
                  <a:effectLst/>
                  <a:uLnTx/>
                  <a:uFillTx/>
                  <a:latin typeface="Graphik"/>
                  <a:ea typeface="Arial" pitchFamily="34" charset="-122"/>
                  <a:cs typeface="Arial" pitchFamily="34" charset="-120"/>
                  <a:sym typeface="Arial"/>
                </a:rPr>
                <a:t>Diciembre</a:t>
              </a:r>
              <a:endParaRPr kumimoji="0" lang="es-MX" sz="900" b="0" i="0" u="none" strike="noStrike" kern="1200" cap="none" spc="0" normalizeH="0" baseline="0" noProof="0">
                <a:ln>
                  <a:noFill/>
                </a:ln>
                <a:solidFill>
                  <a:srgbClr val="000000"/>
                </a:solidFill>
                <a:effectLst/>
                <a:uLnTx/>
                <a:uFillTx/>
                <a:latin typeface="Graphik"/>
                <a:ea typeface="+mn-ea"/>
                <a:cs typeface="Arial"/>
                <a:sym typeface="Arial"/>
              </a:endParaRPr>
            </a:p>
          </p:txBody>
        </p:sp>
      </p:grpSp>
      <p:grpSp>
        <p:nvGrpSpPr>
          <p:cNvPr id="37" name="Group 36">
            <a:extLst>
              <a:ext uri="{FF2B5EF4-FFF2-40B4-BE49-F238E27FC236}">
                <a16:creationId xmlns:a16="http://schemas.microsoft.com/office/drawing/2014/main" id="{80952915-B89F-12F2-4ACD-6B96639F072A}"/>
              </a:ext>
            </a:extLst>
          </p:cNvPr>
          <p:cNvGrpSpPr/>
          <p:nvPr/>
        </p:nvGrpSpPr>
        <p:grpSpPr>
          <a:xfrm>
            <a:off x="7552466" y="838556"/>
            <a:ext cx="675375" cy="190789"/>
            <a:chOff x="10455595" y="594104"/>
            <a:chExt cx="908993" cy="190789"/>
          </a:xfrm>
        </p:grpSpPr>
        <p:sp>
          <p:nvSpPr>
            <p:cNvPr id="136" name="Shape 52">
              <a:extLst>
                <a:ext uri="{FF2B5EF4-FFF2-40B4-BE49-F238E27FC236}">
                  <a16:creationId xmlns:a16="http://schemas.microsoft.com/office/drawing/2014/main" id="{E8391836-84E3-E1D4-D1E5-C5D838205D97}"/>
                </a:ext>
              </a:extLst>
            </p:cNvPr>
            <p:cNvSpPr/>
            <p:nvPr/>
          </p:nvSpPr>
          <p:spPr>
            <a:xfrm>
              <a:off x="10455595" y="594104"/>
              <a:ext cx="908993" cy="190789"/>
            </a:xfrm>
            <a:prstGeom prst="rect">
              <a:avLst/>
            </a:prstGeom>
            <a:solidFill>
              <a:srgbClr val="0A1830"/>
            </a:solidFill>
            <a:ln w="6350">
              <a:solidFill>
                <a:srgbClr val="FFFFFF"/>
              </a:solidFill>
              <a:prstDash val="solid"/>
            </a:ln>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Arial"/>
                <a:sym typeface="Arial"/>
              </a:endParaRPr>
            </a:p>
          </p:txBody>
        </p:sp>
        <p:sp>
          <p:nvSpPr>
            <p:cNvPr id="138" name="Text 53">
              <a:extLst>
                <a:ext uri="{FF2B5EF4-FFF2-40B4-BE49-F238E27FC236}">
                  <a16:creationId xmlns:a16="http://schemas.microsoft.com/office/drawing/2014/main" id="{43FE96EA-3E5F-F768-6DBB-2F00033EB854}"/>
                </a:ext>
              </a:extLst>
            </p:cNvPr>
            <p:cNvSpPr/>
            <p:nvPr/>
          </p:nvSpPr>
          <p:spPr>
            <a:xfrm>
              <a:off x="10455595" y="594104"/>
              <a:ext cx="908993" cy="190789"/>
            </a:xfrm>
            <a:prstGeom prst="rect">
              <a:avLst/>
            </a:prstGeom>
            <a:noFill/>
            <a:ln/>
          </p:spPr>
          <p:txBody>
            <a:bodyPr wrap="square" lIns="0" tIns="0" rIns="0" bIns="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s-MX" sz="900" b="0" i="0" u="none" strike="noStrike" kern="1200" cap="none" spc="0" normalizeH="0" baseline="0" noProof="0">
                  <a:ln>
                    <a:noFill/>
                  </a:ln>
                  <a:solidFill>
                    <a:srgbClr val="FFFFFF"/>
                  </a:solidFill>
                  <a:effectLst/>
                  <a:uLnTx/>
                  <a:uFillTx/>
                  <a:latin typeface="Graphik"/>
                  <a:ea typeface="Arial" pitchFamily="34" charset="-122"/>
                  <a:cs typeface="Arial" pitchFamily="34" charset="-120"/>
                  <a:sym typeface="Arial"/>
                </a:rPr>
                <a:t>Enero</a:t>
              </a:r>
              <a:endParaRPr kumimoji="0" lang="es-MX" sz="900" b="0" i="0" u="none" strike="noStrike" kern="1200" cap="none" spc="0" normalizeH="0" baseline="0" noProof="0">
                <a:ln>
                  <a:noFill/>
                </a:ln>
                <a:solidFill>
                  <a:srgbClr val="000000"/>
                </a:solidFill>
                <a:effectLst/>
                <a:uLnTx/>
                <a:uFillTx/>
                <a:latin typeface="Graphik"/>
                <a:ea typeface="+mn-ea"/>
                <a:cs typeface="Arial"/>
                <a:sym typeface="Arial"/>
              </a:endParaRPr>
            </a:p>
          </p:txBody>
        </p:sp>
      </p:grpSp>
      <p:grpSp>
        <p:nvGrpSpPr>
          <p:cNvPr id="38" name="Group 37">
            <a:extLst>
              <a:ext uri="{FF2B5EF4-FFF2-40B4-BE49-F238E27FC236}">
                <a16:creationId xmlns:a16="http://schemas.microsoft.com/office/drawing/2014/main" id="{1C1E1003-2F66-0144-8B42-B6A45B190141}"/>
              </a:ext>
            </a:extLst>
          </p:cNvPr>
          <p:cNvGrpSpPr/>
          <p:nvPr/>
        </p:nvGrpSpPr>
        <p:grpSpPr>
          <a:xfrm>
            <a:off x="8235731" y="838556"/>
            <a:ext cx="675375" cy="190789"/>
            <a:chOff x="11521827" y="594104"/>
            <a:chExt cx="908993" cy="190789"/>
          </a:xfrm>
        </p:grpSpPr>
        <p:sp>
          <p:nvSpPr>
            <p:cNvPr id="8" name="Shape 48">
              <a:extLst>
                <a:ext uri="{FF2B5EF4-FFF2-40B4-BE49-F238E27FC236}">
                  <a16:creationId xmlns:a16="http://schemas.microsoft.com/office/drawing/2014/main" id="{9B4B4B3D-8DD0-D210-1441-4663A3AA284D}"/>
                </a:ext>
              </a:extLst>
            </p:cNvPr>
            <p:cNvSpPr/>
            <p:nvPr/>
          </p:nvSpPr>
          <p:spPr>
            <a:xfrm>
              <a:off x="11521827" y="594104"/>
              <a:ext cx="908993" cy="190789"/>
            </a:xfrm>
            <a:prstGeom prst="rect">
              <a:avLst/>
            </a:prstGeom>
            <a:solidFill>
              <a:srgbClr val="0A1830"/>
            </a:solidFill>
            <a:ln w="6350">
              <a:solidFill>
                <a:srgbClr val="FFFFFF"/>
              </a:solidFill>
              <a:prstDash val="solid"/>
            </a:ln>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Arial"/>
                <a:sym typeface="Arial"/>
              </a:endParaRPr>
            </a:p>
          </p:txBody>
        </p:sp>
        <p:sp>
          <p:nvSpPr>
            <p:cNvPr id="13" name="Text 49">
              <a:extLst>
                <a:ext uri="{FF2B5EF4-FFF2-40B4-BE49-F238E27FC236}">
                  <a16:creationId xmlns:a16="http://schemas.microsoft.com/office/drawing/2014/main" id="{64881FA0-EEA1-4A8C-215A-B1DF2117496B}"/>
                </a:ext>
              </a:extLst>
            </p:cNvPr>
            <p:cNvSpPr/>
            <p:nvPr/>
          </p:nvSpPr>
          <p:spPr>
            <a:xfrm>
              <a:off x="11521827" y="594104"/>
              <a:ext cx="908993" cy="190789"/>
            </a:xfrm>
            <a:prstGeom prst="rect">
              <a:avLst/>
            </a:prstGeom>
            <a:noFill/>
            <a:ln/>
          </p:spPr>
          <p:txBody>
            <a:bodyPr wrap="square" lIns="0" tIns="0" rIns="0" bIns="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s-MX" sz="900" b="0" i="0" u="none" strike="noStrike" kern="1200" cap="none" spc="0" normalizeH="0" baseline="0" noProof="0">
                  <a:ln>
                    <a:noFill/>
                  </a:ln>
                  <a:solidFill>
                    <a:srgbClr val="FFFFFF"/>
                  </a:solidFill>
                  <a:effectLst/>
                  <a:uLnTx/>
                  <a:uFillTx/>
                  <a:latin typeface="Graphik"/>
                  <a:ea typeface="Arial" pitchFamily="34" charset="-122"/>
                  <a:cs typeface="Arial" pitchFamily="34" charset="-120"/>
                  <a:sym typeface="Arial"/>
                </a:rPr>
                <a:t>Febrero</a:t>
              </a:r>
              <a:endParaRPr kumimoji="0" lang="es-MX" sz="900" b="0" i="0" u="none" strike="noStrike" kern="1200" cap="none" spc="0" normalizeH="0" baseline="0" noProof="0">
                <a:ln>
                  <a:noFill/>
                </a:ln>
                <a:solidFill>
                  <a:srgbClr val="000000"/>
                </a:solidFill>
                <a:effectLst/>
                <a:uLnTx/>
                <a:uFillTx/>
                <a:latin typeface="Graphik"/>
                <a:ea typeface="+mn-ea"/>
                <a:cs typeface="Arial"/>
                <a:sym typeface="Arial"/>
              </a:endParaRPr>
            </a:p>
          </p:txBody>
        </p:sp>
      </p:grpSp>
      <p:grpSp>
        <p:nvGrpSpPr>
          <p:cNvPr id="43" name="Group 42">
            <a:extLst>
              <a:ext uri="{FF2B5EF4-FFF2-40B4-BE49-F238E27FC236}">
                <a16:creationId xmlns:a16="http://schemas.microsoft.com/office/drawing/2014/main" id="{B2449E1A-E981-7815-C5E8-FFC27176E912}"/>
              </a:ext>
            </a:extLst>
          </p:cNvPr>
          <p:cNvGrpSpPr/>
          <p:nvPr/>
        </p:nvGrpSpPr>
        <p:grpSpPr>
          <a:xfrm>
            <a:off x="8918997" y="838556"/>
            <a:ext cx="675375" cy="190789"/>
            <a:chOff x="11539456" y="594164"/>
            <a:chExt cx="908993" cy="190789"/>
          </a:xfrm>
        </p:grpSpPr>
        <p:sp>
          <p:nvSpPr>
            <p:cNvPr id="40" name="Shape 34">
              <a:extLst>
                <a:ext uri="{FF2B5EF4-FFF2-40B4-BE49-F238E27FC236}">
                  <a16:creationId xmlns:a16="http://schemas.microsoft.com/office/drawing/2014/main" id="{C14017DE-57F1-32C8-C9B5-7309663AB8C3}"/>
                </a:ext>
              </a:extLst>
            </p:cNvPr>
            <p:cNvSpPr/>
            <p:nvPr/>
          </p:nvSpPr>
          <p:spPr>
            <a:xfrm>
              <a:off x="11539456" y="594164"/>
              <a:ext cx="908993" cy="190789"/>
            </a:xfrm>
            <a:prstGeom prst="rect">
              <a:avLst/>
            </a:prstGeom>
            <a:solidFill>
              <a:srgbClr val="0A1830"/>
            </a:solidFill>
            <a:ln w="6350">
              <a:solidFill>
                <a:srgbClr val="FFFFFF"/>
              </a:solidFill>
              <a:prstDash val="solid"/>
            </a:ln>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Arial"/>
                <a:sym typeface="Arial"/>
              </a:endParaRPr>
            </a:p>
          </p:txBody>
        </p:sp>
        <p:sp>
          <p:nvSpPr>
            <p:cNvPr id="42" name="Text 35">
              <a:extLst>
                <a:ext uri="{FF2B5EF4-FFF2-40B4-BE49-F238E27FC236}">
                  <a16:creationId xmlns:a16="http://schemas.microsoft.com/office/drawing/2014/main" id="{8971BCB9-60E0-86D5-1055-392B8477076C}"/>
                </a:ext>
              </a:extLst>
            </p:cNvPr>
            <p:cNvSpPr/>
            <p:nvPr/>
          </p:nvSpPr>
          <p:spPr>
            <a:xfrm>
              <a:off x="11539456" y="594164"/>
              <a:ext cx="908993" cy="190789"/>
            </a:xfrm>
            <a:prstGeom prst="rect">
              <a:avLst/>
            </a:prstGeom>
            <a:noFill/>
            <a:ln/>
          </p:spPr>
          <p:txBody>
            <a:bodyPr wrap="square" lIns="0" tIns="0" rIns="0" bIns="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s-MX" sz="900" b="0" i="0" u="none" strike="noStrike" kern="1200" cap="none" spc="0" normalizeH="0" baseline="0" noProof="0">
                  <a:ln>
                    <a:noFill/>
                  </a:ln>
                  <a:solidFill>
                    <a:srgbClr val="FFFFFF"/>
                  </a:solidFill>
                  <a:effectLst/>
                  <a:uLnTx/>
                  <a:uFillTx/>
                  <a:latin typeface="Graphik"/>
                  <a:ea typeface="Arial" pitchFamily="34" charset="-122"/>
                  <a:cs typeface="Arial" pitchFamily="34" charset="-120"/>
                  <a:sym typeface="Arial"/>
                </a:rPr>
                <a:t>Marzo</a:t>
              </a:r>
              <a:endParaRPr kumimoji="0" lang="es-MX" sz="900" b="0" i="0" u="none" strike="noStrike" kern="1200" cap="none" spc="0" normalizeH="0" baseline="0" noProof="0">
                <a:ln>
                  <a:noFill/>
                </a:ln>
                <a:solidFill>
                  <a:srgbClr val="000000"/>
                </a:solidFill>
                <a:effectLst/>
                <a:uLnTx/>
                <a:uFillTx/>
                <a:latin typeface="Graphik"/>
                <a:ea typeface="+mn-ea"/>
                <a:cs typeface="Arial"/>
                <a:sym typeface="Arial"/>
              </a:endParaRPr>
            </a:p>
          </p:txBody>
        </p:sp>
      </p:grpSp>
      <p:sp>
        <p:nvSpPr>
          <p:cNvPr id="64" name="Shape 86">
            <a:extLst>
              <a:ext uri="{FF2B5EF4-FFF2-40B4-BE49-F238E27FC236}">
                <a16:creationId xmlns:a16="http://schemas.microsoft.com/office/drawing/2014/main" id="{8307BA4B-70FC-4A12-FB11-BA6FF1369EF6}"/>
              </a:ext>
            </a:extLst>
          </p:cNvPr>
          <p:cNvSpPr/>
          <p:nvPr/>
        </p:nvSpPr>
        <p:spPr>
          <a:xfrm>
            <a:off x="4108931" y="1092293"/>
            <a:ext cx="0" cy="5256000"/>
          </a:xfrm>
          <a:prstGeom prst="line">
            <a:avLst/>
          </a:prstGeom>
          <a:noFill/>
          <a:ln w="5080">
            <a:solidFill>
              <a:schemeClr val="bg1">
                <a:lumMod val="50000"/>
              </a:schemeClr>
            </a:solidFill>
            <a:prstDash val="lgDash"/>
          </a:ln>
        </p:spPr>
        <p:txBody>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lang="es-MX"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6" name="Shape 86">
            <a:extLst>
              <a:ext uri="{FF2B5EF4-FFF2-40B4-BE49-F238E27FC236}">
                <a16:creationId xmlns:a16="http://schemas.microsoft.com/office/drawing/2014/main" id="{14C2AA1B-06EA-97A9-6AAA-175B4731E0DD}"/>
              </a:ext>
            </a:extLst>
          </p:cNvPr>
          <p:cNvSpPr/>
          <p:nvPr/>
        </p:nvSpPr>
        <p:spPr>
          <a:xfrm>
            <a:off x="4793738" y="1092293"/>
            <a:ext cx="0" cy="5256000"/>
          </a:xfrm>
          <a:prstGeom prst="line">
            <a:avLst/>
          </a:prstGeom>
          <a:noFill/>
          <a:ln w="5080">
            <a:solidFill>
              <a:schemeClr val="bg1">
                <a:lumMod val="50000"/>
              </a:schemeClr>
            </a:solidFill>
            <a:prstDash val="lgDash"/>
          </a:ln>
        </p:spPr>
        <p:txBody>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lang="es-MX"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8" name="Shape 86">
            <a:extLst>
              <a:ext uri="{FF2B5EF4-FFF2-40B4-BE49-F238E27FC236}">
                <a16:creationId xmlns:a16="http://schemas.microsoft.com/office/drawing/2014/main" id="{85855EDA-A568-3700-1431-37F9B6F13D08}"/>
              </a:ext>
            </a:extLst>
          </p:cNvPr>
          <p:cNvSpPr/>
          <p:nvPr/>
        </p:nvSpPr>
        <p:spPr>
          <a:xfrm>
            <a:off x="6163352" y="1092293"/>
            <a:ext cx="0" cy="5256000"/>
          </a:xfrm>
          <a:prstGeom prst="line">
            <a:avLst/>
          </a:prstGeom>
          <a:noFill/>
          <a:ln w="5080">
            <a:solidFill>
              <a:schemeClr val="bg1">
                <a:lumMod val="50000"/>
              </a:schemeClr>
            </a:solidFill>
            <a:prstDash val="lgDash"/>
          </a:ln>
        </p:spPr>
        <p:txBody>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lang="es-MX"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895" name="Shape 64">
            <a:extLst>
              <a:ext uri="{FF2B5EF4-FFF2-40B4-BE49-F238E27FC236}">
                <a16:creationId xmlns:a16="http://schemas.microsoft.com/office/drawing/2014/main" id="{8B061C24-3D41-F39B-50C0-84EE1ABD7BDB}"/>
              </a:ext>
            </a:extLst>
          </p:cNvPr>
          <p:cNvSpPr/>
          <p:nvPr/>
        </p:nvSpPr>
        <p:spPr>
          <a:xfrm>
            <a:off x="2739316" y="5480048"/>
            <a:ext cx="3852000" cy="108000"/>
          </a:xfrm>
          <a:prstGeom prst="roundRect">
            <a:avLst>
              <a:gd name="adj" fmla="val 20000"/>
            </a:avLst>
          </a:prstGeom>
          <a:solidFill>
            <a:srgbClr val="A055F5"/>
          </a:solidFill>
          <a:ln w="1905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endParaRPr>
          </a:p>
        </p:txBody>
      </p:sp>
      <p:sp>
        <p:nvSpPr>
          <p:cNvPr id="899" name="Text 85">
            <a:extLst>
              <a:ext uri="{FF2B5EF4-FFF2-40B4-BE49-F238E27FC236}">
                <a16:creationId xmlns:a16="http://schemas.microsoft.com/office/drawing/2014/main" id="{D19692E4-8CC0-7D68-545A-34FBFD6911B3}"/>
              </a:ext>
            </a:extLst>
          </p:cNvPr>
          <p:cNvSpPr/>
          <p:nvPr/>
        </p:nvSpPr>
        <p:spPr>
          <a:xfrm>
            <a:off x="2880185" y="5466351"/>
            <a:ext cx="1531885" cy="1115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6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Entornos Integrados</a:t>
            </a:r>
            <a:endParaRPr kumimoji="0" lang="es-MX" sz="600" b="0" i="0" u="none" strike="noStrike" kern="1200" cap="none" spc="0" normalizeH="0" baseline="0" noProof="0">
              <a:ln>
                <a:noFill/>
              </a:ln>
              <a:solidFill>
                <a:srgbClr val="000000"/>
              </a:solidFill>
              <a:effectLst/>
              <a:uLnTx/>
              <a:uFillTx/>
              <a:latin typeface="Graphik"/>
              <a:ea typeface="+mn-ea"/>
              <a:cs typeface="+mn-cs"/>
            </a:endParaRPr>
          </a:p>
        </p:txBody>
      </p:sp>
      <p:sp>
        <p:nvSpPr>
          <p:cNvPr id="969" name="Shape 59">
            <a:extLst>
              <a:ext uri="{FF2B5EF4-FFF2-40B4-BE49-F238E27FC236}">
                <a16:creationId xmlns:a16="http://schemas.microsoft.com/office/drawing/2014/main" id="{6636A998-4B7F-C9AD-7FAD-A85BBFBF0BA1}"/>
              </a:ext>
            </a:extLst>
          </p:cNvPr>
          <p:cNvSpPr/>
          <p:nvPr/>
        </p:nvSpPr>
        <p:spPr>
          <a:xfrm>
            <a:off x="4818056" y="4830517"/>
            <a:ext cx="972000" cy="108000"/>
          </a:xfrm>
          <a:prstGeom prst="roundRect">
            <a:avLst>
              <a:gd name="adj" fmla="val 20000"/>
            </a:avLst>
          </a:prstGeom>
          <a:solidFill>
            <a:schemeClr val="accent4">
              <a:lumMod val="10000"/>
              <a:lumOff val="90000"/>
            </a:schemeClr>
          </a:solidFill>
          <a:ln/>
        </p:spPr>
        <p:txBody>
          <a:bodyPr/>
          <a:lstStyle/>
          <a:p>
            <a:endParaRPr lang="es-MX" noProof="0"/>
          </a:p>
        </p:txBody>
      </p:sp>
      <p:sp>
        <p:nvSpPr>
          <p:cNvPr id="971" name="Shape 59">
            <a:extLst>
              <a:ext uri="{FF2B5EF4-FFF2-40B4-BE49-F238E27FC236}">
                <a16:creationId xmlns:a16="http://schemas.microsoft.com/office/drawing/2014/main" id="{87AED446-7C2E-86AF-B4A2-E1E220F15E52}"/>
              </a:ext>
            </a:extLst>
          </p:cNvPr>
          <p:cNvSpPr/>
          <p:nvPr/>
        </p:nvSpPr>
        <p:spPr>
          <a:xfrm>
            <a:off x="5842606" y="4830517"/>
            <a:ext cx="648000" cy="108000"/>
          </a:xfrm>
          <a:prstGeom prst="roundRect">
            <a:avLst>
              <a:gd name="adj" fmla="val 20000"/>
            </a:avLst>
          </a:prstGeom>
          <a:solidFill>
            <a:srgbClr val="A9C2ED"/>
          </a:solidFill>
          <a:ln/>
        </p:spPr>
        <p:txBody>
          <a:bodyPr/>
          <a:lstStyle/>
          <a:p>
            <a:endParaRPr lang="es-MX" noProof="0"/>
          </a:p>
        </p:txBody>
      </p:sp>
      <p:sp>
        <p:nvSpPr>
          <p:cNvPr id="973" name="Shape 59">
            <a:extLst>
              <a:ext uri="{FF2B5EF4-FFF2-40B4-BE49-F238E27FC236}">
                <a16:creationId xmlns:a16="http://schemas.microsoft.com/office/drawing/2014/main" id="{C696CC7D-95EC-BF5F-34D3-EC9F97D20B65}"/>
              </a:ext>
            </a:extLst>
          </p:cNvPr>
          <p:cNvSpPr/>
          <p:nvPr/>
        </p:nvSpPr>
        <p:spPr>
          <a:xfrm>
            <a:off x="6557174" y="4830323"/>
            <a:ext cx="612000" cy="108000"/>
          </a:xfrm>
          <a:prstGeom prst="roundRect">
            <a:avLst>
              <a:gd name="adj" fmla="val 20000"/>
            </a:avLst>
          </a:prstGeom>
          <a:solidFill>
            <a:srgbClr val="A9C2ED"/>
          </a:solidFill>
          <a:ln/>
        </p:spPr>
        <p:txBody>
          <a:bodyPr/>
          <a:lstStyle/>
          <a:p>
            <a:endParaRPr lang="es-MX" noProof="0"/>
          </a:p>
        </p:txBody>
      </p:sp>
      <p:sp>
        <p:nvSpPr>
          <p:cNvPr id="975" name="Text 100">
            <a:extLst>
              <a:ext uri="{FF2B5EF4-FFF2-40B4-BE49-F238E27FC236}">
                <a16:creationId xmlns:a16="http://schemas.microsoft.com/office/drawing/2014/main" id="{C2CC571D-29F3-A4B1-7F5F-4F0A8490D21E}"/>
              </a:ext>
            </a:extLst>
          </p:cNvPr>
          <p:cNvSpPr/>
          <p:nvPr/>
        </p:nvSpPr>
        <p:spPr>
          <a:xfrm>
            <a:off x="5042124" y="4837784"/>
            <a:ext cx="625436" cy="146214"/>
          </a:xfrm>
          <a:prstGeom prst="rect">
            <a:avLst/>
          </a:prstGeom>
          <a:noFill/>
          <a:ln>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600" b="0" i="0" u="none" strike="noStrike" kern="1200" cap="none" spc="0" normalizeH="0" baseline="0" noProof="0">
                <a:ln>
                  <a:noFill/>
                </a:ln>
                <a:solidFill>
                  <a:srgbClr val="444444"/>
                </a:solidFill>
                <a:effectLst/>
                <a:uLnTx/>
                <a:uFillTx/>
                <a:latin typeface="Arial" panose="020B0604020202020204" pitchFamily="34" charset="0"/>
                <a:cs typeface="Arial" panose="020B0604020202020204" pitchFamily="34" charset="0"/>
              </a:rPr>
              <a:t>Preparación SIT</a:t>
            </a:r>
            <a:endParaRPr kumimoji="0" lang="es-MX" sz="6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977" name="Text 100">
            <a:extLst>
              <a:ext uri="{FF2B5EF4-FFF2-40B4-BE49-F238E27FC236}">
                <a16:creationId xmlns:a16="http://schemas.microsoft.com/office/drawing/2014/main" id="{7014DA43-B154-5A99-FFB2-14986BBC5B37}"/>
              </a:ext>
            </a:extLst>
          </p:cNvPr>
          <p:cNvSpPr/>
          <p:nvPr/>
        </p:nvSpPr>
        <p:spPr>
          <a:xfrm>
            <a:off x="5998239" y="4837784"/>
            <a:ext cx="290693" cy="90000"/>
          </a:xfrm>
          <a:prstGeom prst="rect">
            <a:avLst/>
          </a:prstGeom>
          <a:noFill/>
          <a:ln>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600" noProof="0">
                <a:solidFill>
                  <a:srgbClr val="444444"/>
                </a:solidFill>
                <a:latin typeface="Arial" panose="020B0604020202020204" pitchFamily="34" charset="0"/>
                <a:cs typeface="Arial" panose="020B0604020202020204" pitchFamily="34" charset="0"/>
              </a:rPr>
              <a:t>SIT-C1</a:t>
            </a:r>
            <a:endParaRPr kumimoji="0" lang="es-MX" sz="6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979" name="Text 100">
            <a:extLst>
              <a:ext uri="{FF2B5EF4-FFF2-40B4-BE49-F238E27FC236}">
                <a16:creationId xmlns:a16="http://schemas.microsoft.com/office/drawing/2014/main" id="{A05EB0F0-0127-5CDD-4118-F4256EEBDE94}"/>
              </a:ext>
            </a:extLst>
          </p:cNvPr>
          <p:cNvSpPr/>
          <p:nvPr/>
        </p:nvSpPr>
        <p:spPr>
          <a:xfrm>
            <a:off x="6738990" y="4837977"/>
            <a:ext cx="319050" cy="96229"/>
          </a:xfrm>
          <a:prstGeom prst="rect">
            <a:avLst/>
          </a:prstGeom>
          <a:noFill/>
          <a:ln>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600" noProof="0">
                <a:solidFill>
                  <a:srgbClr val="444444"/>
                </a:solidFill>
                <a:latin typeface="Arial" panose="020B0604020202020204" pitchFamily="34" charset="0"/>
                <a:cs typeface="Arial" panose="020B0604020202020204" pitchFamily="34" charset="0"/>
              </a:rPr>
              <a:t>SIT-</a:t>
            </a:r>
            <a:r>
              <a:rPr kumimoji="0" lang="es-MX" sz="600" b="0" i="0" u="none" strike="noStrike" kern="1200" cap="none" spc="0" normalizeH="0" baseline="0" noProof="0">
                <a:ln>
                  <a:noFill/>
                </a:ln>
                <a:solidFill>
                  <a:srgbClr val="444444"/>
                </a:solidFill>
                <a:effectLst/>
                <a:uLnTx/>
                <a:uFillTx/>
                <a:latin typeface="Arial" panose="020B0604020202020204" pitchFamily="34" charset="0"/>
                <a:cs typeface="Arial" panose="020B0604020202020204" pitchFamily="34" charset="0"/>
              </a:rPr>
              <a:t>C2</a:t>
            </a:r>
            <a:endParaRPr kumimoji="0" lang="es-MX" sz="6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987" name="Shape 101">
            <a:extLst>
              <a:ext uri="{FF2B5EF4-FFF2-40B4-BE49-F238E27FC236}">
                <a16:creationId xmlns:a16="http://schemas.microsoft.com/office/drawing/2014/main" id="{CF1CE00E-1519-DF14-D83E-07FBDF674A72}"/>
              </a:ext>
            </a:extLst>
          </p:cNvPr>
          <p:cNvSpPr/>
          <p:nvPr/>
        </p:nvSpPr>
        <p:spPr>
          <a:xfrm>
            <a:off x="5481135" y="4978611"/>
            <a:ext cx="1008000" cy="108000"/>
          </a:xfrm>
          <a:prstGeom prst="roundRect">
            <a:avLst>
              <a:gd name="adj" fmla="val 18750"/>
            </a:avLst>
          </a:prstGeom>
          <a:solidFill>
            <a:schemeClr val="accent4">
              <a:lumMod val="10000"/>
              <a:lumOff val="90000"/>
            </a:schemeClr>
          </a:solidFill>
          <a:ln/>
        </p:spPr>
        <p:txBody>
          <a:bodyPr/>
          <a:lstStyle/>
          <a:p>
            <a:endParaRPr lang="es-MX" noProof="0"/>
          </a:p>
        </p:txBody>
      </p:sp>
      <p:sp>
        <p:nvSpPr>
          <p:cNvPr id="989" name="Shape 101">
            <a:extLst>
              <a:ext uri="{FF2B5EF4-FFF2-40B4-BE49-F238E27FC236}">
                <a16:creationId xmlns:a16="http://schemas.microsoft.com/office/drawing/2014/main" id="{29896138-6E6A-8E1B-0E93-FA49CAD046B5}"/>
              </a:ext>
            </a:extLst>
          </p:cNvPr>
          <p:cNvSpPr/>
          <p:nvPr/>
        </p:nvSpPr>
        <p:spPr>
          <a:xfrm>
            <a:off x="6543371" y="4980846"/>
            <a:ext cx="648000" cy="108000"/>
          </a:xfrm>
          <a:prstGeom prst="roundRect">
            <a:avLst>
              <a:gd name="adj" fmla="val 18750"/>
            </a:avLst>
          </a:prstGeom>
          <a:solidFill>
            <a:srgbClr val="A9C2ED"/>
          </a:solidFill>
          <a:ln/>
        </p:spPr>
        <p:txBody>
          <a:bodyPr/>
          <a:lstStyle/>
          <a:p>
            <a:endParaRPr lang="es-MX" noProof="0"/>
          </a:p>
        </p:txBody>
      </p:sp>
      <p:sp>
        <p:nvSpPr>
          <p:cNvPr id="995" name="Text 100">
            <a:extLst>
              <a:ext uri="{FF2B5EF4-FFF2-40B4-BE49-F238E27FC236}">
                <a16:creationId xmlns:a16="http://schemas.microsoft.com/office/drawing/2014/main" id="{7029B9BB-2A44-DB60-E2D0-50A9837FEAF0}"/>
              </a:ext>
            </a:extLst>
          </p:cNvPr>
          <p:cNvSpPr/>
          <p:nvPr/>
        </p:nvSpPr>
        <p:spPr>
          <a:xfrm>
            <a:off x="6744327" y="4995909"/>
            <a:ext cx="215146" cy="90000"/>
          </a:xfrm>
          <a:prstGeom prst="rect">
            <a:avLst/>
          </a:prstGeom>
          <a:noFill/>
          <a:ln>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600" noProof="0">
                <a:latin typeface="Arial" panose="020B0604020202020204" pitchFamily="34" charset="0"/>
                <a:cs typeface="Arial" panose="020B0604020202020204" pitchFamily="34" charset="0"/>
              </a:rPr>
              <a:t>UAT</a:t>
            </a:r>
            <a:endParaRPr kumimoji="0" lang="es-MX" sz="6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1007" name="Shape 101">
            <a:extLst>
              <a:ext uri="{FF2B5EF4-FFF2-40B4-BE49-F238E27FC236}">
                <a16:creationId xmlns:a16="http://schemas.microsoft.com/office/drawing/2014/main" id="{BA2F710F-E18A-CCAF-E8AA-3DEE66F38181}"/>
              </a:ext>
            </a:extLst>
          </p:cNvPr>
          <p:cNvSpPr/>
          <p:nvPr/>
        </p:nvSpPr>
        <p:spPr>
          <a:xfrm>
            <a:off x="6167147" y="5122780"/>
            <a:ext cx="1008000" cy="108000"/>
          </a:xfrm>
          <a:prstGeom prst="roundRect">
            <a:avLst>
              <a:gd name="adj" fmla="val 18750"/>
            </a:avLst>
          </a:prstGeom>
          <a:solidFill>
            <a:srgbClr val="A9C2ED"/>
          </a:solidFill>
          <a:ln/>
        </p:spPr>
        <p:txBody>
          <a:bodyPr/>
          <a:lstStyle/>
          <a:p>
            <a:endParaRPr lang="es-MX" noProof="0"/>
          </a:p>
        </p:txBody>
      </p:sp>
      <p:sp>
        <p:nvSpPr>
          <p:cNvPr id="6" name="Shape 45">
            <a:extLst>
              <a:ext uri="{FF2B5EF4-FFF2-40B4-BE49-F238E27FC236}">
                <a16:creationId xmlns:a16="http://schemas.microsoft.com/office/drawing/2014/main" id="{C2385FDC-0763-6991-DF73-215153533E56}"/>
              </a:ext>
            </a:extLst>
          </p:cNvPr>
          <p:cNvSpPr/>
          <p:nvPr/>
        </p:nvSpPr>
        <p:spPr>
          <a:xfrm rot="16200000">
            <a:off x="1023302" y="4905899"/>
            <a:ext cx="471600" cy="255050"/>
          </a:xfrm>
          <a:prstGeom prst="rect">
            <a:avLst/>
          </a:prstGeom>
          <a:solidFill>
            <a:schemeClr val="bg2">
              <a:lumMod val="50000"/>
            </a:schemeClr>
          </a:solidFill>
          <a:ln w="6350">
            <a:noFill/>
            <a:prstDash val="solid"/>
          </a:ln>
        </p:spPr>
        <p:txBody>
          <a:bodyPr lIns="0" tIns="0" rIns="0" bIns="0" anchor="ctr"/>
          <a:lstStyle/>
          <a:p>
            <a:pPr marL="0" marR="0" lvl="0" indent="0" algn="ctr" defTabSz="914400" rtl="0" eaLnBrk="1" fontAlgn="auto" latinLnBrk="0" hangingPunct="1">
              <a:lnSpc>
                <a:spcPct val="70000"/>
              </a:lnSpc>
              <a:spcBef>
                <a:spcPts val="0"/>
              </a:spcBef>
              <a:spcAft>
                <a:spcPts val="0"/>
              </a:spcAft>
              <a:buClrTx/>
              <a:buSzTx/>
              <a:buFontTx/>
              <a:buNone/>
              <a:tabLst/>
              <a:defRPr/>
            </a:pPr>
            <a:r>
              <a:rPr lang="es-MX" sz="700" b="1" noProof="0">
                <a:solidFill>
                  <a:srgbClr val="FFFFFF"/>
                </a:solidFill>
                <a:latin typeface="Poppins" panose="00000500000000000000" pitchFamily="2" charset="0"/>
                <a:cs typeface="Poppins" panose="00000500000000000000" pitchFamily="2" charset="0"/>
              </a:rPr>
              <a:t>Prueba Integrada</a:t>
            </a:r>
            <a:endParaRPr kumimoji="0" lang="es-MX" sz="700" b="0" i="0" u="none" strike="noStrike" kern="1200" cap="none"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endParaRPr>
          </a:p>
        </p:txBody>
      </p:sp>
      <p:sp>
        <p:nvSpPr>
          <p:cNvPr id="902" name="Shape 45">
            <a:extLst>
              <a:ext uri="{FF2B5EF4-FFF2-40B4-BE49-F238E27FC236}">
                <a16:creationId xmlns:a16="http://schemas.microsoft.com/office/drawing/2014/main" id="{89659DE3-3EE5-BB61-FBF2-DD37E482D96F}"/>
              </a:ext>
            </a:extLst>
          </p:cNvPr>
          <p:cNvSpPr/>
          <p:nvPr/>
        </p:nvSpPr>
        <p:spPr>
          <a:xfrm rot="16200000">
            <a:off x="1043102" y="5875199"/>
            <a:ext cx="432000" cy="255050"/>
          </a:xfrm>
          <a:prstGeom prst="rect">
            <a:avLst/>
          </a:prstGeom>
          <a:solidFill>
            <a:schemeClr val="accent3"/>
          </a:solidFill>
          <a:ln w="6350">
            <a:noFill/>
            <a:prstDash val="solid"/>
          </a:ln>
        </p:spPr>
        <p:txBody>
          <a:bodyPr lIns="0" tIns="0" rIns="0" bIns="0" anchor="ctr"/>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s-MX" sz="800" b="1"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Go-live</a:t>
            </a:r>
            <a:endParaRPr kumimoji="0" lang="es-MX" sz="400" b="0" i="0" u="none" strike="noStrike" kern="1200" cap="none"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endParaRPr>
          </a:p>
        </p:txBody>
      </p:sp>
      <p:sp>
        <p:nvSpPr>
          <p:cNvPr id="111" name="Text 75">
            <a:extLst>
              <a:ext uri="{FF2B5EF4-FFF2-40B4-BE49-F238E27FC236}">
                <a16:creationId xmlns:a16="http://schemas.microsoft.com/office/drawing/2014/main" id="{DAB327E1-6163-CDCD-4DC1-EAAD2EBCAF57}"/>
              </a:ext>
            </a:extLst>
          </p:cNvPr>
          <p:cNvSpPr/>
          <p:nvPr/>
        </p:nvSpPr>
        <p:spPr>
          <a:xfrm>
            <a:off x="6221559" y="5112991"/>
            <a:ext cx="935883" cy="121861"/>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600" b="0" i="0" u="none" strike="noStrike" kern="1200" cap="none" spc="0" normalizeH="0" baseline="0" noProof="0">
                <a:ln>
                  <a:noFill/>
                </a:ln>
                <a:effectLst/>
                <a:uLnTx/>
                <a:uFillTx/>
                <a:latin typeface="Arial" panose="020B0604020202020204" pitchFamily="34" charset="0"/>
                <a:cs typeface="Arial" panose="020B0604020202020204" pitchFamily="34" charset="0"/>
              </a:rPr>
              <a:t>Performance + Seguridad</a:t>
            </a:r>
          </a:p>
        </p:txBody>
      </p:sp>
      <p:sp>
        <p:nvSpPr>
          <p:cNvPr id="125" name="Title 1">
            <a:extLst>
              <a:ext uri="{FF2B5EF4-FFF2-40B4-BE49-F238E27FC236}">
                <a16:creationId xmlns:a16="http://schemas.microsoft.com/office/drawing/2014/main" id="{BAB188B8-638C-FFD4-109F-3B423C0AFC66}"/>
              </a:ext>
            </a:extLst>
          </p:cNvPr>
          <p:cNvSpPr txBox="1">
            <a:spLocks/>
          </p:cNvSpPr>
          <p:nvPr/>
        </p:nvSpPr>
        <p:spPr>
          <a:xfrm>
            <a:off x="152400" y="78709"/>
            <a:ext cx="11061207" cy="422275"/>
          </a:xfrm>
        </p:spPr>
        <p:txBody>
          <a:bodyPr vert="horz" rIns="91440" anchor="t">
            <a:noAutofit/>
          </a:bodyPr>
          <a:lstStyle>
            <a:lvl1pPr algn="l" defTabSz="914377" rtl="0" eaLnBrk="1" latinLnBrk="0" hangingPunct="1">
              <a:lnSpc>
                <a:spcPct val="80000"/>
              </a:lnSpc>
              <a:spcBef>
                <a:spcPct val="0"/>
              </a:spcBef>
              <a:buNone/>
              <a:defRPr sz="3600" b="1" kern="1200">
                <a:solidFill>
                  <a:schemeClr val="tx1"/>
                </a:solidFill>
                <a:latin typeface="+mj-lt"/>
                <a:ea typeface="+mj-ea"/>
                <a:cs typeface="+mj-cs"/>
              </a:defRPr>
            </a:lvl1pPr>
          </a:lstStyle>
          <a:p>
            <a:pPr marL="0" marR="0" lvl="0" indent="0" algn="l" defTabSz="914377" rtl="0" eaLnBrk="1" fontAlgn="auto" latinLnBrk="0" hangingPunct="1">
              <a:lnSpc>
                <a:spcPct val="80000"/>
              </a:lnSpc>
              <a:spcBef>
                <a:spcPct val="0"/>
              </a:spcBef>
              <a:spcAft>
                <a:spcPts val="0"/>
              </a:spcAft>
              <a:buClrTx/>
              <a:buSzTx/>
              <a:buFontTx/>
              <a:buNone/>
              <a:tabLst/>
              <a:defRPr/>
            </a:pPr>
            <a:r>
              <a:rPr kumimoji="0" lang="es-MX" sz="2400" b="1" i="0" u="none" strike="noStrike" kern="1200" cap="none" spc="0" normalizeH="0" baseline="0" noProof="0">
                <a:ln>
                  <a:noFill/>
                </a:ln>
                <a:solidFill>
                  <a:srgbClr val="000000"/>
                </a:solidFill>
                <a:effectLst/>
                <a:uLnTx/>
                <a:uFillTx/>
                <a:latin typeface="Poppins" panose="00000500000000000000" pitchFamily="2" charset="0"/>
                <a:ea typeface="+mj-ea"/>
                <a:cs typeface="Poppins" panose="00000500000000000000" pitchFamily="2" charset="0"/>
              </a:rPr>
              <a:t>Con estas revisiones, planteamos un Roadmap Integral R4 que busca salir a Go-live en enero- existen dependencias que deben atenderse </a:t>
            </a:r>
          </a:p>
        </p:txBody>
      </p:sp>
      <p:sp>
        <p:nvSpPr>
          <p:cNvPr id="5" name="Shape 45">
            <a:extLst>
              <a:ext uri="{FF2B5EF4-FFF2-40B4-BE49-F238E27FC236}">
                <a16:creationId xmlns:a16="http://schemas.microsoft.com/office/drawing/2014/main" id="{AD9A74CE-D4B3-3AAE-39EB-10DF84AC5551}"/>
              </a:ext>
            </a:extLst>
          </p:cNvPr>
          <p:cNvSpPr/>
          <p:nvPr/>
        </p:nvSpPr>
        <p:spPr>
          <a:xfrm rot="16200000">
            <a:off x="824020" y="2126899"/>
            <a:ext cx="864000" cy="255050"/>
          </a:xfrm>
          <a:prstGeom prst="rect">
            <a:avLst/>
          </a:prstGeom>
          <a:solidFill>
            <a:srgbClr val="A6A6A6"/>
          </a:solidFill>
          <a:ln w="6350">
            <a:noFill/>
            <a:prstDash val="solid"/>
          </a:ln>
        </p:spPr>
        <p:txBody>
          <a:bodyPr lIns="0" tIns="0" rIns="0" bIns="0" anchor="ctr"/>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s-MX" sz="700" b="1"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Smart</a:t>
            </a:r>
          </a:p>
          <a:p>
            <a:pPr marL="0" marR="0" lvl="0" indent="0" algn="ctr" defTabSz="914400" rtl="0" eaLnBrk="1" fontAlgn="auto" latinLnBrk="0" hangingPunct="1">
              <a:lnSpc>
                <a:spcPct val="70000"/>
              </a:lnSpc>
              <a:spcBef>
                <a:spcPts val="0"/>
              </a:spcBef>
              <a:spcAft>
                <a:spcPts val="0"/>
              </a:spcAft>
              <a:buClrTx/>
              <a:buSzTx/>
              <a:buFontTx/>
              <a:buNone/>
              <a:tabLst/>
              <a:defRPr/>
            </a:pPr>
            <a:r>
              <a:rPr kumimoji="0" lang="es-MX" sz="700" b="1"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Vista</a:t>
            </a:r>
            <a:endParaRPr kumimoji="0" lang="es-MX" sz="700" b="1" i="0" u="none" strike="noStrike" kern="1200" cap="none"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endParaRPr>
          </a:p>
        </p:txBody>
      </p:sp>
      <p:sp>
        <p:nvSpPr>
          <p:cNvPr id="1009" name="Shape 45">
            <a:extLst>
              <a:ext uri="{FF2B5EF4-FFF2-40B4-BE49-F238E27FC236}">
                <a16:creationId xmlns:a16="http://schemas.microsoft.com/office/drawing/2014/main" id="{7D6E8A95-5ED9-15CA-CE28-746A4C4CDE91}"/>
              </a:ext>
            </a:extLst>
          </p:cNvPr>
          <p:cNvSpPr/>
          <p:nvPr/>
        </p:nvSpPr>
        <p:spPr>
          <a:xfrm rot="16200000">
            <a:off x="1020494" y="1422914"/>
            <a:ext cx="468000" cy="252000"/>
          </a:xfrm>
          <a:prstGeom prst="rect">
            <a:avLst/>
          </a:prstGeom>
          <a:solidFill>
            <a:srgbClr val="A6A6A6"/>
          </a:solidFill>
          <a:ln w="6350">
            <a:noFill/>
            <a:prstDash val="solid"/>
          </a:ln>
        </p:spPr>
        <p:txBody>
          <a:bodyPr lIns="0" tIns="0" rIns="0" bIns="0" anchor="ctr"/>
          <a:lstStyle/>
          <a:p>
            <a:pPr marL="0" marR="0" lvl="0" indent="0" algn="ctr" defTabSz="914400" rtl="0" eaLnBrk="1" fontAlgn="auto" latinLnBrk="0" hangingPunct="1">
              <a:lnSpc>
                <a:spcPct val="70000"/>
              </a:lnSpc>
              <a:spcBef>
                <a:spcPts val="0"/>
              </a:spcBef>
              <a:spcAft>
                <a:spcPts val="0"/>
              </a:spcAft>
              <a:buClrTx/>
              <a:buSzTx/>
              <a:buFontTx/>
              <a:buNone/>
              <a:tabLst/>
              <a:defRPr/>
            </a:pPr>
            <a:r>
              <a:rPr lang="es-MX" sz="700" b="1" noProof="0">
                <a:solidFill>
                  <a:srgbClr val="FFFFFF"/>
                </a:solidFill>
                <a:latin typeface="Poppins" panose="00000500000000000000" pitchFamily="2" charset="0"/>
                <a:cs typeface="Poppins" panose="00000500000000000000" pitchFamily="2" charset="0"/>
              </a:rPr>
              <a:t>Apolo</a:t>
            </a:r>
            <a:endParaRPr kumimoji="0" lang="es-MX" sz="700" b="1" i="0" u="none" strike="noStrike" kern="1200" cap="none"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endParaRPr>
          </a:p>
        </p:txBody>
      </p:sp>
      <p:sp>
        <p:nvSpPr>
          <p:cNvPr id="26" name="Shape 64">
            <a:extLst>
              <a:ext uri="{FF2B5EF4-FFF2-40B4-BE49-F238E27FC236}">
                <a16:creationId xmlns:a16="http://schemas.microsoft.com/office/drawing/2014/main" id="{6188896A-3DE6-4465-5E74-9AB3516DD3FB}"/>
              </a:ext>
            </a:extLst>
          </p:cNvPr>
          <p:cNvSpPr/>
          <p:nvPr/>
        </p:nvSpPr>
        <p:spPr>
          <a:xfrm>
            <a:off x="9869965" y="2736527"/>
            <a:ext cx="468000" cy="180000"/>
          </a:xfrm>
          <a:prstGeom prst="roundRect">
            <a:avLst>
              <a:gd name="adj" fmla="val 20000"/>
            </a:avLst>
          </a:prstGeom>
          <a:noFill/>
          <a:ln w="12700">
            <a:solidFill>
              <a:srgbClr val="FF000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200"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endParaRPr>
          </a:p>
        </p:txBody>
      </p:sp>
      <p:sp>
        <p:nvSpPr>
          <p:cNvPr id="900" name="Text 75">
            <a:extLst>
              <a:ext uri="{FF2B5EF4-FFF2-40B4-BE49-F238E27FC236}">
                <a16:creationId xmlns:a16="http://schemas.microsoft.com/office/drawing/2014/main" id="{037C0B8C-F258-F64C-0812-47C58DD9B678}"/>
              </a:ext>
            </a:extLst>
          </p:cNvPr>
          <p:cNvSpPr/>
          <p:nvPr/>
        </p:nvSpPr>
        <p:spPr>
          <a:xfrm>
            <a:off x="10620543" y="2774877"/>
            <a:ext cx="1284333" cy="94051"/>
          </a:xfrm>
          <a:prstGeom prst="rect">
            <a:avLst/>
          </a:prstGeom>
          <a:noFill/>
        </p:spPr>
        <p:txBody>
          <a:bodyPr wrap="square" lIns="0" tIns="0" rIns="0" bIns="0" rtlCol="0">
            <a:noAutofit/>
          </a:bodyPr>
          <a:lstStyle/>
          <a:p>
            <a:pPr defTabSz="228600">
              <a:spcAft>
                <a:spcPts val="1200"/>
              </a:spcAft>
            </a:pPr>
            <a:r>
              <a:rPr lang="es-MX" sz="800" noProof="0"/>
              <a:t>Fechas por confirmar</a:t>
            </a:r>
          </a:p>
        </p:txBody>
      </p:sp>
      <p:sp>
        <p:nvSpPr>
          <p:cNvPr id="963" name="Shape 59">
            <a:extLst>
              <a:ext uri="{FF2B5EF4-FFF2-40B4-BE49-F238E27FC236}">
                <a16:creationId xmlns:a16="http://schemas.microsoft.com/office/drawing/2014/main" id="{7EB17C01-F13B-B320-A446-BF85148D398C}"/>
              </a:ext>
            </a:extLst>
          </p:cNvPr>
          <p:cNvSpPr/>
          <p:nvPr/>
        </p:nvSpPr>
        <p:spPr>
          <a:xfrm>
            <a:off x="2740262" y="4363203"/>
            <a:ext cx="684000" cy="108000"/>
          </a:xfrm>
          <a:prstGeom prst="roundRect">
            <a:avLst>
              <a:gd name="adj" fmla="val 20000"/>
            </a:avLst>
          </a:prstGeom>
          <a:solidFill>
            <a:srgbClr val="FFE08A"/>
          </a:solidFill>
          <a:ln w="12700">
            <a:solidFill>
              <a:srgbClr val="FF0000"/>
            </a:solidFill>
            <a:prstDash val="sysDash"/>
          </a:ln>
        </p:spPr>
        <p:txBody>
          <a:bodyPr/>
          <a:lstStyle/>
          <a:p>
            <a:endParaRPr lang="es-MX" noProof="0"/>
          </a:p>
        </p:txBody>
      </p:sp>
      <p:sp>
        <p:nvSpPr>
          <p:cNvPr id="965" name="Shape 59">
            <a:extLst>
              <a:ext uri="{FF2B5EF4-FFF2-40B4-BE49-F238E27FC236}">
                <a16:creationId xmlns:a16="http://schemas.microsoft.com/office/drawing/2014/main" id="{60197312-D887-6330-293B-40CFDD1F0642}"/>
              </a:ext>
            </a:extLst>
          </p:cNvPr>
          <p:cNvSpPr/>
          <p:nvPr/>
        </p:nvSpPr>
        <p:spPr>
          <a:xfrm>
            <a:off x="3437635" y="4493160"/>
            <a:ext cx="684000" cy="108000"/>
          </a:xfrm>
          <a:prstGeom prst="roundRect">
            <a:avLst>
              <a:gd name="adj" fmla="val 20000"/>
            </a:avLst>
          </a:prstGeom>
          <a:solidFill>
            <a:srgbClr val="FFE08A"/>
          </a:solidFill>
          <a:ln w="12700">
            <a:solidFill>
              <a:srgbClr val="FF0000"/>
            </a:solidFill>
            <a:prstDash val="sysDash"/>
          </a:ln>
        </p:spPr>
        <p:txBody>
          <a:bodyPr/>
          <a:lstStyle/>
          <a:p>
            <a:endParaRPr lang="es-MX" noProof="0"/>
          </a:p>
        </p:txBody>
      </p:sp>
      <p:sp>
        <p:nvSpPr>
          <p:cNvPr id="967" name="Shape 64">
            <a:extLst>
              <a:ext uri="{FF2B5EF4-FFF2-40B4-BE49-F238E27FC236}">
                <a16:creationId xmlns:a16="http://schemas.microsoft.com/office/drawing/2014/main" id="{DE397E69-4B80-BEDC-F02C-FE543630EF95}"/>
              </a:ext>
            </a:extLst>
          </p:cNvPr>
          <p:cNvSpPr/>
          <p:nvPr/>
        </p:nvSpPr>
        <p:spPr>
          <a:xfrm>
            <a:off x="3828791" y="4624127"/>
            <a:ext cx="1368000" cy="108000"/>
          </a:xfrm>
          <a:prstGeom prst="roundRect">
            <a:avLst>
              <a:gd name="adj" fmla="val 20000"/>
            </a:avLst>
          </a:prstGeom>
          <a:solidFill>
            <a:srgbClr val="FFE08A"/>
          </a:solidFill>
          <a:ln w="12700">
            <a:solidFill>
              <a:srgbClr val="FF0000"/>
            </a:solidFill>
            <a:prstDash val="sysDash"/>
          </a:ln>
        </p:spPr>
        <p:txBody>
          <a:bodyPr/>
          <a:lstStyle/>
          <a:p>
            <a:endParaRPr lang="es-MX" noProof="0"/>
          </a:p>
        </p:txBody>
      </p:sp>
      <p:sp>
        <p:nvSpPr>
          <p:cNvPr id="935" name="Text 75">
            <a:extLst>
              <a:ext uri="{FF2B5EF4-FFF2-40B4-BE49-F238E27FC236}">
                <a16:creationId xmlns:a16="http://schemas.microsoft.com/office/drawing/2014/main" id="{52B22B55-0665-D523-54E4-33CF40D11F0C}"/>
              </a:ext>
            </a:extLst>
          </p:cNvPr>
          <p:cNvSpPr/>
          <p:nvPr/>
        </p:nvSpPr>
        <p:spPr>
          <a:xfrm>
            <a:off x="2895965" y="4368441"/>
            <a:ext cx="396000" cy="94701"/>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600" b="0" i="0" u="none" strike="noStrike" kern="1200" cap="none" spc="0" normalizeH="0" baseline="0" noProof="0">
                <a:ln>
                  <a:noFill/>
                </a:ln>
                <a:solidFill>
                  <a:sysClr val="windowText" lastClr="000000"/>
                </a:solidFill>
                <a:effectLst/>
                <a:uLnTx/>
                <a:uFillTx/>
                <a:latin typeface="Arial" pitchFamily="34" charset="0"/>
                <a:ea typeface="Arial" pitchFamily="34" charset="-122"/>
                <a:cs typeface="Arial" pitchFamily="34" charset="-120"/>
              </a:rPr>
              <a:t>Análisi</a:t>
            </a:r>
            <a:r>
              <a:rPr lang="es-MX" sz="600" noProof="0">
                <a:solidFill>
                  <a:sysClr val="windowText" lastClr="000000"/>
                </a:solidFill>
                <a:latin typeface="Arial" pitchFamily="34" charset="0"/>
                <a:ea typeface="Arial" pitchFamily="34" charset="-122"/>
                <a:cs typeface="Arial" pitchFamily="34" charset="-120"/>
              </a:rPr>
              <a:t>s</a:t>
            </a:r>
            <a:endParaRPr kumimoji="0" lang="es-MX" sz="600" b="0" i="0" u="none" strike="noStrike" kern="1200" cap="none" spc="0" normalizeH="0" baseline="0" noProof="0">
              <a:ln>
                <a:noFill/>
              </a:ln>
              <a:solidFill>
                <a:sysClr val="windowText" lastClr="000000"/>
              </a:solidFill>
              <a:effectLst/>
              <a:uLnTx/>
              <a:uFillTx/>
              <a:latin typeface="Graphik"/>
              <a:ea typeface="+mn-ea"/>
              <a:cs typeface="+mn-cs"/>
            </a:endParaRPr>
          </a:p>
        </p:txBody>
      </p:sp>
      <p:sp>
        <p:nvSpPr>
          <p:cNvPr id="957" name="Text 75">
            <a:extLst>
              <a:ext uri="{FF2B5EF4-FFF2-40B4-BE49-F238E27FC236}">
                <a16:creationId xmlns:a16="http://schemas.microsoft.com/office/drawing/2014/main" id="{AD7258CF-3845-B457-BE02-62E21D04A1B7}"/>
              </a:ext>
            </a:extLst>
          </p:cNvPr>
          <p:cNvSpPr/>
          <p:nvPr/>
        </p:nvSpPr>
        <p:spPr>
          <a:xfrm>
            <a:off x="3406821" y="4487893"/>
            <a:ext cx="727423" cy="1185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600" b="0" i="0" u="none" strike="noStrike" kern="1200" cap="none" spc="0" normalizeH="0" baseline="0" noProof="0">
                <a:ln>
                  <a:noFill/>
                </a:ln>
                <a:effectLst/>
                <a:uLnTx/>
                <a:uFillTx/>
                <a:latin typeface="Arial" pitchFamily="34" charset="0"/>
                <a:ea typeface="Arial" pitchFamily="34" charset="-122"/>
                <a:cs typeface="Arial" pitchFamily="34" charset="-120"/>
              </a:rPr>
              <a:t>Diseño</a:t>
            </a:r>
            <a:endParaRPr kumimoji="0" lang="es-MX" sz="600" b="0" i="0" u="none" strike="noStrike" kern="1200" cap="none" spc="0" normalizeH="0" baseline="0" noProof="0">
              <a:ln>
                <a:noFill/>
              </a:ln>
              <a:effectLst/>
              <a:uLnTx/>
              <a:uFillTx/>
              <a:latin typeface="Graphik"/>
              <a:ea typeface="+mn-ea"/>
              <a:cs typeface="+mn-cs"/>
            </a:endParaRPr>
          </a:p>
        </p:txBody>
      </p:sp>
      <p:sp>
        <p:nvSpPr>
          <p:cNvPr id="98" name="Text 75">
            <a:extLst>
              <a:ext uri="{FF2B5EF4-FFF2-40B4-BE49-F238E27FC236}">
                <a16:creationId xmlns:a16="http://schemas.microsoft.com/office/drawing/2014/main" id="{D3C83AEF-F561-61E6-C9ED-B27FDE6DC3D7}"/>
              </a:ext>
            </a:extLst>
          </p:cNvPr>
          <p:cNvSpPr/>
          <p:nvPr/>
        </p:nvSpPr>
        <p:spPr>
          <a:xfrm>
            <a:off x="4149080" y="4610268"/>
            <a:ext cx="727423" cy="1185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600" b="0" i="0" u="none" strike="noStrike" kern="1200" cap="none" spc="0" normalizeH="0" baseline="0" noProof="0">
                <a:ln>
                  <a:noFill/>
                </a:ln>
                <a:effectLst/>
                <a:uLnTx/>
                <a:uFillTx/>
                <a:latin typeface="Arial" pitchFamily="34" charset="0"/>
                <a:ea typeface="Arial" pitchFamily="34" charset="-122"/>
                <a:cs typeface="Arial" pitchFamily="34" charset="-120"/>
              </a:rPr>
              <a:t>Implementación</a:t>
            </a:r>
            <a:endParaRPr kumimoji="0" lang="es-MX" sz="600" b="0" i="0" u="none" strike="noStrike" kern="1200" cap="none" spc="0" normalizeH="0" baseline="0" noProof="0">
              <a:ln>
                <a:noFill/>
              </a:ln>
              <a:effectLst/>
              <a:uLnTx/>
              <a:uFillTx/>
              <a:latin typeface="Graphik"/>
              <a:ea typeface="+mn-ea"/>
              <a:cs typeface="+mn-cs"/>
            </a:endParaRPr>
          </a:p>
        </p:txBody>
      </p:sp>
      <p:sp>
        <p:nvSpPr>
          <p:cNvPr id="524" name="Shape 59">
            <a:extLst>
              <a:ext uri="{FF2B5EF4-FFF2-40B4-BE49-F238E27FC236}">
                <a16:creationId xmlns:a16="http://schemas.microsoft.com/office/drawing/2014/main" id="{B677A56E-6765-AE4C-C217-C57B839BD14E}"/>
              </a:ext>
            </a:extLst>
          </p:cNvPr>
          <p:cNvSpPr/>
          <p:nvPr/>
        </p:nvSpPr>
        <p:spPr>
          <a:xfrm>
            <a:off x="2861276" y="1843366"/>
            <a:ext cx="2988000" cy="108000"/>
          </a:xfrm>
          <a:prstGeom prst="roundRect">
            <a:avLst>
              <a:gd name="adj" fmla="val 20000"/>
            </a:avLst>
          </a:prstGeom>
          <a:solidFill>
            <a:srgbClr val="FFE08A"/>
          </a:solidFill>
          <a:ln>
            <a:solidFill>
              <a:schemeClr val="tx1">
                <a:lumMod val="95000"/>
                <a:lumOff val="5000"/>
              </a:schemeClr>
            </a:solidFill>
          </a:ln>
        </p:spPr>
        <p:txBody>
          <a:bodyPr/>
          <a:lstStyle/>
          <a:p>
            <a:endParaRPr lang="es-MX" noProof="0"/>
          </a:p>
        </p:txBody>
      </p:sp>
      <p:sp>
        <p:nvSpPr>
          <p:cNvPr id="527" name="Shape 59">
            <a:extLst>
              <a:ext uri="{FF2B5EF4-FFF2-40B4-BE49-F238E27FC236}">
                <a16:creationId xmlns:a16="http://schemas.microsoft.com/office/drawing/2014/main" id="{9D620AAF-5135-F3E6-2DDA-2001AFB9B89E}"/>
              </a:ext>
            </a:extLst>
          </p:cNvPr>
          <p:cNvSpPr/>
          <p:nvPr/>
        </p:nvSpPr>
        <p:spPr>
          <a:xfrm>
            <a:off x="3863268" y="1981538"/>
            <a:ext cx="1008000" cy="108000"/>
          </a:xfrm>
          <a:prstGeom prst="roundRect">
            <a:avLst>
              <a:gd name="adj" fmla="val 20000"/>
            </a:avLst>
          </a:prstGeom>
          <a:solidFill>
            <a:srgbClr val="FFE08A"/>
          </a:solidFill>
          <a:ln>
            <a:solidFill>
              <a:schemeClr val="tx1">
                <a:lumMod val="95000"/>
                <a:lumOff val="5000"/>
              </a:schemeClr>
            </a:solidFill>
          </a:ln>
        </p:spPr>
        <p:txBody>
          <a:bodyPr/>
          <a:lstStyle/>
          <a:p>
            <a:endParaRPr lang="es-MX" noProof="0"/>
          </a:p>
        </p:txBody>
      </p:sp>
      <p:sp>
        <p:nvSpPr>
          <p:cNvPr id="140" name="Shape 64">
            <a:extLst>
              <a:ext uri="{FF2B5EF4-FFF2-40B4-BE49-F238E27FC236}">
                <a16:creationId xmlns:a16="http://schemas.microsoft.com/office/drawing/2014/main" id="{D24DFC1C-21AD-17CE-0E44-65CFDB6F0EA4}"/>
              </a:ext>
            </a:extLst>
          </p:cNvPr>
          <p:cNvSpPr/>
          <p:nvPr/>
        </p:nvSpPr>
        <p:spPr>
          <a:xfrm>
            <a:off x="3859246" y="2147946"/>
            <a:ext cx="2844000" cy="108000"/>
          </a:xfrm>
          <a:prstGeom prst="roundRect">
            <a:avLst>
              <a:gd name="adj" fmla="val 20000"/>
            </a:avLst>
          </a:prstGeom>
          <a:solidFill>
            <a:srgbClr val="FFE08A"/>
          </a:solidFill>
          <a:ln>
            <a:solidFill>
              <a:schemeClr val="tx1">
                <a:lumMod val="95000"/>
                <a:lumOff val="5000"/>
              </a:schemeClr>
            </a:solidFill>
          </a:ln>
        </p:spPr>
        <p:txBody>
          <a:bodyPr/>
          <a:lstStyle/>
          <a:p>
            <a:endParaRPr lang="es-MX" noProof="0"/>
          </a:p>
        </p:txBody>
      </p:sp>
      <p:sp>
        <p:nvSpPr>
          <p:cNvPr id="943" name="Text 75">
            <a:extLst>
              <a:ext uri="{FF2B5EF4-FFF2-40B4-BE49-F238E27FC236}">
                <a16:creationId xmlns:a16="http://schemas.microsoft.com/office/drawing/2014/main" id="{BA343F07-D55A-E3CE-5184-CE97B1DA3EFD}"/>
              </a:ext>
            </a:extLst>
          </p:cNvPr>
          <p:cNvSpPr/>
          <p:nvPr/>
        </p:nvSpPr>
        <p:spPr>
          <a:xfrm>
            <a:off x="4145182" y="2007185"/>
            <a:ext cx="468000" cy="56707"/>
          </a:xfrm>
          <a:prstGeom prst="rect">
            <a:avLst/>
          </a:prstGeom>
          <a:noFill/>
          <a:ln/>
        </p:spPr>
        <p:txBody>
          <a:bodyPr wrap="square" lIns="0" tIns="0" rIns="0" bIns="0" rtlCol="0" anchor="ctr"/>
          <a:lstStyle/>
          <a:p>
            <a:pPr algn="ctr"/>
            <a:r>
              <a:rPr lang="es-MX" sz="600" noProof="0">
                <a:solidFill>
                  <a:sysClr val="windowText" lastClr="000000"/>
                </a:solidFill>
                <a:latin typeface="Arial" pitchFamily="34" charset="0"/>
                <a:cs typeface="Arial" pitchFamily="34" charset="-120"/>
              </a:rPr>
              <a:t>Diseño</a:t>
            </a:r>
          </a:p>
        </p:txBody>
      </p:sp>
      <p:sp>
        <p:nvSpPr>
          <p:cNvPr id="79" name="Text 75">
            <a:extLst>
              <a:ext uri="{FF2B5EF4-FFF2-40B4-BE49-F238E27FC236}">
                <a16:creationId xmlns:a16="http://schemas.microsoft.com/office/drawing/2014/main" id="{D700B4E3-A162-116C-F78D-4E3C5D53A073}"/>
              </a:ext>
            </a:extLst>
          </p:cNvPr>
          <p:cNvSpPr/>
          <p:nvPr/>
        </p:nvSpPr>
        <p:spPr>
          <a:xfrm>
            <a:off x="4567080" y="2152846"/>
            <a:ext cx="1284333" cy="98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600" noProof="0">
                <a:solidFill>
                  <a:sysClr val="windowText" lastClr="000000"/>
                </a:solidFill>
                <a:latin typeface="Arial" pitchFamily="34" charset="0"/>
                <a:cs typeface="Arial" pitchFamily="34" charset="-120"/>
              </a:rPr>
              <a:t>Implementación</a:t>
            </a:r>
          </a:p>
        </p:txBody>
      </p:sp>
      <p:sp>
        <p:nvSpPr>
          <p:cNvPr id="918" name="Text 75">
            <a:extLst>
              <a:ext uri="{FF2B5EF4-FFF2-40B4-BE49-F238E27FC236}">
                <a16:creationId xmlns:a16="http://schemas.microsoft.com/office/drawing/2014/main" id="{4BE831E2-F06E-0305-EBD9-A16CCDD63A8E}"/>
              </a:ext>
            </a:extLst>
          </p:cNvPr>
          <p:cNvSpPr/>
          <p:nvPr/>
        </p:nvSpPr>
        <p:spPr>
          <a:xfrm>
            <a:off x="3766658" y="1871929"/>
            <a:ext cx="1177237" cy="50875"/>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600" b="0" i="0" u="none" strike="noStrike" kern="1200" cap="none" spc="0" normalizeH="0" baseline="0" noProof="0">
                <a:ln>
                  <a:noFill/>
                </a:ln>
                <a:solidFill>
                  <a:sysClr val="windowText" lastClr="000000"/>
                </a:solidFill>
                <a:effectLst/>
                <a:uLnTx/>
                <a:uFillTx/>
                <a:latin typeface="Arial" pitchFamily="34" charset="0"/>
                <a:ea typeface="Arial" pitchFamily="34" charset="-122"/>
                <a:cs typeface="Arial" pitchFamily="34" charset="-120"/>
              </a:rPr>
              <a:t>Análisis</a:t>
            </a:r>
            <a:endParaRPr kumimoji="0" lang="es-MX" sz="600" b="0" i="0" u="none" strike="noStrike" kern="1200" cap="none" spc="0" normalizeH="0" baseline="0" noProof="0">
              <a:ln>
                <a:noFill/>
              </a:ln>
              <a:solidFill>
                <a:sysClr val="windowText" lastClr="000000"/>
              </a:solidFill>
              <a:effectLst/>
              <a:uLnTx/>
              <a:uFillTx/>
              <a:latin typeface="Graphik"/>
              <a:ea typeface="+mn-ea"/>
              <a:cs typeface="+mn-cs"/>
            </a:endParaRPr>
          </a:p>
        </p:txBody>
      </p:sp>
      <p:sp>
        <p:nvSpPr>
          <p:cNvPr id="101" name="Shape 59">
            <a:extLst>
              <a:ext uri="{FF2B5EF4-FFF2-40B4-BE49-F238E27FC236}">
                <a16:creationId xmlns:a16="http://schemas.microsoft.com/office/drawing/2014/main" id="{5C488B00-0347-BBA0-59F5-A1F8429542FA}"/>
              </a:ext>
            </a:extLst>
          </p:cNvPr>
          <p:cNvSpPr/>
          <p:nvPr/>
        </p:nvSpPr>
        <p:spPr>
          <a:xfrm>
            <a:off x="2848258" y="2808527"/>
            <a:ext cx="2052000" cy="108000"/>
          </a:xfrm>
          <a:prstGeom prst="roundRect">
            <a:avLst>
              <a:gd name="adj" fmla="val 20000"/>
            </a:avLst>
          </a:prstGeom>
          <a:solidFill>
            <a:srgbClr val="FFE08A"/>
          </a:solidFill>
          <a:ln>
            <a:solidFill>
              <a:schemeClr val="tx1">
                <a:lumMod val="95000"/>
                <a:lumOff val="5000"/>
              </a:schemeClr>
            </a:solidFill>
          </a:ln>
        </p:spPr>
        <p:txBody>
          <a:bodyPr/>
          <a:lstStyle/>
          <a:p>
            <a:endParaRPr lang="es-MX" noProof="0"/>
          </a:p>
        </p:txBody>
      </p:sp>
      <p:sp>
        <p:nvSpPr>
          <p:cNvPr id="107" name="Text 75">
            <a:extLst>
              <a:ext uri="{FF2B5EF4-FFF2-40B4-BE49-F238E27FC236}">
                <a16:creationId xmlns:a16="http://schemas.microsoft.com/office/drawing/2014/main" id="{1581CC99-FA79-8BB9-088F-523D1B88C1B5}"/>
              </a:ext>
            </a:extLst>
          </p:cNvPr>
          <p:cNvSpPr/>
          <p:nvPr/>
        </p:nvSpPr>
        <p:spPr>
          <a:xfrm>
            <a:off x="3285640" y="2837090"/>
            <a:ext cx="1177237" cy="50875"/>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600" b="0" i="0" u="none" strike="noStrike" kern="1200" cap="none" spc="0" normalizeH="0" baseline="0" noProof="0">
                <a:ln>
                  <a:noFill/>
                </a:ln>
                <a:solidFill>
                  <a:sysClr val="windowText" lastClr="000000"/>
                </a:solidFill>
                <a:effectLst/>
                <a:uLnTx/>
                <a:uFillTx/>
                <a:latin typeface="Arial" pitchFamily="34" charset="0"/>
                <a:ea typeface="Arial" pitchFamily="34" charset="-122"/>
                <a:cs typeface="Arial" pitchFamily="34" charset="-120"/>
              </a:rPr>
              <a:t>Análisis</a:t>
            </a:r>
            <a:endParaRPr kumimoji="0" lang="es-MX" sz="600" b="0" i="0" u="none" strike="noStrike" kern="1200" cap="none" spc="0" normalizeH="0" baseline="0" noProof="0">
              <a:ln>
                <a:noFill/>
              </a:ln>
              <a:solidFill>
                <a:sysClr val="windowText" lastClr="000000"/>
              </a:solidFill>
              <a:effectLst/>
              <a:uLnTx/>
              <a:uFillTx/>
              <a:latin typeface="Graphik"/>
              <a:ea typeface="+mn-ea"/>
              <a:cs typeface="+mn-cs"/>
            </a:endParaRPr>
          </a:p>
        </p:txBody>
      </p:sp>
      <p:sp>
        <p:nvSpPr>
          <p:cNvPr id="109" name="Shape 59">
            <a:extLst>
              <a:ext uri="{FF2B5EF4-FFF2-40B4-BE49-F238E27FC236}">
                <a16:creationId xmlns:a16="http://schemas.microsoft.com/office/drawing/2014/main" id="{18F80784-F99D-50E5-7F9C-3FFC8D45B152}"/>
              </a:ext>
            </a:extLst>
          </p:cNvPr>
          <p:cNvSpPr/>
          <p:nvPr/>
        </p:nvSpPr>
        <p:spPr>
          <a:xfrm>
            <a:off x="3222686" y="2974016"/>
            <a:ext cx="1728000" cy="108000"/>
          </a:xfrm>
          <a:prstGeom prst="roundRect">
            <a:avLst>
              <a:gd name="adj" fmla="val 20000"/>
            </a:avLst>
          </a:prstGeom>
          <a:solidFill>
            <a:srgbClr val="FFE08A"/>
          </a:solidFill>
          <a:ln>
            <a:solidFill>
              <a:schemeClr val="tx1">
                <a:lumMod val="95000"/>
                <a:lumOff val="5000"/>
              </a:schemeClr>
            </a:solidFill>
          </a:ln>
        </p:spPr>
        <p:txBody>
          <a:bodyPr/>
          <a:lstStyle/>
          <a:p>
            <a:endParaRPr lang="es-MX" noProof="0"/>
          </a:p>
        </p:txBody>
      </p:sp>
      <p:sp>
        <p:nvSpPr>
          <p:cNvPr id="112" name="Text 75">
            <a:extLst>
              <a:ext uri="{FF2B5EF4-FFF2-40B4-BE49-F238E27FC236}">
                <a16:creationId xmlns:a16="http://schemas.microsoft.com/office/drawing/2014/main" id="{019237D6-D900-5319-12AE-75F09B87075C}"/>
              </a:ext>
            </a:extLst>
          </p:cNvPr>
          <p:cNvSpPr/>
          <p:nvPr/>
        </p:nvSpPr>
        <p:spPr>
          <a:xfrm>
            <a:off x="3927225" y="3007614"/>
            <a:ext cx="396000" cy="56707"/>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600" b="0" i="0" u="none" strike="noStrike" kern="1200" cap="none" spc="0" normalizeH="0" baseline="0" noProof="0">
                <a:ln>
                  <a:noFill/>
                </a:ln>
                <a:effectLst/>
                <a:uLnTx/>
                <a:uFillTx/>
                <a:latin typeface="Arial" pitchFamily="34" charset="0"/>
                <a:ea typeface="Arial" pitchFamily="34" charset="-122"/>
                <a:cs typeface="Arial" pitchFamily="34" charset="-120"/>
              </a:rPr>
              <a:t>Diseño</a:t>
            </a:r>
            <a:endParaRPr kumimoji="0" lang="es-MX" sz="600" b="0" i="0" u="none" strike="noStrike" kern="1200" cap="none" spc="0" normalizeH="0" baseline="0" noProof="0">
              <a:ln>
                <a:noFill/>
              </a:ln>
              <a:effectLst/>
              <a:uLnTx/>
              <a:uFillTx/>
              <a:latin typeface="Graphik"/>
              <a:ea typeface="+mn-ea"/>
              <a:cs typeface="+mn-cs"/>
            </a:endParaRPr>
          </a:p>
        </p:txBody>
      </p:sp>
      <p:sp>
        <p:nvSpPr>
          <p:cNvPr id="121" name="Shape 64">
            <a:extLst>
              <a:ext uri="{FF2B5EF4-FFF2-40B4-BE49-F238E27FC236}">
                <a16:creationId xmlns:a16="http://schemas.microsoft.com/office/drawing/2014/main" id="{08E4D1D0-2707-5AEC-9D8A-38F346DB9A43}"/>
              </a:ext>
            </a:extLst>
          </p:cNvPr>
          <p:cNvSpPr/>
          <p:nvPr/>
        </p:nvSpPr>
        <p:spPr>
          <a:xfrm>
            <a:off x="3231688" y="3135060"/>
            <a:ext cx="3060000" cy="108000"/>
          </a:xfrm>
          <a:prstGeom prst="roundRect">
            <a:avLst>
              <a:gd name="adj" fmla="val 20000"/>
            </a:avLst>
          </a:prstGeom>
          <a:solidFill>
            <a:srgbClr val="FFE08A"/>
          </a:solidFill>
          <a:ln>
            <a:solidFill>
              <a:schemeClr val="tx1">
                <a:lumMod val="95000"/>
                <a:lumOff val="5000"/>
              </a:schemeClr>
            </a:solidFill>
          </a:ln>
        </p:spPr>
        <p:txBody>
          <a:bodyPr/>
          <a:lstStyle/>
          <a:p>
            <a:endParaRPr lang="es-MX" noProof="0"/>
          </a:p>
        </p:txBody>
      </p:sp>
      <p:sp>
        <p:nvSpPr>
          <p:cNvPr id="124" name="Text 75">
            <a:extLst>
              <a:ext uri="{FF2B5EF4-FFF2-40B4-BE49-F238E27FC236}">
                <a16:creationId xmlns:a16="http://schemas.microsoft.com/office/drawing/2014/main" id="{423D6068-5F78-956C-ABD7-73ADC3A38E50}"/>
              </a:ext>
            </a:extLst>
          </p:cNvPr>
          <p:cNvSpPr/>
          <p:nvPr/>
        </p:nvSpPr>
        <p:spPr>
          <a:xfrm>
            <a:off x="4119522" y="3139960"/>
            <a:ext cx="1284333" cy="98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600" b="0" i="0" u="none" strike="noStrike" kern="1200" cap="none" spc="0" normalizeH="0" baseline="0" noProof="0">
                <a:ln>
                  <a:noFill/>
                </a:ln>
                <a:effectLst/>
                <a:uLnTx/>
                <a:uFillTx/>
                <a:latin typeface="Arial" pitchFamily="34" charset="0"/>
                <a:ea typeface="Arial" pitchFamily="34" charset="-122"/>
                <a:cs typeface="Arial" pitchFamily="34" charset="-120"/>
              </a:rPr>
              <a:t>Implementación</a:t>
            </a:r>
            <a:endParaRPr kumimoji="0" lang="es-MX" sz="600" b="0" i="0" u="none" strike="noStrike" kern="1200" cap="none" spc="0" normalizeH="0" baseline="0" noProof="0">
              <a:ln>
                <a:noFill/>
              </a:ln>
              <a:effectLst/>
              <a:uLnTx/>
              <a:uFillTx/>
              <a:latin typeface="Graphik"/>
              <a:ea typeface="+mn-ea"/>
              <a:cs typeface="+mn-cs"/>
            </a:endParaRPr>
          </a:p>
        </p:txBody>
      </p:sp>
      <p:sp>
        <p:nvSpPr>
          <p:cNvPr id="988" name="Shape 59">
            <a:extLst>
              <a:ext uri="{FF2B5EF4-FFF2-40B4-BE49-F238E27FC236}">
                <a16:creationId xmlns:a16="http://schemas.microsoft.com/office/drawing/2014/main" id="{E0F62722-E4E7-46CA-3E66-CBC093BC52CF}"/>
              </a:ext>
            </a:extLst>
          </p:cNvPr>
          <p:cNvSpPr/>
          <p:nvPr/>
        </p:nvSpPr>
        <p:spPr>
          <a:xfrm>
            <a:off x="2562116" y="3387325"/>
            <a:ext cx="1548000" cy="108000"/>
          </a:xfrm>
          <a:prstGeom prst="roundRect">
            <a:avLst>
              <a:gd name="adj" fmla="val 20000"/>
            </a:avLst>
          </a:prstGeom>
          <a:solidFill>
            <a:srgbClr val="FFE08A"/>
          </a:solidFill>
          <a:ln>
            <a:solidFill>
              <a:schemeClr val="tx1">
                <a:lumMod val="95000"/>
                <a:lumOff val="5000"/>
              </a:schemeClr>
            </a:solidFill>
          </a:ln>
        </p:spPr>
        <p:txBody>
          <a:bodyPr/>
          <a:lstStyle/>
          <a:p>
            <a:endParaRPr lang="es-MX" noProof="0"/>
          </a:p>
        </p:txBody>
      </p:sp>
      <p:sp>
        <p:nvSpPr>
          <p:cNvPr id="992" name="Text 75">
            <a:extLst>
              <a:ext uri="{FF2B5EF4-FFF2-40B4-BE49-F238E27FC236}">
                <a16:creationId xmlns:a16="http://schemas.microsoft.com/office/drawing/2014/main" id="{1EC0A8A8-588F-8190-CA64-BDE9E7BB481C}"/>
              </a:ext>
            </a:extLst>
          </p:cNvPr>
          <p:cNvSpPr/>
          <p:nvPr/>
        </p:nvSpPr>
        <p:spPr>
          <a:xfrm>
            <a:off x="2747498" y="3415888"/>
            <a:ext cx="1177237" cy="50875"/>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600" b="0" i="0" u="none" strike="noStrike" kern="1200" cap="none" spc="0" normalizeH="0" baseline="0" noProof="0">
                <a:ln>
                  <a:noFill/>
                </a:ln>
                <a:solidFill>
                  <a:sysClr val="windowText" lastClr="000000"/>
                </a:solidFill>
                <a:effectLst/>
                <a:uLnTx/>
                <a:uFillTx/>
                <a:latin typeface="Arial" pitchFamily="34" charset="0"/>
                <a:ea typeface="Arial" pitchFamily="34" charset="-122"/>
                <a:cs typeface="Arial" pitchFamily="34" charset="-120"/>
              </a:rPr>
              <a:t>Análisis</a:t>
            </a:r>
            <a:endParaRPr kumimoji="0" lang="es-MX" sz="600" b="0" i="0" u="none" strike="noStrike" kern="1200" cap="none" spc="0" normalizeH="0" baseline="0" noProof="0">
              <a:ln>
                <a:noFill/>
              </a:ln>
              <a:solidFill>
                <a:sysClr val="windowText" lastClr="000000"/>
              </a:solidFill>
              <a:effectLst/>
              <a:uLnTx/>
              <a:uFillTx/>
              <a:latin typeface="Graphik"/>
              <a:ea typeface="+mn-ea"/>
              <a:cs typeface="+mn-cs"/>
            </a:endParaRPr>
          </a:p>
        </p:txBody>
      </p:sp>
      <p:sp>
        <p:nvSpPr>
          <p:cNvPr id="1002" name="Shape 59">
            <a:extLst>
              <a:ext uri="{FF2B5EF4-FFF2-40B4-BE49-F238E27FC236}">
                <a16:creationId xmlns:a16="http://schemas.microsoft.com/office/drawing/2014/main" id="{1C334D32-04B2-0216-6F23-6BDACCB5B322}"/>
              </a:ext>
            </a:extLst>
          </p:cNvPr>
          <p:cNvSpPr/>
          <p:nvPr/>
        </p:nvSpPr>
        <p:spPr>
          <a:xfrm>
            <a:off x="2745632" y="3842569"/>
            <a:ext cx="1188000" cy="108000"/>
          </a:xfrm>
          <a:prstGeom prst="roundRect">
            <a:avLst>
              <a:gd name="adj" fmla="val 20000"/>
            </a:avLst>
          </a:prstGeom>
          <a:solidFill>
            <a:srgbClr val="FFE08A"/>
          </a:solidFill>
          <a:ln>
            <a:solidFill>
              <a:schemeClr val="tx1">
                <a:lumMod val="95000"/>
                <a:lumOff val="5000"/>
              </a:schemeClr>
            </a:solidFill>
          </a:ln>
        </p:spPr>
        <p:txBody>
          <a:bodyPr/>
          <a:lstStyle/>
          <a:p>
            <a:endParaRPr lang="es-MX" noProof="0"/>
          </a:p>
        </p:txBody>
      </p:sp>
      <p:sp>
        <p:nvSpPr>
          <p:cNvPr id="1011" name="Shape 59">
            <a:extLst>
              <a:ext uri="{FF2B5EF4-FFF2-40B4-BE49-F238E27FC236}">
                <a16:creationId xmlns:a16="http://schemas.microsoft.com/office/drawing/2014/main" id="{17BD4441-D499-0BCE-2324-E183516762E0}"/>
              </a:ext>
            </a:extLst>
          </p:cNvPr>
          <p:cNvSpPr/>
          <p:nvPr/>
        </p:nvSpPr>
        <p:spPr>
          <a:xfrm>
            <a:off x="2740889" y="1377855"/>
            <a:ext cx="1440000" cy="108000"/>
          </a:xfrm>
          <a:prstGeom prst="roundRect">
            <a:avLst>
              <a:gd name="adj" fmla="val 20000"/>
            </a:avLst>
          </a:prstGeom>
          <a:solidFill>
            <a:srgbClr val="FFE08A"/>
          </a:solidFill>
          <a:ln>
            <a:solidFill>
              <a:schemeClr val="tx1">
                <a:lumMod val="95000"/>
                <a:lumOff val="5000"/>
              </a:schemeClr>
            </a:solidFill>
          </a:ln>
        </p:spPr>
        <p:txBody>
          <a:bodyPr/>
          <a:lstStyle/>
          <a:p>
            <a:endParaRPr lang="es-MX" noProof="0"/>
          </a:p>
        </p:txBody>
      </p:sp>
      <p:sp>
        <p:nvSpPr>
          <p:cNvPr id="1013" name="Text 75">
            <a:extLst>
              <a:ext uri="{FF2B5EF4-FFF2-40B4-BE49-F238E27FC236}">
                <a16:creationId xmlns:a16="http://schemas.microsoft.com/office/drawing/2014/main" id="{B27D122D-3189-5FE3-F118-5C00885B0A04}"/>
              </a:ext>
            </a:extLst>
          </p:cNvPr>
          <p:cNvSpPr/>
          <p:nvPr/>
        </p:nvSpPr>
        <p:spPr>
          <a:xfrm>
            <a:off x="2897582" y="1406418"/>
            <a:ext cx="1177237" cy="50875"/>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600" b="0" i="0" u="none" strike="noStrike" kern="1200" cap="none" spc="0" normalizeH="0" baseline="0" noProof="0">
                <a:ln>
                  <a:noFill/>
                </a:ln>
                <a:solidFill>
                  <a:sysClr val="windowText" lastClr="000000"/>
                </a:solidFill>
                <a:effectLst/>
                <a:uLnTx/>
                <a:uFillTx/>
                <a:latin typeface="Arial" pitchFamily="34" charset="0"/>
                <a:ea typeface="Arial" pitchFamily="34" charset="-122"/>
                <a:cs typeface="Arial" pitchFamily="34" charset="-120"/>
              </a:rPr>
              <a:t>Análisis</a:t>
            </a:r>
            <a:endParaRPr kumimoji="0" lang="es-MX" sz="600" b="0" i="0" u="none" strike="noStrike" kern="1200" cap="none" spc="0" normalizeH="0" baseline="0" noProof="0">
              <a:ln>
                <a:noFill/>
              </a:ln>
              <a:solidFill>
                <a:sysClr val="windowText" lastClr="000000"/>
              </a:solidFill>
              <a:effectLst/>
              <a:uLnTx/>
              <a:uFillTx/>
              <a:latin typeface="Graphik"/>
              <a:ea typeface="+mn-ea"/>
              <a:cs typeface="+mn-cs"/>
            </a:endParaRPr>
          </a:p>
        </p:txBody>
      </p:sp>
      <p:sp>
        <p:nvSpPr>
          <p:cNvPr id="1015" name="Shape 59">
            <a:extLst>
              <a:ext uri="{FF2B5EF4-FFF2-40B4-BE49-F238E27FC236}">
                <a16:creationId xmlns:a16="http://schemas.microsoft.com/office/drawing/2014/main" id="{DD8E3999-18ED-6775-35ED-3633A82199CF}"/>
              </a:ext>
            </a:extLst>
          </p:cNvPr>
          <p:cNvSpPr/>
          <p:nvPr/>
        </p:nvSpPr>
        <p:spPr>
          <a:xfrm>
            <a:off x="4174758" y="1377855"/>
            <a:ext cx="576000" cy="108000"/>
          </a:xfrm>
          <a:prstGeom prst="roundRect">
            <a:avLst>
              <a:gd name="adj" fmla="val 20000"/>
            </a:avLst>
          </a:prstGeom>
          <a:solidFill>
            <a:srgbClr val="FFE08A"/>
          </a:solidFill>
          <a:ln>
            <a:solidFill>
              <a:schemeClr val="tx1">
                <a:lumMod val="95000"/>
                <a:lumOff val="5000"/>
              </a:schemeClr>
            </a:solidFill>
          </a:ln>
        </p:spPr>
        <p:txBody>
          <a:bodyPr/>
          <a:lstStyle/>
          <a:p>
            <a:endParaRPr lang="es-MX" noProof="0"/>
          </a:p>
        </p:txBody>
      </p:sp>
      <p:sp>
        <p:nvSpPr>
          <p:cNvPr id="1017" name="Text 75">
            <a:extLst>
              <a:ext uri="{FF2B5EF4-FFF2-40B4-BE49-F238E27FC236}">
                <a16:creationId xmlns:a16="http://schemas.microsoft.com/office/drawing/2014/main" id="{36EC4A0A-E323-218D-8383-8FCE8F165023}"/>
              </a:ext>
            </a:extLst>
          </p:cNvPr>
          <p:cNvSpPr/>
          <p:nvPr/>
        </p:nvSpPr>
        <p:spPr>
          <a:xfrm>
            <a:off x="4293325" y="1399433"/>
            <a:ext cx="329212" cy="68625"/>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600" b="0" i="0" u="none" strike="noStrike" kern="1200" cap="none" spc="0" normalizeH="0" baseline="0" noProof="0">
                <a:ln>
                  <a:noFill/>
                </a:ln>
                <a:effectLst/>
                <a:uLnTx/>
                <a:uFillTx/>
                <a:latin typeface="Arial" pitchFamily="34" charset="0"/>
                <a:ea typeface="Arial" pitchFamily="34" charset="-122"/>
                <a:cs typeface="Arial" pitchFamily="34" charset="-120"/>
              </a:rPr>
              <a:t>Diseño</a:t>
            </a:r>
            <a:r>
              <a:rPr kumimoji="0" lang="es-MX" sz="600" b="0"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 </a:t>
            </a:r>
            <a:endParaRPr kumimoji="0" lang="es-MX" sz="600" b="0" i="0" u="none" strike="noStrike" kern="1200" cap="none" spc="0" normalizeH="0" baseline="0" noProof="0">
              <a:ln>
                <a:noFill/>
              </a:ln>
              <a:solidFill>
                <a:srgbClr val="FFFFFF"/>
              </a:solidFill>
              <a:effectLst/>
              <a:uLnTx/>
              <a:uFillTx/>
              <a:latin typeface="Graphik"/>
              <a:ea typeface="+mn-ea"/>
              <a:cs typeface="+mn-cs"/>
            </a:endParaRPr>
          </a:p>
        </p:txBody>
      </p:sp>
      <p:sp>
        <p:nvSpPr>
          <p:cNvPr id="1019" name="Shape 64">
            <a:extLst>
              <a:ext uri="{FF2B5EF4-FFF2-40B4-BE49-F238E27FC236}">
                <a16:creationId xmlns:a16="http://schemas.microsoft.com/office/drawing/2014/main" id="{14B1E3B1-A185-8B94-9F83-49ACA435CA91}"/>
              </a:ext>
            </a:extLst>
          </p:cNvPr>
          <p:cNvSpPr/>
          <p:nvPr/>
        </p:nvSpPr>
        <p:spPr>
          <a:xfrm>
            <a:off x="4166293" y="1515633"/>
            <a:ext cx="1656000" cy="108000"/>
          </a:xfrm>
          <a:prstGeom prst="roundRect">
            <a:avLst>
              <a:gd name="adj" fmla="val 20000"/>
            </a:avLst>
          </a:prstGeom>
          <a:solidFill>
            <a:srgbClr val="FFE08A"/>
          </a:solidFill>
          <a:ln>
            <a:solidFill>
              <a:schemeClr val="tx1">
                <a:lumMod val="95000"/>
                <a:lumOff val="5000"/>
              </a:schemeClr>
            </a:solidFill>
          </a:ln>
        </p:spPr>
        <p:txBody>
          <a:bodyPr/>
          <a:lstStyle/>
          <a:p>
            <a:endParaRPr lang="es-MX" noProof="0"/>
          </a:p>
        </p:txBody>
      </p:sp>
      <p:sp>
        <p:nvSpPr>
          <p:cNvPr id="1021" name="Text 75">
            <a:extLst>
              <a:ext uri="{FF2B5EF4-FFF2-40B4-BE49-F238E27FC236}">
                <a16:creationId xmlns:a16="http://schemas.microsoft.com/office/drawing/2014/main" id="{51E167F5-088B-C838-240C-879C368772FA}"/>
              </a:ext>
            </a:extLst>
          </p:cNvPr>
          <p:cNvSpPr/>
          <p:nvPr/>
        </p:nvSpPr>
        <p:spPr>
          <a:xfrm>
            <a:off x="4405670" y="1520533"/>
            <a:ext cx="1284333" cy="98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600" b="0" i="0" u="none" strike="noStrike" kern="1200" cap="none" spc="0" normalizeH="0" baseline="0" noProof="0">
                <a:ln>
                  <a:noFill/>
                </a:ln>
                <a:effectLst/>
                <a:uLnTx/>
                <a:uFillTx/>
                <a:latin typeface="Arial" pitchFamily="34" charset="0"/>
                <a:ea typeface="Arial" pitchFamily="34" charset="-122"/>
                <a:cs typeface="Arial" pitchFamily="34" charset="-120"/>
              </a:rPr>
              <a:t>Implementación</a:t>
            </a:r>
            <a:endParaRPr kumimoji="0" lang="es-MX" sz="600" b="0" i="0" u="none" strike="noStrike" kern="1200" cap="none" spc="0" normalizeH="0" baseline="0" noProof="0">
              <a:ln>
                <a:noFill/>
              </a:ln>
              <a:effectLst/>
              <a:uLnTx/>
              <a:uFillTx/>
              <a:latin typeface="Graphik"/>
              <a:ea typeface="+mn-ea"/>
              <a:cs typeface="+mn-cs"/>
            </a:endParaRPr>
          </a:p>
        </p:txBody>
      </p:sp>
      <p:sp>
        <p:nvSpPr>
          <p:cNvPr id="3" name="Text 75">
            <a:extLst>
              <a:ext uri="{FF2B5EF4-FFF2-40B4-BE49-F238E27FC236}">
                <a16:creationId xmlns:a16="http://schemas.microsoft.com/office/drawing/2014/main" id="{A2312E20-5CE4-2E40-1D8C-C3CF1F1E11F4}"/>
              </a:ext>
            </a:extLst>
          </p:cNvPr>
          <p:cNvSpPr/>
          <p:nvPr/>
        </p:nvSpPr>
        <p:spPr>
          <a:xfrm>
            <a:off x="2748828" y="3871132"/>
            <a:ext cx="1177237" cy="50875"/>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600" b="0" i="0" u="none" strike="noStrike" kern="1200" cap="none" spc="0" normalizeH="0" baseline="0" noProof="0">
                <a:ln>
                  <a:noFill/>
                </a:ln>
                <a:solidFill>
                  <a:sysClr val="windowText" lastClr="000000"/>
                </a:solidFill>
                <a:effectLst/>
                <a:uLnTx/>
                <a:uFillTx/>
                <a:latin typeface="Arial" pitchFamily="34" charset="0"/>
                <a:ea typeface="Arial" pitchFamily="34" charset="-122"/>
                <a:cs typeface="Arial" pitchFamily="34" charset="-120"/>
              </a:rPr>
              <a:t>Análisis</a:t>
            </a:r>
            <a:endParaRPr kumimoji="0" lang="es-MX" sz="600" b="0" i="0" u="none" strike="noStrike" kern="1200" cap="none" spc="0" normalizeH="0" baseline="0" noProof="0">
              <a:ln>
                <a:noFill/>
              </a:ln>
              <a:solidFill>
                <a:sysClr val="windowText" lastClr="000000"/>
              </a:solidFill>
              <a:effectLst/>
              <a:uLnTx/>
              <a:uFillTx/>
              <a:latin typeface="Graphik"/>
              <a:ea typeface="+mn-ea"/>
              <a:cs typeface="+mn-cs"/>
            </a:endParaRPr>
          </a:p>
        </p:txBody>
      </p:sp>
      <p:sp>
        <p:nvSpPr>
          <p:cNvPr id="15" name="Shape 59">
            <a:extLst>
              <a:ext uri="{FF2B5EF4-FFF2-40B4-BE49-F238E27FC236}">
                <a16:creationId xmlns:a16="http://schemas.microsoft.com/office/drawing/2014/main" id="{3364CFD2-43A2-2183-9F3B-73E80D04EB76}"/>
              </a:ext>
            </a:extLst>
          </p:cNvPr>
          <p:cNvSpPr/>
          <p:nvPr/>
        </p:nvSpPr>
        <p:spPr>
          <a:xfrm>
            <a:off x="4256983" y="3979437"/>
            <a:ext cx="360000" cy="108000"/>
          </a:xfrm>
          <a:prstGeom prst="roundRect">
            <a:avLst>
              <a:gd name="adj" fmla="val 20000"/>
            </a:avLst>
          </a:prstGeom>
          <a:solidFill>
            <a:srgbClr val="FFE08A"/>
          </a:solidFill>
          <a:ln w="12700">
            <a:solidFill>
              <a:srgbClr val="FF0000"/>
            </a:solidFill>
            <a:prstDash val="sysDash"/>
          </a:ln>
        </p:spPr>
        <p:txBody>
          <a:bodyPr/>
          <a:lstStyle/>
          <a:p>
            <a:endParaRPr lang="es-MX" noProof="0"/>
          </a:p>
        </p:txBody>
      </p:sp>
      <p:sp>
        <p:nvSpPr>
          <p:cNvPr id="20" name="Text 75">
            <a:extLst>
              <a:ext uri="{FF2B5EF4-FFF2-40B4-BE49-F238E27FC236}">
                <a16:creationId xmlns:a16="http://schemas.microsoft.com/office/drawing/2014/main" id="{716EBC22-C295-C12B-3426-69A2A602F19A}"/>
              </a:ext>
            </a:extLst>
          </p:cNvPr>
          <p:cNvSpPr/>
          <p:nvPr/>
        </p:nvSpPr>
        <p:spPr>
          <a:xfrm>
            <a:off x="4305170" y="4005084"/>
            <a:ext cx="288000" cy="56707"/>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600" b="0" i="0" u="none" strike="noStrike" kern="1200" cap="none" spc="0" normalizeH="0" baseline="0" noProof="0">
                <a:ln>
                  <a:noFill/>
                </a:ln>
                <a:effectLst/>
                <a:uLnTx/>
                <a:uFillTx/>
                <a:latin typeface="Arial" pitchFamily="34" charset="0"/>
                <a:ea typeface="Arial" pitchFamily="34" charset="-122"/>
                <a:cs typeface="Arial" pitchFamily="34" charset="-120"/>
              </a:rPr>
              <a:t>Diseño</a:t>
            </a:r>
            <a:endParaRPr kumimoji="0" lang="es-MX" sz="600" b="0" i="0" u="none" strike="noStrike" kern="1200" cap="none" spc="0" normalizeH="0" baseline="0" noProof="0">
              <a:ln>
                <a:noFill/>
              </a:ln>
              <a:effectLst/>
              <a:uLnTx/>
              <a:uFillTx/>
              <a:latin typeface="Graphik"/>
              <a:ea typeface="+mn-ea"/>
              <a:cs typeface="+mn-cs"/>
            </a:endParaRPr>
          </a:p>
        </p:txBody>
      </p:sp>
      <p:sp>
        <p:nvSpPr>
          <p:cNvPr id="22" name="Shape 64">
            <a:extLst>
              <a:ext uri="{FF2B5EF4-FFF2-40B4-BE49-F238E27FC236}">
                <a16:creationId xmlns:a16="http://schemas.microsoft.com/office/drawing/2014/main" id="{6E2E31F8-C8A8-A301-9BBD-D394F2482064}"/>
              </a:ext>
            </a:extLst>
          </p:cNvPr>
          <p:cNvSpPr/>
          <p:nvPr/>
        </p:nvSpPr>
        <p:spPr>
          <a:xfrm>
            <a:off x="4584926" y="4094203"/>
            <a:ext cx="1368000" cy="108000"/>
          </a:xfrm>
          <a:prstGeom prst="roundRect">
            <a:avLst>
              <a:gd name="adj" fmla="val 20000"/>
            </a:avLst>
          </a:prstGeom>
          <a:solidFill>
            <a:srgbClr val="FFE08A"/>
          </a:solidFill>
          <a:ln w="12700">
            <a:solidFill>
              <a:srgbClr val="FF0000"/>
            </a:solidFill>
            <a:prstDash val="sysDash"/>
          </a:ln>
        </p:spPr>
        <p:txBody>
          <a:bodyPr/>
          <a:lstStyle/>
          <a:p>
            <a:endParaRPr lang="es-MX" noProof="0"/>
          </a:p>
        </p:txBody>
      </p:sp>
      <p:sp>
        <p:nvSpPr>
          <p:cNvPr id="24" name="Text 75">
            <a:extLst>
              <a:ext uri="{FF2B5EF4-FFF2-40B4-BE49-F238E27FC236}">
                <a16:creationId xmlns:a16="http://schemas.microsoft.com/office/drawing/2014/main" id="{80FAC735-FB66-969B-0EFE-8C09C8F3A32F}"/>
              </a:ext>
            </a:extLst>
          </p:cNvPr>
          <p:cNvSpPr/>
          <p:nvPr/>
        </p:nvSpPr>
        <p:spPr>
          <a:xfrm>
            <a:off x="4895749" y="4099103"/>
            <a:ext cx="756000" cy="98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600" b="0" i="0" u="none" strike="noStrike" kern="1200" cap="none" spc="0" normalizeH="0" baseline="0" noProof="0">
                <a:ln>
                  <a:noFill/>
                </a:ln>
                <a:effectLst/>
                <a:uLnTx/>
                <a:uFillTx/>
                <a:latin typeface="Arial" pitchFamily="34" charset="0"/>
                <a:ea typeface="Arial" pitchFamily="34" charset="-122"/>
                <a:cs typeface="Arial" pitchFamily="34" charset="-120"/>
              </a:rPr>
              <a:t>Implementación</a:t>
            </a:r>
            <a:endParaRPr kumimoji="0" lang="es-MX" sz="600" b="0" i="0" u="none" strike="noStrike" kern="1200" cap="none" spc="0" normalizeH="0" baseline="0" noProof="0">
              <a:ln>
                <a:noFill/>
              </a:ln>
              <a:effectLst/>
              <a:uLnTx/>
              <a:uFillTx/>
              <a:latin typeface="Graphik"/>
              <a:ea typeface="+mn-ea"/>
              <a:cs typeface="+mn-cs"/>
            </a:endParaRPr>
          </a:p>
        </p:txBody>
      </p:sp>
      <p:sp>
        <p:nvSpPr>
          <p:cNvPr id="909" name="Shape 59">
            <a:extLst>
              <a:ext uri="{FF2B5EF4-FFF2-40B4-BE49-F238E27FC236}">
                <a16:creationId xmlns:a16="http://schemas.microsoft.com/office/drawing/2014/main" id="{AD089574-0A5A-D4C2-D104-2B633F88E252}"/>
              </a:ext>
            </a:extLst>
          </p:cNvPr>
          <p:cNvSpPr/>
          <p:nvPr/>
        </p:nvSpPr>
        <p:spPr>
          <a:xfrm>
            <a:off x="4256983" y="3391009"/>
            <a:ext cx="360000" cy="108000"/>
          </a:xfrm>
          <a:prstGeom prst="roundRect">
            <a:avLst>
              <a:gd name="adj" fmla="val 20000"/>
            </a:avLst>
          </a:prstGeom>
          <a:solidFill>
            <a:srgbClr val="FFE08A"/>
          </a:solidFill>
          <a:ln w="12700">
            <a:solidFill>
              <a:srgbClr val="FF0000"/>
            </a:solidFill>
            <a:prstDash val="sysDash"/>
          </a:ln>
        </p:spPr>
        <p:txBody>
          <a:bodyPr/>
          <a:lstStyle/>
          <a:p>
            <a:endParaRPr lang="es-MX" noProof="0"/>
          </a:p>
        </p:txBody>
      </p:sp>
      <p:sp>
        <p:nvSpPr>
          <p:cNvPr id="911" name="Text 75">
            <a:extLst>
              <a:ext uri="{FF2B5EF4-FFF2-40B4-BE49-F238E27FC236}">
                <a16:creationId xmlns:a16="http://schemas.microsoft.com/office/drawing/2014/main" id="{583EF8DB-7B61-B179-34F9-C569B081208A}"/>
              </a:ext>
            </a:extLst>
          </p:cNvPr>
          <p:cNvSpPr/>
          <p:nvPr/>
        </p:nvSpPr>
        <p:spPr>
          <a:xfrm>
            <a:off x="4305170" y="3408704"/>
            <a:ext cx="288000" cy="56707"/>
          </a:xfrm>
          <a:prstGeom prst="rect">
            <a:avLst/>
          </a:prstGeom>
          <a:noFill/>
          <a:ln/>
        </p:spPr>
        <p:txBody>
          <a:bodyPr wrap="square" lIns="0" tIns="0" rIns="0" bIns="0" rtlCol="0" anchor="ctr"/>
          <a:lstStyle/>
          <a:p>
            <a:pPr algn="ctr"/>
            <a:r>
              <a:rPr lang="es-MX" sz="600" noProof="0">
                <a:latin typeface="Arial" pitchFamily="34" charset="0"/>
                <a:cs typeface="Arial" pitchFamily="34" charset="-120"/>
              </a:rPr>
              <a:t>Diseño</a:t>
            </a:r>
          </a:p>
        </p:txBody>
      </p:sp>
      <p:sp>
        <p:nvSpPr>
          <p:cNvPr id="914" name="Shape 64">
            <a:extLst>
              <a:ext uri="{FF2B5EF4-FFF2-40B4-BE49-F238E27FC236}">
                <a16:creationId xmlns:a16="http://schemas.microsoft.com/office/drawing/2014/main" id="{EEC3A31C-FE74-C1C9-2210-FA06013101FD}"/>
              </a:ext>
            </a:extLst>
          </p:cNvPr>
          <p:cNvSpPr/>
          <p:nvPr/>
        </p:nvSpPr>
        <p:spPr>
          <a:xfrm>
            <a:off x="5162092" y="3396059"/>
            <a:ext cx="684000" cy="108000"/>
          </a:xfrm>
          <a:prstGeom prst="roundRect">
            <a:avLst>
              <a:gd name="adj" fmla="val 20000"/>
            </a:avLst>
          </a:prstGeom>
          <a:solidFill>
            <a:srgbClr val="FFE08A"/>
          </a:solidFill>
          <a:ln w="12700">
            <a:solidFill>
              <a:srgbClr val="FF0000"/>
            </a:solidFill>
            <a:prstDash val="sysDash"/>
          </a:ln>
        </p:spPr>
        <p:txBody>
          <a:bodyPr/>
          <a:lstStyle/>
          <a:p>
            <a:endParaRPr lang="es-MX" noProof="0"/>
          </a:p>
        </p:txBody>
      </p:sp>
      <p:sp>
        <p:nvSpPr>
          <p:cNvPr id="916" name="Text 75">
            <a:extLst>
              <a:ext uri="{FF2B5EF4-FFF2-40B4-BE49-F238E27FC236}">
                <a16:creationId xmlns:a16="http://schemas.microsoft.com/office/drawing/2014/main" id="{8B90A712-652C-869C-4802-9899C4E80225}"/>
              </a:ext>
            </a:extLst>
          </p:cNvPr>
          <p:cNvSpPr/>
          <p:nvPr/>
        </p:nvSpPr>
        <p:spPr>
          <a:xfrm>
            <a:off x="5170620" y="3393009"/>
            <a:ext cx="648000" cy="98200"/>
          </a:xfrm>
          <a:prstGeom prst="rect">
            <a:avLst/>
          </a:prstGeom>
          <a:noFill/>
          <a:ln/>
        </p:spPr>
        <p:txBody>
          <a:bodyPr wrap="square" lIns="0" tIns="0" rIns="0" bIns="0" rtlCol="0" anchor="ctr"/>
          <a:lstStyle/>
          <a:p>
            <a:pPr algn="ctr"/>
            <a:r>
              <a:rPr lang="es-MX" sz="600" noProof="0">
                <a:latin typeface="Arial" pitchFamily="34" charset="0"/>
                <a:cs typeface="Arial" pitchFamily="34" charset="-120"/>
              </a:rPr>
              <a:t>Implementación</a:t>
            </a:r>
          </a:p>
        </p:txBody>
      </p:sp>
      <p:sp>
        <p:nvSpPr>
          <p:cNvPr id="946" name="Text 100">
            <a:extLst>
              <a:ext uri="{FF2B5EF4-FFF2-40B4-BE49-F238E27FC236}">
                <a16:creationId xmlns:a16="http://schemas.microsoft.com/office/drawing/2014/main" id="{113AF6C9-5FF8-B352-F885-0C0F728043C3}"/>
              </a:ext>
            </a:extLst>
          </p:cNvPr>
          <p:cNvSpPr/>
          <p:nvPr/>
        </p:nvSpPr>
        <p:spPr>
          <a:xfrm>
            <a:off x="5564306" y="4982847"/>
            <a:ext cx="836805" cy="87999"/>
          </a:xfrm>
          <a:prstGeom prst="rect">
            <a:avLst/>
          </a:prstGeom>
          <a:noFill/>
          <a:ln>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600" noProof="0">
                <a:latin typeface="Arial" panose="020B0604020202020204" pitchFamily="34" charset="0"/>
                <a:cs typeface="Arial" panose="020B0604020202020204" pitchFamily="34" charset="0"/>
              </a:rPr>
              <a:t>Preparación UAT</a:t>
            </a:r>
            <a:endParaRPr kumimoji="0" lang="es-MX" sz="6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947" name="Rectangle 946">
            <a:extLst>
              <a:ext uri="{FF2B5EF4-FFF2-40B4-BE49-F238E27FC236}">
                <a16:creationId xmlns:a16="http://schemas.microsoft.com/office/drawing/2014/main" id="{C73A10C3-2333-06C8-1582-68A1A7E5AFE1}"/>
              </a:ext>
            </a:extLst>
          </p:cNvPr>
          <p:cNvSpPr/>
          <p:nvPr/>
        </p:nvSpPr>
        <p:spPr>
          <a:xfrm>
            <a:off x="9635017" y="3895655"/>
            <a:ext cx="2506162" cy="193821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es-MX" sz="800" b="1" noProof="0">
                <a:solidFill>
                  <a:schemeClr val="tx1"/>
                </a:solidFill>
              </a:rPr>
              <a:t>       Dependencias críticas</a:t>
            </a:r>
            <a:endParaRPr lang="es-MX" sz="800" noProof="0">
              <a:solidFill>
                <a:schemeClr val="tx1"/>
              </a:solidFill>
            </a:endParaRPr>
          </a:p>
          <a:p>
            <a:endParaRPr lang="es-MX" sz="800" b="1" noProof="0">
              <a:solidFill>
                <a:schemeClr val="tx1"/>
              </a:solidFill>
            </a:endParaRPr>
          </a:p>
          <a:p>
            <a:pPr marL="228600" indent="-228600">
              <a:buFont typeface="+mj-lt"/>
              <a:buAutoNum type="arabicPeriod"/>
            </a:pPr>
            <a:r>
              <a:rPr lang="es-MX" sz="700" noProof="0">
                <a:solidFill>
                  <a:schemeClr val="tx1"/>
                </a:solidFill>
              </a:rPr>
              <a:t>Implementación solución e integraciones completado antes de comienzo pruebas integradas</a:t>
            </a:r>
          </a:p>
          <a:p>
            <a:pPr marL="228600" indent="-228600">
              <a:buFont typeface="+mj-lt"/>
              <a:buAutoNum type="arabicPeriod"/>
            </a:pPr>
            <a:r>
              <a:rPr lang="es-MX" sz="700" noProof="0">
                <a:solidFill>
                  <a:schemeClr val="tx1"/>
                </a:solidFill>
              </a:rPr>
              <a:t>Habilitación entornos SIT/UAT/Pre-Prod</a:t>
            </a:r>
          </a:p>
          <a:p>
            <a:pPr marL="228600" indent="-228600">
              <a:buFont typeface="+mj-lt"/>
              <a:buAutoNum type="arabicPeriod"/>
            </a:pPr>
            <a:r>
              <a:rPr lang="es-MX" sz="700" noProof="0">
                <a:solidFill>
                  <a:schemeClr val="tx1"/>
                </a:solidFill>
              </a:rPr>
              <a:t>Entorno SIT homologado actualizado con aplicativos, probado y estabilizado , comunicaciones de INFRA certificadas y arquitectura conectada antes de comenzar pruebas SIT</a:t>
            </a:r>
          </a:p>
          <a:p>
            <a:pPr marL="228600" indent="-228600">
              <a:buFont typeface="+mj-lt"/>
              <a:buAutoNum type="arabicPeriod"/>
            </a:pPr>
            <a:r>
              <a:rPr lang="es-MX" sz="700" noProof="0">
                <a:solidFill>
                  <a:schemeClr val="tx1"/>
                </a:solidFill>
              </a:rPr>
              <a:t>Pruebas de ensamblaje antes de comenzar SIT</a:t>
            </a:r>
          </a:p>
          <a:p>
            <a:pPr marL="228600" indent="-228600">
              <a:buFont typeface="+mj-lt"/>
              <a:buAutoNum type="arabicPeriod"/>
            </a:pPr>
            <a:r>
              <a:rPr lang="es-MX" sz="700" noProof="0">
                <a:solidFill>
                  <a:schemeClr val="tx1"/>
                </a:solidFill>
              </a:rPr>
              <a:t>Entorno actualizado estabilizado Pre Prod</a:t>
            </a:r>
          </a:p>
          <a:p>
            <a:pPr marL="228600" indent="-228600">
              <a:buFont typeface="+mj-lt"/>
              <a:buAutoNum type="arabicPeriod"/>
            </a:pPr>
            <a:r>
              <a:rPr lang="es-MX" sz="700" noProof="0">
                <a:solidFill>
                  <a:schemeClr val="tx1"/>
                </a:solidFill>
              </a:rPr>
              <a:t>Entorno actualizado estabilizado UAT</a:t>
            </a:r>
          </a:p>
          <a:p>
            <a:pPr marL="228600" indent="-228600">
              <a:buFont typeface="+mj-lt"/>
              <a:buAutoNum type="arabicPeriod"/>
            </a:pPr>
            <a:r>
              <a:rPr lang="es-MX" sz="700" noProof="0">
                <a:solidFill>
                  <a:schemeClr val="tx1"/>
                </a:solidFill>
              </a:rPr>
              <a:t>Implementador CAT onboarded</a:t>
            </a:r>
          </a:p>
          <a:p>
            <a:pPr marL="228600" indent="-228600">
              <a:buFont typeface="+mj-lt"/>
              <a:buAutoNum type="arabicPeriod"/>
            </a:pPr>
            <a:r>
              <a:rPr lang="es-MX" sz="700" noProof="0">
                <a:solidFill>
                  <a:schemeClr val="tx1"/>
                </a:solidFill>
              </a:rPr>
              <a:t>Fin pruebas integradas habilita decisión GO a simulacros de producción</a:t>
            </a:r>
          </a:p>
          <a:p>
            <a:pPr marL="228600" indent="-228600">
              <a:buFont typeface="+mj-lt"/>
              <a:buAutoNum type="arabicPeriod"/>
            </a:pPr>
            <a:endParaRPr lang="es-MX" sz="1200" noProof="0">
              <a:solidFill>
                <a:schemeClr val="tx1"/>
              </a:solidFill>
            </a:endParaRPr>
          </a:p>
          <a:p>
            <a:pPr algn="ctr"/>
            <a:endParaRPr lang="es-MX" sz="1200" noProof="0">
              <a:solidFill>
                <a:schemeClr val="tx1"/>
              </a:solidFill>
            </a:endParaRPr>
          </a:p>
        </p:txBody>
      </p:sp>
      <p:grpSp>
        <p:nvGrpSpPr>
          <p:cNvPr id="949" name="Group 948">
            <a:extLst>
              <a:ext uri="{FF2B5EF4-FFF2-40B4-BE49-F238E27FC236}">
                <a16:creationId xmlns:a16="http://schemas.microsoft.com/office/drawing/2014/main" id="{50B952D6-E64D-971C-5E6C-9E7499A17ACC}"/>
              </a:ext>
            </a:extLst>
          </p:cNvPr>
          <p:cNvGrpSpPr/>
          <p:nvPr/>
        </p:nvGrpSpPr>
        <p:grpSpPr>
          <a:xfrm>
            <a:off x="9659966" y="3963872"/>
            <a:ext cx="179950" cy="108000"/>
            <a:chOff x="1870218" y="2004012"/>
            <a:chExt cx="108000" cy="108000"/>
          </a:xfrm>
        </p:grpSpPr>
        <p:sp>
          <p:nvSpPr>
            <p:cNvPr id="950" name="Isosceles Triangle 949">
              <a:extLst>
                <a:ext uri="{FF2B5EF4-FFF2-40B4-BE49-F238E27FC236}">
                  <a16:creationId xmlns:a16="http://schemas.microsoft.com/office/drawing/2014/main" id="{3ED98D62-05AD-E8D5-DDB8-4119F361052C}"/>
                </a:ext>
              </a:extLst>
            </p:cNvPr>
            <p:cNvSpPr/>
            <p:nvPr/>
          </p:nvSpPr>
          <p:spPr bwMode="gray">
            <a:xfrm>
              <a:off x="1870218" y="2004012"/>
              <a:ext cx="108000" cy="108000"/>
            </a:xfrm>
            <a:prstGeom prst="triangle">
              <a:avLst/>
            </a:prstGeom>
            <a:solidFill>
              <a:srgbClr val="FF0000"/>
            </a:solidFill>
            <a:ln w="9525" cap="rnd" cmpd="sng" algn="ctr">
              <a:solidFill>
                <a:srgbClr val="FF0000"/>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800" b="0" i="0" u="none" strike="noStrike" kern="1200" cap="none" spc="0" normalizeH="0" baseline="0" noProof="0">
                <a:ln>
                  <a:noFill/>
                </a:ln>
                <a:solidFill>
                  <a:schemeClr val="bg1"/>
                </a:solidFill>
                <a:effectLst/>
                <a:uLnTx/>
                <a:uFillTx/>
                <a:latin typeface="Tahoma"/>
                <a:ea typeface="+mn-ea"/>
                <a:cs typeface="+mn-cs"/>
              </a:endParaRPr>
            </a:p>
          </p:txBody>
        </p:sp>
        <p:sp>
          <p:nvSpPr>
            <p:cNvPr id="951" name="TextBox 950">
              <a:extLst>
                <a:ext uri="{FF2B5EF4-FFF2-40B4-BE49-F238E27FC236}">
                  <a16:creationId xmlns:a16="http://schemas.microsoft.com/office/drawing/2014/main" id="{A329ED0F-8ADF-AF2F-4FAC-9DA04FDF042D}"/>
                </a:ext>
              </a:extLst>
            </p:cNvPr>
            <p:cNvSpPr txBox="1"/>
            <p:nvPr/>
          </p:nvSpPr>
          <p:spPr>
            <a:xfrm>
              <a:off x="1886298" y="2035015"/>
              <a:ext cx="72000" cy="72000"/>
            </a:xfrm>
            <a:prstGeom prst="rect">
              <a:avLst/>
            </a:prstGeom>
            <a:noFill/>
          </p:spPr>
          <p:txBody>
            <a:bodyPr wrap="square" lIns="0" tIns="0" rIns="0" bIns="0" rtlCol="0" anchor="ctr">
              <a:noAutofit/>
            </a:bodyPr>
            <a:lstStyle/>
            <a:p>
              <a:pPr algn="ctr" defTabSz="228600">
                <a:spcAft>
                  <a:spcPts val="1200"/>
                </a:spcAft>
              </a:pPr>
              <a:endParaRPr lang="es-ES_tradnl" sz="600" noProof="0">
                <a:solidFill>
                  <a:schemeClr val="bg1"/>
                </a:solidFill>
              </a:endParaRPr>
            </a:p>
          </p:txBody>
        </p:sp>
      </p:grpSp>
      <p:grpSp>
        <p:nvGrpSpPr>
          <p:cNvPr id="954" name="Group 953">
            <a:extLst>
              <a:ext uri="{FF2B5EF4-FFF2-40B4-BE49-F238E27FC236}">
                <a16:creationId xmlns:a16="http://schemas.microsoft.com/office/drawing/2014/main" id="{25AC8459-2A98-50DE-7A90-4F03FC505687}"/>
              </a:ext>
            </a:extLst>
          </p:cNvPr>
          <p:cNvGrpSpPr/>
          <p:nvPr/>
        </p:nvGrpSpPr>
        <p:grpSpPr>
          <a:xfrm>
            <a:off x="5745341" y="1500261"/>
            <a:ext cx="179950" cy="108000"/>
            <a:chOff x="1870218" y="2004012"/>
            <a:chExt cx="108000" cy="108000"/>
          </a:xfrm>
        </p:grpSpPr>
        <p:sp>
          <p:nvSpPr>
            <p:cNvPr id="955" name="Isosceles Triangle 954">
              <a:extLst>
                <a:ext uri="{FF2B5EF4-FFF2-40B4-BE49-F238E27FC236}">
                  <a16:creationId xmlns:a16="http://schemas.microsoft.com/office/drawing/2014/main" id="{B4C9A85C-CAF3-E035-F193-96BA7402DCE5}"/>
                </a:ext>
              </a:extLst>
            </p:cNvPr>
            <p:cNvSpPr/>
            <p:nvPr/>
          </p:nvSpPr>
          <p:spPr bwMode="gray">
            <a:xfrm>
              <a:off x="1870218" y="2004012"/>
              <a:ext cx="108000" cy="108000"/>
            </a:xfrm>
            <a:prstGeom prst="triangle">
              <a:avLst/>
            </a:prstGeom>
            <a:solidFill>
              <a:srgbClr val="FF0000"/>
            </a:solidFill>
            <a:ln w="9525" cap="rnd" cmpd="sng" algn="ctr">
              <a:solidFill>
                <a:srgbClr val="FF0000"/>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800" b="0" i="0" u="none" strike="noStrike" kern="1200" cap="none" spc="0" normalizeH="0" baseline="0" noProof="0">
                <a:ln>
                  <a:noFill/>
                </a:ln>
                <a:solidFill>
                  <a:schemeClr val="bg1"/>
                </a:solidFill>
                <a:effectLst/>
                <a:uLnTx/>
                <a:uFillTx/>
                <a:latin typeface="Tahoma"/>
                <a:ea typeface="+mn-ea"/>
                <a:cs typeface="+mn-cs"/>
              </a:endParaRPr>
            </a:p>
          </p:txBody>
        </p:sp>
        <p:sp>
          <p:nvSpPr>
            <p:cNvPr id="956" name="TextBox 955">
              <a:extLst>
                <a:ext uri="{FF2B5EF4-FFF2-40B4-BE49-F238E27FC236}">
                  <a16:creationId xmlns:a16="http://schemas.microsoft.com/office/drawing/2014/main" id="{D110E14A-0ABD-73F8-8E0E-DE8C3273DD34}"/>
                </a:ext>
              </a:extLst>
            </p:cNvPr>
            <p:cNvSpPr txBox="1"/>
            <p:nvPr/>
          </p:nvSpPr>
          <p:spPr>
            <a:xfrm>
              <a:off x="1886298" y="2035015"/>
              <a:ext cx="72000" cy="72000"/>
            </a:xfrm>
            <a:prstGeom prst="rect">
              <a:avLst/>
            </a:prstGeom>
            <a:noFill/>
          </p:spPr>
          <p:txBody>
            <a:bodyPr wrap="square" lIns="0" tIns="0" rIns="0" bIns="0" rtlCol="0" anchor="ctr">
              <a:noAutofit/>
            </a:bodyPr>
            <a:lstStyle/>
            <a:p>
              <a:pPr algn="ctr" defTabSz="228600">
                <a:spcAft>
                  <a:spcPts val="1200"/>
                </a:spcAft>
              </a:pPr>
              <a:r>
                <a:rPr lang="es-MX" sz="600" noProof="0">
                  <a:solidFill>
                    <a:schemeClr val="bg1"/>
                  </a:solidFill>
                </a:rPr>
                <a:t>1</a:t>
              </a:r>
              <a:endParaRPr lang="es-MX" sz="1000" noProof="0">
                <a:solidFill>
                  <a:schemeClr val="bg1"/>
                </a:solidFill>
              </a:endParaRPr>
            </a:p>
          </p:txBody>
        </p:sp>
      </p:grpSp>
      <p:grpSp>
        <p:nvGrpSpPr>
          <p:cNvPr id="65" name="Group 64">
            <a:extLst>
              <a:ext uri="{FF2B5EF4-FFF2-40B4-BE49-F238E27FC236}">
                <a16:creationId xmlns:a16="http://schemas.microsoft.com/office/drawing/2014/main" id="{BE3ACFF6-F999-A5B9-6E77-72D0B3B64993}"/>
              </a:ext>
            </a:extLst>
          </p:cNvPr>
          <p:cNvGrpSpPr/>
          <p:nvPr/>
        </p:nvGrpSpPr>
        <p:grpSpPr>
          <a:xfrm>
            <a:off x="5731326" y="2291904"/>
            <a:ext cx="179950" cy="108000"/>
            <a:chOff x="1870218" y="2004012"/>
            <a:chExt cx="108000" cy="108000"/>
          </a:xfrm>
        </p:grpSpPr>
        <p:sp>
          <p:nvSpPr>
            <p:cNvPr id="69" name="Isosceles Triangle 68">
              <a:extLst>
                <a:ext uri="{FF2B5EF4-FFF2-40B4-BE49-F238E27FC236}">
                  <a16:creationId xmlns:a16="http://schemas.microsoft.com/office/drawing/2014/main" id="{0FB11637-31AE-1FCE-A88D-49875B4883A7}"/>
                </a:ext>
              </a:extLst>
            </p:cNvPr>
            <p:cNvSpPr/>
            <p:nvPr/>
          </p:nvSpPr>
          <p:spPr bwMode="gray">
            <a:xfrm>
              <a:off x="1870218" y="2004012"/>
              <a:ext cx="108000" cy="108000"/>
            </a:xfrm>
            <a:prstGeom prst="triangle">
              <a:avLst/>
            </a:prstGeom>
            <a:solidFill>
              <a:srgbClr val="FF0000"/>
            </a:solidFill>
            <a:ln w="9525" cap="rnd" cmpd="sng" algn="ctr">
              <a:solidFill>
                <a:srgbClr val="FF0000"/>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800" b="0" i="0" u="none" strike="noStrike" kern="1200" cap="none" spc="0" normalizeH="0" baseline="0" noProof="0">
                <a:ln>
                  <a:noFill/>
                </a:ln>
                <a:solidFill>
                  <a:schemeClr val="bg1"/>
                </a:solidFill>
                <a:effectLst/>
                <a:uLnTx/>
                <a:uFillTx/>
                <a:latin typeface="Tahoma"/>
                <a:ea typeface="+mn-ea"/>
                <a:cs typeface="+mn-cs"/>
              </a:endParaRPr>
            </a:p>
          </p:txBody>
        </p:sp>
        <p:sp>
          <p:nvSpPr>
            <p:cNvPr id="73" name="TextBox 72">
              <a:extLst>
                <a:ext uri="{FF2B5EF4-FFF2-40B4-BE49-F238E27FC236}">
                  <a16:creationId xmlns:a16="http://schemas.microsoft.com/office/drawing/2014/main" id="{9AB4D416-D62D-54A6-E1AF-CD91041C7D22}"/>
                </a:ext>
              </a:extLst>
            </p:cNvPr>
            <p:cNvSpPr txBox="1"/>
            <p:nvPr/>
          </p:nvSpPr>
          <p:spPr>
            <a:xfrm>
              <a:off x="1886298" y="2035015"/>
              <a:ext cx="72000" cy="72000"/>
            </a:xfrm>
            <a:prstGeom prst="rect">
              <a:avLst/>
            </a:prstGeom>
            <a:noFill/>
          </p:spPr>
          <p:txBody>
            <a:bodyPr wrap="square" lIns="0" tIns="0" rIns="0" bIns="0" rtlCol="0" anchor="ctr">
              <a:noAutofit/>
            </a:bodyPr>
            <a:lstStyle/>
            <a:p>
              <a:pPr algn="ctr" defTabSz="228600">
                <a:spcAft>
                  <a:spcPts val="1200"/>
                </a:spcAft>
              </a:pPr>
              <a:r>
                <a:rPr lang="es-MX" sz="600" noProof="0">
                  <a:solidFill>
                    <a:schemeClr val="bg1"/>
                  </a:solidFill>
                </a:rPr>
                <a:t>1</a:t>
              </a:r>
              <a:endParaRPr lang="es-MX" sz="1000" noProof="0">
                <a:solidFill>
                  <a:schemeClr val="bg1"/>
                </a:solidFill>
              </a:endParaRPr>
            </a:p>
          </p:txBody>
        </p:sp>
      </p:grpSp>
      <p:grpSp>
        <p:nvGrpSpPr>
          <p:cNvPr id="75" name="Group 74">
            <a:extLst>
              <a:ext uri="{FF2B5EF4-FFF2-40B4-BE49-F238E27FC236}">
                <a16:creationId xmlns:a16="http://schemas.microsoft.com/office/drawing/2014/main" id="{41C4D802-4662-29A9-BA3E-8F9697743DEE}"/>
              </a:ext>
            </a:extLst>
          </p:cNvPr>
          <p:cNvGrpSpPr/>
          <p:nvPr/>
        </p:nvGrpSpPr>
        <p:grpSpPr>
          <a:xfrm>
            <a:off x="5731326" y="3118868"/>
            <a:ext cx="179950" cy="108000"/>
            <a:chOff x="1870218" y="2004012"/>
            <a:chExt cx="108000" cy="108000"/>
          </a:xfrm>
        </p:grpSpPr>
        <p:sp>
          <p:nvSpPr>
            <p:cNvPr id="76" name="Isosceles Triangle 75">
              <a:extLst>
                <a:ext uri="{FF2B5EF4-FFF2-40B4-BE49-F238E27FC236}">
                  <a16:creationId xmlns:a16="http://schemas.microsoft.com/office/drawing/2014/main" id="{EF5E7C4D-9063-FC9E-7583-711394782E4C}"/>
                </a:ext>
              </a:extLst>
            </p:cNvPr>
            <p:cNvSpPr/>
            <p:nvPr/>
          </p:nvSpPr>
          <p:spPr bwMode="gray">
            <a:xfrm>
              <a:off x="1870218" y="2004012"/>
              <a:ext cx="108000" cy="108000"/>
            </a:xfrm>
            <a:prstGeom prst="triangle">
              <a:avLst/>
            </a:prstGeom>
            <a:solidFill>
              <a:srgbClr val="FF0000"/>
            </a:solidFill>
            <a:ln w="9525" cap="rnd" cmpd="sng" algn="ctr">
              <a:solidFill>
                <a:srgbClr val="FF0000"/>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800" b="0" i="0" u="none" strike="noStrike" kern="1200" cap="none" spc="0" normalizeH="0" baseline="0" noProof="0">
                <a:ln>
                  <a:noFill/>
                </a:ln>
                <a:solidFill>
                  <a:schemeClr val="bg1"/>
                </a:solidFill>
                <a:effectLst/>
                <a:uLnTx/>
                <a:uFillTx/>
                <a:latin typeface="Tahoma"/>
                <a:ea typeface="+mn-ea"/>
                <a:cs typeface="+mn-cs"/>
              </a:endParaRPr>
            </a:p>
          </p:txBody>
        </p:sp>
        <p:sp>
          <p:nvSpPr>
            <p:cNvPr id="81" name="TextBox 80">
              <a:extLst>
                <a:ext uri="{FF2B5EF4-FFF2-40B4-BE49-F238E27FC236}">
                  <a16:creationId xmlns:a16="http://schemas.microsoft.com/office/drawing/2014/main" id="{B61196CC-3DCE-9A61-C215-50BE245F5B11}"/>
                </a:ext>
              </a:extLst>
            </p:cNvPr>
            <p:cNvSpPr txBox="1"/>
            <p:nvPr/>
          </p:nvSpPr>
          <p:spPr>
            <a:xfrm>
              <a:off x="1886298" y="2035015"/>
              <a:ext cx="72000" cy="72000"/>
            </a:xfrm>
            <a:prstGeom prst="rect">
              <a:avLst/>
            </a:prstGeom>
            <a:noFill/>
          </p:spPr>
          <p:txBody>
            <a:bodyPr wrap="square" lIns="0" tIns="0" rIns="0" bIns="0" rtlCol="0" anchor="ctr">
              <a:noAutofit/>
            </a:bodyPr>
            <a:lstStyle/>
            <a:p>
              <a:pPr algn="ctr" defTabSz="228600">
                <a:spcAft>
                  <a:spcPts val="1200"/>
                </a:spcAft>
              </a:pPr>
              <a:r>
                <a:rPr lang="es-MX" sz="600" noProof="0">
                  <a:solidFill>
                    <a:schemeClr val="bg1"/>
                  </a:solidFill>
                </a:rPr>
                <a:t>1</a:t>
              </a:r>
              <a:endParaRPr lang="es-MX" sz="1000" noProof="0">
                <a:solidFill>
                  <a:schemeClr val="bg1"/>
                </a:solidFill>
              </a:endParaRPr>
            </a:p>
          </p:txBody>
        </p:sp>
      </p:grpSp>
      <p:grpSp>
        <p:nvGrpSpPr>
          <p:cNvPr id="83" name="Group 82">
            <a:extLst>
              <a:ext uri="{FF2B5EF4-FFF2-40B4-BE49-F238E27FC236}">
                <a16:creationId xmlns:a16="http://schemas.microsoft.com/office/drawing/2014/main" id="{C05D0B1C-6CBA-350E-17E0-60E8A934BAB4}"/>
              </a:ext>
            </a:extLst>
          </p:cNvPr>
          <p:cNvGrpSpPr/>
          <p:nvPr/>
        </p:nvGrpSpPr>
        <p:grpSpPr>
          <a:xfrm>
            <a:off x="5730166" y="4088642"/>
            <a:ext cx="179950" cy="108000"/>
            <a:chOff x="1870218" y="2004012"/>
            <a:chExt cx="108000" cy="108000"/>
          </a:xfrm>
        </p:grpSpPr>
        <p:sp>
          <p:nvSpPr>
            <p:cNvPr id="85" name="Isosceles Triangle 84">
              <a:extLst>
                <a:ext uri="{FF2B5EF4-FFF2-40B4-BE49-F238E27FC236}">
                  <a16:creationId xmlns:a16="http://schemas.microsoft.com/office/drawing/2014/main" id="{BB7EB114-E325-D739-8A84-E1C996618CB4}"/>
                </a:ext>
              </a:extLst>
            </p:cNvPr>
            <p:cNvSpPr/>
            <p:nvPr/>
          </p:nvSpPr>
          <p:spPr bwMode="gray">
            <a:xfrm>
              <a:off x="1870218" y="2004012"/>
              <a:ext cx="108000" cy="108000"/>
            </a:xfrm>
            <a:prstGeom prst="triangle">
              <a:avLst/>
            </a:prstGeom>
            <a:solidFill>
              <a:srgbClr val="FF0000"/>
            </a:solidFill>
            <a:ln w="9525" cap="rnd" cmpd="sng" algn="ctr">
              <a:solidFill>
                <a:srgbClr val="FF0000"/>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800" b="0" i="0" u="none" strike="noStrike" kern="1200" cap="none" spc="0" normalizeH="0" baseline="0" noProof="0">
                <a:ln>
                  <a:noFill/>
                </a:ln>
                <a:solidFill>
                  <a:schemeClr val="bg1"/>
                </a:solidFill>
                <a:effectLst/>
                <a:uLnTx/>
                <a:uFillTx/>
                <a:latin typeface="Tahoma"/>
                <a:ea typeface="+mn-ea"/>
                <a:cs typeface="+mn-cs"/>
              </a:endParaRPr>
            </a:p>
          </p:txBody>
        </p:sp>
        <p:sp>
          <p:nvSpPr>
            <p:cNvPr id="86" name="TextBox 85">
              <a:extLst>
                <a:ext uri="{FF2B5EF4-FFF2-40B4-BE49-F238E27FC236}">
                  <a16:creationId xmlns:a16="http://schemas.microsoft.com/office/drawing/2014/main" id="{751FCD86-198D-E93D-52DC-3D3B440D64A3}"/>
                </a:ext>
              </a:extLst>
            </p:cNvPr>
            <p:cNvSpPr txBox="1"/>
            <p:nvPr/>
          </p:nvSpPr>
          <p:spPr>
            <a:xfrm>
              <a:off x="1886298" y="2035015"/>
              <a:ext cx="72000" cy="72000"/>
            </a:xfrm>
            <a:prstGeom prst="rect">
              <a:avLst/>
            </a:prstGeom>
            <a:noFill/>
          </p:spPr>
          <p:txBody>
            <a:bodyPr wrap="square" lIns="0" tIns="0" rIns="0" bIns="0" rtlCol="0" anchor="ctr">
              <a:noAutofit/>
            </a:bodyPr>
            <a:lstStyle/>
            <a:p>
              <a:pPr algn="ctr" defTabSz="228600">
                <a:spcAft>
                  <a:spcPts val="1200"/>
                </a:spcAft>
              </a:pPr>
              <a:r>
                <a:rPr lang="es-MX" sz="600" noProof="0">
                  <a:solidFill>
                    <a:schemeClr val="bg1"/>
                  </a:solidFill>
                </a:rPr>
                <a:t>1</a:t>
              </a:r>
              <a:endParaRPr lang="es-MX" sz="1000" noProof="0">
                <a:solidFill>
                  <a:schemeClr val="bg1"/>
                </a:solidFill>
              </a:endParaRPr>
            </a:p>
          </p:txBody>
        </p:sp>
      </p:grpSp>
      <p:grpSp>
        <p:nvGrpSpPr>
          <p:cNvPr id="88" name="Group 87">
            <a:extLst>
              <a:ext uri="{FF2B5EF4-FFF2-40B4-BE49-F238E27FC236}">
                <a16:creationId xmlns:a16="http://schemas.microsoft.com/office/drawing/2014/main" id="{B0501AF1-9F11-C344-6FB7-6EBB468EFC9E}"/>
              </a:ext>
            </a:extLst>
          </p:cNvPr>
          <p:cNvGrpSpPr/>
          <p:nvPr/>
        </p:nvGrpSpPr>
        <p:grpSpPr>
          <a:xfrm>
            <a:off x="5126763" y="4623311"/>
            <a:ext cx="179950" cy="108000"/>
            <a:chOff x="1870218" y="2004012"/>
            <a:chExt cx="108000" cy="108000"/>
          </a:xfrm>
        </p:grpSpPr>
        <p:sp>
          <p:nvSpPr>
            <p:cNvPr id="90" name="Isosceles Triangle 89">
              <a:extLst>
                <a:ext uri="{FF2B5EF4-FFF2-40B4-BE49-F238E27FC236}">
                  <a16:creationId xmlns:a16="http://schemas.microsoft.com/office/drawing/2014/main" id="{F1B10A07-815E-3893-7A0D-9722B3FA925F}"/>
                </a:ext>
              </a:extLst>
            </p:cNvPr>
            <p:cNvSpPr/>
            <p:nvPr/>
          </p:nvSpPr>
          <p:spPr bwMode="gray">
            <a:xfrm>
              <a:off x="1870218" y="2004012"/>
              <a:ext cx="108000" cy="108000"/>
            </a:xfrm>
            <a:prstGeom prst="triangle">
              <a:avLst/>
            </a:prstGeom>
            <a:solidFill>
              <a:srgbClr val="FF0000"/>
            </a:solidFill>
            <a:ln w="9525" cap="rnd" cmpd="sng" algn="ctr">
              <a:solidFill>
                <a:srgbClr val="FF0000"/>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800" b="0" i="0" u="none" strike="noStrike" kern="1200" cap="none" spc="0" normalizeH="0" baseline="0" noProof="0">
                <a:ln>
                  <a:noFill/>
                </a:ln>
                <a:solidFill>
                  <a:schemeClr val="bg1"/>
                </a:solidFill>
                <a:effectLst/>
                <a:uLnTx/>
                <a:uFillTx/>
                <a:latin typeface="Tahoma"/>
                <a:ea typeface="+mn-ea"/>
                <a:cs typeface="+mn-cs"/>
              </a:endParaRPr>
            </a:p>
          </p:txBody>
        </p:sp>
        <p:sp>
          <p:nvSpPr>
            <p:cNvPr id="92" name="TextBox 91">
              <a:extLst>
                <a:ext uri="{FF2B5EF4-FFF2-40B4-BE49-F238E27FC236}">
                  <a16:creationId xmlns:a16="http://schemas.microsoft.com/office/drawing/2014/main" id="{1EC1B08A-46F8-AAE2-D7A9-9177CF98F46C}"/>
                </a:ext>
              </a:extLst>
            </p:cNvPr>
            <p:cNvSpPr txBox="1"/>
            <p:nvPr/>
          </p:nvSpPr>
          <p:spPr>
            <a:xfrm>
              <a:off x="1886298" y="2035015"/>
              <a:ext cx="72000" cy="72000"/>
            </a:xfrm>
            <a:prstGeom prst="rect">
              <a:avLst/>
            </a:prstGeom>
            <a:noFill/>
          </p:spPr>
          <p:txBody>
            <a:bodyPr wrap="square" lIns="0" tIns="0" rIns="0" bIns="0" rtlCol="0" anchor="ctr">
              <a:noAutofit/>
            </a:bodyPr>
            <a:lstStyle/>
            <a:p>
              <a:pPr algn="ctr" defTabSz="228600">
                <a:spcAft>
                  <a:spcPts val="1200"/>
                </a:spcAft>
              </a:pPr>
              <a:r>
                <a:rPr lang="es-MX" sz="600" noProof="0">
                  <a:solidFill>
                    <a:schemeClr val="bg1"/>
                  </a:solidFill>
                </a:rPr>
                <a:t>1</a:t>
              </a:r>
              <a:endParaRPr lang="es-MX" sz="1000" noProof="0">
                <a:solidFill>
                  <a:schemeClr val="bg1"/>
                </a:solidFill>
              </a:endParaRPr>
            </a:p>
          </p:txBody>
        </p:sp>
      </p:grpSp>
      <p:grpSp>
        <p:nvGrpSpPr>
          <p:cNvPr id="747" name="Group 746">
            <a:extLst>
              <a:ext uri="{FF2B5EF4-FFF2-40B4-BE49-F238E27FC236}">
                <a16:creationId xmlns:a16="http://schemas.microsoft.com/office/drawing/2014/main" id="{87EF9ABA-D1DC-D391-103A-DAC52FD6E545}"/>
              </a:ext>
            </a:extLst>
          </p:cNvPr>
          <p:cNvGrpSpPr/>
          <p:nvPr/>
        </p:nvGrpSpPr>
        <p:grpSpPr>
          <a:xfrm>
            <a:off x="9697989" y="1134813"/>
            <a:ext cx="792000" cy="180000"/>
            <a:chOff x="9697989" y="1144795"/>
            <a:chExt cx="792000" cy="180000"/>
          </a:xfrm>
        </p:grpSpPr>
        <p:sp>
          <p:nvSpPr>
            <p:cNvPr id="110" name="Shape 5">
              <a:extLst>
                <a:ext uri="{FF2B5EF4-FFF2-40B4-BE49-F238E27FC236}">
                  <a16:creationId xmlns:a16="http://schemas.microsoft.com/office/drawing/2014/main" id="{D1831591-865A-E804-8219-28211CA68A1F}"/>
                </a:ext>
              </a:extLst>
            </p:cNvPr>
            <p:cNvSpPr/>
            <p:nvPr/>
          </p:nvSpPr>
          <p:spPr>
            <a:xfrm>
              <a:off x="9697989" y="1144795"/>
              <a:ext cx="792000" cy="180000"/>
            </a:xfrm>
            <a:prstGeom prst="rect">
              <a:avLst/>
            </a:prstGeom>
            <a:solidFill>
              <a:srgbClr val="FFE08A"/>
            </a:solidFill>
            <a:ln/>
          </p:spPr>
          <p:txBody>
            <a:bodyPr/>
            <a:lstStyle/>
            <a:p>
              <a:endParaRPr lang="es-ES_tradnl" noProof="0"/>
            </a:p>
          </p:txBody>
        </p:sp>
        <p:sp>
          <p:nvSpPr>
            <p:cNvPr id="113" name="Text 6">
              <a:extLst>
                <a:ext uri="{FF2B5EF4-FFF2-40B4-BE49-F238E27FC236}">
                  <a16:creationId xmlns:a16="http://schemas.microsoft.com/office/drawing/2014/main" id="{02F42BD3-0511-7BAA-826D-9CFF27C800EC}"/>
                </a:ext>
              </a:extLst>
            </p:cNvPr>
            <p:cNvSpPr/>
            <p:nvPr/>
          </p:nvSpPr>
          <p:spPr>
            <a:xfrm>
              <a:off x="9763990" y="1165526"/>
              <a:ext cx="612000" cy="144000"/>
            </a:xfrm>
            <a:prstGeom prst="rect">
              <a:avLst/>
            </a:prstGeom>
            <a:noFill/>
            <a:ln/>
          </p:spPr>
          <p:txBody>
            <a:bodyPr wrap="square" lIns="0" tIns="0" rIns="0" bIns="0" rtlCol="0" anchor="ctr"/>
            <a:lstStyle/>
            <a:p>
              <a:pPr marL="0" indent="0" algn="ctr">
                <a:buNone/>
              </a:pPr>
              <a:r>
                <a:rPr lang="es-MX" sz="800" noProof="0">
                  <a:solidFill>
                    <a:srgbClr val="1A1A1A"/>
                  </a:solidFill>
                  <a:ea typeface="Arial" pitchFamily="34" charset="-122"/>
                  <a:cs typeface="Arial" pitchFamily="34" charset="-120"/>
                </a:rPr>
                <a:t>Solución</a:t>
              </a:r>
              <a:endParaRPr lang="es-MX" sz="800" noProof="0"/>
            </a:p>
          </p:txBody>
        </p:sp>
      </p:grpSp>
      <p:grpSp>
        <p:nvGrpSpPr>
          <p:cNvPr id="746" name="Group 745">
            <a:extLst>
              <a:ext uri="{FF2B5EF4-FFF2-40B4-BE49-F238E27FC236}">
                <a16:creationId xmlns:a16="http://schemas.microsoft.com/office/drawing/2014/main" id="{A42195BF-B1CB-63F1-BB71-529C9AC4D861}"/>
              </a:ext>
            </a:extLst>
          </p:cNvPr>
          <p:cNvGrpSpPr/>
          <p:nvPr/>
        </p:nvGrpSpPr>
        <p:grpSpPr>
          <a:xfrm>
            <a:off x="10516149" y="1134813"/>
            <a:ext cx="792000" cy="180000"/>
            <a:chOff x="10620543" y="1134813"/>
            <a:chExt cx="792000" cy="180000"/>
          </a:xfrm>
        </p:grpSpPr>
        <p:sp>
          <p:nvSpPr>
            <p:cNvPr id="114" name="Shape 7">
              <a:extLst>
                <a:ext uri="{FF2B5EF4-FFF2-40B4-BE49-F238E27FC236}">
                  <a16:creationId xmlns:a16="http://schemas.microsoft.com/office/drawing/2014/main" id="{E7DFAABE-AEC0-5AB5-1A96-9E47DBD9DDF4}"/>
                </a:ext>
              </a:extLst>
            </p:cNvPr>
            <p:cNvSpPr/>
            <p:nvPr/>
          </p:nvSpPr>
          <p:spPr>
            <a:xfrm>
              <a:off x="10620543" y="1134813"/>
              <a:ext cx="792000" cy="180000"/>
            </a:xfrm>
            <a:prstGeom prst="rect">
              <a:avLst/>
            </a:prstGeom>
            <a:solidFill>
              <a:srgbClr val="F7C2D0"/>
            </a:solidFill>
            <a:ln/>
          </p:spPr>
          <p:txBody>
            <a:bodyPr/>
            <a:lstStyle/>
            <a:p>
              <a:endParaRPr lang="es-ES_tradnl" noProof="0"/>
            </a:p>
          </p:txBody>
        </p:sp>
        <p:sp>
          <p:nvSpPr>
            <p:cNvPr id="115" name="Text 8">
              <a:extLst>
                <a:ext uri="{FF2B5EF4-FFF2-40B4-BE49-F238E27FC236}">
                  <a16:creationId xmlns:a16="http://schemas.microsoft.com/office/drawing/2014/main" id="{A6E96E19-9D0D-B9AD-61F7-DCE8F4F10C13}"/>
                </a:ext>
              </a:extLst>
            </p:cNvPr>
            <p:cNvSpPr/>
            <p:nvPr/>
          </p:nvSpPr>
          <p:spPr>
            <a:xfrm>
              <a:off x="10625785" y="1134814"/>
              <a:ext cx="756000" cy="170878"/>
            </a:xfrm>
            <a:prstGeom prst="rect">
              <a:avLst/>
            </a:prstGeom>
            <a:noFill/>
            <a:ln/>
          </p:spPr>
          <p:txBody>
            <a:bodyPr wrap="square" lIns="0" tIns="0" rIns="0" bIns="0" rtlCol="0" anchor="ctr"/>
            <a:lstStyle/>
            <a:p>
              <a:pPr marL="0" indent="0" algn="ctr">
                <a:buNone/>
              </a:pPr>
              <a:r>
                <a:rPr lang="es-MX" sz="800" noProof="0">
                  <a:solidFill>
                    <a:srgbClr val="1A1A1A"/>
                  </a:solidFill>
                  <a:ea typeface="Arial" pitchFamily="34" charset="-122"/>
                  <a:cs typeface="Arial" pitchFamily="34" charset="-120"/>
                </a:rPr>
                <a:t>Integraciones</a:t>
              </a:r>
              <a:endParaRPr lang="es-MX" sz="800" noProof="0"/>
            </a:p>
          </p:txBody>
        </p:sp>
      </p:grpSp>
      <p:grpSp>
        <p:nvGrpSpPr>
          <p:cNvPr id="745" name="Group 744">
            <a:extLst>
              <a:ext uri="{FF2B5EF4-FFF2-40B4-BE49-F238E27FC236}">
                <a16:creationId xmlns:a16="http://schemas.microsoft.com/office/drawing/2014/main" id="{0EB408C8-B1EF-5F89-2EF4-B21538038D54}"/>
              </a:ext>
            </a:extLst>
          </p:cNvPr>
          <p:cNvGrpSpPr/>
          <p:nvPr/>
        </p:nvGrpSpPr>
        <p:grpSpPr>
          <a:xfrm>
            <a:off x="9697989" y="1390986"/>
            <a:ext cx="792000" cy="180000"/>
            <a:chOff x="9697989" y="1465003"/>
            <a:chExt cx="792000" cy="180000"/>
          </a:xfrm>
        </p:grpSpPr>
        <p:sp>
          <p:nvSpPr>
            <p:cNvPr id="127" name="Shape 11">
              <a:extLst>
                <a:ext uri="{FF2B5EF4-FFF2-40B4-BE49-F238E27FC236}">
                  <a16:creationId xmlns:a16="http://schemas.microsoft.com/office/drawing/2014/main" id="{41628173-6193-25C8-7DBE-FC0F9C635389}"/>
                </a:ext>
              </a:extLst>
            </p:cNvPr>
            <p:cNvSpPr/>
            <p:nvPr/>
          </p:nvSpPr>
          <p:spPr>
            <a:xfrm>
              <a:off x="9697989" y="1465003"/>
              <a:ext cx="792000" cy="180000"/>
            </a:xfrm>
            <a:prstGeom prst="rect">
              <a:avLst/>
            </a:prstGeom>
            <a:solidFill>
              <a:srgbClr val="A9C2ED"/>
            </a:solidFill>
            <a:ln/>
          </p:spPr>
          <p:txBody>
            <a:bodyPr/>
            <a:lstStyle/>
            <a:p>
              <a:endParaRPr lang="es-ES_tradnl" noProof="0"/>
            </a:p>
          </p:txBody>
        </p:sp>
        <p:sp>
          <p:nvSpPr>
            <p:cNvPr id="513" name="Text 12">
              <a:extLst>
                <a:ext uri="{FF2B5EF4-FFF2-40B4-BE49-F238E27FC236}">
                  <a16:creationId xmlns:a16="http://schemas.microsoft.com/office/drawing/2014/main" id="{08D85F4C-17B5-A9A9-2993-2A060287E93B}"/>
                </a:ext>
              </a:extLst>
            </p:cNvPr>
            <p:cNvSpPr/>
            <p:nvPr/>
          </p:nvSpPr>
          <p:spPr>
            <a:xfrm>
              <a:off x="9832912" y="1480905"/>
              <a:ext cx="576000" cy="146735"/>
            </a:xfrm>
            <a:prstGeom prst="rect">
              <a:avLst/>
            </a:prstGeom>
            <a:noFill/>
            <a:ln/>
          </p:spPr>
          <p:txBody>
            <a:bodyPr wrap="square" lIns="0" tIns="0" rIns="0" bIns="0" rtlCol="0" anchor="ctr"/>
            <a:lstStyle/>
            <a:p>
              <a:pPr marL="0" indent="0" algn="ctr">
                <a:buNone/>
              </a:pPr>
              <a:r>
                <a:rPr lang="es-MX" sz="800" noProof="0">
                  <a:solidFill>
                    <a:srgbClr val="1A1A1A"/>
                  </a:solidFill>
                  <a:ea typeface="Arial" pitchFamily="34" charset="-122"/>
                  <a:cs typeface="Arial" pitchFamily="34" charset="-120"/>
                </a:rPr>
                <a:t>Pruebas</a:t>
              </a:r>
              <a:endParaRPr lang="es-MX" sz="800" noProof="0"/>
            </a:p>
          </p:txBody>
        </p:sp>
      </p:grpSp>
      <p:sp>
        <p:nvSpPr>
          <p:cNvPr id="532" name="Shape 59">
            <a:extLst>
              <a:ext uri="{FF2B5EF4-FFF2-40B4-BE49-F238E27FC236}">
                <a16:creationId xmlns:a16="http://schemas.microsoft.com/office/drawing/2014/main" id="{77497107-478C-0B34-21BD-D24E683D4CFD}"/>
              </a:ext>
            </a:extLst>
          </p:cNvPr>
          <p:cNvSpPr/>
          <p:nvPr/>
        </p:nvSpPr>
        <p:spPr>
          <a:xfrm>
            <a:off x="5158963" y="5131241"/>
            <a:ext cx="972000" cy="108000"/>
          </a:xfrm>
          <a:prstGeom prst="roundRect">
            <a:avLst>
              <a:gd name="adj" fmla="val 20000"/>
            </a:avLst>
          </a:prstGeom>
          <a:solidFill>
            <a:schemeClr val="accent4">
              <a:lumMod val="10000"/>
              <a:lumOff val="90000"/>
            </a:schemeClr>
          </a:solidFill>
          <a:ln/>
        </p:spPr>
        <p:txBody>
          <a:bodyPr/>
          <a:lstStyle/>
          <a:p>
            <a:endParaRPr lang="es-MX" noProof="0"/>
          </a:p>
        </p:txBody>
      </p:sp>
      <p:grpSp>
        <p:nvGrpSpPr>
          <p:cNvPr id="534" name="Group 533">
            <a:extLst>
              <a:ext uri="{FF2B5EF4-FFF2-40B4-BE49-F238E27FC236}">
                <a16:creationId xmlns:a16="http://schemas.microsoft.com/office/drawing/2014/main" id="{2A1C705D-5B03-DFE7-D1E0-BC82AE94A607}"/>
              </a:ext>
            </a:extLst>
          </p:cNvPr>
          <p:cNvGrpSpPr/>
          <p:nvPr/>
        </p:nvGrpSpPr>
        <p:grpSpPr>
          <a:xfrm>
            <a:off x="5731326" y="3388867"/>
            <a:ext cx="179950" cy="108000"/>
            <a:chOff x="1870218" y="2004012"/>
            <a:chExt cx="108000" cy="108000"/>
          </a:xfrm>
        </p:grpSpPr>
        <p:sp>
          <p:nvSpPr>
            <p:cNvPr id="536" name="Isosceles Triangle 535">
              <a:extLst>
                <a:ext uri="{FF2B5EF4-FFF2-40B4-BE49-F238E27FC236}">
                  <a16:creationId xmlns:a16="http://schemas.microsoft.com/office/drawing/2014/main" id="{0A54AA8A-19F0-50CB-5D11-7801EE12EC46}"/>
                </a:ext>
              </a:extLst>
            </p:cNvPr>
            <p:cNvSpPr/>
            <p:nvPr/>
          </p:nvSpPr>
          <p:spPr bwMode="gray">
            <a:xfrm>
              <a:off x="1870218" y="2004012"/>
              <a:ext cx="108000" cy="108000"/>
            </a:xfrm>
            <a:prstGeom prst="triangle">
              <a:avLst/>
            </a:prstGeom>
            <a:solidFill>
              <a:srgbClr val="FF0000"/>
            </a:solidFill>
            <a:ln w="9525" cap="rnd" cmpd="sng" algn="ctr">
              <a:solidFill>
                <a:srgbClr val="FF0000"/>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800" b="0" i="0" u="none" strike="noStrike" kern="1200" cap="none" spc="0" normalizeH="0" baseline="0" noProof="0">
                <a:ln>
                  <a:noFill/>
                </a:ln>
                <a:solidFill>
                  <a:schemeClr val="bg1"/>
                </a:solidFill>
                <a:effectLst/>
                <a:uLnTx/>
                <a:uFillTx/>
                <a:latin typeface="Tahoma"/>
                <a:ea typeface="+mn-ea"/>
                <a:cs typeface="+mn-cs"/>
              </a:endParaRPr>
            </a:p>
          </p:txBody>
        </p:sp>
        <p:sp>
          <p:nvSpPr>
            <p:cNvPr id="541" name="TextBox 540">
              <a:extLst>
                <a:ext uri="{FF2B5EF4-FFF2-40B4-BE49-F238E27FC236}">
                  <a16:creationId xmlns:a16="http://schemas.microsoft.com/office/drawing/2014/main" id="{0A46BF60-91DB-B318-E837-D461EF48B92E}"/>
                </a:ext>
              </a:extLst>
            </p:cNvPr>
            <p:cNvSpPr txBox="1"/>
            <p:nvPr/>
          </p:nvSpPr>
          <p:spPr>
            <a:xfrm>
              <a:off x="1886298" y="2035015"/>
              <a:ext cx="72000" cy="72000"/>
            </a:xfrm>
            <a:prstGeom prst="rect">
              <a:avLst/>
            </a:prstGeom>
            <a:noFill/>
          </p:spPr>
          <p:txBody>
            <a:bodyPr wrap="square" lIns="0" tIns="0" rIns="0" bIns="0" rtlCol="0" anchor="ctr">
              <a:noAutofit/>
            </a:bodyPr>
            <a:lstStyle/>
            <a:p>
              <a:pPr algn="ctr" defTabSz="228600">
                <a:spcAft>
                  <a:spcPts val="1200"/>
                </a:spcAft>
              </a:pPr>
              <a:r>
                <a:rPr lang="es-MX" sz="600" noProof="0">
                  <a:solidFill>
                    <a:schemeClr val="bg1"/>
                  </a:solidFill>
                </a:rPr>
                <a:t>1</a:t>
              </a:r>
              <a:endParaRPr lang="es-MX" sz="1000" noProof="0">
                <a:solidFill>
                  <a:schemeClr val="bg1"/>
                </a:solidFill>
              </a:endParaRPr>
            </a:p>
          </p:txBody>
        </p:sp>
      </p:grpSp>
      <p:sp>
        <p:nvSpPr>
          <p:cNvPr id="544" name="Text 100">
            <a:extLst>
              <a:ext uri="{FF2B5EF4-FFF2-40B4-BE49-F238E27FC236}">
                <a16:creationId xmlns:a16="http://schemas.microsoft.com/office/drawing/2014/main" id="{580D3086-F977-3BFC-CCF8-537DA7D8566E}"/>
              </a:ext>
            </a:extLst>
          </p:cNvPr>
          <p:cNvSpPr/>
          <p:nvPr/>
        </p:nvSpPr>
        <p:spPr>
          <a:xfrm>
            <a:off x="5169263" y="5143013"/>
            <a:ext cx="836805" cy="87999"/>
          </a:xfrm>
          <a:prstGeom prst="rect">
            <a:avLst/>
          </a:prstGeom>
          <a:noFill/>
          <a:ln>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600" noProof="0">
                <a:solidFill>
                  <a:srgbClr val="444444"/>
                </a:solidFill>
                <a:latin typeface="Arial" panose="020B0604020202020204" pitchFamily="34" charset="0"/>
                <a:cs typeface="Arial" panose="020B0604020202020204" pitchFamily="34" charset="0"/>
              </a:rPr>
              <a:t>Preparación NFT</a:t>
            </a:r>
            <a:endParaRPr kumimoji="0" lang="es-MX" sz="6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549" name="Shape 59">
            <a:extLst>
              <a:ext uri="{FF2B5EF4-FFF2-40B4-BE49-F238E27FC236}">
                <a16:creationId xmlns:a16="http://schemas.microsoft.com/office/drawing/2014/main" id="{8EB0BEF9-E4F5-1FEE-C240-3C51292FD2BB}"/>
              </a:ext>
            </a:extLst>
          </p:cNvPr>
          <p:cNvSpPr/>
          <p:nvPr/>
        </p:nvSpPr>
        <p:spPr>
          <a:xfrm>
            <a:off x="3423485" y="2282171"/>
            <a:ext cx="1332000" cy="108000"/>
          </a:xfrm>
          <a:prstGeom prst="roundRect">
            <a:avLst>
              <a:gd name="adj" fmla="val 20000"/>
            </a:avLst>
          </a:prstGeom>
          <a:solidFill>
            <a:srgbClr val="F7C2D0"/>
          </a:solidFill>
          <a:ln>
            <a:solidFill>
              <a:schemeClr val="tx1"/>
            </a:solidFill>
          </a:ln>
        </p:spPr>
        <p:txBody>
          <a:bodyPr/>
          <a:lstStyle/>
          <a:p>
            <a:endParaRPr lang="es-MX" noProof="0"/>
          </a:p>
        </p:txBody>
      </p:sp>
      <p:sp>
        <p:nvSpPr>
          <p:cNvPr id="554" name="Text 75">
            <a:extLst>
              <a:ext uri="{FF2B5EF4-FFF2-40B4-BE49-F238E27FC236}">
                <a16:creationId xmlns:a16="http://schemas.microsoft.com/office/drawing/2014/main" id="{03FFAC4A-87AD-C0E2-6089-84C0465B62D9}"/>
              </a:ext>
            </a:extLst>
          </p:cNvPr>
          <p:cNvSpPr/>
          <p:nvPr/>
        </p:nvSpPr>
        <p:spPr>
          <a:xfrm>
            <a:off x="3816501" y="2318684"/>
            <a:ext cx="576000" cy="50875"/>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600" b="0" i="0" u="none" strike="noStrike" kern="1200" cap="none" spc="0" normalizeH="0" baseline="0" noProof="0">
                <a:ln>
                  <a:noFill/>
                </a:ln>
                <a:solidFill>
                  <a:sysClr val="windowText" lastClr="000000"/>
                </a:solidFill>
                <a:effectLst/>
                <a:uLnTx/>
                <a:uFillTx/>
                <a:latin typeface="Arial" pitchFamily="34" charset="0"/>
                <a:ea typeface="Arial" pitchFamily="34" charset="-122"/>
                <a:cs typeface="Arial" pitchFamily="34" charset="-120"/>
              </a:rPr>
              <a:t>Análisis</a:t>
            </a:r>
            <a:endParaRPr kumimoji="0" lang="es-MX" sz="600" b="0" i="0" u="none" strike="noStrike" kern="1200" cap="none" spc="0" normalizeH="0" baseline="0" noProof="0">
              <a:ln>
                <a:noFill/>
              </a:ln>
              <a:solidFill>
                <a:sysClr val="windowText" lastClr="000000"/>
              </a:solidFill>
              <a:effectLst/>
              <a:uLnTx/>
              <a:uFillTx/>
              <a:latin typeface="Graphik"/>
              <a:ea typeface="+mn-ea"/>
              <a:cs typeface="+mn-cs"/>
            </a:endParaRPr>
          </a:p>
        </p:txBody>
      </p:sp>
      <p:sp>
        <p:nvSpPr>
          <p:cNvPr id="558" name="Shape 59">
            <a:extLst>
              <a:ext uri="{FF2B5EF4-FFF2-40B4-BE49-F238E27FC236}">
                <a16:creationId xmlns:a16="http://schemas.microsoft.com/office/drawing/2014/main" id="{D4B32745-5F65-B32A-9F17-9BD12E83E416}"/>
              </a:ext>
            </a:extLst>
          </p:cNvPr>
          <p:cNvSpPr/>
          <p:nvPr/>
        </p:nvSpPr>
        <p:spPr>
          <a:xfrm>
            <a:off x="3900992" y="2429548"/>
            <a:ext cx="936000" cy="108000"/>
          </a:xfrm>
          <a:prstGeom prst="roundRect">
            <a:avLst>
              <a:gd name="adj" fmla="val 20000"/>
            </a:avLst>
          </a:prstGeom>
          <a:solidFill>
            <a:srgbClr val="F7C2D0"/>
          </a:solidFill>
          <a:ln>
            <a:solidFill>
              <a:schemeClr val="tx1"/>
            </a:solidFill>
          </a:ln>
        </p:spPr>
        <p:txBody>
          <a:bodyPr/>
          <a:lstStyle/>
          <a:p>
            <a:endParaRPr lang="es-MX" noProof="0"/>
          </a:p>
        </p:txBody>
      </p:sp>
      <p:sp>
        <p:nvSpPr>
          <p:cNvPr id="560" name="Text 75">
            <a:extLst>
              <a:ext uri="{FF2B5EF4-FFF2-40B4-BE49-F238E27FC236}">
                <a16:creationId xmlns:a16="http://schemas.microsoft.com/office/drawing/2014/main" id="{0794C803-A0E0-FD7A-8665-9671A2297972}"/>
              </a:ext>
            </a:extLst>
          </p:cNvPr>
          <p:cNvSpPr/>
          <p:nvPr/>
        </p:nvSpPr>
        <p:spPr>
          <a:xfrm>
            <a:off x="4076672" y="2452073"/>
            <a:ext cx="576000" cy="50875"/>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600" b="0" i="0" u="none" strike="noStrike" kern="1200" cap="none" spc="0" normalizeH="0" baseline="0" noProof="0">
                <a:ln>
                  <a:noFill/>
                </a:ln>
                <a:solidFill>
                  <a:sysClr val="windowText" lastClr="000000"/>
                </a:solidFill>
                <a:effectLst/>
                <a:uLnTx/>
                <a:uFillTx/>
                <a:latin typeface="Arial" pitchFamily="34" charset="0"/>
                <a:ea typeface="+mn-ea"/>
                <a:cs typeface="Arial" pitchFamily="34" charset="-120"/>
              </a:rPr>
              <a:t>Diseño</a:t>
            </a:r>
            <a:endParaRPr kumimoji="0" lang="es-MX" sz="600" b="0" i="0" u="none" strike="noStrike" kern="1200" cap="none" spc="0" normalizeH="0" baseline="0" noProof="0">
              <a:ln>
                <a:noFill/>
              </a:ln>
              <a:solidFill>
                <a:sysClr val="windowText" lastClr="000000"/>
              </a:solidFill>
              <a:effectLst/>
              <a:uLnTx/>
              <a:uFillTx/>
              <a:latin typeface="Graphik"/>
              <a:ea typeface="+mn-ea"/>
              <a:cs typeface="+mn-cs"/>
            </a:endParaRPr>
          </a:p>
        </p:txBody>
      </p:sp>
      <p:sp>
        <p:nvSpPr>
          <p:cNvPr id="562" name="Shape 59">
            <a:extLst>
              <a:ext uri="{FF2B5EF4-FFF2-40B4-BE49-F238E27FC236}">
                <a16:creationId xmlns:a16="http://schemas.microsoft.com/office/drawing/2014/main" id="{FACE39EE-C70A-33E5-DB9E-5304A9B52E07}"/>
              </a:ext>
            </a:extLst>
          </p:cNvPr>
          <p:cNvSpPr/>
          <p:nvPr/>
        </p:nvSpPr>
        <p:spPr>
          <a:xfrm>
            <a:off x="4849230" y="2428784"/>
            <a:ext cx="1296000" cy="108000"/>
          </a:xfrm>
          <a:prstGeom prst="roundRect">
            <a:avLst>
              <a:gd name="adj" fmla="val 20000"/>
            </a:avLst>
          </a:prstGeom>
          <a:solidFill>
            <a:srgbClr val="F7C2D0"/>
          </a:solidFill>
          <a:ln>
            <a:solidFill>
              <a:schemeClr val="tx1"/>
            </a:solidFill>
          </a:ln>
        </p:spPr>
        <p:txBody>
          <a:bodyPr/>
          <a:lstStyle/>
          <a:p>
            <a:endParaRPr lang="es-MX" noProof="0"/>
          </a:p>
        </p:txBody>
      </p:sp>
      <p:sp>
        <p:nvSpPr>
          <p:cNvPr id="564" name="Text 75">
            <a:extLst>
              <a:ext uri="{FF2B5EF4-FFF2-40B4-BE49-F238E27FC236}">
                <a16:creationId xmlns:a16="http://schemas.microsoft.com/office/drawing/2014/main" id="{26B5397B-12F3-2251-5F27-3DAD71F9D9C2}"/>
              </a:ext>
            </a:extLst>
          </p:cNvPr>
          <p:cNvSpPr/>
          <p:nvPr/>
        </p:nvSpPr>
        <p:spPr>
          <a:xfrm>
            <a:off x="5231642" y="2451309"/>
            <a:ext cx="576000" cy="50875"/>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600" b="0" i="0" u="none" strike="noStrike" kern="1200" cap="none" spc="0" normalizeH="0" baseline="0" noProof="0">
                <a:ln>
                  <a:noFill/>
                </a:ln>
                <a:solidFill>
                  <a:sysClr val="windowText" lastClr="000000"/>
                </a:solidFill>
                <a:effectLst/>
                <a:uLnTx/>
                <a:uFillTx/>
                <a:latin typeface="Arial" pitchFamily="34" charset="0"/>
                <a:ea typeface="+mn-ea"/>
                <a:cs typeface="Arial" pitchFamily="34" charset="-120"/>
              </a:rPr>
              <a:t>Implementación</a:t>
            </a:r>
            <a:endParaRPr kumimoji="0" lang="es-MX" sz="600" b="0" i="0" u="none" strike="noStrike" kern="1200" cap="none" spc="0" normalizeH="0" baseline="0" noProof="0">
              <a:ln>
                <a:noFill/>
              </a:ln>
              <a:solidFill>
                <a:sysClr val="windowText" lastClr="000000"/>
              </a:solidFill>
              <a:effectLst/>
              <a:uLnTx/>
              <a:uFillTx/>
              <a:latin typeface="Graphik"/>
              <a:ea typeface="+mn-ea"/>
              <a:cs typeface="+mn-cs"/>
            </a:endParaRPr>
          </a:p>
        </p:txBody>
      </p:sp>
      <p:sp>
        <p:nvSpPr>
          <p:cNvPr id="566" name="Diamond 565">
            <a:extLst>
              <a:ext uri="{FF2B5EF4-FFF2-40B4-BE49-F238E27FC236}">
                <a16:creationId xmlns:a16="http://schemas.microsoft.com/office/drawing/2014/main" id="{B950D897-7977-72A3-FA33-284F85758775}"/>
              </a:ext>
            </a:extLst>
          </p:cNvPr>
          <p:cNvSpPr/>
          <p:nvPr/>
        </p:nvSpPr>
        <p:spPr>
          <a:xfrm>
            <a:off x="10044077" y="3514650"/>
            <a:ext cx="174484" cy="172861"/>
          </a:xfrm>
          <a:prstGeom prst="diamond">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1" i="0" u="none" strike="noStrike" kern="1200" cap="none" spc="0" normalizeH="0" baseline="0" noProof="0">
              <a:ln>
                <a:noFill/>
              </a:ln>
              <a:solidFill>
                <a:srgbClr val="FFFFFF"/>
              </a:solidFill>
              <a:effectLst/>
              <a:uLnTx/>
              <a:uFillTx/>
              <a:latin typeface="Graphik"/>
              <a:ea typeface="+mn-ea"/>
              <a:cs typeface="+mn-cs"/>
            </a:endParaRPr>
          </a:p>
        </p:txBody>
      </p:sp>
      <p:grpSp>
        <p:nvGrpSpPr>
          <p:cNvPr id="567" name="Group 566">
            <a:extLst>
              <a:ext uri="{FF2B5EF4-FFF2-40B4-BE49-F238E27FC236}">
                <a16:creationId xmlns:a16="http://schemas.microsoft.com/office/drawing/2014/main" id="{E02D929E-B8C8-1F48-69D2-1891995472F8}"/>
              </a:ext>
            </a:extLst>
          </p:cNvPr>
          <p:cNvGrpSpPr/>
          <p:nvPr/>
        </p:nvGrpSpPr>
        <p:grpSpPr>
          <a:xfrm>
            <a:off x="10020032" y="3001248"/>
            <a:ext cx="179950" cy="108000"/>
            <a:chOff x="1870218" y="2004012"/>
            <a:chExt cx="108000" cy="108000"/>
          </a:xfrm>
        </p:grpSpPr>
        <p:sp>
          <p:nvSpPr>
            <p:cNvPr id="568" name="Isosceles Triangle 567">
              <a:extLst>
                <a:ext uri="{FF2B5EF4-FFF2-40B4-BE49-F238E27FC236}">
                  <a16:creationId xmlns:a16="http://schemas.microsoft.com/office/drawing/2014/main" id="{EE710F71-8384-D229-9488-33D6AD537472}"/>
                </a:ext>
              </a:extLst>
            </p:cNvPr>
            <p:cNvSpPr/>
            <p:nvPr/>
          </p:nvSpPr>
          <p:spPr bwMode="gray">
            <a:xfrm>
              <a:off x="1870218" y="2004012"/>
              <a:ext cx="108000" cy="108000"/>
            </a:xfrm>
            <a:prstGeom prst="triangle">
              <a:avLst/>
            </a:prstGeom>
            <a:solidFill>
              <a:srgbClr val="FF0000"/>
            </a:solidFill>
            <a:ln w="9525" cap="rnd" cmpd="sng" algn="ctr">
              <a:solidFill>
                <a:srgbClr val="FF0000"/>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800" b="0" i="0" u="none" strike="noStrike" kern="1200" cap="none" spc="0" normalizeH="0" baseline="0" noProof="0">
                <a:ln>
                  <a:noFill/>
                </a:ln>
                <a:solidFill>
                  <a:schemeClr val="bg1"/>
                </a:solidFill>
                <a:effectLst/>
                <a:uLnTx/>
                <a:uFillTx/>
                <a:latin typeface="Tahoma"/>
                <a:ea typeface="+mn-ea"/>
                <a:cs typeface="+mn-cs"/>
              </a:endParaRPr>
            </a:p>
          </p:txBody>
        </p:sp>
        <p:sp>
          <p:nvSpPr>
            <p:cNvPr id="569" name="TextBox 568">
              <a:extLst>
                <a:ext uri="{FF2B5EF4-FFF2-40B4-BE49-F238E27FC236}">
                  <a16:creationId xmlns:a16="http://schemas.microsoft.com/office/drawing/2014/main" id="{AE4AC4D7-2834-FAB0-4134-28539E9F31C7}"/>
                </a:ext>
              </a:extLst>
            </p:cNvPr>
            <p:cNvSpPr txBox="1"/>
            <p:nvPr/>
          </p:nvSpPr>
          <p:spPr>
            <a:xfrm>
              <a:off x="1886298" y="2035015"/>
              <a:ext cx="72000" cy="72000"/>
            </a:xfrm>
            <a:prstGeom prst="rect">
              <a:avLst/>
            </a:prstGeom>
            <a:noFill/>
          </p:spPr>
          <p:txBody>
            <a:bodyPr wrap="square" lIns="0" tIns="0" rIns="0" bIns="0" rtlCol="0" anchor="ctr">
              <a:noAutofit/>
            </a:bodyPr>
            <a:lstStyle/>
            <a:p>
              <a:pPr algn="ctr" defTabSz="228600">
                <a:spcAft>
                  <a:spcPts val="1200"/>
                </a:spcAft>
              </a:pPr>
              <a:endParaRPr lang="es-ES_tradnl" sz="600" noProof="0">
                <a:solidFill>
                  <a:schemeClr val="bg1"/>
                </a:solidFill>
              </a:endParaRPr>
            </a:p>
          </p:txBody>
        </p:sp>
      </p:grpSp>
      <p:sp>
        <p:nvSpPr>
          <p:cNvPr id="571" name="Star: 5 Points 570">
            <a:extLst>
              <a:ext uri="{FF2B5EF4-FFF2-40B4-BE49-F238E27FC236}">
                <a16:creationId xmlns:a16="http://schemas.microsoft.com/office/drawing/2014/main" id="{F449CB4A-C847-1251-E71C-DBC10909E663}"/>
              </a:ext>
            </a:extLst>
          </p:cNvPr>
          <p:cNvSpPr/>
          <p:nvPr/>
        </p:nvSpPr>
        <p:spPr>
          <a:xfrm>
            <a:off x="10054135" y="3251461"/>
            <a:ext cx="180000" cy="180000"/>
          </a:xfrm>
          <a:prstGeom prst="star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s-MX" noProof="0"/>
          </a:p>
        </p:txBody>
      </p:sp>
      <p:sp>
        <p:nvSpPr>
          <p:cNvPr id="572" name="TextBox 571">
            <a:extLst>
              <a:ext uri="{FF2B5EF4-FFF2-40B4-BE49-F238E27FC236}">
                <a16:creationId xmlns:a16="http://schemas.microsoft.com/office/drawing/2014/main" id="{FE83F6CC-E832-984A-F9DC-91AD212551AF}"/>
              </a:ext>
            </a:extLst>
          </p:cNvPr>
          <p:cNvSpPr txBox="1"/>
          <p:nvPr/>
        </p:nvSpPr>
        <p:spPr>
          <a:xfrm>
            <a:off x="10620543" y="2998711"/>
            <a:ext cx="1175925" cy="138911"/>
          </a:xfrm>
          <a:prstGeom prst="rect">
            <a:avLst/>
          </a:prstGeom>
          <a:noFill/>
        </p:spPr>
        <p:txBody>
          <a:bodyPr wrap="square" lIns="0" tIns="0" rIns="0" bIns="0" rtlCol="0">
            <a:noAutofit/>
          </a:bodyPr>
          <a:lstStyle/>
          <a:p>
            <a:pPr algn="l" defTabSz="228600">
              <a:spcAft>
                <a:spcPts val="1200"/>
              </a:spcAft>
            </a:pPr>
            <a:r>
              <a:rPr lang="es-MX" sz="800" noProof="0"/>
              <a:t>Dependencia crítica</a:t>
            </a:r>
          </a:p>
        </p:txBody>
      </p:sp>
      <p:sp>
        <p:nvSpPr>
          <p:cNvPr id="574" name="TextBox 573">
            <a:extLst>
              <a:ext uri="{FF2B5EF4-FFF2-40B4-BE49-F238E27FC236}">
                <a16:creationId xmlns:a16="http://schemas.microsoft.com/office/drawing/2014/main" id="{38960221-D8E6-5E6C-C99B-D8B3854164DF}"/>
              </a:ext>
            </a:extLst>
          </p:cNvPr>
          <p:cNvSpPr txBox="1"/>
          <p:nvPr/>
        </p:nvSpPr>
        <p:spPr>
          <a:xfrm>
            <a:off x="10620543" y="3254007"/>
            <a:ext cx="1175925" cy="138911"/>
          </a:xfrm>
          <a:prstGeom prst="rect">
            <a:avLst/>
          </a:prstGeom>
          <a:noFill/>
        </p:spPr>
        <p:txBody>
          <a:bodyPr wrap="square" lIns="0" tIns="0" rIns="0" bIns="0" rtlCol="0">
            <a:noAutofit/>
          </a:bodyPr>
          <a:lstStyle/>
          <a:p>
            <a:pPr algn="l" defTabSz="228600">
              <a:spcAft>
                <a:spcPts val="1200"/>
              </a:spcAft>
            </a:pPr>
            <a:r>
              <a:rPr lang="es-MX" sz="800" noProof="0"/>
              <a:t>Hitos</a:t>
            </a:r>
          </a:p>
        </p:txBody>
      </p:sp>
      <p:sp>
        <p:nvSpPr>
          <p:cNvPr id="960" name="TextBox 959">
            <a:extLst>
              <a:ext uri="{FF2B5EF4-FFF2-40B4-BE49-F238E27FC236}">
                <a16:creationId xmlns:a16="http://schemas.microsoft.com/office/drawing/2014/main" id="{99D02DAD-AE53-88B5-DE93-41EAD80097E8}"/>
              </a:ext>
            </a:extLst>
          </p:cNvPr>
          <p:cNvSpPr txBox="1"/>
          <p:nvPr/>
        </p:nvSpPr>
        <p:spPr>
          <a:xfrm>
            <a:off x="10620543" y="3516539"/>
            <a:ext cx="1175925" cy="138911"/>
          </a:xfrm>
          <a:prstGeom prst="rect">
            <a:avLst/>
          </a:prstGeom>
          <a:noFill/>
        </p:spPr>
        <p:txBody>
          <a:bodyPr wrap="square" lIns="0" tIns="0" rIns="0" bIns="0" rtlCol="0">
            <a:noAutofit/>
          </a:bodyPr>
          <a:lstStyle/>
          <a:p>
            <a:pPr algn="l" defTabSz="228600">
              <a:spcAft>
                <a:spcPts val="1200"/>
              </a:spcAft>
            </a:pPr>
            <a:r>
              <a:rPr lang="es-MX" sz="800" noProof="0"/>
              <a:t>Despliegue</a:t>
            </a:r>
          </a:p>
        </p:txBody>
      </p:sp>
      <p:sp>
        <p:nvSpPr>
          <p:cNvPr id="970" name="Star: 5 Points 969">
            <a:extLst>
              <a:ext uri="{FF2B5EF4-FFF2-40B4-BE49-F238E27FC236}">
                <a16:creationId xmlns:a16="http://schemas.microsoft.com/office/drawing/2014/main" id="{32779E7B-FA38-F1B9-882B-70A004C6F139}"/>
              </a:ext>
            </a:extLst>
          </p:cNvPr>
          <p:cNvSpPr/>
          <p:nvPr/>
        </p:nvSpPr>
        <p:spPr>
          <a:xfrm>
            <a:off x="5740763" y="1033673"/>
            <a:ext cx="180000" cy="180000"/>
          </a:xfrm>
          <a:prstGeom prst="star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s-MX" noProof="0"/>
          </a:p>
        </p:txBody>
      </p:sp>
      <p:sp>
        <p:nvSpPr>
          <p:cNvPr id="978" name="Star: 5 Points 977">
            <a:extLst>
              <a:ext uri="{FF2B5EF4-FFF2-40B4-BE49-F238E27FC236}">
                <a16:creationId xmlns:a16="http://schemas.microsoft.com/office/drawing/2014/main" id="{B5B2D014-ECE5-8FF9-AB25-16C9F7188FFE}"/>
              </a:ext>
            </a:extLst>
          </p:cNvPr>
          <p:cNvSpPr/>
          <p:nvPr/>
        </p:nvSpPr>
        <p:spPr>
          <a:xfrm>
            <a:off x="7099755" y="1020665"/>
            <a:ext cx="180000" cy="180000"/>
          </a:xfrm>
          <a:prstGeom prst="star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s-MX" noProof="0"/>
          </a:p>
        </p:txBody>
      </p:sp>
      <p:sp>
        <p:nvSpPr>
          <p:cNvPr id="982" name="TextBox 981">
            <a:extLst>
              <a:ext uri="{FF2B5EF4-FFF2-40B4-BE49-F238E27FC236}">
                <a16:creationId xmlns:a16="http://schemas.microsoft.com/office/drawing/2014/main" id="{8A77B955-AEF2-24B8-B086-66B4081A6736}"/>
              </a:ext>
            </a:extLst>
          </p:cNvPr>
          <p:cNvSpPr txBox="1"/>
          <p:nvPr/>
        </p:nvSpPr>
        <p:spPr>
          <a:xfrm>
            <a:off x="5404028" y="1208580"/>
            <a:ext cx="817532" cy="214397"/>
          </a:xfrm>
          <a:prstGeom prst="rect">
            <a:avLst/>
          </a:prstGeom>
          <a:noFill/>
        </p:spPr>
        <p:txBody>
          <a:bodyPr wrap="square" lIns="0" tIns="0" rIns="0" bIns="0" rtlCol="0">
            <a:noAutofit/>
          </a:bodyPr>
          <a:lstStyle/>
          <a:p>
            <a:pPr algn="ctr" defTabSz="228600">
              <a:spcAft>
                <a:spcPts val="1200"/>
              </a:spcAft>
            </a:pPr>
            <a:r>
              <a:rPr lang="es-MX" sz="600" noProof="0"/>
              <a:t>Freeze Implementación</a:t>
            </a:r>
          </a:p>
        </p:txBody>
      </p:sp>
      <p:sp>
        <p:nvSpPr>
          <p:cNvPr id="985" name="TextBox 984">
            <a:extLst>
              <a:ext uri="{FF2B5EF4-FFF2-40B4-BE49-F238E27FC236}">
                <a16:creationId xmlns:a16="http://schemas.microsoft.com/office/drawing/2014/main" id="{728CE4E9-D243-7F9B-6757-181CA71E8363}"/>
              </a:ext>
            </a:extLst>
          </p:cNvPr>
          <p:cNvSpPr txBox="1"/>
          <p:nvPr/>
        </p:nvSpPr>
        <p:spPr>
          <a:xfrm>
            <a:off x="6795371" y="1222808"/>
            <a:ext cx="792000" cy="185875"/>
          </a:xfrm>
          <a:prstGeom prst="rect">
            <a:avLst/>
          </a:prstGeom>
          <a:noFill/>
        </p:spPr>
        <p:txBody>
          <a:bodyPr wrap="square" lIns="0" tIns="0" rIns="0" bIns="0" rtlCol="0">
            <a:noAutofit/>
          </a:bodyPr>
          <a:lstStyle>
            <a:defPPr>
              <a:defRPr lang="en-US"/>
            </a:defPPr>
            <a:lvl1pPr algn="ctr" defTabSz="228600">
              <a:spcAft>
                <a:spcPts val="1200"/>
              </a:spcAft>
              <a:defRPr sz="600"/>
            </a:lvl1pPr>
          </a:lstStyle>
          <a:p>
            <a:r>
              <a:rPr lang="es-MX" noProof="0"/>
              <a:t>Fin pruebas integradas - GO</a:t>
            </a:r>
          </a:p>
        </p:txBody>
      </p:sp>
      <p:grpSp>
        <p:nvGrpSpPr>
          <p:cNvPr id="1014" name="Group 1013">
            <a:extLst>
              <a:ext uri="{FF2B5EF4-FFF2-40B4-BE49-F238E27FC236}">
                <a16:creationId xmlns:a16="http://schemas.microsoft.com/office/drawing/2014/main" id="{84E197F1-7CDB-CCE6-6E09-B753A5ADB687}"/>
              </a:ext>
            </a:extLst>
          </p:cNvPr>
          <p:cNvGrpSpPr/>
          <p:nvPr/>
        </p:nvGrpSpPr>
        <p:grpSpPr>
          <a:xfrm>
            <a:off x="5057472" y="5469907"/>
            <a:ext cx="179950" cy="108000"/>
            <a:chOff x="1870218" y="2004012"/>
            <a:chExt cx="108000" cy="108000"/>
          </a:xfrm>
        </p:grpSpPr>
        <p:sp>
          <p:nvSpPr>
            <p:cNvPr id="1016" name="Isosceles Triangle 1015">
              <a:extLst>
                <a:ext uri="{FF2B5EF4-FFF2-40B4-BE49-F238E27FC236}">
                  <a16:creationId xmlns:a16="http://schemas.microsoft.com/office/drawing/2014/main" id="{C5133C4C-D110-0E2C-02EA-E4360AFFD3BE}"/>
                </a:ext>
              </a:extLst>
            </p:cNvPr>
            <p:cNvSpPr/>
            <p:nvPr/>
          </p:nvSpPr>
          <p:spPr bwMode="gray">
            <a:xfrm>
              <a:off x="1870218" y="2004012"/>
              <a:ext cx="108000" cy="108000"/>
            </a:xfrm>
            <a:prstGeom prst="triangle">
              <a:avLst/>
            </a:prstGeom>
            <a:solidFill>
              <a:srgbClr val="FF0000"/>
            </a:solidFill>
            <a:ln w="9525" cap="rnd" cmpd="sng" algn="ctr">
              <a:solidFill>
                <a:srgbClr val="FF0000"/>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800" b="0" i="0" u="none" strike="noStrike" kern="1200" cap="none" spc="0" normalizeH="0" baseline="0" noProof="0">
                <a:ln>
                  <a:noFill/>
                </a:ln>
                <a:solidFill>
                  <a:schemeClr val="bg1"/>
                </a:solidFill>
                <a:effectLst/>
                <a:uLnTx/>
                <a:uFillTx/>
                <a:latin typeface="Tahoma"/>
                <a:ea typeface="+mn-ea"/>
                <a:cs typeface="+mn-cs"/>
              </a:endParaRPr>
            </a:p>
          </p:txBody>
        </p:sp>
        <p:sp>
          <p:nvSpPr>
            <p:cNvPr id="1018" name="TextBox 1017">
              <a:extLst>
                <a:ext uri="{FF2B5EF4-FFF2-40B4-BE49-F238E27FC236}">
                  <a16:creationId xmlns:a16="http://schemas.microsoft.com/office/drawing/2014/main" id="{8E14FCE1-EE64-BB09-CAF3-7C883E0DC429}"/>
                </a:ext>
              </a:extLst>
            </p:cNvPr>
            <p:cNvSpPr txBox="1"/>
            <p:nvPr/>
          </p:nvSpPr>
          <p:spPr>
            <a:xfrm>
              <a:off x="1886298" y="2035015"/>
              <a:ext cx="72000" cy="72000"/>
            </a:xfrm>
            <a:prstGeom prst="rect">
              <a:avLst/>
            </a:prstGeom>
            <a:noFill/>
          </p:spPr>
          <p:txBody>
            <a:bodyPr wrap="square" lIns="0" tIns="0" rIns="0" bIns="0" rtlCol="0" anchor="ctr">
              <a:noAutofit/>
            </a:bodyPr>
            <a:lstStyle/>
            <a:p>
              <a:pPr algn="ctr" defTabSz="228600">
                <a:spcAft>
                  <a:spcPts val="1200"/>
                </a:spcAft>
              </a:pPr>
              <a:r>
                <a:rPr lang="es-MX" sz="600" noProof="0">
                  <a:solidFill>
                    <a:schemeClr val="bg1"/>
                  </a:solidFill>
                </a:rPr>
                <a:t>2</a:t>
              </a:r>
              <a:endParaRPr lang="es-MX" sz="1000" noProof="0">
                <a:solidFill>
                  <a:schemeClr val="bg1"/>
                </a:solidFill>
              </a:endParaRPr>
            </a:p>
          </p:txBody>
        </p:sp>
      </p:grpSp>
      <p:grpSp>
        <p:nvGrpSpPr>
          <p:cNvPr id="129" name="Group 128">
            <a:extLst>
              <a:ext uri="{FF2B5EF4-FFF2-40B4-BE49-F238E27FC236}">
                <a16:creationId xmlns:a16="http://schemas.microsoft.com/office/drawing/2014/main" id="{D83DAB60-1CCE-49EF-648F-5EA15B617ABF}"/>
              </a:ext>
            </a:extLst>
          </p:cNvPr>
          <p:cNvGrpSpPr/>
          <p:nvPr/>
        </p:nvGrpSpPr>
        <p:grpSpPr>
          <a:xfrm>
            <a:off x="6330221" y="5468129"/>
            <a:ext cx="179950" cy="108000"/>
            <a:chOff x="1870218" y="2004012"/>
            <a:chExt cx="108000" cy="108000"/>
          </a:xfrm>
        </p:grpSpPr>
        <p:sp>
          <p:nvSpPr>
            <p:cNvPr id="131" name="Isosceles Triangle 130">
              <a:extLst>
                <a:ext uri="{FF2B5EF4-FFF2-40B4-BE49-F238E27FC236}">
                  <a16:creationId xmlns:a16="http://schemas.microsoft.com/office/drawing/2014/main" id="{BF91B5D0-9CAC-F327-8C89-5EB7F0F6F07C}"/>
                </a:ext>
              </a:extLst>
            </p:cNvPr>
            <p:cNvSpPr/>
            <p:nvPr/>
          </p:nvSpPr>
          <p:spPr bwMode="gray">
            <a:xfrm>
              <a:off x="1870218" y="2004012"/>
              <a:ext cx="108000" cy="108000"/>
            </a:xfrm>
            <a:prstGeom prst="triangle">
              <a:avLst/>
            </a:prstGeom>
            <a:solidFill>
              <a:srgbClr val="FF0000"/>
            </a:solidFill>
            <a:ln w="9525" cap="rnd" cmpd="sng" algn="ctr">
              <a:solidFill>
                <a:srgbClr val="FF0000"/>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800" b="0" i="0" u="none" strike="noStrike" kern="1200" cap="none" spc="0" normalizeH="0" baseline="0" noProof="0">
                <a:ln>
                  <a:noFill/>
                </a:ln>
                <a:solidFill>
                  <a:schemeClr val="bg1"/>
                </a:solidFill>
                <a:effectLst/>
                <a:uLnTx/>
                <a:uFillTx/>
                <a:latin typeface="Tahoma"/>
                <a:ea typeface="+mn-ea"/>
                <a:cs typeface="+mn-cs"/>
              </a:endParaRPr>
            </a:p>
          </p:txBody>
        </p:sp>
        <p:sp>
          <p:nvSpPr>
            <p:cNvPr id="133" name="TextBox 132">
              <a:extLst>
                <a:ext uri="{FF2B5EF4-FFF2-40B4-BE49-F238E27FC236}">
                  <a16:creationId xmlns:a16="http://schemas.microsoft.com/office/drawing/2014/main" id="{8BD6A2F7-84C4-DFE4-968C-355E95D7CD5A}"/>
                </a:ext>
              </a:extLst>
            </p:cNvPr>
            <p:cNvSpPr txBox="1"/>
            <p:nvPr/>
          </p:nvSpPr>
          <p:spPr>
            <a:xfrm>
              <a:off x="1886298" y="2035015"/>
              <a:ext cx="72000" cy="72000"/>
            </a:xfrm>
            <a:prstGeom prst="rect">
              <a:avLst/>
            </a:prstGeom>
            <a:noFill/>
          </p:spPr>
          <p:txBody>
            <a:bodyPr wrap="square" lIns="0" tIns="0" rIns="0" bIns="0" rtlCol="0" anchor="ctr">
              <a:noAutofit/>
            </a:bodyPr>
            <a:lstStyle/>
            <a:p>
              <a:pPr algn="ctr" defTabSz="228600">
                <a:spcAft>
                  <a:spcPts val="1200"/>
                </a:spcAft>
              </a:pPr>
              <a:r>
                <a:rPr lang="es-MX" sz="600" noProof="0">
                  <a:solidFill>
                    <a:schemeClr val="bg1"/>
                  </a:solidFill>
                </a:rPr>
                <a:t>6</a:t>
              </a:r>
              <a:endParaRPr lang="es-MX" sz="1000" noProof="0">
                <a:solidFill>
                  <a:schemeClr val="bg1"/>
                </a:solidFill>
              </a:endParaRPr>
            </a:p>
          </p:txBody>
        </p:sp>
      </p:grpSp>
      <p:cxnSp>
        <p:nvCxnSpPr>
          <p:cNvPr id="139" name="Connector: Elbow 138">
            <a:extLst>
              <a:ext uri="{FF2B5EF4-FFF2-40B4-BE49-F238E27FC236}">
                <a16:creationId xmlns:a16="http://schemas.microsoft.com/office/drawing/2014/main" id="{CADEA25F-D2E9-ED49-28EB-52CDBF2427E5}"/>
              </a:ext>
            </a:extLst>
          </p:cNvPr>
          <p:cNvCxnSpPr>
            <a:cxnSpLocks/>
            <a:endCxn id="989" idx="1"/>
          </p:cNvCxnSpPr>
          <p:nvPr/>
        </p:nvCxnSpPr>
        <p:spPr>
          <a:xfrm rot="5400000" flipH="1" flipV="1">
            <a:off x="6259419" y="5203420"/>
            <a:ext cx="452526" cy="115378"/>
          </a:xfrm>
          <a:prstGeom prst="bentConnector2">
            <a:avLst/>
          </a:prstGeom>
          <a:ln>
            <a:solidFill>
              <a:srgbClr val="FF0000"/>
            </a:solidFill>
            <a:prstDash val="sysDash"/>
            <a:tailEnd type="triangle"/>
          </a:ln>
        </p:spPr>
        <p:style>
          <a:lnRef idx="2">
            <a:schemeClr val="accent1"/>
          </a:lnRef>
          <a:fillRef idx="0">
            <a:schemeClr val="accent1"/>
          </a:fillRef>
          <a:effectRef idx="1">
            <a:schemeClr val="accent1"/>
          </a:effectRef>
          <a:fontRef idx="minor">
            <a:schemeClr val="tx1"/>
          </a:fontRef>
        </p:style>
      </p:cxnSp>
      <p:grpSp>
        <p:nvGrpSpPr>
          <p:cNvPr id="744" name="Group 743">
            <a:extLst>
              <a:ext uri="{FF2B5EF4-FFF2-40B4-BE49-F238E27FC236}">
                <a16:creationId xmlns:a16="http://schemas.microsoft.com/office/drawing/2014/main" id="{36793B3D-B903-4241-8FF9-993D6D7BEDA3}"/>
              </a:ext>
            </a:extLst>
          </p:cNvPr>
          <p:cNvGrpSpPr/>
          <p:nvPr/>
        </p:nvGrpSpPr>
        <p:grpSpPr>
          <a:xfrm>
            <a:off x="10498721" y="1354410"/>
            <a:ext cx="792000" cy="246389"/>
            <a:chOff x="10603115" y="1390986"/>
            <a:chExt cx="792000" cy="246389"/>
          </a:xfrm>
        </p:grpSpPr>
        <p:sp>
          <p:nvSpPr>
            <p:cNvPr id="147" name="Shape 9">
              <a:extLst>
                <a:ext uri="{FF2B5EF4-FFF2-40B4-BE49-F238E27FC236}">
                  <a16:creationId xmlns:a16="http://schemas.microsoft.com/office/drawing/2014/main" id="{50522927-B4D9-E169-1799-78E26189CBC0}"/>
                </a:ext>
              </a:extLst>
            </p:cNvPr>
            <p:cNvSpPr/>
            <p:nvPr/>
          </p:nvSpPr>
          <p:spPr>
            <a:xfrm>
              <a:off x="10603115" y="1422885"/>
              <a:ext cx="792000" cy="180000"/>
            </a:xfrm>
            <a:prstGeom prst="rect">
              <a:avLst/>
            </a:prstGeom>
            <a:solidFill>
              <a:srgbClr val="AFE3B8"/>
            </a:solidFill>
            <a:ln/>
          </p:spPr>
          <p:txBody>
            <a:bodyPr/>
            <a:lstStyle/>
            <a:p>
              <a:endParaRPr lang="es-ES_tradnl" noProof="0"/>
            </a:p>
          </p:txBody>
        </p:sp>
        <p:sp>
          <p:nvSpPr>
            <p:cNvPr id="149" name="Text 10">
              <a:extLst>
                <a:ext uri="{FF2B5EF4-FFF2-40B4-BE49-F238E27FC236}">
                  <a16:creationId xmlns:a16="http://schemas.microsoft.com/office/drawing/2014/main" id="{C9188CBF-9905-1B6F-57AA-9952016751EE}"/>
                </a:ext>
              </a:extLst>
            </p:cNvPr>
            <p:cNvSpPr/>
            <p:nvPr/>
          </p:nvSpPr>
          <p:spPr>
            <a:xfrm>
              <a:off x="10677546" y="1390986"/>
              <a:ext cx="684000" cy="246389"/>
            </a:xfrm>
            <a:prstGeom prst="rect">
              <a:avLst/>
            </a:prstGeom>
            <a:noFill/>
            <a:ln/>
          </p:spPr>
          <p:txBody>
            <a:bodyPr wrap="square" lIns="0" tIns="0" rIns="0" bIns="0" rtlCol="0" anchor="ctr"/>
            <a:lstStyle/>
            <a:p>
              <a:pPr marL="0" indent="0" algn="ctr">
                <a:buNone/>
              </a:pPr>
              <a:r>
                <a:rPr lang="es-MX" sz="800" noProof="0">
                  <a:solidFill>
                    <a:srgbClr val="1A1A1A"/>
                  </a:solidFill>
                  <a:ea typeface="Arial" pitchFamily="34" charset="-122"/>
                  <a:cs typeface="Arial" pitchFamily="34" charset="-120"/>
                </a:rPr>
                <a:t>Despliegue</a:t>
              </a:r>
              <a:endParaRPr lang="es-MX" sz="800" noProof="0"/>
            </a:p>
          </p:txBody>
        </p:sp>
      </p:grpSp>
      <p:sp>
        <p:nvSpPr>
          <p:cNvPr id="151" name="Shape 9">
            <a:extLst>
              <a:ext uri="{FF2B5EF4-FFF2-40B4-BE49-F238E27FC236}">
                <a16:creationId xmlns:a16="http://schemas.microsoft.com/office/drawing/2014/main" id="{AD9A9343-16F7-924E-04BB-3A74A6792A43}"/>
              </a:ext>
            </a:extLst>
          </p:cNvPr>
          <p:cNvSpPr/>
          <p:nvPr/>
        </p:nvSpPr>
        <p:spPr>
          <a:xfrm>
            <a:off x="7159885" y="5991397"/>
            <a:ext cx="369932" cy="108000"/>
          </a:xfrm>
          <a:prstGeom prst="rect">
            <a:avLst/>
          </a:prstGeom>
          <a:solidFill>
            <a:srgbClr val="AFE3B8"/>
          </a:solidFill>
          <a:ln>
            <a:solidFill>
              <a:schemeClr val="tx1"/>
            </a:solidFill>
          </a:ln>
        </p:spPr>
        <p:txBody>
          <a:bodyPr/>
          <a:lstStyle/>
          <a:p>
            <a:endParaRPr lang="es-MX" noProof="0"/>
          </a:p>
        </p:txBody>
      </p:sp>
      <p:sp>
        <p:nvSpPr>
          <p:cNvPr id="153" name="Shape 9">
            <a:extLst>
              <a:ext uri="{FF2B5EF4-FFF2-40B4-BE49-F238E27FC236}">
                <a16:creationId xmlns:a16="http://schemas.microsoft.com/office/drawing/2014/main" id="{74AE23D3-9BDC-457C-09D5-094DEE946BE1}"/>
              </a:ext>
            </a:extLst>
          </p:cNvPr>
          <p:cNvSpPr/>
          <p:nvPr/>
        </p:nvSpPr>
        <p:spPr>
          <a:xfrm>
            <a:off x="6189733" y="5991397"/>
            <a:ext cx="936000" cy="108000"/>
          </a:xfrm>
          <a:prstGeom prst="rect">
            <a:avLst/>
          </a:prstGeom>
          <a:solidFill>
            <a:srgbClr val="CCFFCC"/>
          </a:solidFill>
          <a:ln>
            <a:solidFill>
              <a:schemeClr val="tx1"/>
            </a:solidFill>
          </a:ln>
        </p:spPr>
        <p:txBody>
          <a:bodyPr/>
          <a:lstStyle/>
          <a:p>
            <a:endParaRPr lang="es-MX" noProof="0"/>
          </a:p>
        </p:txBody>
      </p:sp>
      <p:sp>
        <p:nvSpPr>
          <p:cNvPr id="155" name="Text 75">
            <a:extLst>
              <a:ext uri="{FF2B5EF4-FFF2-40B4-BE49-F238E27FC236}">
                <a16:creationId xmlns:a16="http://schemas.microsoft.com/office/drawing/2014/main" id="{FC43F9F9-7753-BDA3-5689-D82777B6283A}"/>
              </a:ext>
            </a:extLst>
          </p:cNvPr>
          <p:cNvSpPr/>
          <p:nvPr/>
        </p:nvSpPr>
        <p:spPr>
          <a:xfrm>
            <a:off x="6215065" y="5991397"/>
            <a:ext cx="900000" cy="108000"/>
          </a:xfrm>
          <a:prstGeom prst="rect">
            <a:avLst/>
          </a:prstGeom>
          <a:no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600" b="0" i="0" u="none" strike="noStrike" kern="1200" cap="none" spc="0" normalizeH="0" baseline="0" noProof="0">
                <a:ln>
                  <a:noFill/>
                </a:ln>
                <a:effectLst/>
                <a:uLnTx/>
                <a:uFillTx/>
                <a:latin typeface="Arial" pitchFamily="34" charset="0"/>
                <a:ea typeface="Arial" pitchFamily="34" charset="-122"/>
                <a:cs typeface="Arial" pitchFamily="34" charset="-120"/>
              </a:rPr>
              <a:t>Preparación Runbook</a:t>
            </a:r>
            <a:endParaRPr kumimoji="0" lang="es-MX" sz="600" b="0" i="0" u="none" strike="noStrike" kern="1200" cap="none" spc="0" normalizeH="0" baseline="0" noProof="0">
              <a:ln>
                <a:noFill/>
              </a:ln>
              <a:effectLst/>
              <a:uLnTx/>
              <a:uFillTx/>
              <a:latin typeface="Graphik"/>
              <a:ea typeface="+mn-ea"/>
              <a:cs typeface="+mn-cs"/>
            </a:endParaRPr>
          </a:p>
        </p:txBody>
      </p:sp>
      <p:sp>
        <p:nvSpPr>
          <p:cNvPr id="157" name="Text 75">
            <a:extLst>
              <a:ext uri="{FF2B5EF4-FFF2-40B4-BE49-F238E27FC236}">
                <a16:creationId xmlns:a16="http://schemas.microsoft.com/office/drawing/2014/main" id="{D98D2148-F9F9-DF8F-DB39-26D168A90FBC}"/>
              </a:ext>
            </a:extLst>
          </p:cNvPr>
          <p:cNvSpPr/>
          <p:nvPr/>
        </p:nvSpPr>
        <p:spPr>
          <a:xfrm>
            <a:off x="7249168" y="5999951"/>
            <a:ext cx="216000" cy="9089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600" noProof="0">
                <a:latin typeface="Arial" pitchFamily="34" charset="0"/>
                <a:cs typeface="Arial" pitchFamily="34" charset="-120"/>
              </a:rPr>
              <a:t>DR1</a:t>
            </a:r>
            <a:endParaRPr kumimoji="0" lang="es-MX" sz="600" b="0" i="0" u="none" strike="noStrike" kern="1200" cap="none" spc="0" normalizeH="0" baseline="0" noProof="0">
              <a:ln>
                <a:noFill/>
              </a:ln>
              <a:effectLst/>
              <a:uLnTx/>
              <a:uFillTx/>
              <a:latin typeface="Graphik"/>
              <a:ea typeface="+mn-ea"/>
              <a:cs typeface="+mn-cs"/>
            </a:endParaRPr>
          </a:p>
        </p:txBody>
      </p:sp>
      <p:sp>
        <p:nvSpPr>
          <p:cNvPr id="160" name="Shape 9">
            <a:extLst>
              <a:ext uri="{FF2B5EF4-FFF2-40B4-BE49-F238E27FC236}">
                <a16:creationId xmlns:a16="http://schemas.microsoft.com/office/drawing/2014/main" id="{1C486B9C-441A-430E-5A6B-0537F56B6218}"/>
              </a:ext>
            </a:extLst>
          </p:cNvPr>
          <p:cNvSpPr/>
          <p:nvPr/>
        </p:nvSpPr>
        <p:spPr>
          <a:xfrm>
            <a:off x="7549766" y="5991397"/>
            <a:ext cx="369932" cy="108000"/>
          </a:xfrm>
          <a:prstGeom prst="rect">
            <a:avLst/>
          </a:prstGeom>
          <a:solidFill>
            <a:srgbClr val="AFE3B8"/>
          </a:solidFill>
          <a:ln>
            <a:solidFill>
              <a:schemeClr val="tx1"/>
            </a:solidFill>
          </a:ln>
        </p:spPr>
        <p:txBody>
          <a:bodyPr/>
          <a:lstStyle/>
          <a:p>
            <a:endParaRPr lang="es-MX" noProof="0"/>
          </a:p>
        </p:txBody>
      </p:sp>
      <p:sp>
        <p:nvSpPr>
          <p:cNvPr id="162" name="Text 75">
            <a:extLst>
              <a:ext uri="{FF2B5EF4-FFF2-40B4-BE49-F238E27FC236}">
                <a16:creationId xmlns:a16="http://schemas.microsoft.com/office/drawing/2014/main" id="{D52F35F1-9DAB-2632-4BE7-6D26A8A7359A}"/>
              </a:ext>
            </a:extLst>
          </p:cNvPr>
          <p:cNvSpPr/>
          <p:nvPr/>
        </p:nvSpPr>
        <p:spPr>
          <a:xfrm>
            <a:off x="7639049" y="5999951"/>
            <a:ext cx="216000" cy="9089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600" noProof="0">
                <a:latin typeface="Arial" pitchFamily="34" charset="0"/>
                <a:cs typeface="Arial" pitchFamily="34" charset="-120"/>
              </a:rPr>
              <a:t>DR2</a:t>
            </a:r>
            <a:endParaRPr kumimoji="0" lang="es-MX" sz="600" b="0" i="0" u="none" strike="noStrike" kern="1200" cap="none" spc="0" normalizeH="0" baseline="0" noProof="0">
              <a:ln>
                <a:noFill/>
              </a:ln>
              <a:effectLst/>
              <a:uLnTx/>
              <a:uFillTx/>
              <a:latin typeface="Graphik"/>
              <a:ea typeface="+mn-ea"/>
              <a:cs typeface="+mn-cs"/>
            </a:endParaRPr>
          </a:p>
        </p:txBody>
      </p:sp>
      <p:sp>
        <p:nvSpPr>
          <p:cNvPr id="165" name="Star: 5 Points 164">
            <a:extLst>
              <a:ext uri="{FF2B5EF4-FFF2-40B4-BE49-F238E27FC236}">
                <a16:creationId xmlns:a16="http://schemas.microsoft.com/office/drawing/2014/main" id="{7BADF0F7-E885-DD5F-21FC-AC87E5892A64}"/>
              </a:ext>
            </a:extLst>
          </p:cNvPr>
          <p:cNvSpPr/>
          <p:nvPr/>
        </p:nvSpPr>
        <p:spPr>
          <a:xfrm>
            <a:off x="7787137" y="1044018"/>
            <a:ext cx="180000" cy="180000"/>
          </a:xfrm>
          <a:prstGeom prst="star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s-MX" noProof="0"/>
          </a:p>
        </p:txBody>
      </p:sp>
      <p:sp>
        <p:nvSpPr>
          <p:cNvPr id="169" name="TextBox 168">
            <a:extLst>
              <a:ext uri="{FF2B5EF4-FFF2-40B4-BE49-F238E27FC236}">
                <a16:creationId xmlns:a16="http://schemas.microsoft.com/office/drawing/2014/main" id="{AD708A72-108E-A2FC-8A18-62F5C4879695}"/>
              </a:ext>
            </a:extLst>
          </p:cNvPr>
          <p:cNvSpPr txBox="1"/>
          <p:nvPr/>
        </p:nvSpPr>
        <p:spPr>
          <a:xfrm>
            <a:off x="7482753" y="1246161"/>
            <a:ext cx="792000" cy="263661"/>
          </a:xfrm>
          <a:prstGeom prst="rect">
            <a:avLst/>
          </a:prstGeom>
          <a:noFill/>
        </p:spPr>
        <p:txBody>
          <a:bodyPr wrap="square" lIns="0" tIns="0" rIns="0" bIns="0" rtlCol="0">
            <a:noAutofit/>
          </a:bodyPr>
          <a:lstStyle>
            <a:defPPr>
              <a:defRPr lang="en-US"/>
            </a:defPPr>
            <a:lvl1pPr algn="ctr" defTabSz="228600">
              <a:spcAft>
                <a:spcPts val="1200"/>
              </a:spcAft>
              <a:defRPr sz="600"/>
            </a:lvl1pPr>
          </a:lstStyle>
          <a:p>
            <a:r>
              <a:rPr lang="es-MX" noProof="0"/>
              <a:t>Fin simulacros -GO Despliegue R4.0</a:t>
            </a:r>
          </a:p>
        </p:txBody>
      </p:sp>
      <p:sp>
        <p:nvSpPr>
          <p:cNvPr id="177" name="Shape 9">
            <a:extLst>
              <a:ext uri="{FF2B5EF4-FFF2-40B4-BE49-F238E27FC236}">
                <a16:creationId xmlns:a16="http://schemas.microsoft.com/office/drawing/2014/main" id="{D742DB90-CC98-303F-4898-1EBF51C1542F}"/>
              </a:ext>
            </a:extLst>
          </p:cNvPr>
          <p:cNvSpPr/>
          <p:nvPr/>
        </p:nvSpPr>
        <p:spPr>
          <a:xfrm>
            <a:off x="7949395" y="5991397"/>
            <a:ext cx="1440000" cy="108000"/>
          </a:xfrm>
          <a:prstGeom prst="rect">
            <a:avLst/>
          </a:prstGeom>
          <a:solidFill>
            <a:srgbClr val="AFE3B8"/>
          </a:solidFill>
          <a:ln>
            <a:solidFill>
              <a:schemeClr val="tx1"/>
            </a:solidFill>
          </a:ln>
        </p:spPr>
        <p:txBody>
          <a:bodyPr/>
          <a:lstStyle/>
          <a:p>
            <a:endParaRPr lang="es-MX" noProof="0"/>
          </a:p>
        </p:txBody>
      </p:sp>
      <p:sp>
        <p:nvSpPr>
          <p:cNvPr id="180" name="Text 75">
            <a:extLst>
              <a:ext uri="{FF2B5EF4-FFF2-40B4-BE49-F238E27FC236}">
                <a16:creationId xmlns:a16="http://schemas.microsoft.com/office/drawing/2014/main" id="{D93572DB-D84A-6CE5-6FEE-9177380C3184}"/>
              </a:ext>
            </a:extLst>
          </p:cNvPr>
          <p:cNvSpPr/>
          <p:nvPr/>
        </p:nvSpPr>
        <p:spPr>
          <a:xfrm>
            <a:off x="8038678" y="5999951"/>
            <a:ext cx="1368000" cy="9089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500" b="0" i="0" u="none" strike="noStrike" kern="1200" cap="none" spc="0" normalizeH="0" baseline="0" noProof="0">
                <a:ln>
                  <a:noFill/>
                </a:ln>
                <a:effectLst/>
                <a:uLnTx/>
                <a:uFillTx/>
                <a:latin typeface="Arial" pitchFamily="34" charset="0"/>
                <a:ea typeface="+mn-ea"/>
                <a:cs typeface="Arial" pitchFamily="34" charset="-120"/>
              </a:rPr>
              <a:t>Estabili</a:t>
            </a:r>
            <a:r>
              <a:rPr lang="es-MX" sz="500" noProof="0">
                <a:latin typeface="Arial" pitchFamily="34" charset="0"/>
                <a:cs typeface="Arial" pitchFamily="34" charset="-120"/>
              </a:rPr>
              <a:t>zación y despliegue incremental </a:t>
            </a:r>
            <a:endParaRPr kumimoji="0" lang="es-MX" sz="500" b="0" i="0" u="none" strike="noStrike" kern="1200" cap="none" spc="0" normalizeH="0" baseline="0" noProof="0">
              <a:ln>
                <a:noFill/>
              </a:ln>
              <a:effectLst/>
              <a:uLnTx/>
              <a:uFillTx/>
              <a:latin typeface="Graphik"/>
              <a:ea typeface="+mn-ea"/>
              <a:cs typeface="+mn-cs"/>
            </a:endParaRPr>
          </a:p>
        </p:txBody>
      </p:sp>
      <p:sp>
        <p:nvSpPr>
          <p:cNvPr id="546" name="Diamond 545">
            <a:extLst>
              <a:ext uri="{FF2B5EF4-FFF2-40B4-BE49-F238E27FC236}">
                <a16:creationId xmlns:a16="http://schemas.microsoft.com/office/drawing/2014/main" id="{6900126D-2E9D-F206-47B4-FDB899FCCAD4}"/>
              </a:ext>
            </a:extLst>
          </p:cNvPr>
          <p:cNvSpPr/>
          <p:nvPr/>
        </p:nvSpPr>
        <p:spPr>
          <a:xfrm>
            <a:off x="7828091" y="5964147"/>
            <a:ext cx="174484" cy="172861"/>
          </a:xfrm>
          <a:prstGeom prst="diamond">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1" i="0" u="none" strike="noStrike" kern="1200" cap="none" spc="0" normalizeH="0" baseline="0" noProof="0">
              <a:ln>
                <a:noFill/>
              </a:ln>
              <a:solidFill>
                <a:srgbClr val="FFFFFF"/>
              </a:solidFill>
              <a:effectLst/>
              <a:uLnTx/>
              <a:uFillTx/>
              <a:latin typeface="Graphik"/>
              <a:ea typeface="+mn-ea"/>
              <a:cs typeface="+mn-cs"/>
            </a:endParaRPr>
          </a:p>
        </p:txBody>
      </p:sp>
      <p:sp>
        <p:nvSpPr>
          <p:cNvPr id="182" name="Diamond 181">
            <a:extLst>
              <a:ext uri="{FF2B5EF4-FFF2-40B4-BE49-F238E27FC236}">
                <a16:creationId xmlns:a16="http://schemas.microsoft.com/office/drawing/2014/main" id="{1985471C-F785-3591-B936-2FC2EFC0CF43}"/>
              </a:ext>
            </a:extLst>
          </p:cNvPr>
          <p:cNvSpPr/>
          <p:nvPr/>
        </p:nvSpPr>
        <p:spPr>
          <a:xfrm>
            <a:off x="9298447" y="5960904"/>
            <a:ext cx="174484" cy="172861"/>
          </a:xfrm>
          <a:prstGeom prst="diamond">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1" i="0" u="none" strike="noStrike" kern="1200" cap="none" spc="0" normalizeH="0" baseline="0" noProof="0">
              <a:ln>
                <a:noFill/>
              </a:ln>
              <a:solidFill>
                <a:srgbClr val="FFFFFF"/>
              </a:solidFill>
              <a:effectLst/>
              <a:uLnTx/>
              <a:uFillTx/>
              <a:latin typeface="Graphik"/>
              <a:ea typeface="+mn-ea"/>
              <a:cs typeface="+mn-cs"/>
            </a:endParaRPr>
          </a:p>
        </p:txBody>
      </p:sp>
      <p:sp>
        <p:nvSpPr>
          <p:cNvPr id="184" name="Star: 5 Points 183">
            <a:extLst>
              <a:ext uri="{FF2B5EF4-FFF2-40B4-BE49-F238E27FC236}">
                <a16:creationId xmlns:a16="http://schemas.microsoft.com/office/drawing/2014/main" id="{A6141460-E275-D1B3-A536-EA93CDEC1DDD}"/>
              </a:ext>
            </a:extLst>
          </p:cNvPr>
          <p:cNvSpPr/>
          <p:nvPr/>
        </p:nvSpPr>
        <p:spPr>
          <a:xfrm>
            <a:off x="9188861" y="1030993"/>
            <a:ext cx="180000" cy="180000"/>
          </a:xfrm>
          <a:prstGeom prst="star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s-MX" noProof="0"/>
          </a:p>
        </p:txBody>
      </p:sp>
      <p:sp>
        <p:nvSpPr>
          <p:cNvPr id="186" name="TextBox 185">
            <a:extLst>
              <a:ext uri="{FF2B5EF4-FFF2-40B4-BE49-F238E27FC236}">
                <a16:creationId xmlns:a16="http://schemas.microsoft.com/office/drawing/2014/main" id="{8159526B-ACBA-680E-E407-1BF22555EF36}"/>
              </a:ext>
            </a:extLst>
          </p:cNvPr>
          <p:cNvSpPr txBox="1"/>
          <p:nvPr/>
        </p:nvSpPr>
        <p:spPr>
          <a:xfrm>
            <a:off x="8884477" y="1233136"/>
            <a:ext cx="792000" cy="185875"/>
          </a:xfrm>
          <a:prstGeom prst="rect">
            <a:avLst/>
          </a:prstGeom>
          <a:noFill/>
        </p:spPr>
        <p:txBody>
          <a:bodyPr wrap="square" lIns="0" tIns="0" rIns="0" bIns="0" rtlCol="0">
            <a:noAutofit/>
          </a:bodyPr>
          <a:lstStyle>
            <a:defPPr>
              <a:defRPr lang="en-US"/>
            </a:defPPr>
            <a:lvl1pPr algn="ctr" defTabSz="228600">
              <a:spcAft>
                <a:spcPts val="1200"/>
              </a:spcAft>
              <a:defRPr sz="600"/>
            </a:lvl1pPr>
          </a:lstStyle>
          <a:p>
            <a:r>
              <a:rPr lang="es-MX" noProof="0"/>
              <a:t>Despliegue R4 Mercado abierto</a:t>
            </a:r>
          </a:p>
        </p:txBody>
      </p:sp>
      <p:grpSp>
        <p:nvGrpSpPr>
          <p:cNvPr id="187" name="Group 186">
            <a:extLst>
              <a:ext uri="{FF2B5EF4-FFF2-40B4-BE49-F238E27FC236}">
                <a16:creationId xmlns:a16="http://schemas.microsoft.com/office/drawing/2014/main" id="{0E91F9C2-478C-2271-653B-0D869C1F8091}"/>
              </a:ext>
            </a:extLst>
          </p:cNvPr>
          <p:cNvGrpSpPr/>
          <p:nvPr/>
        </p:nvGrpSpPr>
        <p:grpSpPr>
          <a:xfrm>
            <a:off x="4700488" y="3385213"/>
            <a:ext cx="179950" cy="108000"/>
            <a:chOff x="1870218" y="2004012"/>
            <a:chExt cx="108000" cy="108000"/>
          </a:xfrm>
        </p:grpSpPr>
        <p:sp>
          <p:nvSpPr>
            <p:cNvPr id="188" name="Isosceles Triangle 187">
              <a:extLst>
                <a:ext uri="{FF2B5EF4-FFF2-40B4-BE49-F238E27FC236}">
                  <a16:creationId xmlns:a16="http://schemas.microsoft.com/office/drawing/2014/main" id="{82F4711F-E3EA-3809-569D-2DBE9C93E255}"/>
                </a:ext>
              </a:extLst>
            </p:cNvPr>
            <p:cNvSpPr/>
            <p:nvPr/>
          </p:nvSpPr>
          <p:spPr bwMode="gray">
            <a:xfrm>
              <a:off x="1870218" y="2004012"/>
              <a:ext cx="108000" cy="108000"/>
            </a:xfrm>
            <a:prstGeom prst="triangle">
              <a:avLst/>
            </a:prstGeom>
            <a:solidFill>
              <a:srgbClr val="FF0000"/>
            </a:solidFill>
            <a:ln w="9525" cap="rnd" cmpd="sng" algn="ctr">
              <a:solidFill>
                <a:srgbClr val="FF0000"/>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800" b="0" i="0" u="none" strike="noStrike" kern="1200" cap="none" spc="0" normalizeH="0" baseline="0" noProof="0">
                <a:ln>
                  <a:noFill/>
                </a:ln>
                <a:solidFill>
                  <a:schemeClr val="bg1"/>
                </a:solidFill>
                <a:effectLst/>
                <a:uLnTx/>
                <a:uFillTx/>
                <a:latin typeface="Tahoma"/>
                <a:ea typeface="+mn-ea"/>
                <a:cs typeface="+mn-cs"/>
              </a:endParaRPr>
            </a:p>
          </p:txBody>
        </p:sp>
        <p:sp>
          <p:nvSpPr>
            <p:cNvPr id="189" name="TextBox 188">
              <a:extLst>
                <a:ext uri="{FF2B5EF4-FFF2-40B4-BE49-F238E27FC236}">
                  <a16:creationId xmlns:a16="http://schemas.microsoft.com/office/drawing/2014/main" id="{54DA3630-E860-B52B-10CB-F9A0DBBC308A}"/>
                </a:ext>
              </a:extLst>
            </p:cNvPr>
            <p:cNvSpPr txBox="1"/>
            <p:nvPr/>
          </p:nvSpPr>
          <p:spPr>
            <a:xfrm>
              <a:off x="1886298" y="2035015"/>
              <a:ext cx="72000" cy="72000"/>
            </a:xfrm>
            <a:prstGeom prst="rect">
              <a:avLst/>
            </a:prstGeom>
            <a:noFill/>
          </p:spPr>
          <p:txBody>
            <a:bodyPr wrap="square" lIns="0" tIns="0" rIns="0" bIns="0" rtlCol="0" anchor="ctr">
              <a:noAutofit/>
            </a:bodyPr>
            <a:lstStyle/>
            <a:p>
              <a:pPr algn="ctr" defTabSz="228600">
                <a:spcAft>
                  <a:spcPts val="1200"/>
                </a:spcAft>
              </a:pPr>
              <a:r>
                <a:rPr lang="es-MX" sz="600" noProof="0">
                  <a:solidFill>
                    <a:schemeClr val="bg1"/>
                  </a:solidFill>
                </a:rPr>
                <a:t>7</a:t>
              </a:r>
            </a:p>
          </p:txBody>
        </p:sp>
      </p:grpSp>
      <p:cxnSp>
        <p:nvCxnSpPr>
          <p:cNvPr id="190" name="Connector: Elbow 189">
            <a:extLst>
              <a:ext uri="{FF2B5EF4-FFF2-40B4-BE49-F238E27FC236}">
                <a16:creationId xmlns:a16="http://schemas.microsoft.com/office/drawing/2014/main" id="{6A9B803F-B5D0-BF3B-2D0B-D0EAED765DBD}"/>
              </a:ext>
            </a:extLst>
          </p:cNvPr>
          <p:cNvCxnSpPr>
            <a:cxnSpLocks/>
            <a:endCxn id="914" idx="1"/>
          </p:cNvCxnSpPr>
          <p:nvPr/>
        </p:nvCxnSpPr>
        <p:spPr>
          <a:xfrm flipV="1">
            <a:off x="4847248" y="3450059"/>
            <a:ext cx="314844" cy="2157"/>
          </a:xfrm>
          <a:prstGeom prst="bentConnector3">
            <a:avLst>
              <a:gd name="adj1" fmla="val 50000"/>
            </a:avLst>
          </a:prstGeom>
          <a:ln>
            <a:solidFill>
              <a:srgbClr val="FF0000"/>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707" name="Straight Arrow Connector 706">
            <a:extLst>
              <a:ext uri="{FF2B5EF4-FFF2-40B4-BE49-F238E27FC236}">
                <a16:creationId xmlns:a16="http://schemas.microsoft.com/office/drawing/2014/main" id="{21843594-648A-B3DF-4A96-585DDF06A5E2}"/>
              </a:ext>
            </a:extLst>
          </p:cNvPr>
          <p:cNvCxnSpPr/>
          <p:nvPr/>
        </p:nvCxnSpPr>
        <p:spPr>
          <a:xfrm>
            <a:off x="5802249" y="2089538"/>
            <a:ext cx="900000" cy="0"/>
          </a:xfrm>
          <a:prstGeom prst="straightConnector1">
            <a:avLst/>
          </a:prstGeom>
          <a:ln w="12700">
            <a:solidFill>
              <a:srgbClr val="FF3246"/>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09" name="TextBox 708">
            <a:extLst>
              <a:ext uri="{FF2B5EF4-FFF2-40B4-BE49-F238E27FC236}">
                <a16:creationId xmlns:a16="http://schemas.microsoft.com/office/drawing/2014/main" id="{B827359D-E765-8109-CA36-E01110E0DAEC}"/>
              </a:ext>
            </a:extLst>
          </p:cNvPr>
          <p:cNvSpPr txBox="1"/>
          <p:nvPr/>
        </p:nvSpPr>
        <p:spPr>
          <a:xfrm>
            <a:off x="6062247" y="1978085"/>
            <a:ext cx="540000" cy="108000"/>
          </a:xfrm>
          <a:prstGeom prst="rect">
            <a:avLst/>
          </a:prstGeom>
          <a:noFill/>
        </p:spPr>
        <p:txBody>
          <a:bodyPr wrap="square" lIns="0" tIns="0" rIns="0" bIns="0" rtlCol="0">
            <a:noAutofit/>
          </a:bodyPr>
          <a:lstStyle/>
          <a:p>
            <a:pPr algn="l" defTabSz="228600">
              <a:spcAft>
                <a:spcPts val="1200"/>
              </a:spcAft>
            </a:pPr>
            <a:r>
              <a:rPr lang="es-MX" sz="600" noProof="0"/>
              <a:t>Retraso</a:t>
            </a:r>
          </a:p>
        </p:txBody>
      </p:sp>
      <p:grpSp>
        <p:nvGrpSpPr>
          <p:cNvPr id="712" name="Group 711">
            <a:extLst>
              <a:ext uri="{FF2B5EF4-FFF2-40B4-BE49-F238E27FC236}">
                <a16:creationId xmlns:a16="http://schemas.microsoft.com/office/drawing/2014/main" id="{7CE5EFD3-ED3F-D779-3CBD-65614AD96A0A}"/>
              </a:ext>
            </a:extLst>
          </p:cNvPr>
          <p:cNvGrpSpPr/>
          <p:nvPr/>
        </p:nvGrpSpPr>
        <p:grpSpPr>
          <a:xfrm>
            <a:off x="5701510" y="4743126"/>
            <a:ext cx="179950" cy="108000"/>
            <a:chOff x="1870218" y="2004012"/>
            <a:chExt cx="108000" cy="108000"/>
          </a:xfrm>
        </p:grpSpPr>
        <p:sp>
          <p:nvSpPr>
            <p:cNvPr id="713" name="Isosceles Triangle 712">
              <a:extLst>
                <a:ext uri="{FF2B5EF4-FFF2-40B4-BE49-F238E27FC236}">
                  <a16:creationId xmlns:a16="http://schemas.microsoft.com/office/drawing/2014/main" id="{C5CA8346-D033-7CAD-5A6B-2E054699A740}"/>
                </a:ext>
              </a:extLst>
            </p:cNvPr>
            <p:cNvSpPr/>
            <p:nvPr/>
          </p:nvSpPr>
          <p:spPr bwMode="gray">
            <a:xfrm>
              <a:off x="1870218" y="2004012"/>
              <a:ext cx="108000" cy="108000"/>
            </a:xfrm>
            <a:prstGeom prst="triangle">
              <a:avLst/>
            </a:prstGeom>
            <a:solidFill>
              <a:srgbClr val="FF0000"/>
            </a:solidFill>
            <a:ln w="9525" cap="rnd" cmpd="sng" algn="ctr">
              <a:solidFill>
                <a:srgbClr val="FF0000"/>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800" b="0" i="0" u="none" strike="noStrike" kern="1200" cap="none" spc="0" normalizeH="0" baseline="0" noProof="0">
                <a:ln>
                  <a:noFill/>
                </a:ln>
                <a:solidFill>
                  <a:schemeClr val="bg1"/>
                </a:solidFill>
                <a:effectLst/>
                <a:uLnTx/>
                <a:uFillTx/>
                <a:latin typeface="Tahoma"/>
                <a:ea typeface="+mn-ea"/>
                <a:cs typeface="+mn-cs"/>
              </a:endParaRPr>
            </a:p>
          </p:txBody>
        </p:sp>
        <p:sp>
          <p:nvSpPr>
            <p:cNvPr id="714" name="TextBox 713">
              <a:extLst>
                <a:ext uri="{FF2B5EF4-FFF2-40B4-BE49-F238E27FC236}">
                  <a16:creationId xmlns:a16="http://schemas.microsoft.com/office/drawing/2014/main" id="{91FD4577-7193-38CF-C44B-93BE42EB341E}"/>
                </a:ext>
              </a:extLst>
            </p:cNvPr>
            <p:cNvSpPr txBox="1"/>
            <p:nvPr/>
          </p:nvSpPr>
          <p:spPr>
            <a:xfrm>
              <a:off x="1886298" y="2035015"/>
              <a:ext cx="72000" cy="72000"/>
            </a:xfrm>
            <a:prstGeom prst="rect">
              <a:avLst/>
            </a:prstGeom>
            <a:noFill/>
          </p:spPr>
          <p:txBody>
            <a:bodyPr wrap="square" lIns="0" tIns="0" rIns="0" bIns="0" rtlCol="0" anchor="ctr">
              <a:noAutofit/>
            </a:bodyPr>
            <a:lstStyle/>
            <a:p>
              <a:pPr algn="ctr" defTabSz="228600">
                <a:spcAft>
                  <a:spcPts val="1200"/>
                </a:spcAft>
              </a:pPr>
              <a:r>
                <a:rPr lang="es-MX" sz="600" noProof="0">
                  <a:solidFill>
                    <a:schemeClr val="bg1"/>
                  </a:solidFill>
                </a:rPr>
                <a:t>4</a:t>
              </a:r>
              <a:endParaRPr lang="es-MX" sz="800" noProof="0">
                <a:solidFill>
                  <a:schemeClr val="bg1"/>
                </a:solidFill>
              </a:endParaRPr>
            </a:p>
          </p:txBody>
        </p:sp>
      </p:grpSp>
      <p:sp>
        <p:nvSpPr>
          <p:cNvPr id="716" name="TextBox 715">
            <a:extLst>
              <a:ext uri="{FF2B5EF4-FFF2-40B4-BE49-F238E27FC236}">
                <a16:creationId xmlns:a16="http://schemas.microsoft.com/office/drawing/2014/main" id="{5EC731D8-D627-7142-6B3B-25592AC9ABB5}"/>
              </a:ext>
            </a:extLst>
          </p:cNvPr>
          <p:cNvSpPr txBox="1"/>
          <p:nvPr/>
        </p:nvSpPr>
        <p:spPr>
          <a:xfrm>
            <a:off x="7688626" y="5767377"/>
            <a:ext cx="430698" cy="174647"/>
          </a:xfrm>
          <a:prstGeom prst="rect">
            <a:avLst/>
          </a:prstGeom>
          <a:noFill/>
        </p:spPr>
        <p:txBody>
          <a:bodyPr wrap="square" lIns="0" tIns="0" rIns="0" bIns="0" rtlCol="0">
            <a:noAutofit/>
          </a:bodyPr>
          <a:lstStyle>
            <a:defPPr>
              <a:defRPr lang="en-US"/>
            </a:defPPr>
            <a:lvl1pPr algn="ctr" defTabSz="228600">
              <a:spcAft>
                <a:spcPts val="1200"/>
              </a:spcAft>
              <a:defRPr sz="600"/>
            </a:lvl1pPr>
          </a:lstStyle>
          <a:p>
            <a:r>
              <a:rPr lang="es-MX" b="1" noProof="0"/>
              <a:t>Go- Live R4</a:t>
            </a:r>
          </a:p>
        </p:txBody>
      </p:sp>
      <p:sp>
        <p:nvSpPr>
          <p:cNvPr id="718" name="TextBox 717">
            <a:extLst>
              <a:ext uri="{FF2B5EF4-FFF2-40B4-BE49-F238E27FC236}">
                <a16:creationId xmlns:a16="http://schemas.microsoft.com/office/drawing/2014/main" id="{5CE0DB41-553D-E977-5CD9-7AFF71F0ACE2}"/>
              </a:ext>
            </a:extLst>
          </p:cNvPr>
          <p:cNvSpPr txBox="1"/>
          <p:nvPr/>
        </p:nvSpPr>
        <p:spPr>
          <a:xfrm>
            <a:off x="8951686" y="5799641"/>
            <a:ext cx="766170" cy="174647"/>
          </a:xfrm>
          <a:prstGeom prst="rect">
            <a:avLst/>
          </a:prstGeom>
          <a:noFill/>
        </p:spPr>
        <p:txBody>
          <a:bodyPr wrap="square" lIns="0" tIns="0" rIns="0" bIns="0" rtlCol="0">
            <a:noAutofit/>
          </a:bodyPr>
          <a:lstStyle>
            <a:defPPr>
              <a:defRPr lang="en-US"/>
            </a:defPPr>
            <a:lvl1pPr algn="ctr" defTabSz="228600">
              <a:spcAft>
                <a:spcPts val="1200"/>
              </a:spcAft>
              <a:defRPr sz="600"/>
            </a:lvl1pPr>
          </a:lstStyle>
          <a:p>
            <a:r>
              <a:rPr lang="es-MX" b="1" noProof="0"/>
              <a:t>Go- Live R4</a:t>
            </a:r>
            <a:r>
              <a:rPr lang="es-MX" b="1"/>
              <a:t> Mercado Abierto</a:t>
            </a:r>
            <a:endParaRPr lang="es-MX" b="1" noProof="0"/>
          </a:p>
        </p:txBody>
      </p:sp>
      <p:sp>
        <p:nvSpPr>
          <p:cNvPr id="719" name="Left Brace 718">
            <a:extLst>
              <a:ext uri="{FF2B5EF4-FFF2-40B4-BE49-F238E27FC236}">
                <a16:creationId xmlns:a16="http://schemas.microsoft.com/office/drawing/2014/main" id="{AE51CF54-F212-0B67-BA9E-F6802144D8EA}"/>
              </a:ext>
            </a:extLst>
          </p:cNvPr>
          <p:cNvSpPr/>
          <p:nvPr/>
        </p:nvSpPr>
        <p:spPr>
          <a:xfrm rot="16200000">
            <a:off x="7488468" y="5804388"/>
            <a:ext cx="48712" cy="725095"/>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noProof="0"/>
          </a:p>
        </p:txBody>
      </p:sp>
      <p:sp>
        <p:nvSpPr>
          <p:cNvPr id="721" name="TextBox 720">
            <a:extLst>
              <a:ext uri="{FF2B5EF4-FFF2-40B4-BE49-F238E27FC236}">
                <a16:creationId xmlns:a16="http://schemas.microsoft.com/office/drawing/2014/main" id="{CF543A6A-EE64-E106-5164-92B3A9D64E48}"/>
              </a:ext>
            </a:extLst>
          </p:cNvPr>
          <p:cNvSpPr txBox="1"/>
          <p:nvPr/>
        </p:nvSpPr>
        <p:spPr>
          <a:xfrm>
            <a:off x="7093695" y="6196485"/>
            <a:ext cx="893108" cy="213236"/>
          </a:xfrm>
          <a:prstGeom prst="rect">
            <a:avLst/>
          </a:prstGeom>
          <a:noFill/>
        </p:spPr>
        <p:txBody>
          <a:bodyPr wrap="square" lIns="0" tIns="0" rIns="0" bIns="0" rtlCol="0">
            <a:noAutofit/>
          </a:bodyPr>
          <a:lstStyle>
            <a:defPPr>
              <a:defRPr lang="en-US"/>
            </a:defPPr>
            <a:lvl1pPr algn="ctr" defTabSz="228600">
              <a:spcAft>
                <a:spcPts val="1200"/>
              </a:spcAft>
              <a:defRPr sz="600"/>
            </a:lvl1pPr>
          </a:lstStyle>
          <a:p>
            <a:r>
              <a:rPr lang="es-MX" noProof="0"/>
              <a:t>DR – Dress Rehearsal Simulacros despliegue</a:t>
            </a:r>
          </a:p>
        </p:txBody>
      </p:sp>
      <p:cxnSp>
        <p:nvCxnSpPr>
          <p:cNvPr id="722" name="Straight Arrow Connector 721">
            <a:extLst>
              <a:ext uri="{FF2B5EF4-FFF2-40B4-BE49-F238E27FC236}">
                <a16:creationId xmlns:a16="http://schemas.microsoft.com/office/drawing/2014/main" id="{74ACD52B-6BDD-50BF-0782-D9256B21B603}"/>
              </a:ext>
            </a:extLst>
          </p:cNvPr>
          <p:cNvCxnSpPr/>
          <p:nvPr/>
        </p:nvCxnSpPr>
        <p:spPr>
          <a:xfrm>
            <a:off x="5808821" y="3000999"/>
            <a:ext cx="468000" cy="0"/>
          </a:xfrm>
          <a:prstGeom prst="straightConnector1">
            <a:avLst/>
          </a:prstGeom>
          <a:ln w="12700">
            <a:solidFill>
              <a:srgbClr val="FF3246"/>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23" name="TextBox 722">
            <a:extLst>
              <a:ext uri="{FF2B5EF4-FFF2-40B4-BE49-F238E27FC236}">
                <a16:creationId xmlns:a16="http://schemas.microsoft.com/office/drawing/2014/main" id="{B3C09F06-4A14-E5D6-AA46-A7DA5522B8A6}"/>
              </a:ext>
            </a:extLst>
          </p:cNvPr>
          <p:cNvSpPr txBox="1"/>
          <p:nvPr/>
        </p:nvSpPr>
        <p:spPr>
          <a:xfrm>
            <a:off x="5876795" y="2889546"/>
            <a:ext cx="540000" cy="108000"/>
          </a:xfrm>
          <a:prstGeom prst="rect">
            <a:avLst/>
          </a:prstGeom>
          <a:noFill/>
        </p:spPr>
        <p:txBody>
          <a:bodyPr wrap="square" lIns="0" tIns="0" rIns="0" bIns="0" rtlCol="0">
            <a:noAutofit/>
          </a:bodyPr>
          <a:lstStyle/>
          <a:p>
            <a:pPr algn="l" defTabSz="228600">
              <a:spcAft>
                <a:spcPts val="1200"/>
              </a:spcAft>
            </a:pPr>
            <a:r>
              <a:rPr lang="es-MX" sz="600" noProof="0"/>
              <a:t>Retraso</a:t>
            </a:r>
          </a:p>
        </p:txBody>
      </p:sp>
      <p:grpSp>
        <p:nvGrpSpPr>
          <p:cNvPr id="726" name="Group 725">
            <a:extLst>
              <a:ext uri="{FF2B5EF4-FFF2-40B4-BE49-F238E27FC236}">
                <a16:creationId xmlns:a16="http://schemas.microsoft.com/office/drawing/2014/main" id="{EC4C472B-EA54-5E27-522C-03326ED45735}"/>
              </a:ext>
            </a:extLst>
          </p:cNvPr>
          <p:cNvGrpSpPr/>
          <p:nvPr/>
        </p:nvGrpSpPr>
        <p:grpSpPr>
          <a:xfrm>
            <a:off x="7084939" y="4902701"/>
            <a:ext cx="179950" cy="108000"/>
            <a:chOff x="1870218" y="2004012"/>
            <a:chExt cx="108000" cy="108000"/>
          </a:xfrm>
        </p:grpSpPr>
        <p:sp>
          <p:nvSpPr>
            <p:cNvPr id="727" name="Isosceles Triangle 726">
              <a:extLst>
                <a:ext uri="{FF2B5EF4-FFF2-40B4-BE49-F238E27FC236}">
                  <a16:creationId xmlns:a16="http://schemas.microsoft.com/office/drawing/2014/main" id="{B93082F0-DCD3-D7BA-2ED1-A2F1346D2619}"/>
                </a:ext>
              </a:extLst>
            </p:cNvPr>
            <p:cNvSpPr/>
            <p:nvPr/>
          </p:nvSpPr>
          <p:spPr bwMode="gray">
            <a:xfrm>
              <a:off x="1870218" y="2004012"/>
              <a:ext cx="108000" cy="108000"/>
            </a:xfrm>
            <a:prstGeom prst="triangle">
              <a:avLst/>
            </a:prstGeom>
            <a:solidFill>
              <a:srgbClr val="FF0000"/>
            </a:solidFill>
            <a:ln w="9525" cap="rnd" cmpd="sng" algn="ctr">
              <a:solidFill>
                <a:srgbClr val="FF0000"/>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800" b="0" i="0" u="none" strike="noStrike" kern="1200" cap="none" spc="0" normalizeH="0" baseline="0" noProof="0">
                <a:ln>
                  <a:noFill/>
                </a:ln>
                <a:solidFill>
                  <a:schemeClr val="bg1"/>
                </a:solidFill>
                <a:effectLst/>
                <a:uLnTx/>
                <a:uFillTx/>
                <a:latin typeface="Tahoma"/>
                <a:ea typeface="+mn-ea"/>
                <a:cs typeface="+mn-cs"/>
              </a:endParaRPr>
            </a:p>
          </p:txBody>
        </p:sp>
        <p:sp>
          <p:nvSpPr>
            <p:cNvPr id="728" name="TextBox 727">
              <a:extLst>
                <a:ext uri="{FF2B5EF4-FFF2-40B4-BE49-F238E27FC236}">
                  <a16:creationId xmlns:a16="http://schemas.microsoft.com/office/drawing/2014/main" id="{D5D5A535-6DAE-9A17-09FA-ECCC749157CE}"/>
                </a:ext>
              </a:extLst>
            </p:cNvPr>
            <p:cNvSpPr txBox="1"/>
            <p:nvPr/>
          </p:nvSpPr>
          <p:spPr>
            <a:xfrm>
              <a:off x="1886298" y="2035015"/>
              <a:ext cx="72000" cy="72000"/>
            </a:xfrm>
            <a:prstGeom prst="rect">
              <a:avLst/>
            </a:prstGeom>
            <a:noFill/>
          </p:spPr>
          <p:txBody>
            <a:bodyPr wrap="square" lIns="0" tIns="0" rIns="0" bIns="0" rtlCol="0" anchor="ctr">
              <a:noAutofit/>
            </a:bodyPr>
            <a:lstStyle/>
            <a:p>
              <a:pPr algn="ctr" defTabSz="228600">
                <a:spcAft>
                  <a:spcPts val="1200"/>
                </a:spcAft>
              </a:pPr>
              <a:r>
                <a:rPr lang="es-MX" sz="600" noProof="0">
                  <a:solidFill>
                    <a:schemeClr val="bg1"/>
                  </a:solidFill>
                </a:rPr>
                <a:t>8</a:t>
              </a:r>
              <a:endParaRPr lang="es-MX" sz="800" noProof="0">
                <a:solidFill>
                  <a:schemeClr val="bg1"/>
                </a:solidFill>
              </a:endParaRPr>
            </a:p>
          </p:txBody>
        </p:sp>
      </p:grpSp>
      <p:cxnSp>
        <p:nvCxnSpPr>
          <p:cNvPr id="729" name="Connector: Elbow 728">
            <a:extLst>
              <a:ext uri="{FF2B5EF4-FFF2-40B4-BE49-F238E27FC236}">
                <a16:creationId xmlns:a16="http://schemas.microsoft.com/office/drawing/2014/main" id="{AF2A0320-B89D-C8F0-E54C-08EFA26DF9ED}"/>
              </a:ext>
            </a:extLst>
          </p:cNvPr>
          <p:cNvCxnSpPr>
            <a:cxnSpLocks/>
            <a:endCxn id="157" idx="1"/>
          </p:cNvCxnSpPr>
          <p:nvPr/>
        </p:nvCxnSpPr>
        <p:spPr>
          <a:xfrm rot="16200000" flipH="1">
            <a:off x="6690596" y="5486824"/>
            <a:ext cx="1039693" cy="77452"/>
          </a:xfrm>
          <a:prstGeom prst="bentConnector2">
            <a:avLst/>
          </a:prstGeom>
          <a:ln>
            <a:solidFill>
              <a:srgbClr val="FF0000"/>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739" name="Text 75">
            <a:extLst>
              <a:ext uri="{FF2B5EF4-FFF2-40B4-BE49-F238E27FC236}">
                <a16:creationId xmlns:a16="http://schemas.microsoft.com/office/drawing/2014/main" id="{721962A5-507B-9FD4-24FB-0DC8BBB62742}"/>
              </a:ext>
            </a:extLst>
          </p:cNvPr>
          <p:cNvSpPr/>
          <p:nvPr/>
        </p:nvSpPr>
        <p:spPr>
          <a:xfrm>
            <a:off x="9691258" y="1751306"/>
            <a:ext cx="2394253" cy="239190"/>
          </a:xfrm>
          <a:prstGeom prst="rect">
            <a:avLst/>
          </a:prstGeom>
          <a:noFill/>
        </p:spPr>
        <p:txBody>
          <a:bodyPr wrap="square" lIns="0" tIns="0" rIns="0" bIns="0" rtlCol="0">
            <a:noAutofit/>
          </a:bodyPr>
          <a:lstStyle/>
          <a:p>
            <a:pPr defTabSz="228600">
              <a:spcAft>
                <a:spcPts val="1200"/>
              </a:spcAft>
            </a:pPr>
            <a:r>
              <a:rPr lang="es-MX" sz="800" b="1" noProof="0"/>
              <a:t>Análisis</a:t>
            </a:r>
            <a:r>
              <a:rPr lang="es-MX" sz="800" noProof="0"/>
              <a:t>: Definición de alcance, refinamiento mesas, VoBo </a:t>
            </a:r>
          </a:p>
        </p:txBody>
      </p:sp>
      <p:sp>
        <p:nvSpPr>
          <p:cNvPr id="741" name="Text 75">
            <a:extLst>
              <a:ext uri="{FF2B5EF4-FFF2-40B4-BE49-F238E27FC236}">
                <a16:creationId xmlns:a16="http://schemas.microsoft.com/office/drawing/2014/main" id="{C3C13EC8-2CE3-B614-AE12-A182CDDBD9AA}"/>
              </a:ext>
            </a:extLst>
          </p:cNvPr>
          <p:cNvSpPr/>
          <p:nvPr/>
        </p:nvSpPr>
        <p:spPr>
          <a:xfrm>
            <a:off x="9691258" y="2095374"/>
            <a:ext cx="2287385" cy="255824"/>
          </a:xfrm>
          <a:prstGeom prst="rect">
            <a:avLst/>
          </a:prstGeom>
          <a:noFill/>
        </p:spPr>
        <p:txBody>
          <a:bodyPr wrap="square" lIns="0" tIns="0" rIns="0" bIns="0" rtlCol="0">
            <a:noAutofit/>
          </a:bodyPr>
          <a:lstStyle/>
          <a:p>
            <a:pPr defTabSz="228600">
              <a:spcAft>
                <a:spcPts val="1200"/>
              </a:spcAft>
            </a:pPr>
            <a:r>
              <a:rPr lang="es-MX" sz="800" b="1" noProof="0"/>
              <a:t>Diseño</a:t>
            </a:r>
            <a:r>
              <a:rPr lang="es-MX" sz="800" noProof="0"/>
              <a:t>: DTMs/DTCs, certificaciones, diagramas flujo detallado</a:t>
            </a:r>
          </a:p>
        </p:txBody>
      </p:sp>
      <p:sp>
        <p:nvSpPr>
          <p:cNvPr id="743" name="Text 75">
            <a:extLst>
              <a:ext uri="{FF2B5EF4-FFF2-40B4-BE49-F238E27FC236}">
                <a16:creationId xmlns:a16="http://schemas.microsoft.com/office/drawing/2014/main" id="{B8878095-AF19-438F-D35F-4FAAE0D8FA71}"/>
              </a:ext>
            </a:extLst>
          </p:cNvPr>
          <p:cNvSpPr/>
          <p:nvPr/>
        </p:nvSpPr>
        <p:spPr>
          <a:xfrm>
            <a:off x="9691258" y="2396603"/>
            <a:ext cx="2500742" cy="331357"/>
          </a:xfrm>
          <a:prstGeom prst="rect">
            <a:avLst/>
          </a:prstGeom>
          <a:noFill/>
        </p:spPr>
        <p:txBody>
          <a:bodyPr wrap="square" lIns="0" tIns="0" rIns="0" bIns="0" rtlCol="0">
            <a:noAutofit/>
          </a:bodyPr>
          <a:lstStyle/>
          <a:p>
            <a:pPr defTabSz="228600">
              <a:spcAft>
                <a:spcPts val="1200"/>
              </a:spcAft>
            </a:pPr>
            <a:r>
              <a:rPr lang="es-MX" sz="800" b="1" noProof="0"/>
              <a:t>Implementación</a:t>
            </a:r>
            <a:r>
              <a:rPr lang="es-MX" sz="800" noProof="0"/>
              <a:t>: Desarrollo, pruebas unitarias y pruebas de producto</a:t>
            </a:r>
          </a:p>
        </p:txBody>
      </p:sp>
      <p:sp>
        <p:nvSpPr>
          <p:cNvPr id="10" name="Text 8">
            <a:extLst>
              <a:ext uri="{FF2B5EF4-FFF2-40B4-BE49-F238E27FC236}">
                <a16:creationId xmlns:a16="http://schemas.microsoft.com/office/drawing/2014/main" id="{82701F71-09B2-7B72-EE0B-90E39D0F8AC8}"/>
              </a:ext>
            </a:extLst>
          </p:cNvPr>
          <p:cNvSpPr/>
          <p:nvPr/>
        </p:nvSpPr>
        <p:spPr>
          <a:xfrm>
            <a:off x="11350774" y="1125994"/>
            <a:ext cx="756000" cy="188819"/>
          </a:xfrm>
          <a:prstGeom prst="rect">
            <a:avLst/>
          </a:prstGeom>
          <a:solidFill>
            <a:srgbClr val="A055F5"/>
          </a:solidFill>
          <a:ln w="19050">
            <a:noFill/>
            <a:prstDash val="solid"/>
          </a:ln>
        </p:spPr>
        <p:txBody>
          <a:bodyPr/>
          <a:lstStyle/>
          <a:p>
            <a:pPr algn="ctr"/>
            <a:r>
              <a:rPr lang="es-MX" sz="700">
                <a:solidFill>
                  <a:schemeClr val="bg1"/>
                </a:solidFill>
                <a:cs typeface="Poppins" panose="00000500000000000000" pitchFamily="2" charset="0"/>
              </a:rPr>
              <a:t>Entornos E2E</a:t>
            </a:r>
          </a:p>
        </p:txBody>
      </p:sp>
    </p:spTree>
    <p:extLst>
      <p:ext uri="{BB962C8B-B14F-4D97-AF65-F5344CB8AC3E}">
        <p14:creationId xmlns:p14="http://schemas.microsoft.com/office/powerpoint/2010/main" val="1779766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421D3-9A91-689C-EF01-583D5B0A6330}"/>
            </a:ext>
          </a:extLst>
        </p:cNvPr>
        <p:cNvGrpSpPr/>
        <p:nvPr/>
      </p:nvGrpSpPr>
      <p:grpSpPr>
        <a:xfrm>
          <a:off x="0" y="0"/>
          <a:ext cx="0" cy="0"/>
          <a:chOff x="0" y="0"/>
          <a:chExt cx="0" cy="0"/>
        </a:xfrm>
      </p:grpSpPr>
      <p:graphicFrame>
        <p:nvGraphicFramePr>
          <p:cNvPr id="201" name="think-cell data - do not delete" hidden="1">
            <a:extLst>
              <a:ext uri="{FF2B5EF4-FFF2-40B4-BE49-F238E27FC236}">
                <a16:creationId xmlns:a16="http://schemas.microsoft.com/office/drawing/2014/main" id="{3A784427-74F6-A4E1-248C-526323686213}"/>
              </a:ext>
            </a:extLst>
          </p:cNvPr>
          <p:cNvGraphicFramePr>
            <a:graphicFrameLocks/>
          </p:cNvGraphicFramePr>
          <p:nvPr>
            <p:custDataLst>
              <p:tags r:id="rId1"/>
            </p:custDataLst>
            <p:extLst>
              <p:ext uri="{D42A27DB-BD31-4B8C-83A1-F6EECF244321}">
                <p14:modId xmlns:p14="http://schemas.microsoft.com/office/powerpoint/2010/main" val="2256609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201" name="think-cell data - do not delete" hidden="1">
                        <a:extLst>
                          <a:ext uri="{FF2B5EF4-FFF2-40B4-BE49-F238E27FC236}">
                            <a16:creationId xmlns:a16="http://schemas.microsoft.com/office/drawing/2014/main" id="{3A784427-74F6-A4E1-248C-52632368621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3" name="Title 1">
            <a:extLst>
              <a:ext uri="{FF2B5EF4-FFF2-40B4-BE49-F238E27FC236}">
                <a16:creationId xmlns:a16="http://schemas.microsoft.com/office/drawing/2014/main" id="{30B78F8C-F70F-F910-65BC-6FCB85ED66E3}"/>
              </a:ext>
            </a:extLst>
          </p:cNvPr>
          <p:cNvSpPr txBox="1">
            <a:spLocks/>
          </p:cNvSpPr>
          <p:nvPr/>
        </p:nvSpPr>
        <p:spPr>
          <a:xfrm>
            <a:off x="381999" y="388669"/>
            <a:ext cx="11143252" cy="535256"/>
          </a:xfrm>
        </p:spPr>
        <p:txBody>
          <a:bodyPr vert="horz" rIns="91440">
            <a:no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r>
              <a:rPr lang="es-MX" sz="2400"/>
              <a:t>Adicionalmente, existen 8 acciones abiertas para resolver riesgos críticos que vemos en el </a:t>
            </a:r>
            <a:r>
              <a:rPr lang="es-MX" sz="2400" err="1"/>
              <a:t>Roadmap</a:t>
            </a:r>
            <a:r>
              <a:rPr lang="es-MX" sz="2400"/>
              <a:t> de R4</a:t>
            </a:r>
          </a:p>
        </p:txBody>
      </p:sp>
      <p:sp>
        <p:nvSpPr>
          <p:cNvPr id="203" name="Ey">
            <a:extLst>
              <a:ext uri="{FF2B5EF4-FFF2-40B4-BE49-F238E27FC236}">
                <a16:creationId xmlns:a16="http://schemas.microsoft.com/office/drawing/2014/main" id="{2B6F2A47-1325-6FC4-93A8-24442E37A7B4}"/>
              </a:ext>
            </a:extLst>
          </p:cNvPr>
          <p:cNvSpPr txBox="1"/>
          <p:nvPr/>
        </p:nvSpPr>
        <p:spPr>
          <a:xfrm>
            <a:off x="380000" y="188056"/>
            <a:ext cx="5000000" cy="153888"/>
          </a:xfrm>
          <a:prstGeom prst="rect">
            <a:avLst/>
          </a:prstGeom>
          <a:noFill/>
          <a:ln>
            <a:noFill/>
          </a:ln>
        </p:spPr>
        <p:txBody>
          <a:bodyPr wrap="square" lIns="0" tIns="0" rIns="0" bIns="0" anchor="ctr">
            <a:spAutoFit/>
          </a:bodyPr>
          <a:lstStyle/>
          <a:p>
            <a:pPr algn="l" defTabSz="228600">
              <a:lnSpc>
                <a:spcPct val="100000"/>
              </a:lnSpc>
              <a:spcBef>
                <a:spcPts val="0"/>
              </a:spcBef>
              <a:spcAft>
                <a:spcPts val="0"/>
              </a:spcAft>
              <a:buNone/>
            </a:pPr>
            <a:r>
              <a:rPr lang="es-MX" sz="1000" b="1" kern="1200">
                <a:solidFill>
                  <a:srgbClr val="888888"/>
                </a:solidFill>
                <a:latin typeface="Poppins"/>
              </a:rPr>
              <a:t>ASEGURAMIENTO R4</a:t>
            </a:r>
          </a:p>
        </p:txBody>
      </p:sp>
      <p:grpSp>
        <p:nvGrpSpPr>
          <p:cNvPr id="59" name="Group 58">
            <a:extLst>
              <a:ext uri="{FF2B5EF4-FFF2-40B4-BE49-F238E27FC236}">
                <a16:creationId xmlns:a16="http://schemas.microsoft.com/office/drawing/2014/main" id="{3EAB7AF1-FB56-E359-49C7-3A04435BF5B4}"/>
              </a:ext>
            </a:extLst>
          </p:cNvPr>
          <p:cNvGrpSpPr/>
          <p:nvPr/>
        </p:nvGrpSpPr>
        <p:grpSpPr>
          <a:xfrm>
            <a:off x="365760" y="1092647"/>
            <a:ext cx="11064240" cy="273512"/>
            <a:chOff x="365760" y="1022201"/>
            <a:chExt cx="11064240" cy="273512"/>
          </a:xfrm>
        </p:grpSpPr>
        <p:sp>
          <p:nvSpPr>
            <p:cNvPr id="14" name="Shape 7">
              <a:extLst>
                <a:ext uri="{FF2B5EF4-FFF2-40B4-BE49-F238E27FC236}">
                  <a16:creationId xmlns:a16="http://schemas.microsoft.com/office/drawing/2014/main" id="{6D2C397B-4577-78A0-480A-D888B132FB6B}"/>
                </a:ext>
              </a:extLst>
            </p:cNvPr>
            <p:cNvSpPr/>
            <p:nvPr/>
          </p:nvSpPr>
          <p:spPr>
            <a:xfrm>
              <a:off x="365760" y="1022201"/>
              <a:ext cx="7200000" cy="237744"/>
            </a:xfrm>
            <a:prstGeom prst="rect">
              <a:avLst/>
            </a:prstGeom>
            <a:solidFill>
              <a:srgbClr val="16294D"/>
            </a:solidFill>
            <a:ln w="12700">
              <a:solidFill>
                <a:srgbClr val="16294D"/>
              </a:solidFill>
              <a:prstDash val="solid"/>
            </a:ln>
          </p:spPr>
          <p:txBody>
            <a:bodyPr/>
            <a:lstStyle/>
            <a:p>
              <a:endParaRPr lang="en-US" sz="2400"/>
            </a:p>
          </p:txBody>
        </p:sp>
        <p:sp>
          <p:nvSpPr>
            <p:cNvPr id="20" name="Text 10">
              <a:extLst>
                <a:ext uri="{FF2B5EF4-FFF2-40B4-BE49-F238E27FC236}">
                  <a16:creationId xmlns:a16="http://schemas.microsoft.com/office/drawing/2014/main" id="{EF1BD1A5-FEA9-B564-DF9D-41ABBC7140F1}"/>
                </a:ext>
              </a:extLst>
            </p:cNvPr>
            <p:cNvSpPr/>
            <p:nvPr/>
          </p:nvSpPr>
          <p:spPr>
            <a:xfrm>
              <a:off x="906320" y="1022201"/>
              <a:ext cx="4069080" cy="237744"/>
            </a:xfrm>
            <a:prstGeom prst="rect">
              <a:avLst/>
            </a:prstGeom>
            <a:noFill/>
            <a:ln/>
          </p:spPr>
          <p:txBody>
            <a:bodyPr wrap="square" rtlCol="0" anchor="ctr"/>
            <a:lstStyle/>
            <a:p>
              <a:pPr marL="0" indent="0">
                <a:buNone/>
              </a:pPr>
              <a:r>
                <a:rPr lang="es-MX" sz="900" b="1" kern="0" spc="30">
                  <a:solidFill>
                    <a:srgbClr val="FFFFFF"/>
                  </a:solidFill>
                  <a:latin typeface="Calibri" pitchFamily="34" charset="0"/>
                  <a:ea typeface="Calibri" pitchFamily="34" charset="-122"/>
                  <a:cs typeface="Calibri" pitchFamily="34" charset="-120"/>
                </a:rPr>
                <a:t>REMEDIACIÓN / ACCIÓN REQUERIDA</a:t>
              </a:r>
              <a:endParaRPr lang="es-MX" sz="900"/>
            </a:p>
          </p:txBody>
        </p:sp>
        <p:sp>
          <p:nvSpPr>
            <p:cNvPr id="22" name="Shape 11">
              <a:extLst>
                <a:ext uri="{FF2B5EF4-FFF2-40B4-BE49-F238E27FC236}">
                  <a16:creationId xmlns:a16="http://schemas.microsoft.com/office/drawing/2014/main" id="{6F7BF165-DAE4-B5FB-86E6-F09FF5B1170A}"/>
                </a:ext>
              </a:extLst>
            </p:cNvPr>
            <p:cNvSpPr/>
            <p:nvPr/>
          </p:nvSpPr>
          <p:spPr>
            <a:xfrm>
              <a:off x="5683718" y="1022201"/>
              <a:ext cx="1691640" cy="237744"/>
            </a:xfrm>
            <a:prstGeom prst="rect">
              <a:avLst/>
            </a:prstGeom>
            <a:solidFill>
              <a:srgbClr val="16294D"/>
            </a:solidFill>
            <a:ln w="12700">
              <a:solidFill>
                <a:srgbClr val="16294D"/>
              </a:solidFill>
              <a:prstDash val="solid"/>
            </a:ln>
          </p:spPr>
          <p:txBody>
            <a:bodyPr/>
            <a:lstStyle/>
            <a:p>
              <a:endParaRPr lang="en-US" sz="2400"/>
            </a:p>
          </p:txBody>
        </p:sp>
        <p:sp>
          <p:nvSpPr>
            <p:cNvPr id="28" name="Shape 13">
              <a:extLst>
                <a:ext uri="{FF2B5EF4-FFF2-40B4-BE49-F238E27FC236}">
                  <a16:creationId xmlns:a16="http://schemas.microsoft.com/office/drawing/2014/main" id="{682ED693-ACFA-C246-424F-346E12EE5355}"/>
                </a:ext>
              </a:extLst>
            </p:cNvPr>
            <p:cNvSpPr/>
            <p:nvPr/>
          </p:nvSpPr>
          <p:spPr>
            <a:xfrm>
              <a:off x="7375358" y="1022201"/>
              <a:ext cx="960120" cy="237744"/>
            </a:xfrm>
            <a:prstGeom prst="rect">
              <a:avLst/>
            </a:prstGeom>
            <a:solidFill>
              <a:srgbClr val="16294D"/>
            </a:solidFill>
            <a:ln w="12700">
              <a:solidFill>
                <a:srgbClr val="16294D"/>
              </a:solidFill>
              <a:prstDash val="solid"/>
            </a:ln>
          </p:spPr>
          <p:txBody>
            <a:bodyPr/>
            <a:lstStyle/>
            <a:p>
              <a:endParaRPr lang="en-US" sz="2400"/>
            </a:p>
          </p:txBody>
        </p:sp>
        <p:sp>
          <p:nvSpPr>
            <p:cNvPr id="32" name="Text 14">
              <a:extLst>
                <a:ext uri="{FF2B5EF4-FFF2-40B4-BE49-F238E27FC236}">
                  <a16:creationId xmlns:a16="http://schemas.microsoft.com/office/drawing/2014/main" id="{5E0210C2-9389-62BF-56E1-7696236DB822}"/>
                </a:ext>
              </a:extLst>
            </p:cNvPr>
            <p:cNvSpPr/>
            <p:nvPr/>
          </p:nvSpPr>
          <p:spPr>
            <a:xfrm>
              <a:off x="5350082" y="1022201"/>
              <a:ext cx="868680" cy="237744"/>
            </a:xfrm>
            <a:prstGeom prst="rect">
              <a:avLst/>
            </a:prstGeom>
            <a:noFill/>
            <a:ln/>
          </p:spPr>
          <p:txBody>
            <a:bodyPr wrap="square" rtlCol="0" anchor="ctr"/>
            <a:lstStyle/>
            <a:p>
              <a:pPr marL="0" indent="0" algn="ctr">
                <a:buNone/>
              </a:pPr>
              <a:r>
                <a:rPr lang="es-MX" sz="900" b="1" kern="0" spc="30">
                  <a:solidFill>
                    <a:srgbClr val="FFFFFF"/>
                  </a:solidFill>
                  <a:latin typeface="Calibri" pitchFamily="34" charset="0"/>
                  <a:ea typeface="Calibri" pitchFamily="34" charset="-122"/>
                  <a:cs typeface="Calibri" pitchFamily="34" charset="-120"/>
                </a:rPr>
                <a:t>SEVERIDAD</a:t>
              </a:r>
              <a:endParaRPr lang="es-MX" sz="900"/>
            </a:p>
          </p:txBody>
        </p:sp>
        <p:sp>
          <p:nvSpPr>
            <p:cNvPr id="36" name="Shape 15">
              <a:extLst>
                <a:ext uri="{FF2B5EF4-FFF2-40B4-BE49-F238E27FC236}">
                  <a16:creationId xmlns:a16="http://schemas.microsoft.com/office/drawing/2014/main" id="{F1351B12-E9C8-2262-B096-0E2A40D4D16C}"/>
                </a:ext>
              </a:extLst>
            </p:cNvPr>
            <p:cNvSpPr/>
            <p:nvPr/>
          </p:nvSpPr>
          <p:spPr>
            <a:xfrm>
              <a:off x="8335478" y="1022201"/>
              <a:ext cx="1371600" cy="237744"/>
            </a:xfrm>
            <a:prstGeom prst="rect">
              <a:avLst/>
            </a:prstGeom>
            <a:solidFill>
              <a:srgbClr val="16294D"/>
            </a:solidFill>
            <a:ln w="12700">
              <a:solidFill>
                <a:srgbClr val="16294D"/>
              </a:solidFill>
              <a:prstDash val="solid"/>
            </a:ln>
          </p:spPr>
          <p:txBody>
            <a:bodyPr/>
            <a:lstStyle/>
            <a:p>
              <a:pPr algn="ctr"/>
              <a:endParaRPr lang="en-US" sz="2400"/>
            </a:p>
          </p:txBody>
        </p:sp>
        <p:sp>
          <p:nvSpPr>
            <p:cNvPr id="44" name="Shape 17">
              <a:extLst>
                <a:ext uri="{FF2B5EF4-FFF2-40B4-BE49-F238E27FC236}">
                  <a16:creationId xmlns:a16="http://schemas.microsoft.com/office/drawing/2014/main" id="{A062A3C8-E5E3-1158-9462-1EACFA39695F}"/>
                </a:ext>
              </a:extLst>
            </p:cNvPr>
            <p:cNvSpPr/>
            <p:nvPr/>
          </p:nvSpPr>
          <p:spPr>
            <a:xfrm>
              <a:off x="9052560" y="1022201"/>
              <a:ext cx="2377440" cy="237744"/>
            </a:xfrm>
            <a:prstGeom prst="rect">
              <a:avLst/>
            </a:prstGeom>
            <a:solidFill>
              <a:srgbClr val="16294D"/>
            </a:solidFill>
            <a:ln w="12700">
              <a:solidFill>
                <a:srgbClr val="16294D"/>
              </a:solidFill>
              <a:prstDash val="solid"/>
            </a:ln>
          </p:spPr>
          <p:txBody>
            <a:bodyPr/>
            <a:lstStyle/>
            <a:p>
              <a:endParaRPr lang="en-US" sz="2400"/>
            </a:p>
          </p:txBody>
        </p:sp>
        <p:sp>
          <p:nvSpPr>
            <p:cNvPr id="48" name="Text 18">
              <a:extLst>
                <a:ext uri="{FF2B5EF4-FFF2-40B4-BE49-F238E27FC236}">
                  <a16:creationId xmlns:a16="http://schemas.microsoft.com/office/drawing/2014/main" id="{1FE303C2-0ED8-D6F0-7830-5AD08DACEB81}"/>
                </a:ext>
              </a:extLst>
            </p:cNvPr>
            <p:cNvSpPr/>
            <p:nvPr/>
          </p:nvSpPr>
          <p:spPr>
            <a:xfrm>
              <a:off x="9771086" y="1022201"/>
              <a:ext cx="1508400" cy="273512"/>
            </a:xfrm>
            <a:prstGeom prst="rect">
              <a:avLst/>
            </a:prstGeom>
            <a:noFill/>
            <a:ln/>
          </p:spPr>
          <p:txBody>
            <a:bodyPr wrap="square" rtlCol="0" anchor="ctr"/>
            <a:lstStyle/>
            <a:p>
              <a:pPr marL="0" indent="0">
                <a:buNone/>
              </a:pPr>
              <a:r>
                <a:rPr lang="es-MX" sz="900" b="1" kern="0" spc="30">
                  <a:solidFill>
                    <a:srgbClr val="FFFFFF"/>
                  </a:solidFill>
                  <a:latin typeface="Calibri" pitchFamily="34" charset="0"/>
                  <a:ea typeface="Calibri" pitchFamily="34" charset="-122"/>
                  <a:cs typeface="Calibri" pitchFamily="34" charset="-120"/>
                </a:rPr>
                <a:t>FECHA</a:t>
              </a:r>
              <a:endParaRPr lang="es-MX" sz="900"/>
            </a:p>
          </p:txBody>
        </p:sp>
        <p:sp>
          <p:nvSpPr>
            <p:cNvPr id="24" name="Text 12">
              <a:extLst>
                <a:ext uri="{FF2B5EF4-FFF2-40B4-BE49-F238E27FC236}">
                  <a16:creationId xmlns:a16="http://schemas.microsoft.com/office/drawing/2014/main" id="{3EFCF9B1-48F3-1FA8-D7DA-2112514D3F43}"/>
                </a:ext>
              </a:extLst>
            </p:cNvPr>
            <p:cNvSpPr/>
            <p:nvPr/>
          </p:nvSpPr>
          <p:spPr>
            <a:xfrm>
              <a:off x="6771854" y="1022201"/>
              <a:ext cx="1600200" cy="237744"/>
            </a:xfrm>
            <a:prstGeom prst="rect">
              <a:avLst/>
            </a:prstGeom>
            <a:noFill/>
            <a:ln/>
          </p:spPr>
          <p:txBody>
            <a:bodyPr wrap="square" rtlCol="0" anchor="ctr"/>
            <a:lstStyle/>
            <a:p>
              <a:pPr marL="0" indent="0">
                <a:buNone/>
              </a:pPr>
              <a:r>
                <a:rPr lang="es-MX" sz="900" b="1" kern="0" spc="30">
                  <a:solidFill>
                    <a:srgbClr val="FFFFFF"/>
                  </a:solidFill>
                  <a:latin typeface="Calibri" pitchFamily="34" charset="0"/>
                  <a:ea typeface="Calibri" pitchFamily="34" charset="-122"/>
                  <a:cs typeface="Calibri" pitchFamily="34" charset="-120"/>
                </a:rPr>
                <a:t>TRACK(S)</a:t>
              </a:r>
              <a:endParaRPr lang="es-MX" sz="900"/>
            </a:p>
          </p:txBody>
        </p:sp>
        <p:sp>
          <p:nvSpPr>
            <p:cNvPr id="40" name="Text 16">
              <a:extLst>
                <a:ext uri="{FF2B5EF4-FFF2-40B4-BE49-F238E27FC236}">
                  <a16:creationId xmlns:a16="http://schemas.microsoft.com/office/drawing/2014/main" id="{A2D7B9C7-A594-F413-A4C5-EF6AC7D89CBC}"/>
                </a:ext>
              </a:extLst>
            </p:cNvPr>
            <p:cNvSpPr/>
            <p:nvPr/>
          </p:nvSpPr>
          <p:spPr>
            <a:xfrm>
              <a:off x="8275320" y="1022201"/>
              <a:ext cx="1280160" cy="237744"/>
            </a:xfrm>
            <a:prstGeom prst="rect">
              <a:avLst/>
            </a:prstGeom>
            <a:noFill/>
            <a:ln/>
          </p:spPr>
          <p:txBody>
            <a:bodyPr wrap="square" rtlCol="0" anchor="ctr"/>
            <a:lstStyle/>
            <a:p>
              <a:pPr marL="0" indent="0" algn="ctr">
                <a:buNone/>
              </a:pPr>
              <a:r>
                <a:rPr lang="es-MX" sz="900" b="1" kern="0" spc="30">
                  <a:solidFill>
                    <a:srgbClr val="FFFFFF"/>
                  </a:solidFill>
                  <a:latin typeface="Calibri" pitchFamily="34" charset="0"/>
                  <a:ea typeface="Calibri" pitchFamily="34" charset="-122"/>
                  <a:cs typeface="Calibri" pitchFamily="34" charset="-120"/>
                </a:rPr>
                <a:t>Owner</a:t>
              </a:r>
              <a:endParaRPr lang="es-MX" sz="900"/>
            </a:p>
          </p:txBody>
        </p:sp>
      </p:grpSp>
      <p:grpSp>
        <p:nvGrpSpPr>
          <p:cNvPr id="57" name="Group 56">
            <a:extLst>
              <a:ext uri="{FF2B5EF4-FFF2-40B4-BE49-F238E27FC236}">
                <a16:creationId xmlns:a16="http://schemas.microsoft.com/office/drawing/2014/main" id="{2936E75A-C245-2E72-AB5A-B493813F0011}"/>
              </a:ext>
            </a:extLst>
          </p:cNvPr>
          <p:cNvGrpSpPr/>
          <p:nvPr/>
        </p:nvGrpSpPr>
        <p:grpSpPr>
          <a:xfrm>
            <a:off x="365760" y="1355657"/>
            <a:ext cx="11064240" cy="597974"/>
            <a:chOff x="365760" y="1285211"/>
            <a:chExt cx="11064240" cy="597974"/>
          </a:xfrm>
        </p:grpSpPr>
        <p:sp>
          <p:nvSpPr>
            <p:cNvPr id="88" name="Shape 28">
              <a:extLst>
                <a:ext uri="{FF2B5EF4-FFF2-40B4-BE49-F238E27FC236}">
                  <a16:creationId xmlns:a16="http://schemas.microsoft.com/office/drawing/2014/main" id="{222E4EE9-9555-AA93-8619-04EEC9BA740F}"/>
                </a:ext>
              </a:extLst>
            </p:cNvPr>
            <p:cNvSpPr/>
            <p:nvPr/>
          </p:nvSpPr>
          <p:spPr>
            <a:xfrm>
              <a:off x="365760" y="1285211"/>
              <a:ext cx="11064240" cy="597974"/>
            </a:xfrm>
            <a:prstGeom prst="rect">
              <a:avLst/>
            </a:prstGeom>
            <a:solidFill>
              <a:srgbClr val="EEF1F6"/>
            </a:solidFill>
            <a:ln w="12700">
              <a:solidFill>
                <a:srgbClr val="D8DEE6"/>
              </a:solidFill>
              <a:prstDash val="solid"/>
            </a:ln>
          </p:spPr>
          <p:txBody>
            <a:bodyPr/>
            <a:lstStyle/>
            <a:p>
              <a:endParaRPr lang="en-US" sz="2400"/>
            </a:p>
          </p:txBody>
        </p:sp>
        <p:sp>
          <p:nvSpPr>
            <p:cNvPr id="92" name="Shape 29">
              <a:extLst>
                <a:ext uri="{FF2B5EF4-FFF2-40B4-BE49-F238E27FC236}">
                  <a16:creationId xmlns:a16="http://schemas.microsoft.com/office/drawing/2014/main" id="{116AE4BF-061D-EC71-5EE2-5A03F5602B7C}"/>
                </a:ext>
              </a:extLst>
            </p:cNvPr>
            <p:cNvSpPr/>
            <p:nvPr/>
          </p:nvSpPr>
          <p:spPr>
            <a:xfrm>
              <a:off x="365760" y="1297097"/>
              <a:ext cx="54864" cy="574202"/>
            </a:xfrm>
            <a:prstGeom prst="rect">
              <a:avLst/>
            </a:prstGeom>
            <a:solidFill>
              <a:srgbClr val="C0392B"/>
            </a:solidFill>
            <a:ln w="12700">
              <a:solidFill>
                <a:srgbClr val="C0392B"/>
              </a:solidFill>
              <a:prstDash val="solid"/>
            </a:ln>
          </p:spPr>
          <p:txBody>
            <a:bodyPr/>
            <a:lstStyle/>
            <a:p>
              <a:endParaRPr lang="en-US" sz="2400"/>
            </a:p>
          </p:txBody>
        </p:sp>
        <p:sp>
          <p:nvSpPr>
            <p:cNvPr id="100" name="Text 31">
              <a:extLst>
                <a:ext uri="{FF2B5EF4-FFF2-40B4-BE49-F238E27FC236}">
                  <a16:creationId xmlns:a16="http://schemas.microsoft.com/office/drawing/2014/main" id="{933D9960-2239-D26F-B6D9-D5EE4E0BDFE8}"/>
                </a:ext>
              </a:extLst>
            </p:cNvPr>
            <p:cNvSpPr/>
            <p:nvPr/>
          </p:nvSpPr>
          <p:spPr>
            <a:xfrm>
              <a:off x="906320" y="1299796"/>
              <a:ext cx="4032504" cy="568805"/>
            </a:xfrm>
            <a:prstGeom prst="rect">
              <a:avLst/>
            </a:prstGeom>
            <a:noFill/>
            <a:ln/>
          </p:spPr>
          <p:txBody>
            <a:bodyPr wrap="square" rtlCol="0" anchor="ctr"/>
            <a:lstStyle/>
            <a:p>
              <a:pPr>
                <a:lnSpc>
                  <a:spcPct val="98000"/>
                </a:lnSpc>
              </a:pPr>
              <a:r>
                <a:rPr lang="es-MX" sz="900" b="1">
                  <a:solidFill>
                    <a:srgbClr val="0E2841"/>
                  </a:solidFill>
                  <a:latin typeface="Calibri" pitchFamily="34" charset="0"/>
                  <a:ea typeface="Calibri" pitchFamily="34" charset="-122"/>
                  <a:cs typeface="Calibri" pitchFamily="34" charset="-120"/>
                </a:rPr>
                <a:t>Confirmar fechas de diseño técnico (solución e integración) e implementación de integraciones por track </a:t>
              </a:r>
              <a:r>
                <a:rPr lang="es-MX" sz="900">
                  <a:solidFill>
                    <a:srgbClr val="0E2841"/>
                  </a:solidFill>
                  <a:latin typeface="Calibri" pitchFamily="34" charset="0"/>
                  <a:ea typeface="Calibri" pitchFamily="34" charset="-122"/>
                  <a:cs typeface="Calibri" pitchFamily="34" charset="-120"/>
                </a:rPr>
                <a:t>(</a:t>
              </a:r>
              <a:r>
                <a:rPr lang="es-MX" sz="900" err="1">
                  <a:solidFill>
                    <a:srgbClr val="0E2841"/>
                  </a:solidFill>
                  <a:latin typeface="Calibri" pitchFamily="34" charset="0"/>
                  <a:ea typeface="Calibri" pitchFamily="34" charset="-122"/>
                  <a:cs typeface="Calibri" pitchFamily="34" charset="-120"/>
                </a:rPr>
                <a:t>Apolo</a:t>
              </a:r>
              <a:r>
                <a:rPr lang="es-MX" sz="900" err="1">
                  <a:solidFill>
                    <a:srgbClr val="0E2841"/>
                  </a:solidFill>
                  <a:latin typeface="Calibri" pitchFamily="34" charset="0"/>
                  <a:ea typeface="Calibri" pitchFamily="34" charset="-122"/>
                  <a:cs typeface="Calibri" pitchFamily="34" charset="-120"/>
                  <a:sym typeface="Wingdings" panose="05000000000000000000" pitchFamily="2" charset="2"/>
                </a:rPr>
                <a:t></a:t>
              </a:r>
              <a:r>
                <a:rPr lang="es-MX" sz="900" err="1">
                  <a:solidFill>
                    <a:srgbClr val="0E2841"/>
                  </a:solidFill>
                  <a:latin typeface="Calibri" pitchFamily="34" charset="0"/>
                  <a:ea typeface="Calibri" pitchFamily="34" charset="-122"/>
                  <a:cs typeface="Calibri" pitchFamily="34" charset="-120"/>
                </a:rPr>
                <a:t>SIWEB</a:t>
              </a:r>
              <a:r>
                <a:rPr lang="es-MX" sz="900">
                  <a:solidFill>
                    <a:srgbClr val="0E2841"/>
                  </a:solidFill>
                  <a:latin typeface="Calibri" pitchFamily="34" charset="0"/>
                  <a:ea typeface="Calibri" pitchFamily="34" charset="-122"/>
                  <a:cs typeface="Calibri" pitchFamily="34" charset="-120"/>
                </a:rPr>
                <a:t> → CAT → SV (parcial). Fecha de fin de esta acción puede conflictuar con la fecha de entrega de plan R4 (17 agosto).</a:t>
              </a:r>
              <a:endParaRPr lang="es-MX" sz="900"/>
            </a:p>
          </p:txBody>
        </p:sp>
        <p:sp>
          <p:nvSpPr>
            <p:cNvPr id="108" name="Shape 33">
              <a:extLst>
                <a:ext uri="{FF2B5EF4-FFF2-40B4-BE49-F238E27FC236}">
                  <a16:creationId xmlns:a16="http://schemas.microsoft.com/office/drawing/2014/main" id="{D8283BCC-DC34-796F-62BD-BFAD7107437B}"/>
                </a:ext>
              </a:extLst>
            </p:cNvPr>
            <p:cNvSpPr/>
            <p:nvPr/>
          </p:nvSpPr>
          <p:spPr>
            <a:xfrm>
              <a:off x="5395802" y="1511274"/>
              <a:ext cx="777240" cy="145848"/>
            </a:xfrm>
            <a:prstGeom prst="rect">
              <a:avLst/>
            </a:prstGeom>
            <a:solidFill>
              <a:srgbClr val="C0392B"/>
            </a:solidFill>
            <a:ln w="12700">
              <a:solidFill>
                <a:srgbClr val="C0392B"/>
              </a:solidFill>
              <a:prstDash val="solid"/>
            </a:ln>
          </p:spPr>
          <p:txBody>
            <a:bodyPr/>
            <a:lstStyle/>
            <a:p>
              <a:pPr algn="ctr"/>
              <a:endParaRPr lang="en-US" sz="2400"/>
            </a:p>
          </p:txBody>
        </p:sp>
        <p:sp>
          <p:nvSpPr>
            <p:cNvPr id="112" name="Text 34">
              <a:extLst>
                <a:ext uri="{FF2B5EF4-FFF2-40B4-BE49-F238E27FC236}">
                  <a16:creationId xmlns:a16="http://schemas.microsoft.com/office/drawing/2014/main" id="{01CCCA1D-CD5E-52D4-F094-1F2B65370DEC}"/>
                </a:ext>
              </a:extLst>
            </p:cNvPr>
            <p:cNvSpPr/>
            <p:nvPr/>
          </p:nvSpPr>
          <p:spPr>
            <a:xfrm>
              <a:off x="5395802" y="1511274"/>
              <a:ext cx="777240" cy="145848"/>
            </a:xfrm>
            <a:prstGeom prst="rect">
              <a:avLst/>
            </a:prstGeom>
            <a:noFill/>
            <a:ln/>
          </p:spPr>
          <p:txBody>
            <a:bodyPr wrap="square" rtlCol="0" anchor="ctr"/>
            <a:lstStyle/>
            <a:p>
              <a:pPr marL="0" indent="0" algn="ctr">
                <a:buNone/>
              </a:pPr>
              <a:r>
                <a:rPr lang="es-MX" sz="900" b="1">
                  <a:solidFill>
                    <a:srgbClr val="FFFFFF"/>
                  </a:solidFill>
                  <a:latin typeface="Calibri" pitchFamily="34" charset="0"/>
                  <a:ea typeface="Calibri" pitchFamily="34" charset="-122"/>
                  <a:cs typeface="Calibri" pitchFamily="34" charset="-120"/>
                </a:rPr>
                <a:t>CRÍTICA</a:t>
              </a:r>
              <a:endParaRPr lang="es-MX" sz="900"/>
            </a:p>
          </p:txBody>
        </p:sp>
        <p:sp>
          <p:nvSpPr>
            <p:cNvPr id="116" name="Text 35">
              <a:extLst>
                <a:ext uri="{FF2B5EF4-FFF2-40B4-BE49-F238E27FC236}">
                  <a16:creationId xmlns:a16="http://schemas.microsoft.com/office/drawing/2014/main" id="{0C406F91-B0DB-30E4-79A2-9CF4FCD02A2D}"/>
                </a:ext>
              </a:extLst>
            </p:cNvPr>
            <p:cNvSpPr/>
            <p:nvPr/>
          </p:nvSpPr>
          <p:spPr>
            <a:xfrm>
              <a:off x="8298180" y="1299796"/>
              <a:ext cx="1234440" cy="568805"/>
            </a:xfrm>
            <a:prstGeom prst="rect">
              <a:avLst/>
            </a:prstGeom>
            <a:noFill/>
            <a:ln/>
          </p:spPr>
          <p:txBody>
            <a:bodyPr wrap="square" rtlCol="0" anchor="ctr"/>
            <a:lstStyle/>
            <a:p>
              <a:pPr algn="ctr">
                <a:buSzPct val="100000"/>
              </a:pPr>
              <a:r>
                <a:rPr lang="es-MX" sz="900">
                  <a:solidFill>
                    <a:srgbClr val="333333"/>
                  </a:solidFill>
                  <a:latin typeface="Calibri" pitchFamily="34" charset="0"/>
                  <a:ea typeface="Calibri" pitchFamily="34" charset="-122"/>
                  <a:cs typeface="Calibri" pitchFamily="34" charset="-120"/>
                </a:rPr>
                <a:t>Oscar Melo</a:t>
              </a:r>
              <a:endParaRPr lang="es-MX" sz="900"/>
            </a:p>
          </p:txBody>
        </p:sp>
        <p:sp>
          <p:nvSpPr>
            <p:cNvPr id="120" name="Text 36">
              <a:extLst>
                <a:ext uri="{FF2B5EF4-FFF2-40B4-BE49-F238E27FC236}">
                  <a16:creationId xmlns:a16="http://schemas.microsoft.com/office/drawing/2014/main" id="{D870A3A1-295D-F78C-DE71-D627BFD70D75}"/>
                </a:ext>
              </a:extLst>
            </p:cNvPr>
            <p:cNvSpPr/>
            <p:nvPr/>
          </p:nvSpPr>
          <p:spPr>
            <a:xfrm>
              <a:off x="9771086" y="1299796"/>
              <a:ext cx="1509723" cy="568805"/>
            </a:xfrm>
            <a:prstGeom prst="rect">
              <a:avLst/>
            </a:prstGeom>
            <a:noFill/>
            <a:ln/>
          </p:spPr>
          <p:txBody>
            <a:bodyPr wrap="square" rtlCol="0" anchor="ctr"/>
            <a:lstStyle/>
            <a:p>
              <a:pPr>
                <a:lnSpc>
                  <a:spcPct val="98000"/>
                </a:lnSpc>
              </a:pPr>
              <a:r>
                <a:rPr lang="es-MX" sz="900">
                  <a:solidFill>
                    <a:srgbClr val="333333"/>
                  </a:solidFill>
                  <a:latin typeface="Calibri" pitchFamily="34" charset="0"/>
                  <a:ea typeface="Calibri" pitchFamily="34" charset="-122"/>
                  <a:cs typeface="Calibri" pitchFamily="34" charset="-120"/>
                </a:rPr>
                <a:t>18 de Agosto 2026</a:t>
              </a:r>
              <a:endParaRPr lang="es-MX" sz="900"/>
            </a:p>
          </p:txBody>
        </p:sp>
        <p:sp>
          <p:nvSpPr>
            <p:cNvPr id="104" name="Text 32">
              <a:extLst>
                <a:ext uri="{FF2B5EF4-FFF2-40B4-BE49-F238E27FC236}">
                  <a16:creationId xmlns:a16="http://schemas.microsoft.com/office/drawing/2014/main" id="{C38D252F-49C4-6B75-A61B-08259C937D4B}"/>
                </a:ext>
              </a:extLst>
            </p:cNvPr>
            <p:cNvSpPr/>
            <p:nvPr/>
          </p:nvSpPr>
          <p:spPr>
            <a:xfrm>
              <a:off x="6771854" y="1285211"/>
              <a:ext cx="1581912" cy="597974"/>
            </a:xfrm>
            <a:prstGeom prst="rect">
              <a:avLst/>
            </a:prstGeom>
            <a:noFill/>
            <a:ln/>
          </p:spPr>
          <p:txBody>
            <a:bodyPr wrap="square" rtlCol="0" anchor="ctr"/>
            <a:lstStyle/>
            <a:p>
              <a:pPr marL="0" indent="0">
                <a:buNone/>
              </a:pPr>
              <a:r>
                <a:rPr lang="es-MX" sz="900">
                  <a:solidFill>
                    <a:srgbClr val="333333"/>
                  </a:solidFill>
                  <a:latin typeface="Calibri" pitchFamily="34" charset="0"/>
                  <a:ea typeface="Calibri" pitchFamily="34" charset="-122"/>
                  <a:cs typeface="Calibri" pitchFamily="34" charset="-120"/>
                </a:rPr>
                <a:t>Apolo, SIWEB, CAT y SV (parcial) </a:t>
              </a:r>
              <a:endParaRPr lang="es-MX" sz="900"/>
            </a:p>
          </p:txBody>
        </p:sp>
        <p:sp>
          <p:nvSpPr>
            <p:cNvPr id="65" name="Text 31">
              <a:extLst>
                <a:ext uri="{FF2B5EF4-FFF2-40B4-BE49-F238E27FC236}">
                  <a16:creationId xmlns:a16="http://schemas.microsoft.com/office/drawing/2014/main" id="{79C85BCA-AA54-3FB2-5917-BFC37DC96458}"/>
                </a:ext>
              </a:extLst>
            </p:cNvPr>
            <p:cNvSpPr/>
            <p:nvPr/>
          </p:nvSpPr>
          <p:spPr>
            <a:xfrm>
              <a:off x="527224" y="1299796"/>
              <a:ext cx="519684" cy="568805"/>
            </a:xfrm>
            <a:prstGeom prst="rect">
              <a:avLst/>
            </a:prstGeom>
            <a:noFill/>
            <a:ln/>
          </p:spPr>
          <p:txBody>
            <a:bodyPr wrap="square" rtlCol="0" anchor="ctr"/>
            <a:lstStyle/>
            <a:p>
              <a:pPr>
                <a:lnSpc>
                  <a:spcPct val="98000"/>
                </a:lnSpc>
              </a:pPr>
              <a:r>
                <a:rPr lang="es-MX" b="1">
                  <a:solidFill>
                    <a:schemeClr val="accent3"/>
                  </a:solidFill>
                  <a:latin typeface="Calibri" pitchFamily="34" charset="0"/>
                  <a:ea typeface="Calibri" pitchFamily="34" charset="-122"/>
                  <a:cs typeface="Calibri" pitchFamily="34" charset="-120"/>
                </a:rPr>
                <a:t>1)</a:t>
              </a:r>
              <a:endParaRPr lang="es-MX">
                <a:solidFill>
                  <a:schemeClr val="accent3"/>
                </a:solidFill>
              </a:endParaRPr>
            </a:p>
          </p:txBody>
        </p:sp>
      </p:grpSp>
      <p:grpSp>
        <p:nvGrpSpPr>
          <p:cNvPr id="10" name="Group 9">
            <a:extLst>
              <a:ext uri="{FF2B5EF4-FFF2-40B4-BE49-F238E27FC236}">
                <a16:creationId xmlns:a16="http://schemas.microsoft.com/office/drawing/2014/main" id="{332369CB-0049-C4B5-37F3-2F9B60344D50}"/>
              </a:ext>
            </a:extLst>
          </p:cNvPr>
          <p:cNvGrpSpPr/>
          <p:nvPr/>
        </p:nvGrpSpPr>
        <p:grpSpPr>
          <a:xfrm>
            <a:off x="365760" y="5170745"/>
            <a:ext cx="11064240" cy="597974"/>
            <a:chOff x="365760" y="4397599"/>
            <a:chExt cx="11064240" cy="597974"/>
          </a:xfrm>
        </p:grpSpPr>
        <p:sp>
          <p:nvSpPr>
            <p:cNvPr id="124" name="Shape 37">
              <a:extLst>
                <a:ext uri="{FF2B5EF4-FFF2-40B4-BE49-F238E27FC236}">
                  <a16:creationId xmlns:a16="http://schemas.microsoft.com/office/drawing/2014/main" id="{717B4CD9-09B0-2845-A8DF-2790F9F07395}"/>
                </a:ext>
              </a:extLst>
            </p:cNvPr>
            <p:cNvSpPr/>
            <p:nvPr/>
          </p:nvSpPr>
          <p:spPr>
            <a:xfrm>
              <a:off x="365760" y="4397599"/>
              <a:ext cx="11064240" cy="597974"/>
            </a:xfrm>
            <a:prstGeom prst="rect">
              <a:avLst/>
            </a:prstGeom>
            <a:solidFill>
              <a:srgbClr val="EEF1F6"/>
            </a:solidFill>
            <a:ln w="12700">
              <a:solidFill>
                <a:srgbClr val="D8DEE6"/>
              </a:solidFill>
              <a:prstDash val="solid"/>
            </a:ln>
          </p:spPr>
          <p:txBody>
            <a:bodyPr/>
            <a:lstStyle/>
            <a:p>
              <a:endParaRPr lang="en-US" sz="2400"/>
            </a:p>
          </p:txBody>
        </p:sp>
        <p:sp>
          <p:nvSpPr>
            <p:cNvPr id="128" name="Shape 38">
              <a:extLst>
                <a:ext uri="{FF2B5EF4-FFF2-40B4-BE49-F238E27FC236}">
                  <a16:creationId xmlns:a16="http://schemas.microsoft.com/office/drawing/2014/main" id="{29496DA6-F795-81BE-8FE2-8C33D6BC3338}"/>
                </a:ext>
              </a:extLst>
            </p:cNvPr>
            <p:cNvSpPr/>
            <p:nvPr/>
          </p:nvSpPr>
          <p:spPr>
            <a:xfrm>
              <a:off x="365760" y="4409485"/>
              <a:ext cx="54864" cy="574202"/>
            </a:xfrm>
            <a:prstGeom prst="rect">
              <a:avLst/>
            </a:prstGeom>
            <a:solidFill>
              <a:srgbClr val="FF0000"/>
            </a:solidFill>
            <a:ln w="12700">
              <a:solidFill>
                <a:srgbClr val="FF0000"/>
              </a:solidFill>
              <a:prstDash val="solid"/>
            </a:ln>
          </p:spPr>
          <p:txBody>
            <a:bodyPr/>
            <a:lstStyle/>
            <a:p>
              <a:endParaRPr lang="en-US" sz="2400"/>
            </a:p>
          </p:txBody>
        </p:sp>
        <p:sp>
          <p:nvSpPr>
            <p:cNvPr id="136" name="Text 40">
              <a:extLst>
                <a:ext uri="{FF2B5EF4-FFF2-40B4-BE49-F238E27FC236}">
                  <a16:creationId xmlns:a16="http://schemas.microsoft.com/office/drawing/2014/main" id="{79DD5B5B-5681-61DA-1175-21C8808C5610}"/>
                </a:ext>
              </a:extLst>
            </p:cNvPr>
            <p:cNvSpPr/>
            <p:nvPr/>
          </p:nvSpPr>
          <p:spPr>
            <a:xfrm>
              <a:off x="906320" y="4448646"/>
              <a:ext cx="4032504" cy="495881"/>
            </a:xfrm>
            <a:prstGeom prst="rect">
              <a:avLst/>
            </a:prstGeom>
            <a:noFill/>
            <a:ln/>
          </p:spPr>
          <p:txBody>
            <a:bodyPr wrap="square" rtlCol="0" anchor="ctr"/>
            <a:lstStyle/>
            <a:p>
              <a:pPr marL="0" indent="0">
                <a:lnSpc>
                  <a:spcPct val="98000"/>
                </a:lnSpc>
                <a:buNone/>
              </a:pPr>
              <a:r>
                <a:rPr lang="es-MX" sz="1000" b="1">
                  <a:solidFill>
                    <a:srgbClr val="0E2841"/>
                  </a:solidFill>
                  <a:latin typeface="Calibri" pitchFamily="34" charset="0"/>
                  <a:ea typeface="Calibri" pitchFamily="34" charset="-122"/>
                  <a:cs typeface="Calibri" pitchFamily="34" charset="-120"/>
                </a:rPr>
                <a:t>Confirmar escenarios de mitigación para Maquila Automatizada:  </a:t>
              </a:r>
            </a:p>
            <a:p>
              <a:pPr marL="0" indent="0">
                <a:lnSpc>
                  <a:spcPct val="98000"/>
                </a:lnSpc>
                <a:buNone/>
              </a:pPr>
              <a:r>
                <a:rPr lang="es-MX" sz="900">
                  <a:solidFill>
                    <a:srgbClr val="0E2841"/>
                  </a:solidFill>
                  <a:latin typeface="Calibri" pitchFamily="34" charset="0"/>
                  <a:ea typeface="Calibri" pitchFamily="34" charset="-122"/>
                  <a:cs typeface="Calibri" pitchFamily="34" charset="-120"/>
                </a:rPr>
                <a:t>(1) reducir alcance a 1 proveedor, (2) optimización del proceso de certificación y gobierno de </a:t>
              </a:r>
              <a:r>
                <a:rPr lang="es-MX" sz="900" err="1">
                  <a:solidFill>
                    <a:srgbClr val="0E2841"/>
                  </a:solidFill>
                  <a:latin typeface="Calibri" pitchFamily="34" charset="0"/>
                  <a:ea typeface="Calibri" pitchFamily="34" charset="-122"/>
                  <a:cs typeface="Calibri" pitchFamily="34" charset="-120"/>
                </a:rPr>
                <a:t>APIs</a:t>
              </a:r>
              <a:r>
                <a:rPr lang="es-MX" sz="900">
                  <a:solidFill>
                    <a:srgbClr val="0E2841"/>
                  </a:solidFill>
                  <a:latin typeface="Calibri" pitchFamily="34" charset="0"/>
                  <a:ea typeface="Calibri" pitchFamily="34" charset="-122"/>
                  <a:cs typeface="Calibri" pitchFamily="34" charset="-120"/>
                </a:rPr>
                <a:t> (3) excluir HUs </a:t>
              </a:r>
              <a:r>
                <a:rPr lang="es-MX" sz="900" err="1">
                  <a:solidFill>
                    <a:srgbClr val="0E2841"/>
                  </a:solidFill>
                  <a:latin typeface="Calibri" pitchFamily="34" charset="0"/>
                  <a:ea typeface="Calibri" pitchFamily="34" charset="-122"/>
                  <a:cs typeface="Calibri" pitchFamily="34" charset="-120"/>
                </a:rPr>
                <a:t>Should</a:t>
              </a:r>
              <a:r>
                <a:rPr lang="es-MX" sz="900">
                  <a:solidFill>
                    <a:srgbClr val="0E2841"/>
                  </a:solidFill>
                  <a:latin typeface="Calibri" pitchFamily="34" charset="0"/>
                  <a:ea typeface="Calibri" pitchFamily="34" charset="-122"/>
                  <a:cs typeface="Calibri" pitchFamily="34" charset="-120"/>
                </a:rPr>
                <a:t> y (4) ejecutar pruebas SIT en segundo ciclo</a:t>
              </a:r>
              <a:endParaRPr lang="es-MX" sz="900"/>
            </a:p>
          </p:txBody>
        </p:sp>
        <p:sp>
          <p:nvSpPr>
            <p:cNvPr id="144" name="Shape 42">
              <a:extLst>
                <a:ext uri="{FF2B5EF4-FFF2-40B4-BE49-F238E27FC236}">
                  <a16:creationId xmlns:a16="http://schemas.microsoft.com/office/drawing/2014/main" id="{A0BD8D6C-F4AB-7E94-D6B6-9171FB3747D4}"/>
                </a:ext>
              </a:extLst>
            </p:cNvPr>
            <p:cNvSpPr/>
            <p:nvPr/>
          </p:nvSpPr>
          <p:spPr>
            <a:xfrm>
              <a:off x="5395802" y="4623662"/>
              <a:ext cx="777240" cy="145848"/>
            </a:xfrm>
            <a:prstGeom prst="rect">
              <a:avLst/>
            </a:prstGeom>
            <a:solidFill>
              <a:srgbClr val="FF0000"/>
            </a:solidFill>
            <a:ln w="12700">
              <a:solidFill>
                <a:srgbClr val="FF0000"/>
              </a:solidFill>
              <a:prstDash val="solid"/>
            </a:ln>
          </p:spPr>
          <p:txBody>
            <a:bodyPr/>
            <a:lstStyle/>
            <a:p>
              <a:pPr algn="ctr"/>
              <a:endParaRPr lang="en-US" sz="2400"/>
            </a:p>
          </p:txBody>
        </p:sp>
        <p:sp>
          <p:nvSpPr>
            <p:cNvPr id="148" name="Text 43">
              <a:extLst>
                <a:ext uri="{FF2B5EF4-FFF2-40B4-BE49-F238E27FC236}">
                  <a16:creationId xmlns:a16="http://schemas.microsoft.com/office/drawing/2014/main" id="{2E09336F-D632-802B-0AD1-618A9AF004F3}"/>
                </a:ext>
              </a:extLst>
            </p:cNvPr>
            <p:cNvSpPr/>
            <p:nvPr/>
          </p:nvSpPr>
          <p:spPr>
            <a:xfrm>
              <a:off x="5395802" y="4623662"/>
              <a:ext cx="777240" cy="145848"/>
            </a:xfrm>
            <a:prstGeom prst="rect">
              <a:avLst/>
            </a:prstGeom>
            <a:noFill/>
            <a:ln/>
          </p:spPr>
          <p:txBody>
            <a:bodyPr wrap="square" rtlCol="0" anchor="ctr"/>
            <a:lstStyle/>
            <a:p>
              <a:pPr marL="0" indent="0" algn="ctr">
                <a:buNone/>
              </a:pPr>
              <a:r>
                <a:rPr lang="es-MX" sz="900" b="1">
                  <a:solidFill>
                    <a:srgbClr val="FFFFFF"/>
                  </a:solidFill>
                  <a:latin typeface="Calibri" pitchFamily="34" charset="0"/>
                  <a:ea typeface="Calibri" pitchFamily="34" charset="-122"/>
                  <a:cs typeface="Calibri" pitchFamily="34" charset="-120"/>
                </a:rPr>
                <a:t>ALTA</a:t>
              </a:r>
              <a:endParaRPr lang="es-MX" sz="900"/>
            </a:p>
          </p:txBody>
        </p:sp>
        <p:sp>
          <p:nvSpPr>
            <p:cNvPr id="156" name="Text 45">
              <a:extLst>
                <a:ext uri="{FF2B5EF4-FFF2-40B4-BE49-F238E27FC236}">
                  <a16:creationId xmlns:a16="http://schemas.microsoft.com/office/drawing/2014/main" id="{98CA7E97-5AD3-4831-72EE-96D15A16555D}"/>
                </a:ext>
              </a:extLst>
            </p:cNvPr>
            <p:cNvSpPr/>
            <p:nvPr/>
          </p:nvSpPr>
          <p:spPr>
            <a:xfrm>
              <a:off x="9771086" y="4448646"/>
              <a:ext cx="1509723" cy="495881"/>
            </a:xfrm>
            <a:prstGeom prst="rect">
              <a:avLst/>
            </a:prstGeom>
            <a:noFill/>
            <a:ln/>
          </p:spPr>
          <p:txBody>
            <a:bodyPr wrap="square" rtlCol="0" anchor="ctr"/>
            <a:lstStyle/>
            <a:p>
              <a:pPr marL="0" indent="0">
                <a:lnSpc>
                  <a:spcPct val="98000"/>
                </a:lnSpc>
                <a:buNone/>
              </a:pPr>
              <a:r>
                <a:rPr lang="es-MX" sz="900">
                  <a:solidFill>
                    <a:srgbClr val="333333"/>
                  </a:solidFill>
                  <a:latin typeface="Calibri" pitchFamily="34" charset="0"/>
                  <a:ea typeface="Calibri" pitchFamily="34" charset="-122"/>
                  <a:cs typeface="Calibri" pitchFamily="34" charset="-120"/>
                </a:rPr>
                <a:t>14 de Agosto 2026</a:t>
              </a:r>
              <a:endParaRPr lang="es-MX" sz="900"/>
            </a:p>
          </p:txBody>
        </p:sp>
        <p:sp>
          <p:nvSpPr>
            <p:cNvPr id="140" name="Text 41">
              <a:extLst>
                <a:ext uri="{FF2B5EF4-FFF2-40B4-BE49-F238E27FC236}">
                  <a16:creationId xmlns:a16="http://schemas.microsoft.com/office/drawing/2014/main" id="{2864E9E8-2AD7-1715-7A09-318C12EA250A}"/>
                </a:ext>
              </a:extLst>
            </p:cNvPr>
            <p:cNvSpPr/>
            <p:nvPr/>
          </p:nvSpPr>
          <p:spPr>
            <a:xfrm>
              <a:off x="6771854" y="4434061"/>
              <a:ext cx="1581912" cy="525050"/>
            </a:xfrm>
            <a:prstGeom prst="rect">
              <a:avLst/>
            </a:prstGeom>
            <a:noFill/>
            <a:ln/>
          </p:spPr>
          <p:txBody>
            <a:bodyPr wrap="square" rtlCol="0" anchor="ctr"/>
            <a:lstStyle/>
            <a:p>
              <a:pPr marL="0" indent="0">
                <a:buNone/>
              </a:pPr>
              <a:r>
                <a:rPr lang="es-MX" sz="900">
                  <a:solidFill>
                    <a:srgbClr val="333333"/>
                  </a:solidFill>
                  <a:latin typeface="Calibri" pitchFamily="34" charset="0"/>
                  <a:ea typeface="Calibri" pitchFamily="34" charset="-122"/>
                  <a:cs typeface="Calibri" pitchFamily="34" charset="-120"/>
                </a:rPr>
                <a:t>Smart Vista</a:t>
              </a:r>
              <a:endParaRPr lang="es-MX" sz="900"/>
            </a:p>
          </p:txBody>
        </p:sp>
        <p:sp>
          <p:nvSpPr>
            <p:cNvPr id="15" name="Text 35">
              <a:extLst>
                <a:ext uri="{FF2B5EF4-FFF2-40B4-BE49-F238E27FC236}">
                  <a16:creationId xmlns:a16="http://schemas.microsoft.com/office/drawing/2014/main" id="{9749B312-493E-0860-3BAE-F4D0D2B9D791}"/>
                </a:ext>
              </a:extLst>
            </p:cNvPr>
            <p:cNvSpPr/>
            <p:nvPr/>
          </p:nvSpPr>
          <p:spPr>
            <a:xfrm>
              <a:off x="8298180" y="4412184"/>
              <a:ext cx="1234440" cy="568805"/>
            </a:xfrm>
            <a:prstGeom prst="rect">
              <a:avLst/>
            </a:prstGeom>
            <a:noFill/>
            <a:ln/>
          </p:spPr>
          <p:txBody>
            <a:bodyPr wrap="square" rtlCol="0" anchor="ctr"/>
            <a:lstStyle/>
            <a:p>
              <a:pPr algn="ctr">
                <a:buSzPct val="100000"/>
              </a:pPr>
              <a:r>
                <a:rPr lang="es-MX" sz="900">
                  <a:solidFill>
                    <a:srgbClr val="333333"/>
                  </a:solidFill>
                  <a:latin typeface="Calibri" pitchFamily="34" charset="0"/>
                  <a:ea typeface="Calibri" pitchFamily="34" charset="-122"/>
                  <a:cs typeface="Calibri" pitchFamily="34" charset="-120"/>
                </a:rPr>
                <a:t>Armando García</a:t>
              </a:r>
              <a:endParaRPr lang="es-MX" sz="900"/>
            </a:p>
          </p:txBody>
        </p:sp>
        <p:sp>
          <p:nvSpPr>
            <p:cNvPr id="68" name="Text 31">
              <a:extLst>
                <a:ext uri="{FF2B5EF4-FFF2-40B4-BE49-F238E27FC236}">
                  <a16:creationId xmlns:a16="http://schemas.microsoft.com/office/drawing/2014/main" id="{6CD945E0-CDBC-A2C0-0B5A-7BE5CE829406}"/>
                </a:ext>
              </a:extLst>
            </p:cNvPr>
            <p:cNvSpPr/>
            <p:nvPr/>
          </p:nvSpPr>
          <p:spPr>
            <a:xfrm>
              <a:off x="527224" y="4412184"/>
              <a:ext cx="519684" cy="568805"/>
            </a:xfrm>
            <a:prstGeom prst="rect">
              <a:avLst/>
            </a:prstGeom>
            <a:noFill/>
            <a:ln/>
          </p:spPr>
          <p:txBody>
            <a:bodyPr wrap="square" rtlCol="0" anchor="ctr"/>
            <a:lstStyle/>
            <a:p>
              <a:pPr>
                <a:lnSpc>
                  <a:spcPct val="98000"/>
                </a:lnSpc>
              </a:pPr>
              <a:r>
                <a:rPr lang="es-MX" b="1">
                  <a:solidFill>
                    <a:schemeClr val="accent3"/>
                  </a:solidFill>
                  <a:latin typeface="Calibri" pitchFamily="34" charset="0"/>
                  <a:ea typeface="Calibri" pitchFamily="34" charset="-122"/>
                  <a:cs typeface="Calibri" pitchFamily="34" charset="-120"/>
                </a:rPr>
                <a:t>7)</a:t>
              </a:r>
              <a:endParaRPr lang="es-MX">
                <a:solidFill>
                  <a:schemeClr val="accent3"/>
                </a:solidFill>
              </a:endParaRPr>
            </a:p>
          </p:txBody>
        </p:sp>
      </p:grpSp>
      <p:grpSp>
        <p:nvGrpSpPr>
          <p:cNvPr id="8" name="Group 7">
            <a:extLst>
              <a:ext uri="{FF2B5EF4-FFF2-40B4-BE49-F238E27FC236}">
                <a16:creationId xmlns:a16="http://schemas.microsoft.com/office/drawing/2014/main" id="{1D38D95C-494C-5BA7-D01C-813EB792A4FC}"/>
              </a:ext>
            </a:extLst>
          </p:cNvPr>
          <p:cNvGrpSpPr/>
          <p:nvPr/>
        </p:nvGrpSpPr>
        <p:grpSpPr>
          <a:xfrm>
            <a:off x="365760" y="5793258"/>
            <a:ext cx="11064240" cy="597974"/>
            <a:chOff x="365760" y="5642802"/>
            <a:chExt cx="11064240" cy="597974"/>
          </a:xfrm>
        </p:grpSpPr>
        <p:sp>
          <p:nvSpPr>
            <p:cNvPr id="38" name="Shape 37">
              <a:extLst>
                <a:ext uri="{FF2B5EF4-FFF2-40B4-BE49-F238E27FC236}">
                  <a16:creationId xmlns:a16="http://schemas.microsoft.com/office/drawing/2014/main" id="{50D77EFA-6B8E-70B5-3D3A-64A43D973B08}"/>
                </a:ext>
              </a:extLst>
            </p:cNvPr>
            <p:cNvSpPr/>
            <p:nvPr/>
          </p:nvSpPr>
          <p:spPr>
            <a:xfrm>
              <a:off x="365760" y="5642802"/>
              <a:ext cx="11064240" cy="597974"/>
            </a:xfrm>
            <a:prstGeom prst="rect">
              <a:avLst/>
            </a:prstGeom>
            <a:solidFill>
              <a:srgbClr val="FFFFFF"/>
            </a:solidFill>
            <a:ln w="12700">
              <a:solidFill>
                <a:srgbClr val="D8DEE6"/>
              </a:solidFill>
              <a:prstDash val="solid"/>
            </a:ln>
          </p:spPr>
          <p:txBody>
            <a:bodyPr/>
            <a:lstStyle/>
            <a:p>
              <a:endParaRPr lang="en-US" sz="2400"/>
            </a:p>
          </p:txBody>
        </p:sp>
        <p:grpSp>
          <p:nvGrpSpPr>
            <p:cNvPr id="41" name="Group 40">
              <a:extLst>
                <a:ext uri="{FF2B5EF4-FFF2-40B4-BE49-F238E27FC236}">
                  <a16:creationId xmlns:a16="http://schemas.microsoft.com/office/drawing/2014/main" id="{56F5C76D-BCDD-C86E-A3BC-E3DF3B47D730}"/>
                </a:ext>
              </a:extLst>
            </p:cNvPr>
            <p:cNvGrpSpPr/>
            <p:nvPr/>
          </p:nvGrpSpPr>
          <p:grpSpPr>
            <a:xfrm>
              <a:off x="5395802" y="5868865"/>
              <a:ext cx="777240" cy="145848"/>
              <a:chOff x="4857750" y="4484408"/>
              <a:chExt cx="777240" cy="182880"/>
            </a:xfrm>
          </p:grpSpPr>
          <p:sp>
            <p:nvSpPr>
              <p:cNvPr id="43" name="Shape 33">
                <a:extLst>
                  <a:ext uri="{FF2B5EF4-FFF2-40B4-BE49-F238E27FC236}">
                    <a16:creationId xmlns:a16="http://schemas.microsoft.com/office/drawing/2014/main" id="{6834DD93-7B57-347E-0958-21C84ED7D47A}"/>
                  </a:ext>
                </a:extLst>
              </p:cNvPr>
              <p:cNvSpPr/>
              <p:nvPr/>
            </p:nvSpPr>
            <p:spPr>
              <a:xfrm>
                <a:off x="4857750" y="4484408"/>
                <a:ext cx="777240" cy="182880"/>
              </a:xfrm>
              <a:prstGeom prst="rect">
                <a:avLst/>
              </a:prstGeom>
              <a:solidFill>
                <a:srgbClr val="FF0000"/>
              </a:solidFill>
              <a:ln w="12700">
                <a:solidFill>
                  <a:srgbClr val="FF0000"/>
                </a:solidFill>
                <a:prstDash val="solid"/>
              </a:ln>
            </p:spPr>
            <p:txBody>
              <a:bodyPr/>
              <a:lstStyle/>
              <a:p>
                <a:pPr algn="ctr"/>
                <a:endParaRPr lang="en-US" sz="2400"/>
              </a:p>
            </p:txBody>
          </p:sp>
          <p:sp>
            <p:nvSpPr>
              <p:cNvPr id="46" name="Text 34">
                <a:extLst>
                  <a:ext uri="{FF2B5EF4-FFF2-40B4-BE49-F238E27FC236}">
                    <a16:creationId xmlns:a16="http://schemas.microsoft.com/office/drawing/2014/main" id="{D890F1C6-8F8E-2706-A231-F53A4377B48A}"/>
                  </a:ext>
                </a:extLst>
              </p:cNvPr>
              <p:cNvSpPr/>
              <p:nvPr/>
            </p:nvSpPr>
            <p:spPr>
              <a:xfrm>
                <a:off x="4857750" y="4484408"/>
                <a:ext cx="777240" cy="182880"/>
              </a:xfrm>
              <a:prstGeom prst="rect">
                <a:avLst/>
              </a:prstGeom>
              <a:noFill/>
              <a:ln/>
            </p:spPr>
            <p:txBody>
              <a:bodyPr wrap="square" rtlCol="0" anchor="ctr"/>
              <a:lstStyle/>
              <a:p>
                <a:pPr marL="0" indent="0" algn="ctr">
                  <a:buNone/>
                </a:pPr>
                <a:r>
                  <a:rPr lang="es-MX" sz="900" b="1">
                    <a:solidFill>
                      <a:srgbClr val="FFFFFF"/>
                    </a:solidFill>
                    <a:latin typeface="Calibri" pitchFamily="34" charset="0"/>
                    <a:ea typeface="Calibri" pitchFamily="34" charset="-122"/>
                    <a:cs typeface="Calibri" pitchFamily="34" charset="-120"/>
                  </a:rPr>
                  <a:t>ALTA</a:t>
                </a:r>
                <a:endParaRPr lang="es-MX" sz="900"/>
              </a:p>
            </p:txBody>
          </p:sp>
        </p:grpSp>
        <p:sp>
          <p:nvSpPr>
            <p:cNvPr id="49" name="Shape 29">
              <a:extLst>
                <a:ext uri="{FF2B5EF4-FFF2-40B4-BE49-F238E27FC236}">
                  <a16:creationId xmlns:a16="http://schemas.microsoft.com/office/drawing/2014/main" id="{32CE5F66-B6E8-416C-EEF6-5A958D1A5A3E}"/>
                </a:ext>
              </a:extLst>
            </p:cNvPr>
            <p:cNvSpPr/>
            <p:nvPr/>
          </p:nvSpPr>
          <p:spPr>
            <a:xfrm>
              <a:off x="365760" y="5654688"/>
              <a:ext cx="54864" cy="574202"/>
            </a:xfrm>
            <a:prstGeom prst="rect">
              <a:avLst/>
            </a:prstGeom>
            <a:solidFill>
              <a:srgbClr val="FF0000"/>
            </a:solidFill>
            <a:ln w="12700">
              <a:solidFill>
                <a:srgbClr val="FF0000"/>
              </a:solidFill>
              <a:prstDash val="solid"/>
            </a:ln>
          </p:spPr>
          <p:txBody>
            <a:bodyPr/>
            <a:lstStyle/>
            <a:p>
              <a:endParaRPr lang="en-US" sz="2400"/>
            </a:p>
          </p:txBody>
        </p:sp>
        <p:sp>
          <p:nvSpPr>
            <p:cNvPr id="51" name="Text 31">
              <a:extLst>
                <a:ext uri="{FF2B5EF4-FFF2-40B4-BE49-F238E27FC236}">
                  <a16:creationId xmlns:a16="http://schemas.microsoft.com/office/drawing/2014/main" id="{3188E8BB-428E-8B84-DB45-F7A5A6553A03}"/>
                </a:ext>
              </a:extLst>
            </p:cNvPr>
            <p:cNvSpPr/>
            <p:nvPr/>
          </p:nvSpPr>
          <p:spPr>
            <a:xfrm>
              <a:off x="906320" y="5657387"/>
              <a:ext cx="4032504" cy="568805"/>
            </a:xfrm>
            <a:prstGeom prst="rect">
              <a:avLst/>
            </a:prstGeom>
            <a:noFill/>
            <a:ln/>
          </p:spPr>
          <p:txBody>
            <a:bodyPr wrap="square" rtlCol="0" anchor="ctr"/>
            <a:lstStyle/>
            <a:p>
              <a:pPr>
                <a:lnSpc>
                  <a:spcPct val="98000"/>
                </a:lnSpc>
              </a:pPr>
              <a:r>
                <a:rPr lang="es-MX" sz="900" b="1">
                  <a:solidFill>
                    <a:srgbClr val="0E2841"/>
                  </a:solidFill>
                  <a:latin typeface="Calibri" pitchFamily="34" charset="0"/>
                  <a:ea typeface="Calibri" pitchFamily="34" charset="-122"/>
                  <a:cs typeface="Calibri" pitchFamily="34" charset="-120"/>
                </a:rPr>
                <a:t>Definir e implementar estrategia de despliegue para R4: </a:t>
              </a:r>
              <a:r>
                <a:rPr lang="es-MX" sz="900" err="1">
                  <a:solidFill>
                    <a:srgbClr val="0E2841"/>
                  </a:solidFill>
                  <a:latin typeface="Calibri" pitchFamily="34" charset="0"/>
                  <a:ea typeface="Calibri" pitchFamily="34" charset="-122"/>
                  <a:cs typeface="Calibri" pitchFamily="34" charset="-120"/>
                </a:rPr>
                <a:t>runbook</a:t>
              </a:r>
              <a:r>
                <a:rPr lang="es-MX" sz="900">
                  <a:solidFill>
                    <a:srgbClr val="0E2841"/>
                  </a:solidFill>
                  <a:latin typeface="Calibri" pitchFamily="34" charset="0"/>
                  <a:ea typeface="Calibri" pitchFamily="34" charset="-122"/>
                  <a:cs typeface="Calibri" pitchFamily="34" charset="-120"/>
                </a:rPr>
                <a:t> de actividades, planificación de simulacros de despliegue completos (</a:t>
              </a:r>
              <a:r>
                <a:rPr lang="es-MX" sz="900" err="1">
                  <a:solidFill>
                    <a:srgbClr val="0E2841"/>
                  </a:solidFill>
                  <a:latin typeface="Calibri" pitchFamily="34" charset="0"/>
                  <a:ea typeface="Calibri" pitchFamily="34" charset="-122"/>
                  <a:cs typeface="Calibri" pitchFamily="34" charset="-120"/>
                </a:rPr>
                <a:t>DRs</a:t>
              </a:r>
              <a:r>
                <a:rPr lang="es-MX" sz="900">
                  <a:solidFill>
                    <a:srgbClr val="0E2841"/>
                  </a:solidFill>
                  <a:latin typeface="Calibri" pitchFamily="34" charset="0"/>
                  <a:ea typeface="Calibri" pitchFamily="34" charset="-122"/>
                  <a:cs typeface="Calibri" pitchFamily="34" charset="-120"/>
                </a:rPr>
                <a:t>) incluyendo </a:t>
              </a:r>
              <a:r>
                <a:rPr lang="es-MX" sz="900" err="1">
                  <a:solidFill>
                    <a:srgbClr val="0E2841"/>
                  </a:solidFill>
                  <a:latin typeface="Calibri" pitchFamily="34" charset="0"/>
                  <a:ea typeface="Calibri" pitchFamily="34" charset="-122"/>
                  <a:cs typeface="Calibri" pitchFamily="34" charset="-120"/>
                </a:rPr>
                <a:t>rollback</a:t>
              </a:r>
              <a:endParaRPr lang="es-MX" sz="900">
                <a:solidFill>
                  <a:srgbClr val="0E2841"/>
                </a:solidFill>
                <a:latin typeface="Calibri" pitchFamily="34" charset="0"/>
                <a:ea typeface="Calibri" pitchFamily="34" charset="-122"/>
                <a:cs typeface="Calibri" pitchFamily="34" charset="-120"/>
              </a:endParaRPr>
            </a:p>
          </p:txBody>
        </p:sp>
        <p:sp>
          <p:nvSpPr>
            <p:cNvPr id="52" name="Text 32">
              <a:extLst>
                <a:ext uri="{FF2B5EF4-FFF2-40B4-BE49-F238E27FC236}">
                  <a16:creationId xmlns:a16="http://schemas.microsoft.com/office/drawing/2014/main" id="{10AFDB40-07B3-CBE2-455E-3CFD1B070BFA}"/>
                </a:ext>
              </a:extLst>
            </p:cNvPr>
            <p:cNvSpPr/>
            <p:nvPr/>
          </p:nvSpPr>
          <p:spPr>
            <a:xfrm>
              <a:off x="6771854" y="5642802"/>
              <a:ext cx="1581912" cy="597974"/>
            </a:xfrm>
            <a:prstGeom prst="rect">
              <a:avLst/>
            </a:prstGeom>
            <a:noFill/>
            <a:ln/>
          </p:spPr>
          <p:txBody>
            <a:bodyPr wrap="square" rtlCol="0" anchor="ctr"/>
            <a:lstStyle/>
            <a:p>
              <a:pPr marL="0" indent="0">
                <a:buNone/>
              </a:pPr>
              <a:r>
                <a:rPr lang="es-MX" sz="900">
                  <a:solidFill>
                    <a:srgbClr val="333333"/>
                  </a:solidFill>
                  <a:latin typeface="Calibri" pitchFamily="34" charset="0"/>
                  <a:ea typeface="Calibri" pitchFamily="34" charset="-122"/>
                  <a:cs typeface="Calibri" pitchFamily="34" charset="-120"/>
                </a:rPr>
                <a:t>Despliegue</a:t>
              </a:r>
              <a:endParaRPr lang="es-MX" sz="900"/>
            </a:p>
          </p:txBody>
        </p:sp>
        <p:sp>
          <p:nvSpPr>
            <p:cNvPr id="54" name="Text 35">
              <a:extLst>
                <a:ext uri="{FF2B5EF4-FFF2-40B4-BE49-F238E27FC236}">
                  <a16:creationId xmlns:a16="http://schemas.microsoft.com/office/drawing/2014/main" id="{7F18ABF3-1E70-6298-A00B-5B1379AFAA8F}"/>
                </a:ext>
              </a:extLst>
            </p:cNvPr>
            <p:cNvSpPr/>
            <p:nvPr/>
          </p:nvSpPr>
          <p:spPr>
            <a:xfrm>
              <a:off x="8298180" y="5657387"/>
              <a:ext cx="1234440" cy="568805"/>
            </a:xfrm>
            <a:prstGeom prst="rect">
              <a:avLst/>
            </a:prstGeom>
            <a:noFill/>
            <a:ln/>
          </p:spPr>
          <p:txBody>
            <a:bodyPr wrap="square" rtlCol="0" anchor="ctr"/>
            <a:lstStyle/>
            <a:p>
              <a:pPr algn="ctr">
                <a:buSzPct val="100000"/>
              </a:pPr>
              <a:r>
                <a:rPr lang="es-MX" sz="900">
                  <a:solidFill>
                    <a:srgbClr val="333333"/>
                  </a:solidFill>
                  <a:latin typeface="Calibri" pitchFamily="34" charset="0"/>
                  <a:ea typeface="Calibri" pitchFamily="34" charset="-122"/>
                  <a:cs typeface="Calibri" pitchFamily="34" charset="-120"/>
                </a:rPr>
                <a:t>Christian Zazueta</a:t>
              </a:r>
              <a:endParaRPr lang="es-MX" sz="900"/>
            </a:p>
          </p:txBody>
        </p:sp>
        <p:sp>
          <p:nvSpPr>
            <p:cNvPr id="56" name="Text 36">
              <a:extLst>
                <a:ext uri="{FF2B5EF4-FFF2-40B4-BE49-F238E27FC236}">
                  <a16:creationId xmlns:a16="http://schemas.microsoft.com/office/drawing/2014/main" id="{7C72544A-ED33-CCD0-8881-1A019B6F6F0B}"/>
                </a:ext>
              </a:extLst>
            </p:cNvPr>
            <p:cNvSpPr/>
            <p:nvPr/>
          </p:nvSpPr>
          <p:spPr>
            <a:xfrm>
              <a:off x="9771086" y="5657387"/>
              <a:ext cx="1509723" cy="568805"/>
            </a:xfrm>
            <a:prstGeom prst="rect">
              <a:avLst/>
            </a:prstGeom>
            <a:noFill/>
            <a:ln/>
          </p:spPr>
          <p:txBody>
            <a:bodyPr wrap="square" rtlCol="0" anchor="ctr"/>
            <a:lstStyle/>
            <a:p>
              <a:pPr marL="0" indent="0">
                <a:lnSpc>
                  <a:spcPct val="98000"/>
                </a:lnSpc>
                <a:buNone/>
              </a:pPr>
              <a:r>
                <a:rPr lang="es-MX" sz="900">
                  <a:solidFill>
                    <a:srgbClr val="333333"/>
                  </a:solidFill>
                  <a:latin typeface="Calibri" pitchFamily="34" charset="0"/>
                  <a:ea typeface="Calibri" pitchFamily="34" charset="-122"/>
                  <a:cs typeface="Calibri" pitchFamily="34" charset="-120"/>
                </a:rPr>
                <a:t>28 de Agosto 2026</a:t>
              </a:r>
              <a:endParaRPr lang="es-MX" sz="900"/>
            </a:p>
          </p:txBody>
        </p:sp>
        <p:sp>
          <p:nvSpPr>
            <p:cNvPr id="84" name="Text 31">
              <a:extLst>
                <a:ext uri="{FF2B5EF4-FFF2-40B4-BE49-F238E27FC236}">
                  <a16:creationId xmlns:a16="http://schemas.microsoft.com/office/drawing/2014/main" id="{7440BF15-F1CE-A340-2987-3990ADC64341}"/>
                </a:ext>
              </a:extLst>
            </p:cNvPr>
            <p:cNvSpPr/>
            <p:nvPr/>
          </p:nvSpPr>
          <p:spPr>
            <a:xfrm>
              <a:off x="527224" y="5657387"/>
              <a:ext cx="519684" cy="568805"/>
            </a:xfrm>
            <a:prstGeom prst="rect">
              <a:avLst/>
            </a:prstGeom>
            <a:noFill/>
            <a:ln/>
          </p:spPr>
          <p:txBody>
            <a:bodyPr wrap="square" rtlCol="0" anchor="ctr"/>
            <a:lstStyle/>
            <a:p>
              <a:pPr>
                <a:lnSpc>
                  <a:spcPct val="98000"/>
                </a:lnSpc>
              </a:pPr>
              <a:r>
                <a:rPr lang="es-MX" b="1">
                  <a:solidFill>
                    <a:schemeClr val="accent3"/>
                  </a:solidFill>
                  <a:latin typeface="Calibri" pitchFamily="34" charset="0"/>
                  <a:ea typeface="Calibri" pitchFamily="34" charset="-122"/>
                  <a:cs typeface="Calibri" pitchFamily="34" charset="-120"/>
                </a:rPr>
                <a:t>8)</a:t>
              </a:r>
              <a:endParaRPr lang="es-MX">
                <a:solidFill>
                  <a:schemeClr val="accent3"/>
                </a:solidFill>
              </a:endParaRPr>
            </a:p>
          </p:txBody>
        </p:sp>
      </p:grpSp>
      <p:grpSp>
        <p:nvGrpSpPr>
          <p:cNvPr id="6" name="Group 5">
            <a:extLst>
              <a:ext uri="{FF2B5EF4-FFF2-40B4-BE49-F238E27FC236}">
                <a16:creationId xmlns:a16="http://schemas.microsoft.com/office/drawing/2014/main" id="{0A16542D-7DDB-1F56-5556-AF4AC2E0FC0D}"/>
              </a:ext>
            </a:extLst>
          </p:cNvPr>
          <p:cNvGrpSpPr/>
          <p:nvPr/>
        </p:nvGrpSpPr>
        <p:grpSpPr>
          <a:xfrm>
            <a:off x="365760" y="4548232"/>
            <a:ext cx="11064240" cy="597974"/>
            <a:chOff x="365760" y="5007347"/>
            <a:chExt cx="11064240" cy="597974"/>
          </a:xfrm>
        </p:grpSpPr>
        <p:sp>
          <p:nvSpPr>
            <p:cNvPr id="85" name="Shape 37">
              <a:extLst>
                <a:ext uri="{FF2B5EF4-FFF2-40B4-BE49-F238E27FC236}">
                  <a16:creationId xmlns:a16="http://schemas.microsoft.com/office/drawing/2014/main" id="{26E11AD6-5F8B-4BE1-6BCD-DD6812CBD60C}"/>
                </a:ext>
              </a:extLst>
            </p:cNvPr>
            <p:cNvSpPr/>
            <p:nvPr/>
          </p:nvSpPr>
          <p:spPr>
            <a:xfrm>
              <a:off x="365760" y="5007347"/>
              <a:ext cx="11064240" cy="597974"/>
            </a:xfrm>
            <a:prstGeom prst="rect">
              <a:avLst/>
            </a:prstGeom>
            <a:noFill/>
            <a:ln w="12700">
              <a:solidFill>
                <a:srgbClr val="D8DEE6"/>
              </a:solidFill>
              <a:prstDash val="solid"/>
            </a:ln>
          </p:spPr>
          <p:txBody>
            <a:bodyPr/>
            <a:lstStyle/>
            <a:p>
              <a:endParaRPr lang="en-US" sz="2400"/>
            </a:p>
          </p:txBody>
        </p:sp>
        <p:sp>
          <p:nvSpPr>
            <p:cNvPr id="90" name="Shape 29">
              <a:extLst>
                <a:ext uri="{FF2B5EF4-FFF2-40B4-BE49-F238E27FC236}">
                  <a16:creationId xmlns:a16="http://schemas.microsoft.com/office/drawing/2014/main" id="{4CB27F69-1435-8CFC-51EF-BF5582A2F5CE}"/>
                </a:ext>
              </a:extLst>
            </p:cNvPr>
            <p:cNvSpPr/>
            <p:nvPr/>
          </p:nvSpPr>
          <p:spPr>
            <a:xfrm>
              <a:off x="365760" y="5019233"/>
              <a:ext cx="54864" cy="574202"/>
            </a:xfrm>
            <a:prstGeom prst="rect">
              <a:avLst/>
            </a:prstGeom>
            <a:solidFill>
              <a:srgbClr val="C00000"/>
            </a:solidFill>
            <a:ln w="12700">
              <a:solidFill>
                <a:srgbClr val="FF0000"/>
              </a:solidFill>
              <a:prstDash val="solid"/>
            </a:ln>
          </p:spPr>
          <p:txBody>
            <a:bodyPr/>
            <a:lstStyle/>
            <a:p>
              <a:endParaRPr lang="en-US" sz="2400"/>
            </a:p>
          </p:txBody>
        </p:sp>
        <p:sp>
          <p:nvSpPr>
            <p:cNvPr id="96" name="Text 31">
              <a:extLst>
                <a:ext uri="{FF2B5EF4-FFF2-40B4-BE49-F238E27FC236}">
                  <a16:creationId xmlns:a16="http://schemas.microsoft.com/office/drawing/2014/main" id="{1C44E901-D1FB-A27A-FA65-59AB810A1F72}"/>
                </a:ext>
              </a:extLst>
            </p:cNvPr>
            <p:cNvSpPr/>
            <p:nvPr/>
          </p:nvSpPr>
          <p:spPr>
            <a:xfrm>
              <a:off x="527224" y="5021932"/>
              <a:ext cx="519684" cy="568805"/>
            </a:xfrm>
            <a:prstGeom prst="rect">
              <a:avLst/>
            </a:prstGeom>
            <a:noFill/>
            <a:ln/>
          </p:spPr>
          <p:txBody>
            <a:bodyPr wrap="square" rtlCol="0" anchor="ctr"/>
            <a:lstStyle/>
            <a:p>
              <a:pPr>
                <a:lnSpc>
                  <a:spcPct val="98000"/>
                </a:lnSpc>
              </a:pPr>
              <a:r>
                <a:rPr lang="es-MX" b="1">
                  <a:solidFill>
                    <a:schemeClr val="accent3"/>
                  </a:solidFill>
                  <a:latin typeface="Calibri" pitchFamily="34" charset="0"/>
                  <a:ea typeface="Calibri" pitchFamily="34" charset="-122"/>
                  <a:cs typeface="Calibri" pitchFamily="34" charset="-120"/>
                </a:rPr>
                <a:t>6)</a:t>
              </a:r>
              <a:endParaRPr lang="es-MX">
                <a:solidFill>
                  <a:schemeClr val="accent3"/>
                </a:solidFill>
              </a:endParaRPr>
            </a:p>
          </p:txBody>
        </p:sp>
        <p:sp>
          <p:nvSpPr>
            <p:cNvPr id="69" name="Text 31">
              <a:extLst>
                <a:ext uri="{FF2B5EF4-FFF2-40B4-BE49-F238E27FC236}">
                  <a16:creationId xmlns:a16="http://schemas.microsoft.com/office/drawing/2014/main" id="{E0325284-D840-0E9E-DA1E-C62138A55929}"/>
                </a:ext>
              </a:extLst>
            </p:cNvPr>
            <p:cNvSpPr/>
            <p:nvPr/>
          </p:nvSpPr>
          <p:spPr>
            <a:xfrm>
              <a:off x="906320" y="5021932"/>
              <a:ext cx="4032504" cy="568805"/>
            </a:xfrm>
            <a:prstGeom prst="rect">
              <a:avLst/>
            </a:prstGeom>
            <a:noFill/>
            <a:ln/>
          </p:spPr>
          <p:txBody>
            <a:bodyPr wrap="square" rtlCol="0" anchor="ctr"/>
            <a:lstStyle/>
            <a:p>
              <a:pPr>
                <a:lnSpc>
                  <a:spcPct val="98000"/>
                </a:lnSpc>
              </a:pPr>
              <a:r>
                <a:rPr lang="es-MX" sz="900" b="1">
                  <a:solidFill>
                    <a:srgbClr val="0E2841"/>
                  </a:solidFill>
                  <a:latin typeface="Calibri" pitchFamily="34" charset="0"/>
                  <a:ea typeface="Calibri" pitchFamily="34" charset="-122"/>
                  <a:cs typeface="Calibri" pitchFamily="34" charset="-120"/>
                </a:rPr>
                <a:t>Habilitar vía ejecutiva de decisiones en 24-48h para decisiones críticas de R4 y seguimiento a hitos críticos — </a:t>
              </a:r>
              <a:r>
                <a:rPr lang="es-MX" sz="900">
                  <a:solidFill>
                    <a:srgbClr val="0E2841"/>
                  </a:solidFill>
                  <a:latin typeface="Calibri" pitchFamily="34" charset="0"/>
                  <a:ea typeface="Calibri" pitchFamily="34" charset="-122"/>
                  <a:cs typeface="Calibri" pitchFamily="34" charset="-120"/>
                </a:rPr>
                <a:t>autoridad con capacidad de decidir sobre alcance y prioridades sin escalamiento largo. Incluye a líderes de track de solución, </a:t>
              </a:r>
              <a:r>
                <a:rPr lang="es-MX" sz="900" err="1">
                  <a:solidFill>
                    <a:srgbClr val="0E2841"/>
                  </a:solidFill>
                  <a:latin typeface="Calibri" pitchFamily="34" charset="0"/>
                  <a:ea typeface="Calibri" pitchFamily="34" charset="-122"/>
                  <a:cs typeface="Calibri" pitchFamily="34" charset="-120"/>
                </a:rPr>
                <a:t>APIficación</a:t>
              </a:r>
              <a:r>
                <a:rPr lang="es-MX" sz="900">
                  <a:solidFill>
                    <a:srgbClr val="0E2841"/>
                  </a:solidFill>
                  <a:latin typeface="Calibri" pitchFamily="34" charset="0"/>
                  <a:ea typeface="Calibri" pitchFamily="34" charset="-122"/>
                  <a:cs typeface="Calibri" pitchFamily="34" charset="-120"/>
                </a:rPr>
                <a:t>, ambientes, pruebas, despliegue y Director de Transformación.</a:t>
              </a:r>
            </a:p>
          </p:txBody>
        </p:sp>
        <p:grpSp>
          <p:nvGrpSpPr>
            <p:cNvPr id="33" name="Group 32">
              <a:extLst>
                <a:ext uri="{FF2B5EF4-FFF2-40B4-BE49-F238E27FC236}">
                  <a16:creationId xmlns:a16="http://schemas.microsoft.com/office/drawing/2014/main" id="{BC43A8AA-BEAA-B954-00D8-C8E51878FEE1}"/>
                </a:ext>
              </a:extLst>
            </p:cNvPr>
            <p:cNvGrpSpPr/>
            <p:nvPr/>
          </p:nvGrpSpPr>
          <p:grpSpPr>
            <a:xfrm>
              <a:off x="5395802" y="5233410"/>
              <a:ext cx="777240" cy="145848"/>
              <a:chOff x="4857750" y="4484408"/>
              <a:chExt cx="777240" cy="182880"/>
            </a:xfrm>
          </p:grpSpPr>
          <p:sp>
            <p:nvSpPr>
              <p:cNvPr id="71" name="Shape 33">
                <a:extLst>
                  <a:ext uri="{FF2B5EF4-FFF2-40B4-BE49-F238E27FC236}">
                    <a16:creationId xmlns:a16="http://schemas.microsoft.com/office/drawing/2014/main" id="{8575D073-377A-86BC-A0B4-AD33C1C56B2B}"/>
                  </a:ext>
                </a:extLst>
              </p:cNvPr>
              <p:cNvSpPr/>
              <p:nvPr/>
            </p:nvSpPr>
            <p:spPr>
              <a:xfrm>
                <a:off x="4857750" y="4484408"/>
                <a:ext cx="777240" cy="182880"/>
              </a:xfrm>
              <a:prstGeom prst="rect">
                <a:avLst/>
              </a:prstGeom>
              <a:solidFill>
                <a:srgbClr val="C00000"/>
              </a:solidFill>
              <a:ln w="12700">
                <a:solidFill>
                  <a:srgbClr val="C00000"/>
                </a:solidFill>
                <a:prstDash val="solid"/>
              </a:ln>
            </p:spPr>
            <p:txBody>
              <a:bodyPr/>
              <a:lstStyle/>
              <a:p>
                <a:pPr algn="ctr"/>
                <a:endParaRPr lang="en-US" sz="2400"/>
              </a:p>
            </p:txBody>
          </p:sp>
          <p:sp>
            <p:nvSpPr>
              <p:cNvPr id="74" name="Text 34">
                <a:extLst>
                  <a:ext uri="{FF2B5EF4-FFF2-40B4-BE49-F238E27FC236}">
                    <a16:creationId xmlns:a16="http://schemas.microsoft.com/office/drawing/2014/main" id="{EB797406-E06F-C81B-5D53-56AD723BBA9F}"/>
                  </a:ext>
                </a:extLst>
              </p:cNvPr>
              <p:cNvSpPr/>
              <p:nvPr/>
            </p:nvSpPr>
            <p:spPr>
              <a:xfrm>
                <a:off x="4857750" y="4484408"/>
                <a:ext cx="777240" cy="182880"/>
              </a:xfrm>
              <a:prstGeom prst="rect">
                <a:avLst/>
              </a:prstGeom>
              <a:noFill/>
              <a:ln/>
            </p:spPr>
            <p:txBody>
              <a:bodyPr wrap="square" rtlCol="0" anchor="ctr"/>
              <a:lstStyle/>
              <a:p>
                <a:pPr marL="0" indent="0" algn="ctr">
                  <a:buNone/>
                </a:pPr>
                <a:r>
                  <a:rPr lang="es-MX" sz="900" b="1">
                    <a:solidFill>
                      <a:srgbClr val="FFFFFF"/>
                    </a:solidFill>
                    <a:latin typeface="Calibri" pitchFamily="34" charset="0"/>
                    <a:ea typeface="Calibri" pitchFamily="34" charset="-122"/>
                    <a:cs typeface="Calibri" pitchFamily="34" charset="-120"/>
                  </a:rPr>
                  <a:t>CRÍTICA</a:t>
                </a:r>
                <a:endParaRPr lang="es-MX" sz="900"/>
              </a:p>
            </p:txBody>
          </p:sp>
        </p:grpSp>
        <p:sp>
          <p:nvSpPr>
            <p:cNvPr id="82" name="Text 32">
              <a:extLst>
                <a:ext uri="{FF2B5EF4-FFF2-40B4-BE49-F238E27FC236}">
                  <a16:creationId xmlns:a16="http://schemas.microsoft.com/office/drawing/2014/main" id="{CAE251D9-C8EF-0B1E-54E5-056C97C11B8F}"/>
                </a:ext>
              </a:extLst>
            </p:cNvPr>
            <p:cNvSpPr/>
            <p:nvPr/>
          </p:nvSpPr>
          <p:spPr>
            <a:xfrm>
              <a:off x="6771854" y="5007347"/>
              <a:ext cx="1581912" cy="597974"/>
            </a:xfrm>
            <a:prstGeom prst="rect">
              <a:avLst/>
            </a:prstGeom>
            <a:noFill/>
            <a:ln/>
          </p:spPr>
          <p:txBody>
            <a:bodyPr wrap="square" rtlCol="0" anchor="ctr"/>
            <a:lstStyle/>
            <a:p>
              <a:pPr marL="0" indent="0">
                <a:buNone/>
              </a:pPr>
              <a:r>
                <a:rPr lang="es-MX" sz="900">
                  <a:solidFill>
                    <a:srgbClr val="333333"/>
                  </a:solidFill>
                  <a:latin typeface="Calibri" pitchFamily="34" charset="0"/>
                  <a:ea typeface="Calibri" pitchFamily="34" charset="-122"/>
                  <a:cs typeface="Calibri" pitchFamily="34" charset="-120"/>
                </a:rPr>
                <a:t>Todos los tracks</a:t>
              </a:r>
              <a:endParaRPr lang="es-MX" sz="900"/>
            </a:p>
          </p:txBody>
        </p:sp>
        <p:sp>
          <p:nvSpPr>
            <p:cNvPr id="77" name="Text 35">
              <a:extLst>
                <a:ext uri="{FF2B5EF4-FFF2-40B4-BE49-F238E27FC236}">
                  <a16:creationId xmlns:a16="http://schemas.microsoft.com/office/drawing/2014/main" id="{2B367A71-9F17-6A6B-7A72-B24F38E53F5B}"/>
                </a:ext>
              </a:extLst>
            </p:cNvPr>
            <p:cNvSpPr/>
            <p:nvPr/>
          </p:nvSpPr>
          <p:spPr>
            <a:xfrm>
              <a:off x="8298180" y="5021932"/>
              <a:ext cx="1234440" cy="568805"/>
            </a:xfrm>
            <a:prstGeom prst="rect">
              <a:avLst/>
            </a:prstGeom>
            <a:noFill/>
            <a:ln/>
          </p:spPr>
          <p:txBody>
            <a:bodyPr wrap="square" rtlCol="0" anchor="ctr"/>
            <a:lstStyle/>
            <a:p>
              <a:pPr algn="ctr">
                <a:buSzPct val="100000"/>
              </a:pPr>
              <a:r>
                <a:rPr lang="es-MX" sz="900">
                  <a:solidFill>
                    <a:srgbClr val="333333"/>
                  </a:solidFill>
                  <a:latin typeface="Calibri" pitchFamily="34" charset="0"/>
                  <a:ea typeface="Calibri" pitchFamily="34" charset="-122"/>
                  <a:cs typeface="Calibri" pitchFamily="34" charset="-120"/>
                </a:rPr>
                <a:t>Pablo Madinaveitia</a:t>
              </a:r>
              <a:endParaRPr lang="es-MX" sz="900"/>
            </a:p>
          </p:txBody>
        </p:sp>
        <p:sp>
          <p:nvSpPr>
            <p:cNvPr id="79" name="Text 36">
              <a:extLst>
                <a:ext uri="{FF2B5EF4-FFF2-40B4-BE49-F238E27FC236}">
                  <a16:creationId xmlns:a16="http://schemas.microsoft.com/office/drawing/2014/main" id="{8C4D13B0-F2B6-31AC-6201-931F488B1D29}"/>
                </a:ext>
              </a:extLst>
            </p:cNvPr>
            <p:cNvSpPr/>
            <p:nvPr/>
          </p:nvSpPr>
          <p:spPr>
            <a:xfrm>
              <a:off x="9771086" y="5021932"/>
              <a:ext cx="1509723" cy="568805"/>
            </a:xfrm>
            <a:prstGeom prst="rect">
              <a:avLst/>
            </a:prstGeom>
            <a:noFill/>
            <a:ln/>
          </p:spPr>
          <p:txBody>
            <a:bodyPr wrap="square" rtlCol="0" anchor="ctr"/>
            <a:lstStyle/>
            <a:p>
              <a:pPr marL="0" indent="0">
                <a:lnSpc>
                  <a:spcPct val="98000"/>
                </a:lnSpc>
                <a:buNone/>
              </a:pPr>
              <a:r>
                <a:rPr lang="es-MX" sz="900">
                  <a:solidFill>
                    <a:srgbClr val="333333"/>
                  </a:solidFill>
                  <a:latin typeface="Calibri" pitchFamily="34" charset="0"/>
                  <a:ea typeface="Calibri" pitchFamily="34" charset="-122"/>
                  <a:cs typeface="Calibri" pitchFamily="34" charset="-120"/>
                </a:rPr>
                <a:t>17 de Agosto 2026</a:t>
              </a:r>
              <a:endParaRPr lang="es-MX" sz="900"/>
            </a:p>
          </p:txBody>
        </p:sp>
      </p:grpSp>
      <p:grpSp>
        <p:nvGrpSpPr>
          <p:cNvPr id="35" name="Group 34">
            <a:extLst>
              <a:ext uri="{FF2B5EF4-FFF2-40B4-BE49-F238E27FC236}">
                <a16:creationId xmlns:a16="http://schemas.microsoft.com/office/drawing/2014/main" id="{2A46A30C-0649-2AAC-5741-76B302F078F2}"/>
              </a:ext>
            </a:extLst>
          </p:cNvPr>
          <p:cNvGrpSpPr/>
          <p:nvPr/>
        </p:nvGrpSpPr>
        <p:grpSpPr>
          <a:xfrm>
            <a:off x="365760" y="1978170"/>
            <a:ext cx="11064240" cy="597974"/>
            <a:chOff x="365760" y="1897047"/>
            <a:chExt cx="11064240" cy="597974"/>
          </a:xfrm>
        </p:grpSpPr>
        <p:sp>
          <p:nvSpPr>
            <p:cNvPr id="19" name="Shape 28">
              <a:extLst>
                <a:ext uri="{FF2B5EF4-FFF2-40B4-BE49-F238E27FC236}">
                  <a16:creationId xmlns:a16="http://schemas.microsoft.com/office/drawing/2014/main" id="{B66561E4-5B16-95A0-185E-37651602E083}"/>
                </a:ext>
              </a:extLst>
            </p:cNvPr>
            <p:cNvSpPr/>
            <p:nvPr/>
          </p:nvSpPr>
          <p:spPr>
            <a:xfrm>
              <a:off x="365760" y="1897047"/>
              <a:ext cx="11064240" cy="597974"/>
            </a:xfrm>
            <a:prstGeom prst="rect">
              <a:avLst/>
            </a:prstGeom>
            <a:noFill/>
            <a:ln w="12700">
              <a:solidFill>
                <a:srgbClr val="D8DEE6"/>
              </a:solidFill>
              <a:prstDash val="solid"/>
            </a:ln>
          </p:spPr>
          <p:txBody>
            <a:bodyPr/>
            <a:lstStyle/>
            <a:p>
              <a:endParaRPr lang="en-US" sz="2400"/>
            </a:p>
          </p:txBody>
        </p:sp>
        <p:sp>
          <p:nvSpPr>
            <p:cNvPr id="23" name="Shape 29">
              <a:extLst>
                <a:ext uri="{FF2B5EF4-FFF2-40B4-BE49-F238E27FC236}">
                  <a16:creationId xmlns:a16="http://schemas.microsoft.com/office/drawing/2014/main" id="{B92D404D-A78A-3B23-B642-901819041717}"/>
                </a:ext>
              </a:extLst>
            </p:cNvPr>
            <p:cNvSpPr/>
            <p:nvPr/>
          </p:nvSpPr>
          <p:spPr>
            <a:xfrm>
              <a:off x="365760" y="1908933"/>
              <a:ext cx="54864" cy="574202"/>
            </a:xfrm>
            <a:prstGeom prst="rect">
              <a:avLst/>
            </a:prstGeom>
            <a:solidFill>
              <a:srgbClr val="C0392B"/>
            </a:solidFill>
            <a:ln w="12700">
              <a:solidFill>
                <a:srgbClr val="C0392B"/>
              </a:solidFill>
              <a:prstDash val="solid"/>
            </a:ln>
          </p:spPr>
          <p:txBody>
            <a:bodyPr/>
            <a:lstStyle/>
            <a:p>
              <a:endParaRPr lang="en-US" sz="2400"/>
            </a:p>
          </p:txBody>
        </p:sp>
        <p:sp>
          <p:nvSpPr>
            <p:cNvPr id="26" name="Text 31">
              <a:extLst>
                <a:ext uri="{FF2B5EF4-FFF2-40B4-BE49-F238E27FC236}">
                  <a16:creationId xmlns:a16="http://schemas.microsoft.com/office/drawing/2014/main" id="{4EFAC70D-32BF-6567-1944-7ED0C9628A6C}"/>
                </a:ext>
              </a:extLst>
            </p:cNvPr>
            <p:cNvSpPr/>
            <p:nvPr/>
          </p:nvSpPr>
          <p:spPr>
            <a:xfrm>
              <a:off x="906320" y="1911632"/>
              <a:ext cx="4032504" cy="568805"/>
            </a:xfrm>
            <a:prstGeom prst="rect">
              <a:avLst/>
            </a:prstGeom>
            <a:noFill/>
            <a:ln/>
          </p:spPr>
          <p:txBody>
            <a:bodyPr wrap="square" rtlCol="0" anchor="ctr"/>
            <a:lstStyle/>
            <a:p>
              <a:pPr>
                <a:lnSpc>
                  <a:spcPct val="98000"/>
                </a:lnSpc>
              </a:pPr>
              <a:r>
                <a:rPr lang="es-MX" sz="1000" b="1">
                  <a:solidFill>
                    <a:srgbClr val="0E2841"/>
                  </a:solidFill>
                  <a:latin typeface="Calibri" pitchFamily="34" charset="0"/>
                  <a:ea typeface="Calibri" pitchFamily="34" charset="-122"/>
                  <a:cs typeface="Calibri" pitchFamily="34" charset="-120"/>
                </a:rPr>
                <a:t>Mitigar desfase de 6 HUs Must APP con implementación en noviembre: </a:t>
              </a:r>
              <a:r>
                <a:rPr lang="es-MX" sz="900">
                  <a:solidFill>
                    <a:srgbClr val="0E2841"/>
                  </a:solidFill>
                  <a:latin typeface="Calibri" pitchFamily="34" charset="0"/>
                  <a:ea typeface="Calibri" pitchFamily="34" charset="-122"/>
                  <a:cs typeface="Calibri" pitchFamily="34" charset="-120"/>
                </a:rPr>
                <a:t>(1) incorporar en 2do tramo SIT, (2) agilizar entregas de diseño, incremento en capacidad de desarrollo) y (3) revisar prioridad de estas HUs. </a:t>
              </a:r>
            </a:p>
          </p:txBody>
        </p:sp>
        <p:sp>
          <p:nvSpPr>
            <p:cNvPr id="29" name="Shape 33">
              <a:extLst>
                <a:ext uri="{FF2B5EF4-FFF2-40B4-BE49-F238E27FC236}">
                  <a16:creationId xmlns:a16="http://schemas.microsoft.com/office/drawing/2014/main" id="{22E1F74E-BD92-3E71-B986-13B238C20C33}"/>
                </a:ext>
              </a:extLst>
            </p:cNvPr>
            <p:cNvSpPr/>
            <p:nvPr/>
          </p:nvSpPr>
          <p:spPr>
            <a:xfrm>
              <a:off x="5395802" y="2123110"/>
              <a:ext cx="777240" cy="145848"/>
            </a:xfrm>
            <a:prstGeom prst="rect">
              <a:avLst/>
            </a:prstGeom>
            <a:solidFill>
              <a:srgbClr val="C0392B"/>
            </a:solidFill>
            <a:ln w="12700">
              <a:solidFill>
                <a:srgbClr val="C0392B"/>
              </a:solidFill>
              <a:prstDash val="solid"/>
            </a:ln>
          </p:spPr>
          <p:txBody>
            <a:bodyPr/>
            <a:lstStyle/>
            <a:p>
              <a:pPr algn="ctr"/>
              <a:endParaRPr lang="en-US" sz="2400"/>
            </a:p>
          </p:txBody>
        </p:sp>
        <p:sp>
          <p:nvSpPr>
            <p:cNvPr id="31" name="Text 34">
              <a:extLst>
                <a:ext uri="{FF2B5EF4-FFF2-40B4-BE49-F238E27FC236}">
                  <a16:creationId xmlns:a16="http://schemas.microsoft.com/office/drawing/2014/main" id="{4803760F-A254-114A-6E2E-96455B596C47}"/>
                </a:ext>
              </a:extLst>
            </p:cNvPr>
            <p:cNvSpPr/>
            <p:nvPr/>
          </p:nvSpPr>
          <p:spPr>
            <a:xfrm>
              <a:off x="5395802" y="2123110"/>
              <a:ext cx="777240" cy="145848"/>
            </a:xfrm>
            <a:prstGeom prst="rect">
              <a:avLst/>
            </a:prstGeom>
            <a:noFill/>
            <a:ln/>
          </p:spPr>
          <p:txBody>
            <a:bodyPr wrap="square" rtlCol="0" anchor="ctr"/>
            <a:lstStyle/>
            <a:p>
              <a:pPr marL="0" indent="0" algn="ctr">
                <a:buNone/>
              </a:pPr>
              <a:r>
                <a:rPr lang="es-MX" sz="900" b="1">
                  <a:solidFill>
                    <a:srgbClr val="FFFFFF"/>
                  </a:solidFill>
                  <a:latin typeface="Calibri" pitchFamily="34" charset="0"/>
                  <a:ea typeface="Calibri" pitchFamily="34" charset="-122"/>
                  <a:cs typeface="Calibri" pitchFamily="34" charset="-120"/>
                </a:rPr>
                <a:t>CRÍTICA</a:t>
              </a:r>
              <a:endParaRPr lang="es-MX" sz="900"/>
            </a:p>
          </p:txBody>
        </p:sp>
        <p:sp>
          <p:nvSpPr>
            <p:cNvPr id="34" name="Text 35">
              <a:extLst>
                <a:ext uri="{FF2B5EF4-FFF2-40B4-BE49-F238E27FC236}">
                  <a16:creationId xmlns:a16="http://schemas.microsoft.com/office/drawing/2014/main" id="{A26833EF-6763-36E0-6B63-E4B5DDD1ACA9}"/>
                </a:ext>
              </a:extLst>
            </p:cNvPr>
            <p:cNvSpPr/>
            <p:nvPr/>
          </p:nvSpPr>
          <p:spPr>
            <a:xfrm>
              <a:off x="8298180" y="1911632"/>
              <a:ext cx="1234440" cy="568805"/>
            </a:xfrm>
            <a:prstGeom prst="rect">
              <a:avLst/>
            </a:prstGeom>
            <a:noFill/>
            <a:ln/>
          </p:spPr>
          <p:txBody>
            <a:bodyPr wrap="square" rtlCol="0" anchor="ctr"/>
            <a:lstStyle/>
            <a:p>
              <a:pPr algn="ctr">
                <a:buSzPct val="100000"/>
              </a:pPr>
              <a:r>
                <a:rPr lang="es-MX" sz="900">
                  <a:solidFill>
                    <a:srgbClr val="333333"/>
                  </a:solidFill>
                  <a:latin typeface="Calibri" pitchFamily="34" charset="0"/>
                  <a:ea typeface="Calibri" pitchFamily="34" charset="-122"/>
                  <a:cs typeface="Calibri" pitchFamily="34" charset="-120"/>
                </a:rPr>
                <a:t>Diana Estrada </a:t>
              </a:r>
              <a:endParaRPr lang="es-MX" sz="900"/>
            </a:p>
          </p:txBody>
        </p:sp>
        <p:sp>
          <p:nvSpPr>
            <p:cNvPr id="37" name="Text 36">
              <a:extLst>
                <a:ext uri="{FF2B5EF4-FFF2-40B4-BE49-F238E27FC236}">
                  <a16:creationId xmlns:a16="http://schemas.microsoft.com/office/drawing/2014/main" id="{CB7A722D-16B6-B69D-A1FF-DD6289EBF9D8}"/>
                </a:ext>
              </a:extLst>
            </p:cNvPr>
            <p:cNvSpPr/>
            <p:nvPr/>
          </p:nvSpPr>
          <p:spPr>
            <a:xfrm>
              <a:off x="9771086" y="1911632"/>
              <a:ext cx="1509723" cy="568805"/>
            </a:xfrm>
            <a:prstGeom prst="rect">
              <a:avLst/>
            </a:prstGeom>
            <a:noFill/>
            <a:ln/>
          </p:spPr>
          <p:txBody>
            <a:bodyPr wrap="square" rtlCol="0" anchor="ctr"/>
            <a:lstStyle/>
            <a:p>
              <a:pPr>
                <a:lnSpc>
                  <a:spcPct val="98000"/>
                </a:lnSpc>
              </a:pPr>
              <a:r>
                <a:rPr lang="es-MX" sz="900">
                  <a:solidFill>
                    <a:srgbClr val="333333"/>
                  </a:solidFill>
                  <a:latin typeface="Calibri" pitchFamily="34" charset="0"/>
                  <a:ea typeface="Calibri" pitchFamily="34" charset="-122"/>
                  <a:cs typeface="Calibri" pitchFamily="34" charset="-120"/>
                </a:rPr>
                <a:t>14 de Agosto 2026</a:t>
              </a:r>
              <a:endParaRPr lang="es-MX" sz="900"/>
            </a:p>
          </p:txBody>
        </p:sp>
        <p:sp>
          <p:nvSpPr>
            <p:cNvPr id="39" name="Text 32">
              <a:extLst>
                <a:ext uri="{FF2B5EF4-FFF2-40B4-BE49-F238E27FC236}">
                  <a16:creationId xmlns:a16="http://schemas.microsoft.com/office/drawing/2014/main" id="{415EC3D8-8E12-DD55-EE30-EE6603CAEE76}"/>
                </a:ext>
              </a:extLst>
            </p:cNvPr>
            <p:cNvSpPr/>
            <p:nvPr/>
          </p:nvSpPr>
          <p:spPr>
            <a:xfrm>
              <a:off x="6771854" y="1897047"/>
              <a:ext cx="1581912" cy="597974"/>
            </a:xfrm>
            <a:prstGeom prst="rect">
              <a:avLst/>
            </a:prstGeom>
            <a:noFill/>
            <a:ln/>
          </p:spPr>
          <p:txBody>
            <a:bodyPr wrap="square" rtlCol="0" anchor="ctr"/>
            <a:lstStyle/>
            <a:p>
              <a:pPr marL="0" indent="0">
                <a:buNone/>
              </a:pPr>
              <a:r>
                <a:rPr lang="es-MX" sz="900">
                  <a:solidFill>
                    <a:srgbClr val="333333"/>
                  </a:solidFill>
                  <a:latin typeface="Calibri" pitchFamily="34" charset="0"/>
                  <a:ea typeface="Calibri" pitchFamily="34" charset="-122"/>
                  <a:cs typeface="Calibri" pitchFamily="34" charset="-120"/>
                </a:rPr>
                <a:t>App</a:t>
              </a:r>
              <a:endParaRPr lang="es-MX" sz="900"/>
            </a:p>
          </p:txBody>
        </p:sp>
        <p:sp>
          <p:nvSpPr>
            <p:cNvPr id="72" name="Text 31">
              <a:extLst>
                <a:ext uri="{FF2B5EF4-FFF2-40B4-BE49-F238E27FC236}">
                  <a16:creationId xmlns:a16="http://schemas.microsoft.com/office/drawing/2014/main" id="{4EEF69DD-5319-601B-0105-AA23D6FDD37C}"/>
                </a:ext>
              </a:extLst>
            </p:cNvPr>
            <p:cNvSpPr/>
            <p:nvPr/>
          </p:nvSpPr>
          <p:spPr>
            <a:xfrm>
              <a:off x="527224" y="1911632"/>
              <a:ext cx="519684" cy="568805"/>
            </a:xfrm>
            <a:prstGeom prst="rect">
              <a:avLst/>
            </a:prstGeom>
            <a:noFill/>
            <a:ln/>
          </p:spPr>
          <p:txBody>
            <a:bodyPr wrap="square" rtlCol="0" anchor="ctr"/>
            <a:lstStyle/>
            <a:p>
              <a:pPr>
                <a:lnSpc>
                  <a:spcPct val="98000"/>
                </a:lnSpc>
              </a:pPr>
              <a:r>
                <a:rPr lang="es-MX" b="1">
                  <a:solidFill>
                    <a:schemeClr val="accent3"/>
                  </a:solidFill>
                  <a:latin typeface="Calibri" pitchFamily="34" charset="0"/>
                  <a:ea typeface="Calibri" pitchFamily="34" charset="-122"/>
                  <a:cs typeface="Calibri" pitchFamily="34" charset="-120"/>
                </a:rPr>
                <a:t>2)</a:t>
              </a:r>
              <a:endParaRPr lang="es-MX">
                <a:solidFill>
                  <a:schemeClr val="accent3"/>
                </a:solidFill>
              </a:endParaRPr>
            </a:p>
          </p:txBody>
        </p:sp>
      </p:grpSp>
      <p:grpSp>
        <p:nvGrpSpPr>
          <p:cNvPr id="18" name="Group 17">
            <a:extLst>
              <a:ext uri="{FF2B5EF4-FFF2-40B4-BE49-F238E27FC236}">
                <a16:creationId xmlns:a16="http://schemas.microsoft.com/office/drawing/2014/main" id="{9B38D4CC-3B0D-B33A-277D-69FFDC92A833}"/>
              </a:ext>
            </a:extLst>
          </p:cNvPr>
          <p:cNvGrpSpPr/>
          <p:nvPr/>
        </p:nvGrpSpPr>
        <p:grpSpPr>
          <a:xfrm>
            <a:off x="365760" y="2600683"/>
            <a:ext cx="11064240" cy="597974"/>
            <a:chOff x="365760" y="2524126"/>
            <a:chExt cx="11064240" cy="597974"/>
          </a:xfrm>
        </p:grpSpPr>
        <p:sp>
          <p:nvSpPr>
            <p:cNvPr id="42" name="Shape 37">
              <a:extLst>
                <a:ext uri="{FF2B5EF4-FFF2-40B4-BE49-F238E27FC236}">
                  <a16:creationId xmlns:a16="http://schemas.microsoft.com/office/drawing/2014/main" id="{155476DE-798E-54EC-FC66-526F5A3A5980}"/>
                </a:ext>
              </a:extLst>
            </p:cNvPr>
            <p:cNvSpPr/>
            <p:nvPr/>
          </p:nvSpPr>
          <p:spPr>
            <a:xfrm>
              <a:off x="365760" y="2524126"/>
              <a:ext cx="11064240" cy="597974"/>
            </a:xfrm>
            <a:prstGeom prst="rect">
              <a:avLst/>
            </a:prstGeom>
            <a:solidFill>
              <a:srgbClr val="EEF1F6"/>
            </a:solidFill>
            <a:ln w="12700">
              <a:solidFill>
                <a:srgbClr val="D8DEE6"/>
              </a:solidFill>
              <a:prstDash val="solid"/>
            </a:ln>
          </p:spPr>
          <p:txBody>
            <a:bodyPr/>
            <a:lstStyle/>
            <a:p>
              <a:endParaRPr lang="en-US" sz="2400"/>
            </a:p>
          </p:txBody>
        </p:sp>
        <p:sp>
          <p:nvSpPr>
            <p:cNvPr id="45" name="Shape 38">
              <a:extLst>
                <a:ext uri="{FF2B5EF4-FFF2-40B4-BE49-F238E27FC236}">
                  <a16:creationId xmlns:a16="http://schemas.microsoft.com/office/drawing/2014/main" id="{78870FD9-5D4A-9A05-B157-1A87956553B5}"/>
                </a:ext>
              </a:extLst>
            </p:cNvPr>
            <p:cNvSpPr/>
            <p:nvPr/>
          </p:nvSpPr>
          <p:spPr>
            <a:xfrm>
              <a:off x="365760" y="2536012"/>
              <a:ext cx="54864" cy="574202"/>
            </a:xfrm>
            <a:prstGeom prst="rect">
              <a:avLst/>
            </a:prstGeom>
            <a:solidFill>
              <a:srgbClr val="C0392B"/>
            </a:solidFill>
            <a:ln w="12700">
              <a:solidFill>
                <a:srgbClr val="C0392B"/>
              </a:solidFill>
              <a:prstDash val="solid"/>
            </a:ln>
          </p:spPr>
          <p:txBody>
            <a:bodyPr/>
            <a:lstStyle/>
            <a:p>
              <a:endParaRPr lang="en-US" sz="2400"/>
            </a:p>
          </p:txBody>
        </p:sp>
        <p:sp>
          <p:nvSpPr>
            <p:cNvPr id="47" name="Text 40">
              <a:extLst>
                <a:ext uri="{FF2B5EF4-FFF2-40B4-BE49-F238E27FC236}">
                  <a16:creationId xmlns:a16="http://schemas.microsoft.com/office/drawing/2014/main" id="{B7D6795F-408B-6510-ABEB-511AED0FC94C}"/>
                </a:ext>
              </a:extLst>
            </p:cNvPr>
            <p:cNvSpPr/>
            <p:nvPr/>
          </p:nvSpPr>
          <p:spPr>
            <a:xfrm>
              <a:off x="906320" y="2575173"/>
              <a:ext cx="4032504" cy="495881"/>
            </a:xfrm>
            <a:prstGeom prst="rect">
              <a:avLst/>
            </a:prstGeom>
            <a:noFill/>
            <a:ln/>
          </p:spPr>
          <p:txBody>
            <a:bodyPr wrap="square" rtlCol="0" anchor="ctr"/>
            <a:lstStyle/>
            <a:p>
              <a:pPr marL="0" indent="0">
                <a:lnSpc>
                  <a:spcPct val="98000"/>
                </a:lnSpc>
                <a:buNone/>
              </a:pPr>
              <a:r>
                <a:rPr lang="es-MX" sz="900" b="1">
                  <a:solidFill>
                    <a:srgbClr val="0E2841"/>
                  </a:solidFill>
                  <a:latin typeface="Calibri" pitchFamily="34" charset="0"/>
                  <a:ea typeface="Calibri" pitchFamily="34" charset="-122"/>
                  <a:cs typeface="Calibri" pitchFamily="34" charset="-120"/>
                </a:rPr>
                <a:t>Formalizar la contratación del proveedor de CAT </a:t>
              </a:r>
              <a:r>
                <a:rPr lang="es-MX" sz="900">
                  <a:solidFill>
                    <a:srgbClr val="0E2841"/>
                  </a:solidFill>
                  <a:latin typeface="Calibri" pitchFamily="34" charset="0"/>
                  <a:ea typeface="Calibri" pitchFamily="34" charset="-122"/>
                  <a:cs typeface="Calibri" pitchFamily="34" charset="-120"/>
                </a:rPr>
                <a:t>para garantizar el </a:t>
              </a:r>
              <a:r>
                <a:rPr lang="es-MX" sz="900" err="1">
                  <a:solidFill>
                    <a:srgbClr val="0E2841"/>
                  </a:solidFill>
                  <a:latin typeface="Calibri" pitchFamily="34" charset="0"/>
                  <a:ea typeface="Calibri" pitchFamily="34" charset="-122"/>
                  <a:cs typeface="Calibri" pitchFamily="34" charset="-120"/>
                </a:rPr>
                <a:t>on-boarding</a:t>
              </a:r>
              <a:r>
                <a:rPr lang="es-MX" sz="900">
                  <a:solidFill>
                    <a:srgbClr val="0E2841"/>
                  </a:solidFill>
                  <a:latin typeface="Calibri" pitchFamily="34" charset="0"/>
                  <a:ea typeface="Calibri" pitchFamily="34" charset="-122"/>
                  <a:cs typeface="Calibri" pitchFamily="34" charset="-120"/>
                </a:rPr>
                <a:t> en Agosto y agilizar la implementación el 15 de Septiembre — margen cero hacia el 15-Oct</a:t>
              </a:r>
            </a:p>
          </p:txBody>
        </p:sp>
        <p:sp>
          <p:nvSpPr>
            <p:cNvPr id="50" name="Shape 42">
              <a:extLst>
                <a:ext uri="{FF2B5EF4-FFF2-40B4-BE49-F238E27FC236}">
                  <a16:creationId xmlns:a16="http://schemas.microsoft.com/office/drawing/2014/main" id="{156C5637-A502-DCB6-6BC8-9AA64C3248F4}"/>
                </a:ext>
              </a:extLst>
            </p:cNvPr>
            <p:cNvSpPr/>
            <p:nvPr/>
          </p:nvSpPr>
          <p:spPr>
            <a:xfrm>
              <a:off x="5395802" y="2750189"/>
              <a:ext cx="777240" cy="145848"/>
            </a:xfrm>
            <a:prstGeom prst="rect">
              <a:avLst/>
            </a:prstGeom>
            <a:solidFill>
              <a:srgbClr val="C0392B"/>
            </a:solidFill>
            <a:ln w="12700">
              <a:solidFill>
                <a:srgbClr val="C0392B"/>
              </a:solidFill>
              <a:prstDash val="solid"/>
            </a:ln>
          </p:spPr>
          <p:txBody>
            <a:bodyPr/>
            <a:lstStyle/>
            <a:p>
              <a:pPr algn="ctr"/>
              <a:endParaRPr lang="en-US" sz="2400"/>
            </a:p>
          </p:txBody>
        </p:sp>
        <p:sp>
          <p:nvSpPr>
            <p:cNvPr id="53" name="Text 43">
              <a:extLst>
                <a:ext uri="{FF2B5EF4-FFF2-40B4-BE49-F238E27FC236}">
                  <a16:creationId xmlns:a16="http://schemas.microsoft.com/office/drawing/2014/main" id="{EEA30BAE-DDDF-4DFC-60A6-EEF2412D8004}"/>
                </a:ext>
              </a:extLst>
            </p:cNvPr>
            <p:cNvSpPr/>
            <p:nvPr/>
          </p:nvSpPr>
          <p:spPr>
            <a:xfrm>
              <a:off x="5395802" y="2750189"/>
              <a:ext cx="777240" cy="145848"/>
            </a:xfrm>
            <a:prstGeom prst="rect">
              <a:avLst/>
            </a:prstGeom>
            <a:noFill/>
            <a:ln/>
          </p:spPr>
          <p:txBody>
            <a:bodyPr wrap="square" rtlCol="0" anchor="ctr"/>
            <a:lstStyle/>
            <a:p>
              <a:pPr marL="0" indent="0" algn="ctr">
                <a:buNone/>
              </a:pPr>
              <a:r>
                <a:rPr lang="es-MX" sz="900" b="1">
                  <a:solidFill>
                    <a:srgbClr val="FFFFFF"/>
                  </a:solidFill>
                  <a:latin typeface="Calibri" pitchFamily="34" charset="0"/>
                  <a:ea typeface="Calibri" pitchFamily="34" charset="-122"/>
                  <a:cs typeface="Calibri" pitchFamily="34" charset="-120"/>
                </a:rPr>
                <a:t>CRÍTICA</a:t>
              </a:r>
              <a:endParaRPr lang="es-MX" sz="900"/>
            </a:p>
          </p:txBody>
        </p:sp>
        <p:sp>
          <p:nvSpPr>
            <p:cNvPr id="55" name="Text 45">
              <a:extLst>
                <a:ext uri="{FF2B5EF4-FFF2-40B4-BE49-F238E27FC236}">
                  <a16:creationId xmlns:a16="http://schemas.microsoft.com/office/drawing/2014/main" id="{CC886B05-C252-155A-5BB1-029B846EB10A}"/>
                </a:ext>
              </a:extLst>
            </p:cNvPr>
            <p:cNvSpPr/>
            <p:nvPr/>
          </p:nvSpPr>
          <p:spPr>
            <a:xfrm>
              <a:off x="9771086" y="2575173"/>
              <a:ext cx="1509723" cy="495881"/>
            </a:xfrm>
            <a:prstGeom prst="rect">
              <a:avLst/>
            </a:prstGeom>
            <a:noFill/>
            <a:ln/>
          </p:spPr>
          <p:txBody>
            <a:bodyPr wrap="square" rtlCol="0" anchor="ctr"/>
            <a:lstStyle/>
            <a:p>
              <a:pPr marL="0" indent="0">
                <a:lnSpc>
                  <a:spcPct val="98000"/>
                </a:lnSpc>
                <a:buNone/>
              </a:pPr>
              <a:r>
                <a:rPr lang="es-MX" sz="900">
                  <a:solidFill>
                    <a:srgbClr val="333333"/>
                  </a:solidFill>
                  <a:latin typeface="Calibri" pitchFamily="34" charset="0"/>
                  <a:ea typeface="Calibri" pitchFamily="34" charset="-122"/>
                  <a:cs typeface="Calibri" pitchFamily="34" charset="-120"/>
                </a:rPr>
                <a:t>14 de Agosto 2026</a:t>
              </a:r>
              <a:endParaRPr lang="es-MX" sz="900"/>
            </a:p>
          </p:txBody>
        </p:sp>
        <p:sp>
          <p:nvSpPr>
            <p:cNvPr id="58" name="Text 41">
              <a:extLst>
                <a:ext uri="{FF2B5EF4-FFF2-40B4-BE49-F238E27FC236}">
                  <a16:creationId xmlns:a16="http://schemas.microsoft.com/office/drawing/2014/main" id="{BF28BA6C-A402-A691-150B-E731E89E9FF9}"/>
                </a:ext>
              </a:extLst>
            </p:cNvPr>
            <p:cNvSpPr/>
            <p:nvPr/>
          </p:nvSpPr>
          <p:spPr>
            <a:xfrm>
              <a:off x="6771854" y="2560588"/>
              <a:ext cx="1581912" cy="525050"/>
            </a:xfrm>
            <a:prstGeom prst="rect">
              <a:avLst/>
            </a:prstGeom>
            <a:noFill/>
            <a:ln/>
          </p:spPr>
          <p:txBody>
            <a:bodyPr wrap="square" rtlCol="0" anchor="ctr"/>
            <a:lstStyle/>
            <a:p>
              <a:pPr marL="0" indent="0">
                <a:buNone/>
              </a:pPr>
              <a:r>
                <a:rPr lang="es-MX" sz="900">
                  <a:solidFill>
                    <a:srgbClr val="333333"/>
                  </a:solidFill>
                  <a:latin typeface="Calibri" pitchFamily="34" charset="0"/>
                  <a:ea typeface="Calibri" pitchFamily="34" charset="-122"/>
                  <a:cs typeface="Calibri" pitchFamily="34" charset="-120"/>
                </a:rPr>
                <a:t>CAT</a:t>
              </a:r>
              <a:endParaRPr lang="es-MX" sz="900"/>
            </a:p>
          </p:txBody>
        </p:sp>
        <p:sp>
          <p:nvSpPr>
            <p:cNvPr id="61" name="Text 35">
              <a:extLst>
                <a:ext uri="{FF2B5EF4-FFF2-40B4-BE49-F238E27FC236}">
                  <a16:creationId xmlns:a16="http://schemas.microsoft.com/office/drawing/2014/main" id="{3AA1FAFF-6148-E10E-C166-64A86D8FF489}"/>
                </a:ext>
              </a:extLst>
            </p:cNvPr>
            <p:cNvSpPr/>
            <p:nvPr/>
          </p:nvSpPr>
          <p:spPr>
            <a:xfrm>
              <a:off x="8298180" y="2538711"/>
              <a:ext cx="1234440" cy="568805"/>
            </a:xfrm>
            <a:prstGeom prst="rect">
              <a:avLst/>
            </a:prstGeom>
            <a:noFill/>
            <a:ln/>
          </p:spPr>
          <p:txBody>
            <a:bodyPr wrap="square" rtlCol="0" anchor="ctr"/>
            <a:lstStyle/>
            <a:p>
              <a:pPr algn="ctr">
                <a:buSzPct val="100000"/>
              </a:pPr>
              <a:r>
                <a:rPr lang="es-MX" sz="900">
                  <a:solidFill>
                    <a:srgbClr val="333333"/>
                  </a:solidFill>
                  <a:latin typeface="Calibri" pitchFamily="34" charset="0"/>
                  <a:ea typeface="Calibri" pitchFamily="34" charset="-122"/>
                  <a:cs typeface="Calibri" pitchFamily="34" charset="-120"/>
                </a:rPr>
                <a:t>Ramses Santos /            Fernanda Barbosa</a:t>
              </a:r>
            </a:p>
          </p:txBody>
        </p:sp>
        <p:sp>
          <p:nvSpPr>
            <p:cNvPr id="75" name="Text 31">
              <a:extLst>
                <a:ext uri="{FF2B5EF4-FFF2-40B4-BE49-F238E27FC236}">
                  <a16:creationId xmlns:a16="http://schemas.microsoft.com/office/drawing/2014/main" id="{E1F115B7-CC3A-B884-11D2-017F861A7AD6}"/>
                </a:ext>
              </a:extLst>
            </p:cNvPr>
            <p:cNvSpPr/>
            <p:nvPr/>
          </p:nvSpPr>
          <p:spPr>
            <a:xfrm>
              <a:off x="527224" y="2538711"/>
              <a:ext cx="519684" cy="568805"/>
            </a:xfrm>
            <a:prstGeom prst="rect">
              <a:avLst/>
            </a:prstGeom>
            <a:noFill/>
            <a:ln/>
          </p:spPr>
          <p:txBody>
            <a:bodyPr wrap="square" rtlCol="0" anchor="ctr"/>
            <a:lstStyle/>
            <a:p>
              <a:pPr>
                <a:lnSpc>
                  <a:spcPct val="98000"/>
                </a:lnSpc>
              </a:pPr>
              <a:r>
                <a:rPr lang="es-MX" b="1">
                  <a:solidFill>
                    <a:schemeClr val="accent3"/>
                  </a:solidFill>
                  <a:latin typeface="Calibri" pitchFamily="34" charset="0"/>
                  <a:ea typeface="Calibri" pitchFamily="34" charset="-122"/>
                  <a:cs typeface="Calibri" pitchFamily="34" charset="-120"/>
                </a:rPr>
                <a:t>3)</a:t>
              </a:r>
              <a:endParaRPr lang="es-MX">
                <a:solidFill>
                  <a:schemeClr val="accent3"/>
                </a:solidFill>
              </a:endParaRPr>
            </a:p>
          </p:txBody>
        </p:sp>
      </p:grpSp>
      <p:grpSp>
        <p:nvGrpSpPr>
          <p:cNvPr id="17" name="Group 16">
            <a:extLst>
              <a:ext uri="{FF2B5EF4-FFF2-40B4-BE49-F238E27FC236}">
                <a16:creationId xmlns:a16="http://schemas.microsoft.com/office/drawing/2014/main" id="{DF472B18-449F-7FB1-145E-E402B5FE6650}"/>
              </a:ext>
            </a:extLst>
          </p:cNvPr>
          <p:cNvGrpSpPr/>
          <p:nvPr/>
        </p:nvGrpSpPr>
        <p:grpSpPr>
          <a:xfrm>
            <a:off x="365760" y="3223196"/>
            <a:ext cx="11064240" cy="597974"/>
            <a:chOff x="365760" y="3143144"/>
            <a:chExt cx="11064240" cy="597974"/>
          </a:xfrm>
        </p:grpSpPr>
        <p:sp>
          <p:nvSpPr>
            <p:cNvPr id="63" name="Shape 28">
              <a:extLst>
                <a:ext uri="{FF2B5EF4-FFF2-40B4-BE49-F238E27FC236}">
                  <a16:creationId xmlns:a16="http://schemas.microsoft.com/office/drawing/2014/main" id="{64366493-8046-F90A-6D19-D9AD36F7FCB2}"/>
                </a:ext>
              </a:extLst>
            </p:cNvPr>
            <p:cNvSpPr/>
            <p:nvPr/>
          </p:nvSpPr>
          <p:spPr>
            <a:xfrm>
              <a:off x="365760" y="3143144"/>
              <a:ext cx="11064240" cy="597974"/>
            </a:xfrm>
            <a:prstGeom prst="rect">
              <a:avLst/>
            </a:prstGeom>
            <a:noFill/>
            <a:ln w="12700">
              <a:solidFill>
                <a:srgbClr val="D8DEE6"/>
              </a:solidFill>
              <a:prstDash val="solid"/>
            </a:ln>
          </p:spPr>
          <p:txBody>
            <a:bodyPr/>
            <a:lstStyle/>
            <a:p>
              <a:endParaRPr lang="en-US" sz="2400"/>
            </a:p>
          </p:txBody>
        </p:sp>
        <p:grpSp>
          <p:nvGrpSpPr>
            <p:cNvPr id="30" name="Group 29">
              <a:extLst>
                <a:ext uri="{FF2B5EF4-FFF2-40B4-BE49-F238E27FC236}">
                  <a16:creationId xmlns:a16="http://schemas.microsoft.com/office/drawing/2014/main" id="{91CCBB6D-7011-3A01-0F0E-16119E934170}"/>
                </a:ext>
              </a:extLst>
            </p:cNvPr>
            <p:cNvGrpSpPr/>
            <p:nvPr/>
          </p:nvGrpSpPr>
          <p:grpSpPr>
            <a:xfrm>
              <a:off x="5395802" y="3369207"/>
              <a:ext cx="777240" cy="145848"/>
              <a:chOff x="4857750" y="5234216"/>
              <a:chExt cx="777240" cy="182880"/>
            </a:xfrm>
          </p:grpSpPr>
          <p:sp>
            <p:nvSpPr>
              <p:cNvPr id="9" name="Shape 42">
                <a:extLst>
                  <a:ext uri="{FF2B5EF4-FFF2-40B4-BE49-F238E27FC236}">
                    <a16:creationId xmlns:a16="http://schemas.microsoft.com/office/drawing/2014/main" id="{93933BE8-C09E-5BC1-5B87-5CFBCC1E283E}"/>
                  </a:ext>
                </a:extLst>
              </p:cNvPr>
              <p:cNvSpPr/>
              <p:nvPr/>
            </p:nvSpPr>
            <p:spPr>
              <a:xfrm>
                <a:off x="4857750" y="5234216"/>
                <a:ext cx="777240" cy="182880"/>
              </a:xfrm>
              <a:prstGeom prst="rect">
                <a:avLst/>
              </a:prstGeom>
              <a:solidFill>
                <a:srgbClr val="C0392B"/>
              </a:solidFill>
              <a:ln w="12700">
                <a:solidFill>
                  <a:srgbClr val="C0392B"/>
                </a:solidFill>
                <a:prstDash val="solid"/>
              </a:ln>
            </p:spPr>
            <p:txBody>
              <a:bodyPr/>
              <a:lstStyle/>
              <a:p>
                <a:pPr algn="ctr"/>
                <a:endParaRPr lang="en-US" sz="2400"/>
              </a:p>
            </p:txBody>
          </p:sp>
          <p:sp>
            <p:nvSpPr>
              <p:cNvPr id="11" name="Text 43">
                <a:extLst>
                  <a:ext uri="{FF2B5EF4-FFF2-40B4-BE49-F238E27FC236}">
                    <a16:creationId xmlns:a16="http://schemas.microsoft.com/office/drawing/2014/main" id="{5FF58A64-2FD1-FAD0-1BAD-D4B63312247F}"/>
                  </a:ext>
                </a:extLst>
              </p:cNvPr>
              <p:cNvSpPr/>
              <p:nvPr/>
            </p:nvSpPr>
            <p:spPr>
              <a:xfrm>
                <a:off x="4857750" y="5234216"/>
                <a:ext cx="777240" cy="182880"/>
              </a:xfrm>
              <a:prstGeom prst="rect">
                <a:avLst/>
              </a:prstGeom>
              <a:noFill/>
              <a:ln/>
            </p:spPr>
            <p:txBody>
              <a:bodyPr wrap="square" rtlCol="0" anchor="ctr"/>
              <a:lstStyle/>
              <a:p>
                <a:pPr marL="0" indent="0" algn="ctr">
                  <a:buNone/>
                </a:pPr>
                <a:r>
                  <a:rPr lang="es-MX" sz="900" b="1">
                    <a:solidFill>
                      <a:srgbClr val="FFFFFF"/>
                    </a:solidFill>
                    <a:latin typeface="Calibri" pitchFamily="34" charset="0"/>
                    <a:ea typeface="Calibri" pitchFamily="34" charset="-122"/>
                    <a:cs typeface="Calibri" pitchFamily="34" charset="-120"/>
                  </a:rPr>
                  <a:t>CRÍTICA</a:t>
                </a:r>
                <a:endParaRPr lang="es-MX" sz="900"/>
              </a:p>
            </p:txBody>
          </p:sp>
        </p:grpSp>
        <p:sp>
          <p:nvSpPr>
            <p:cNvPr id="5" name="Shape 38">
              <a:extLst>
                <a:ext uri="{FF2B5EF4-FFF2-40B4-BE49-F238E27FC236}">
                  <a16:creationId xmlns:a16="http://schemas.microsoft.com/office/drawing/2014/main" id="{DE99BCBE-AF5F-13EA-94ED-BA3932001224}"/>
                </a:ext>
              </a:extLst>
            </p:cNvPr>
            <p:cNvSpPr/>
            <p:nvPr/>
          </p:nvSpPr>
          <p:spPr>
            <a:xfrm>
              <a:off x="365760" y="3155030"/>
              <a:ext cx="54864" cy="574202"/>
            </a:xfrm>
            <a:prstGeom prst="rect">
              <a:avLst/>
            </a:prstGeom>
            <a:solidFill>
              <a:srgbClr val="C0392B"/>
            </a:solidFill>
            <a:ln w="12700">
              <a:solidFill>
                <a:srgbClr val="C0392B"/>
              </a:solidFill>
              <a:prstDash val="solid"/>
            </a:ln>
          </p:spPr>
          <p:txBody>
            <a:bodyPr/>
            <a:lstStyle/>
            <a:p>
              <a:endParaRPr lang="en-US" sz="2400"/>
            </a:p>
          </p:txBody>
        </p:sp>
        <p:sp>
          <p:nvSpPr>
            <p:cNvPr id="7" name="Text 40">
              <a:extLst>
                <a:ext uri="{FF2B5EF4-FFF2-40B4-BE49-F238E27FC236}">
                  <a16:creationId xmlns:a16="http://schemas.microsoft.com/office/drawing/2014/main" id="{0E097D08-501F-1C2A-F8CE-E3DAB44DD3AF}"/>
                </a:ext>
              </a:extLst>
            </p:cNvPr>
            <p:cNvSpPr/>
            <p:nvPr/>
          </p:nvSpPr>
          <p:spPr>
            <a:xfrm>
              <a:off x="906320" y="3194191"/>
              <a:ext cx="4032504" cy="495881"/>
            </a:xfrm>
            <a:prstGeom prst="rect">
              <a:avLst/>
            </a:prstGeom>
            <a:noFill/>
            <a:ln/>
          </p:spPr>
          <p:txBody>
            <a:bodyPr wrap="square" rtlCol="0" anchor="ctr"/>
            <a:lstStyle/>
            <a:p>
              <a:pPr marL="0" indent="0">
                <a:lnSpc>
                  <a:spcPct val="98000"/>
                </a:lnSpc>
                <a:buNone/>
              </a:pPr>
              <a:r>
                <a:rPr lang="es-MX" sz="900" b="1">
                  <a:solidFill>
                    <a:srgbClr val="0E2841"/>
                  </a:solidFill>
                  <a:latin typeface="Calibri" pitchFamily="34" charset="0"/>
                  <a:ea typeface="Calibri" pitchFamily="34" charset="-122"/>
                  <a:cs typeface="Calibri" pitchFamily="34" charset="-120"/>
                </a:rPr>
                <a:t>Completar inventario de integraciones R4 y trazabilidad con Historias de Usuario</a:t>
              </a:r>
              <a:r>
                <a:rPr lang="es-MX" sz="900">
                  <a:solidFill>
                    <a:srgbClr val="0E2841"/>
                  </a:solidFill>
                  <a:latin typeface="Calibri" pitchFamily="34" charset="0"/>
                  <a:ea typeface="Calibri" pitchFamily="34" charset="-122"/>
                  <a:cs typeface="Calibri" pitchFamily="34" charset="-120"/>
                </a:rPr>
                <a:t>— base para conocer el alcance real de implementación y confirmar que el plan integrado es viable</a:t>
              </a:r>
            </a:p>
          </p:txBody>
        </p:sp>
        <p:sp>
          <p:nvSpPr>
            <p:cNvPr id="21" name="Text 41">
              <a:extLst>
                <a:ext uri="{FF2B5EF4-FFF2-40B4-BE49-F238E27FC236}">
                  <a16:creationId xmlns:a16="http://schemas.microsoft.com/office/drawing/2014/main" id="{7350D2B7-8C4A-7CE8-F327-0E57B7051918}"/>
                </a:ext>
              </a:extLst>
            </p:cNvPr>
            <p:cNvSpPr/>
            <p:nvPr/>
          </p:nvSpPr>
          <p:spPr>
            <a:xfrm>
              <a:off x="6771854" y="3179606"/>
              <a:ext cx="1581912" cy="525050"/>
            </a:xfrm>
            <a:prstGeom prst="rect">
              <a:avLst/>
            </a:prstGeom>
            <a:noFill/>
            <a:ln/>
          </p:spPr>
          <p:txBody>
            <a:bodyPr wrap="square" rtlCol="0" anchor="ctr"/>
            <a:lstStyle/>
            <a:p>
              <a:r>
                <a:rPr lang="es-MX" sz="900">
                  <a:solidFill>
                    <a:srgbClr val="333333"/>
                  </a:solidFill>
                  <a:latin typeface="Calibri" pitchFamily="34" charset="0"/>
                  <a:ea typeface="Calibri" pitchFamily="34" charset="-122"/>
                  <a:cs typeface="Calibri" pitchFamily="34" charset="-120"/>
                </a:rPr>
                <a:t>Apolo, SIWEB, CAT y SV (parcial) </a:t>
              </a:r>
              <a:endParaRPr lang="es-MX" sz="900"/>
            </a:p>
          </p:txBody>
        </p:sp>
        <p:sp>
          <p:nvSpPr>
            <p:cNvPr id="27" name="Text 35">
              <a:extLst>
                <a:ext uri="{FF2B5EF4-FFF2-40B4-BE49-F238E27FC236}">
                  <a16:creationId xmlns:a16="http://schemas.microsoft.com/office/drawing/2014/main" id="{EA19200D-E42D-3303-A3B1-80F4FC908F86}"/>
                </a:ext>
              </a:extLst>
            </p:cNvPr>
            <p:cNvSpPr/>
            <p:nvPr/>
          </p:nvSpPr>
          <p:spPr>
            <a:xfrm>
              <a:off x="8298180" y="3157729"/>
              <a:ext cx="1234440" cy="568805"/>
            </a:xfrm>
            <a:prstGeom prst="rect">
              <a:avLst/>
            </a:prstGeom>
            <a:noFill/>
            <a:ln/>
          </p:spPr>
          <p:txBody>
            <a:bodyPr wrap="square" rtlCol="0" anchor="ctr"/>
            <a:lstStyle/>
            <a:p>
              <a:pPr algn="ctr">
                <a:buSzPct val="100000"/>
              </a:pPr>
              <a:r>
                <a:rPr lang="es-MX" sz="900">
                  <a:solidFill>
                    <a:srgbClr val="333333"/>
                  </a:solidFill>
                  <a:latin typeface="Calibri" pitchFamily="34" charset="0"/>
                  <a:ea typeface="Calibri" pitchFamily="34" charset="-122"/>
                  <a:cs typeface="Calibri" pitchFamily="34" charset="-120"/>
                </a:rPr>
                <a:t>Oscar Melo / Pablo Lorenzo (Accenture)</a:t>
              </a:r>
              <a:endParaRPr lang="es-MX" sz="900"/>
            </a:p>
          </p:txBody>
        </p:sp>
        <p:sp>
          <p:nvSpPr>
            <p:cNvPr id="16" name="Text 45">
              <a:extLst>
                <a:ext uri="{FF2B5EF4-FFF2-40B4-BE49-F238E27FC236}">
                  <a16:creationId xmlns:a16="http://schemas.microsoft.com/office/drawing/2014/main" id="{AB776AAC-6FE9-5A70-2698-8E29B79D1577}"/>
                </a:ext>
              </a:extLst>
            </p:cNvPr>
            <p:cNvSpPr/>
            <p:nvPr/>
          </p:nvSpPr>
          <p:spPr>
            <a:xfrm>
              <a:off x="9771086" y="3194191"/>
              <a:ext cx="1509723" cy="495881"/>
            </a:xfrm>
            <a:prstGeom prst="rect">
              <a:avLst/>
            </a:prstGeom>
            <a:noFill/>
            <a:ln/>
          </p:spPr>
          <p:txBody>
            <a:bodyPr wrap="square" rtlCol="0" anchor="ctr"/>
            <a:lstStyle/>
            <a:p>
              <a:pPr marL="0" indent="0">
                <a:lnSpc>
                  <a:spcPct val="98000"/>
                </a:lnSpc>
                <a:buNone/>
              </a:pPr>
              <a:r>
                <a:rPr lang="es-MX" sz="900">
                  <a:solidFill>
                    <a:srgbClr val="333333"/>
                  </a:solidFill>
                  <a:latin typeface="Calibri" pitchFamily="34" charset="0"/>
                  <a:ea typeface="Calibri" pitchFamily="34" charset="-122"/>
                  <a:cs typeface="Calibri" pitchFamily="34" charset="-120"/>
                </a:rPr>
                <a:t>21 de Agosto 2026</a:t>
              </a:r>
              <a:endParaRPr lang="es-MX" sz="900"/>
            </a:p>
          </p:txBody>
        </p:sp>
        <p:sp>
          <p:nvSpPr>
            <p:cNvPr id="78" name="Text 31">
              <a:extLst>
                <a:ext uri="{FF2B5EF4-FFF2-40B4-BE49-F238E27FC236}">
                  <a16:creationId xmlns:a16="http://schemas.microsoft.com/office/drawing/2014/main" id="{59E247E9-56AE-5ECA-9CE2-93487C996D17}"/>
                </a:ext>
              </a:extLst>
            </p:cNvPr>
            <p:cNvSpPr/>
            <p:nvPr/>
          </p:nvSpPr>
          <p:spPr>
            <a:xfrm>
              <a:off x="527224" y="3157729"/>
              <a:ext cx="519684" cy="568805"/>
            </a:xfrm>
            <a:prstGeom prst="rect">
              <a:avLst/>
            </a:prstGeom>
            <a:noFill/>
            <a:ln/>
          </p:spPr>
          <p:txBody>
            <a:bodyPr wrap="square" rtlCol="0" anchor="ctr"/>
            <a:lstStyle/>
            <a:p>
              <a:pPr>
                <a:lnSpc>
                  <a:spcPct val="98000"/>
                </a:lnSpc>
              </a:pPr>
              <a:r>
                <a:rPr lang="es-MX" b="1">
                  <a:solidFill>
                    <a:schemeClr val="accent3"/>
                  </a:solidFill>
                  <a:latin typeface="Calibri" pitchFamily="34" charset="0"/>
                  <a:ea typeface="Calibri" pitchFamily="34" charset="-122"/>
                  <a:cs typeface="Calibri" pitchFamily="34" charset="-120"/>
                </a:rPr>
                <a:t>4)</a:t>
              </a:r>
              <a:endParaRPr lang="es-MX">
                <a:solidFill>
                  <a:schemeClr val="accent3"/>
                </a:solidFill>
              </a:endParaRPr>
            </a:p>
          </p:txBody>
        </p:sp>
      </p:grpSp>
      <p:grpSp>
        <p:nvGrpSpPr>
          <p:cNvPr id="12" name="Group 11">
            <a:extLst>
              <a:ext uri="{FF2B5EF4-FFF2-40B4-BE49-F238E27FC236}">
                <a16:creationId xmlns:a16="http://schemas.microsoft.com/office/drawing/2014/main" id="{F9A21E1C-D2D6-39AE-F758-EC4E76C1834C}"/>
              </a:ext>
            </a:extLst>
          </p:cNvPr>
          <p:cNvGrpSpPr/>
          <p:nvPr/>
        </p:nvGrpSpPr>
        <p:grpSpPr>
          <a:xfrm>
            <a:off x="365760" y="3845709"/>
            <a:ext cx="11064240" cy="684000"/>
            <a:chOff x="365760" y="3768509"/>
            <a:chExt cx="11064240" cy="684000"/>
          </a:xfrm>
        </p:grpSpPr>
        <p:sp>
          <p:nvSpPr>
            <p:cNvPr id="3" name="Shape 37">
              <a:extLst>
                <a:ext uri="{FF2B5EF4-FFF2-40B4-BE49-F238E27FC236}">
                  <a16:creationId xmlns:a16="http://schemas.microsoft.com/office/drawing/2014/main" id="{6D9AEF43-36FC-58A8-6793-FEA53C7EDA05}"/>
                </a:ext>
              </a:extLst>
            </p:cNvPr>
            <p:cNvSpPr/>
            <p:nvPr/>
          </p:nvSpPr>
          <p:spPr>
            <a:xfrm>
              <a:off x="365760" y="3768509"/>
              <a:ext cx="11064240" cy="684000"/>
            </a:xfrm>
            <a:prstGeom prst="rect">
              <a:avLst/>
            </a:prstGeom>
            <a:solidFill>
              <a:srgbClr val="EEF1F6"/>
            </a:solidFill>
            <a:ln w="12700">
              <a:solidFill>
                <a:srgbClr val="D8DEE6"/>
              </a:solidFill>
              <a:prstDash val="solid"/>
            </a:ln>
          </p:spPr>
          <p:txBody>
            <a:bodyPr/>
            <a:lstStyle/>
            <a:p>
              <a:endParaRPr lang="en-US" sz="2400"/>
            </a:p>
          </p:txBody>
        </p:sp>
        <p:sp>
          <p:nvSpPr>
            <p:cNvPr id="66" name="Shape 29">
              <a:extLst>
                <a:ext uri="{FF2B5EF4-FFF2-40B4-BE49-F238E27FC236}">
                  <a16:creationId xmlns:a16="http://schemas.microsoft.com/office/drawing/2014/main" id="{C7452291-2E34-5D51-9EE8-C1BDECEC2EB8}"/>
                </a:ext>
              </a:extLst>
            </p:cNvPr>
            <p:cNvSpPr/>
            <p:nvPr/>
          </p:nvSpPr>
          <p:spPr>
            <a:xfrm>
              <a:off x="365760" y="3780395"/>
              <a:ext cx="54864" cy="648000"/>
            </a:xfrm>
            <a:prstGeom prst="rect">
              <a:avLst/>
            </a:prstGeom>
            <a:solidFill>
              <a:srgbClr val="C00000"/>
            </a:solidFill>
            <a:ln w="12700">
              <a:solidFill>
                <a:srgbClr val="C00000"/>
              </a:solidFill>
              <a:prstDash val="solid"/>
            </a:ln>
          </p:spPr>
          <p:txBody>
            <a:bodyPr/>
            <a:lstStyle/>
            <a:p>
              <a:endParaRPr lang="en-US" sz="2400"/>
            </a:p>
          </p:txBody>
        </p:sp>
        <p:sp>
          <p:nvSpPr>
            <p:cNvPr id="81" name="Text 31">
              <a:extLst>
                <a:ext uri="{FF2B5EF4-FFF2-40B4-BE49-F238E27FC236}">
                  <a16:creationId xmlns:a16="http://schemas.microsoft.com/office/drawing/2014/main" id="{5D15373B-83D6-3D84-BCE3-41616F02707B}"/>
                </a:ext>
              </a:extLst>
            </p:cNvPr>
            <p:cNvSpPr/>
            <p:nvPr/>
          </p:nvSpPr>
          <p:spPr>
            <a:xfrm>
              <a:off x="527224" y="3783094"/>
              <a:ext cx="519684" cy="568805"/>
            </a:xfrm>
            <a:prstGeom prst="rect">
              <a:avLst/>
            </a:prstGeom>
            <a:noFill/>
            <a:ln/>
          </p:spPr>
          <p:txBody>
            <a:bodyPr wrap="square" rtlCol="0" anchor="ctr"/>
            <a:lstStyle/>
            <a:p>
              <a:pPr>
                <a:lnSpc>
                  <a:spcPct val="98000"/>
                </a:lnSpc>
              </a:pPr>
              <a:r>
                <a:rPr lang="es-MX" b="1">
                  <a:solidFill>
                    <a:schemeClr val="accent3"/>
                  </a:solidFill>
                  <a:latin typeface="Calibri" pitchFamily="34" charset="0"/>
                  <a:ea typeface="Calibri" pitchFamily="34" charset="-122"/>
                  <a:cs typeface="Calibri" pitchFamily="34" charset="-120"/>
                </a:rPr>
                <a:t>5)</a:t>
              </a:r>
              <a:endParaRPr lang="es-MX">
                <a:solidFill>
                  <a:schemeClr val="accent3"/>
                </a:solidFill>
              </a:endParaRPr>
            </a:p>
          </p:txBody>
        </p:sp>
        <p:sp>
          <p:nvSpPr>
            <p:cNvPr id="91" name="Text 31">
              <a:extLst>
                <a:ext uri="{FF2B5EF4-FFF2-40B4-BE49-F238E27FC236}">
                  <a16:creationId xmlns:a16="http://schemas.microsoft.com/office/drawing/2014/main" id="{5502D956-0567-6A06-5336-042FEB8DF819}"/>
                </a:ext>
              </a:extLst>
            </p:cNvPr>
            <p:cNvSpPr/>
            <p:nvPr/>
          </p:nvSpPr>
          <p:spPr>
            <a:xfrm>
              <a:off x="906320" y="3836260"/>
              <a:ext cx="4032504" cy="568805"/>
            </a:xfrm>
            <a:prstGeom prst="rect">
              <a:avLst/>
            </a:prstGeom>
            <a:noFill/>
            <a:ln/>
          </p:spPr>
          <p:txBody>
            <a:bodyPr wrap="square" rtlCol="0" anchor="ctr"/>
            <a:lstStyle/>
            <a:p>
              <a:pPr>
                <a:lnSpc>
                  <a:spcPct val="98000"/>
                </a:lnSpc>
              </a:pPr>
              <a:r>
                <a:rPr lang="es-MX" sz="900" b="1">
                  <a:solidFill>
                    <a:srgbClr val="0E2841"/>
                  </a:solidFill>
                  <a:latin typeface="Calibri" pitchFamily="34" charset="0"/>
                  <a:ea typeface="Calibri" pitchFamily="34" charset="-122"/>
                  <a:cs typeface="Calibri" pitchFamily="34" charset="-120"/>
                </a:rPr>
                <a:t>Compartir y completar análisis del Track de Cobranza.</a:t>
              </a:r>
            </a:p>
            <a:p>
              <a:pPr>
                <a:lnSpc>
                  <a:spcPct val="98000"/>
                </a:lnSpc>
              </a:pPr>
              <a:r>
                <a:rPr lang="es-MX" sz="900">
                  <a:solidFill>
                    <a:srgbClr val="0E2841"/>
                  </a:solidFill>
                  <a:latin typeface="Calibri" pitchFamily="34" charset="0"/>
                  <a:ea typeface="Calibri" pitchFamily="34" charset="-122"/>
                  <a:cs typeface="Calibri" pitchFamily="34" charset="-120"/>
                </a:rPr>
                <a:t>Track de Cobranza aún sin compartir Hus e integraciones. Estima 30-50 HUs para habilitar funcionalidades de R4. Existen dependencias entre Cobranza e integraciones con canales. Sin Hus e integraciones, no es posible  hacer el análisis de prioridad, trazabilidad y complejidad  para asegurar la salida a tiempo.</a:t>
              </a:r>
            </a:p>
          </p:txBody>
        </p:sp>
        <p:grpSp>
          <p:nvGrpSpPr>
            <p:cNvPr id="86" name="Group 85">
              <a:extLst>
                <a:ext uri="{FF2B5EF4-FFF2-40B4-BE49-F238E27FC236}">
                  <a16:creationId xmlns:a16="http://schemas.microsoft.com/office/drawing/2014/main" id="{30506CC8-A13C-DC46-4D29-4DDF634D4CB4}"/>
                </a:ext>
              </a:extLst>
            </p:cNvPr>
            <p:cNvGrpSpPr/>
            <p:nvPr/>
          </p:nvGrpSpPr>
          <p:grpSpPr>
            <a:xfrm>
              <a:off x="5395802" y="3994572"/>
              <a:ext cx="777240" cy="145848"/>
              <a:chOff x="4857750" y="4484408"/>
              <a:chExt cx="777240" cy="182880"/>
            </a:xfrm>
          </p:grpSpPr>
          <p:sp>
            <p:nvSpPr>
              <p:cNvPr id="87" name="Shape 33">
                <a:extLst>
                  <a:ext uri="{FF2B5EF4-FFF2-40B4-BE49-F238E27FC236}">
                    <a16:creationId xmlns:a16="http://schemas.microsoft.com/office/drawing/2014/main" id="{13C699F3-9349-660D-FEAA-5133EE400321}"/>
                  </a:ext>
                </a:extLst>
              </p:cNvPr>
              <p:cNvSpPr/>
              <p:nvPr/>
            </p:nvSpPr>
            <p:spPr>
              <a:xfrm>
                <a:off x="4857750" y="4484408"/>
                <a:ext cx="777240" cy="182880"/>
              </a:xfrm>
              <a:prstGeom prst="rect">
                <a:avLst/>
              </a:prstGeom>
              <a:solidFill>
                <a:srgbClr val="C00000"/>
              </a:solidFill>
              <a:ln w="12700">
                <a:solidFill>
                  <a:srgbClr val="C00000"/>
                </a:solidFill>
                <a:prstDash val="solid"/>
              </a:ln>
            </p:spPr>
            <p:txBody>
              <a:bodyPr/>
              <a:lstStyle/>
              <a:p>
                <a:pPr algn="ctr"/>
                <a:endParaRPr lang="en-US" sz="2400"/>
              </a:p>
            </p:txBody>
          </p:sp>
          <p:sp>
            <p:nvSpPr>
              <p:cNvPr id="89" name="Text 34">
                <a:extLst>
                  <a:ext uri="{FF2B5EF4-FFF2-40B4-BE49-F238E27FC236}">
                    <a16:creationId xmlns:a16="http://schemas.microsoft.com/office/drawing/2014/main" id="{AD9CDFF1-CF8B-FBDB-80C0-F3FFBB18D645}"/>
                  </a:ext>
                </a:extLst>
              </p:cNvPr>
              <p:cNvSpPr/>
              <p:nvPr/>
            </p:nvSpPr>
            <p:spPr>
              <a:xfrm>
                <a:off x="4857750" y="4484408"/>
                <a:ext cx="777240" cy="182880"/>
              </a:xfrm>
              <a:prstGeom prst="rect">
                <a:avLst/>
              </a:prstGeom>
              <a:noFill/>
              <a:ln/>
            </p:spPr>
            <p:txBody>
              <a:bodyPr wrap="square" rtlCol="0" anchor="ctr"/>
              <a:lstStyle/>
              <a:p>
                <a:pPr marL="0" indent="0" algn="ctr">
                  <a:buNone/>
                </a:pPr>
                <a:r>
                  <a:rPr lang="es-MX" sz="900" b="1">
                    <a:solidFill>
                      <a:srgbClr val="FFFFFF"/>
                    </a:solidFill>
                    <a:latin typeface="Calibri" pitchFamily="34" charset="0"/>
                    <a:ea typeface="Calibri" pitchFamily="34" charset="-122"/>
                    <a:cs typeface="Calibri" pitchFamily="34" charset="-120"/>
                  </a:rPr>
                  <a:t>CRÍTICA</a:t>
                </a:r>
                <a:endParaRPr lang="es-MX" sz="900"/>
              </a:p>
            </p:txBody>
          </p:sp>
        </p:grpSp>
        <p:sp>
          <p:nvSpPr>
            <p:cNvPr id="93" name="Text 32">
              <a:extLst>
                <a:ext uri="{FF2B5EF4-FFF2-40B4-BE49-F238E27FC236}">
                  <a16:creationId xmlns:a16="http://schemas.microsoft.com/office/drawing/2014/main" id="{001251A5-20F2-4D24-AF7A-D3F2AA6DCE85}"/>
                </a:ext>
              </a:extLst>
            </p:cNvPr>
            <p:cNvSpPr/>
            <p:nvPr/>
          </p:nvSpPr>
          <p:spPr>
            <a:xfrm>
              <a:off x="6771854" y="3768509"/>
              <a:ext cx="1581912" cy="597974"/>
            </a:xfrm>
            <a:prstGeom prst="rect">
              <a:avLst/>
            </a:prstGeom>
            <a:noFill/>
            <a:ln/>
          </p:spPr>
          <p:txBody>
            <a:bodyPr wrap="square" rtlCol="0" anchor="ctr"/>
            <a:lstStyle/>
            <a:p>
              <a:pPr marL="0" indent="0">
                <a:buNone/>
              </a:pPr>
              <a:r>
                <a:rPr lang="es-MX" sz="900">
                  <a:solidFill>
                    <a:srgbClr val="333333"/>
                  </a:solidFill>
                  <a:latin typeface="Calibri" pitchFamily="34" charset="0"/>
                  <a:ea typeface="Calibri" pitchFamily="34" charset="-122"/>
                  <a:cs typeface="Calibri" pitchFamily="34" charset="-120"/>
                </a:rPr>
                <a:t>Cobranza</a:t>
              </a:r>
              <a:endParaRPr lang="es-MX" sz="900"/>
            </a:p>
          </p:txBody>
        </p:sp>
        <p:sp>
          <p:nvSpPr>
            <p:cNvPr id="94" name="Text 35">
              <a:extLst>
                <a:ext uri="{FF2B5EF4-FFF2-40B4-BE49-F238E27FC236}">
                  <a16:creationId xmlns:a16="http://schemas.microsoft.com/office/drawing/2014/main" id="{EE035783-A5FE-6DDC-ED00-6769722113B5}"/>
                </a:ext>
              </a:extLst>
            </p:cNvPr>
            <p:cNvSpPr/>
            <p:nvPr/>
          </p:nvSpPr>
          <p:spPr>
            <a:xfrm>
              <a:off x="8298180" y="3783094"/>
              <a:ext cx="1234440" cy="568805"/>
            </a:xfrm>
            <a:prstGeom prst="rect">
              <a:avLst/>
            </a:prstGeom>
            <a:noFill/>
            <a:ln/>
          </p:spPr>
          <p:txBody>
            <a:bodyPr wrap="square" rtlCol="0" anchor="ctr"/>
            <a:lstStyle/>
            <a:p>
              <a:pPr algn="ctr">
                <a:buSzPct val="100000"/>
              </a:pPr>
              <a:r>
                <a:rPr lang="es-MX" sz="900">
                  <a:solidFill>
                    <a:srgbClr val="333333"/>
                  </a:solidFill>
                  <a:latin typeface="Calibri" pitchFamily="34" charset="0"/>
                  <a:ea typeface="Calibri" pitchFamily="34" charset="-122"/>
                  <a:cs typeface="Calibri" pitchFamily="34" charset="-120"/>
                </a:rPr>
                <a:t>Marksey Sanvicente</a:t>
              </a:r>
              <a:endParaRPr lang="es-MX" sz="900"/>
            </a:p>
          </p:txBody>
        </p:sp>
        <p:sp>
          <p:nvSpPr>
            <p:cNvPr id="95" name="Text 36">
              <a:extLst>
                <a:ext uri="{FF2B5EF4-FFF2-40B4-BE49-F238E27FC236}">
                  <a16:creationId xmlns:a16="http://schemas.microsoft.com/office/drawing/2014/main" id="{5A92187C-6474-F131-20B5-5E351A144E3F}"/>
                </a:ext>
              </a:extLst>
            </p:cNvPr>
            <p:cNvSpPr/>
            <p:nvPr/>
          </p:nvSpPr>
          <p:spPr>
            <a:xfrm>
              <a:off x="9771086" y="3783094"/>
              <a:ext cx="1509723" cy="568805"/>
            </a:xfrm>
            <a:prstGeom prst="rect">
              <a:avLst/>
            </a:prstGeom>
            <a:noFill/>
            <a:ln/>
          </p:spPr>
          <p:txBody>
            <a:bodyPr wrap="square" rtlCol="0" anchor="ctr"/>
            <a:lstStyle/>
            <a:p>
              <a:pPr marL="0" indent="0">
                <a:lnSpc>
                  <a:spcPct val="98000"/>
                </a:lnSpc>
                <a:buNone/>
              </a:pPr>
              <a:r>
                <a:rPr lang="es-MX" sz="900">
                  <a:solidFill>
                    <a:srgbClr val="333333"/>
                  </a:solidFill>
                  <a:latin typeface="Calibri" pitchFamily="34" charset="0"/>
                  <a:ea typeface="Calibri" pitchFamily="34" charset="-122"/>
                  <a:cs typeface="Calibri" pitchFamily="34" charset="-120"/>
                </a:rPr>
                <a:t>7 de Agosto 2026</a:t>
              </a:r>
              <a:endParaRPr lang="es-MX" sz="900"/>
            </a:p>
          </p:txBody>
        </p:sp>
      </p:grpSp>
    </p:spTree>
    <p:extLst>
      <p:ext uri="{BB962C8B-B14F-4D97-AF65-F5344CB8AC3E}">
        <p14:creationId xmlns:p14="http://schemas.microsoft.com/office/powerpoint/2010/main" val="1752643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58117-17B7-EC29-4C30-C244F3895FBA}"/>
            </a:ext>
          </a:extLst>
        </p:cNvPr>
        <p:cNvGrpSpPr/>
        <p:nvPr/>
      </p:nvGrpSpPr>
      <p:grpSpPr>
        <a:xfrm>
          <a:off x="0" y="0"/>
          <a:ext cx="0" cy="0"/>
          <a:chOff x="0" y="0"/>
          <a:chExt cx="0" cy="0"/>
        </a:xfrm>
      </p:grpSpPr>
      <p:graphicFrame>
        <p:nvGraphicFramePr>
          <p:cNvPr id="201" name="think-cell data - do not delete" hidden="1">
            <a:extLst>
              <a:ext uri="{FF2B5EF4-FFF2-40B4-BE49-F238E27FC236}">
                <a16:creationId xmlns:a16="http://schemas.microsoft.com/office/drawing/2014/main" id="{C86FEC85-18BB-FF1D-896D-28C2FB4F5653}"/>
              </a:ext>
            </a:extLst>
          </p:cNvPr>
          <p:cNvGraphicFramePr>
            <a:graphicFrameLocks/>
          </p:cNvGraphicFramePr>
          <p:nvPr>
            <p:custDataLst>
              <p:tags r:id="rId1"/>
            </p:custDataLst>
            <p:extLst>
              <p:ext uri="{D42A27DB-BD31-4B8C-83A1-F6EECF244321}">
                <p14:modId xmlns:p14="http://schemas.microsoft.com/office/powerpoint/2010/main" val="8360805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201" name="think-cell data - do not delete" hidden="1">
                        <a:extLst>
                          <a:ext uri="{FF2B5EF4-FFF2-40B4-BE49-F238E27FC236}">
                            <a16:creationId xmlns:a16="http://schemas.microsoft.com/office/drawing/2014/main" id="{C86FEC85-18BB-FF1D-896D-28C2FB4F565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3" name="Title 1">
            <a:extLst>
              <a:ext uri="{FF2B5EF4-FFF2-40B4-BE49-F238E27FC236}">
                <a16:creationId xmlns:a16="http://schemas.microsoft.com/office/drawing/2014/main" id="{593EA333-D14D-87F8-4C17-EF15CEC4A174}"/>
              </a:ext>
            </a:extLst>
          </p:cNvPr>
          <p:cNvSpPr txBox="1">
            <a:spLocks/>
          </p:cNvSpPr>
          <p:nvPr/>
        </p:nvSpPr>
        <p:spPr>
          <a:xfrm>
            <a:off x="381999" y="312469"/>
            <a:ext cx="11143252" cy="535256"/>
          </a:xfrm>
        </p:spPr>
        <p:txBody>
          <a:bodyPr vert="horz" rIns="91440">
            <a:no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r>
              <a:rPr lang="es-MX" sz="2400"/>
              <a:t>En caso de problemas adicionales, se proponen otras acciones de simplificación a partir del análisis de priorización y complejidad de HUs</a:t>
            </a:r>
          </a:p>
        </p:txBody>
      </p:sp>
      <p:sp>
        <p:nvSpPr>
          <p:cNvPr id="203" name="Ey">
            <a:extLst>
              <a:ext uri="{FF2B5EF4-FFF2-40B4-BE49-F238E27FC236}">
                <a16:creationId xmlns:a16="http://schemas.microsoft.com/office/drawing/2014/main" id="{564FB0D1-4711-D2C8-0FA0-D81E2E056014}"/>
              </a:ext>
            </a:extLst>
          </p:cNvPr>
          <p:cNvSpPr txBox="1"/>
          <p:nvPr/>
        </p:nvSpPr>
        <p:spPr>
          <a:xfrm>
            <a:off x="380000" y="188056"/>
            <a:ext cx="5000000" cy="153888"/>
          </a:xfrm>
          <a:prstGeom prst="rect">
            <a:avLst/>
          </a:prstGeom>
          <a:noFill/>
          <a:ln>
            <a:noFill/>
          </a:ln>
        </p:spPr>
        <p:txBody>
          <a:bodyPr wrap="square" lIns="0" tIns="0" rIns="0" bIns="0" anchor="ctr">
            <a:spAutoFit/>
          </a:bodyPr>
          <a:lstStyle/>
          <a:p>
            <a:pPr algn="l" defTabSz="228600">
              <a:lnSpc>
                <a:spcPct val="100000"/>
              </a:lnSpc>
              <a:spcBef>
                <a:spcPts val="0"/>
              </a:spcBef>
              <a:spcAft>
                <a:spcPts val="0"/>
              </a:spcAft>
              <a:buNone/>
            </a:pPr>
            <a:r>
              <a:rPr lang="es-MX" sz="1000" b="1" kern="1200">
                <a:solidFill>
                  <a:srgbClr val="888888"/>
                </a:solidFill>
                <a:latin typeface="Poppins"/>
              </a:rPr>
              <a:t>ASEGURAMIENTO R4</a:t>
            </a:r>
          </a:p>
        </p:txBody>
      </p:sp>
      <p:sp>
        <p:nvSpPr>
          <p:cNvPr id="479" name="Shape 123">
            <a:extLst>
              <a:ext uri="{FF2B5EF4-FFF2-40B4-BE49-F238E27FC236}">
                <a16:creationId xmlns:a16="http://schemas.microsoft.com/office/drawing/2014/main" id="{4BE1283A-8B32-9A9B-9AFE-49F95739A627}"/>
              </a:ext>
            </a:extLst>
          </p:cNvPr>
          <p:cNvSpPr/>
          <p:nvPr/>
        </p:nvSpPr>
        <p:spPr>
          <a:xfrm>
            <a:off x="1779675" y="1016299"/>
            <a:ext cx="109728" cy="109728"/>
          </a:xfrm>
          <a:prstGeom prst="ellipse">
            <a:avLst/>
          </a:prstGeom>
          <a:solidFill>
            <a:srgbClr val="00B050"/>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0" name="Text 124">
            <a:extLst>
              <a:ext uri="{FF2B5EF4-FFF2-40B4-BE49-F238E27FC236}">
                <a16:creationId xmlns:a16="http://schemas.microsoft.com/office/drawing/2014/main" id="{587B8B7B-DBC1-0321-088B-308744FFD833}"/>
              </a:ext>
            </a:extLst>
          </p:cNvPr>
          <p:cNvSpPr/>
          <p:nvPr/>
        </p:nvSpPr>
        <p:spPr>
          <a:xfrm>
            <a:off x="1925979" y="979723"/>
            <a:ext cx="7772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a:ln>
                  <a:noFill/>
                </a:ln>
                <a:solidFill>
                  <a:srgbClr val="3A3A3A"/>
                </a:solidFill>
                <a:effectLst/>
                <a:uLnTx/>
                <a:uFillTx/>
                <a:latin typeface="Calibri" panose="020F0502020204030204"/>
                <a:ea typeface="+mn-ea"/>
                <a:cs typeface="+mn-cs"/>
              </a:rPr>
              <a:t>Must Have</a:t>
            </a:r>
            <a:endParaRPr kumimoji="0" lang="es-MX"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1" name="Shape 125">
            <a:extLst>
              <a:ext uri="{FF2B5EF4-FFF2-40B4-BE49-F238E27FC236}">
                <a16:creationId xmlns:a16="http://schemas.microsoft.com/office/drawing/2014/main" id="{62134D3A-A5CD-ED42-E8CA-9C8CC6F20CD0}"/>
              </a:ext>
            </a:extLst>
          </p:cNvPr>
          <p:cNvSpPr/>
          <p:nvPr/>
        </p:nvSpPr>
        <p:spPr>
          <a:xfrm>
            <a:off x="2407910" y="1016299"/>
            <a:ext cx="109728" cy="109728"/>
          </a:xfrm>
          <a:prstGeom prst="ellipse">
            <a:avLst/>
          </a:prstGeom>
          <a:solidFill>
            <a:srgbClr val="92D050"/>
          </a:solidFill>
          <a:ln w="12700">
            <a:solidFill>
              <a:srgbClr val="92D05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2" name="Text 126">
            <a:extLst>
              <a:ext uri="{FF2B5EF4-FFF2-40B4-BE49-F238E27FC236}">
                <a16:creationId xmlns:a16="http://schemas.microsoft.com/office/drawing/2014/main" id="{A62D01B6-A38A-EAFC-691D-0FC07665BB3A}"/>
              </a:ext>
            </a:extLst>
          </p:cNvPr>
          <p:cNvSpPr/>
          <p:nvPr/>
        </p:nvSpPr>
        <p:spPr>
          <a:xfrm>
            <a:off x="2554214" y="979723"/>
            <a:ext cx="7772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a:ln>
                  <a:noFill/>
                </a:ln>
                <a:solidFill>
                  <a:srgbClr val="3A3A3A"/>
                </a:solidFill>
                <a:effectLst/>
                <a:uLnTx/>
                <a:uFillTx/>
                <a:latin typeface="Calibri" panose="020F0502020204030204"/>
                <a:ea typeface="+mn-ea"/>
                <a:cs typeface="+mn-cs"/>
              </a:rPr>
              <a:t>Should Have</a:t>
            </a:r>
            <a:endParaRPr kumimoji="0" lang="es-MX"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3" name="Shape 127">
            <a:extLst>
              <a:ext uri="{FF2B5EF4-FFF2-40B4-BE49-F238E27FC236}">
                <a16:creationId xmlns:a16="http://schemas.microsoft.com/office/drawing/2014/main" id="{B1EC0D71-4C45-95BB-69E7-A2838E839D42}"/>
              </a:ext>
            </a:extLst>
          </p:cNvPr>
          <p:cNvSpPr/>
          <p:nvPr/>
        </p:nvSpPr>
        <p:spPr>
          <a:xfrm>
            <a:off x="3123512" y="1016299"/>
            <a:ext cx="109728" cy="109728"/>
          </a:xfrm>
          <a:prstGeom prst="ellipse">
            <a:avLst/>
          </a:prstGeom>
          <a:solidFill>
            <a:srgbClr val="0070C0"/>
          </a:solidFill>
          <a:ln w="12700">
            <a:solidFill>
              <a:srgbClr val="0070C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4" name="Text 128">
            <a:extLst>
              <a:ext uri="{FF2B5EF4-FFF2-40B4-BE49-F238E27FC236}">
                <a16:creationId xmlns:a16="http://schemas.microsoft.com/office/drawing/2014/main" id="{3B98F238-3320-A96C-F92C-A51B4C918EC8}"/>
              </a:ext>
            </a:extLst>
          </p:cNvPr>
          <p:cNvSpPr/>
          <p:nvPr/>
        </p:nvSpPr>
        <p:spPr>
          <a:xfrm>
            <a:off x="3269816" y="979723"/>
            <a:ext cx="7772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a:ln>
                  <a:noFill/>
                </a:ln>
                <a:solidFill>
                  <a:srgbClr val="3A3A3A"/>
                </a:solidFill>
                <a:effectLst/>
                <a:uLnTx/>
                <a:uFillTx/>
                <a:latin typeface="Calibri" panose="020F0502020204030204"/>
                <a:ea typeface="+mn-ea"/>
                <a:cs typeface="+mn-cs"/>
              </a:rPr>
              <a:t>Could Have</a:t>
            </a:r>
            <a:endParaRPr kumimoji="0" lang="es-MX"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5" name="Shape 129">
            <a:extLst>
              <a:ext uri="{FF2B5EF4-FFF2-40B4-BE49-F238E27FC236}">
                <a16:creationId xmlns:a16="http://schemas.microsoft.com/office/drawing/2014/main" id="{CA0B7E76-9EE3-CDBA-30AF-FDCFC0CA1593}"/>
              </a:ext>
            </a:extLst>
          </p:cNvPr>
          <p:cNvSpPr/>
          <p:nvPr/>
        </p:nvSpPr>
        <p:spPr>
          <a:xfrm>
            <a:off x="3806802" y="1016299"/>
            <a:ext cx="109728" cy="109728"/>
          </a:xfrm>
          <a:prstGeom prst="ellipse">
            <a:avLst/>
          </a:prstGeom>
          <a:solidFill>
            <a:srgbClr val="AAAAAA"/>
          </a:solidFill>
          <a:ln w="12700">
            <a:solidFill>
              <a:srgbClr val="AAAAA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6" name="Text 130">
            <a:extLst>
              <a:ext uri="{FF2B5EF4-FFF2-40B4-BE49-F238E27FC236}">
                <a16:creationId xmlns:a16="http://schemas.microsoft.com/office/drawing/2014/main" id="{744951B2-6325-270D-1662-F0006D30B103}"/>
              </a:ext>
            </a:extLst>
          </p:cNvPr>
          <p:cNvSpPr/>
          <p:nvPr/>
        </p:nvSpPr>
        <p:spPr>
          <a:xfrm>
            <a:off x="3998826" y="979723"/>
            <a:ext cx="7772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a:ln>
                  <a:noFill/>
                </a:ln>
                <a:solidFill>
                  <a:srgbClr val="3A3A3A"/>
                </a:solidFill>
                <a:effectLst/>
                <a:uLnTx/>
                <a:uFillTx/>
                <a:latin typeface="Calibri" panose="020F0502020204030204"/>
                <a:ea typeface="+mn-ea"/>
                <a:cs typeface="+mn-cs"/>
              </a:rPr>
              <a:t>Won't</a:t>
            </a:r>
            <a:endParaRPr kumimoji="0" lang="es-MX"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8" name="Text 132">
            <a:extLst>
              <a:ext uri="{FF2B5EF4-FFF2-40B4-BE49-F238E27FC236}">
                <a16:creationId xmlns:a16="http://schemas.microsoft.com/office/drawing/2014/main" id="{5782EA82-FBA9-82EB-8A98-F8EE7CB46989}"/>
              </a:ext>
            </a:extLst>
          </p:cNvPr>
          <p:cNvSpPr/>
          <p:nvPr/>
        </p:nvSpPr>
        <p:spPr>
          <a:xfrm>
            <a:off x="4515462" y="974790"/>
            <a:ext cx="685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3A3A3A"/>
                </a:solidFill>
                <a:effectLst/>
                <a:uLnTx/>
                <a:uFillTx/>
                <a:latin typeface="Calibri" panose="020F0502020204030204"/>
                <a:ea typeface="+mn-ea"/>
                <a:cs typeface="+mn-cs"/>
              </a:rPr>
              <a:t>Complejidad:</a:t>
            </a:r>
            <a:endParaRPr kumimoji="0" lang="es-MX"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9" name="Shape 133">
            <a:extLst>
              <a:ext uri="{FF2B5EF4-FFF2-40B4-BE49-F238E27FC236}">
                <a16:creationId xmlns:a16="http://schemas.microsoft.com/office/drawing/2014/main" id="{A5BBF416-BDCF-7B91-4CE3-9550BC9E5D82}"/>
              </a:ext>
            </a:extLst>
          </p:cNvPr>
          <p:cNvSpPr/>
          <p:nvPr/>
        </p:nvSpPr>
        <p:spPr>
          <a:xfrm>
            <a:off x="5172456" y="1011366"/>
            <a:ext cx="109728" cy="109728"/>
          </a:xfrm>
          <a:prstGeom prst="ellipse">
            <a:avLst/>
          </a:prstGeom>
          <a:solidFill>
            <a:srgbClr val="C0392B"/>
          </a:solidFill>
          <a:ln w="12700">
            <a:solidFill>
              <a:srgbClr val="C039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0" name="Text 134">
            <a:extLst>
              <a:ext uri="{FF2B5EF4-FFF2-40B4-BE49-F238E27FC236}">
                <a16:creationId xmlns:a16="http://schemas.microsoft.com/office/drawing/2014/main" id="{F81445D9-A8A5-AD34-40D1-00A3617AA31F}"/>
              </a:ext>
            </a:extLst>
          </p:cNvPr>
          <p:cNvSpPr/>
          <p:nvPr/>
        </p:nvSpPr>
        <p:spPr>
          <a:xfrm>
            <a:off x="5341908" y="974790"/>
            <a:ext cx="7772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a:ln>
                  <a:noFill/>
                </a:ln>
                <a:solidFill>
                  <a:srgbClr val="3A3A3A"/>
                </a:solidFill>
                <a:effectLst/>
                <a:uLnTx/>
                <a:uFillTx/>
                <a:latin typeface="Calibri" panose="020F0502020204030204"/>
                <a:ea typeface="+mn-ea"/>
                <a:cs typeface="+mn-cs"/>
              </a:rPr>
              <a:t>Alta</a:t>
            </a:r>
            <a:endParaRPr kumimoji="0" lang="es-MX"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1" name="Shape 135">
            <a:extLst>
              <a:ext uri="{FF2B5EF4-FFF2-40B4-BE49-F238E27FC236}">
                <a16:creationId xmlns:a16="http://schemas.microsoft.com/office/drawing/2014/main" id="{694ACA10-95A2-0DD2-35BD-A72F3E2ABE59}"/>
              </a:ext>
            </a:extLst>
          </p:cNvPr>
          <p:cNvSpPr/>
          <p:nvPr/>
        </p:nvSpPr>
        <p:spPr>
          <a:xfrm>
            <a:off x="5694580" y="1011366"/>
            <a:ext cx="109728" cy="109728"/>
          </a:xfrm>
          <a:prstGeom prst="ellipse">
            <a:avLst/>
          </a:prstGeom>
          <a:solidFill>
            <a:srgbClr val="E8610A"/>
          </a:solidFill>
          <a:ln w="12700">
            <a:solidFill>
              <a:srgbClr val="E8610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2" name="Text 136">
            <a:extLst>
              <a:ext uri="{FF2B5EF4-FFF2-40B4-BE49-F238E27FC236}">
                <a16:creationId xmlns:a16="http://schemas.microsoft.com/office/drawing/2014/main" id="{5EB7503A-DFF1-8E73-4FBC-8ED22EA03533}"/>
              </a:ext>
            </a:extLst>
          </p:cNvPr>
          <p:cNvSpPr/>
          <p:nvPr/>
        </p:nvSpPr>
        <p:spPr>
          <a:xfrm>
            <a:off x="5887948" y="974790"/>
            <a:ext cx="7772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a:ln>
                  <a:noFill/>
                </a:ln>
                <a:solidFill>
                  <a:srgbClr val="3A3A3A"/>
                </a:solidFill>
                <a:effectLst/>
                <a:uLnTx/>
                <a:uFillTx/>
                <a:latin typeface="Calibri" panose="020F0502020204030204"/>
                <a:ea typeface="+mn-ea"/>
                <a:cs typeface="+mn-cs"/>
              </a:rPr>
              <a:t>Media</a:t>
            </a:r>
            <a:endParaRPr kumimoji="0" lang="es-MX"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3" name="Shape 137">
            <a:extLst>
              <a:ext uri="{FF2B5EF4-FFF2-40B4-BE49-F238E27FC236}">
                <a16:creationId xmlns:a16="http://schemas.microsoft.com/office/drawing/2014/main" id="{DE9A371D-9BB6-5B56-DE59-9B5BAE6FF219}"/>
              </a:ext>
            </a:extLst>
          </p:cNvPr>
          <p:cNvSpPr/>
          <p:nvPr/>
        </p:nvSpPr>
        <p:spPr>
          <a:xfrm>
            <a:off x="6284338" y="1011366"/>
            <a:ext cx="109728" cy="109728"/>
          </a:xfrm>
          <a:prstGeom prst="ellipse">
            <a:avLst/>
          </a:prstGeom>
          <a:solidFill>
            <a:schemeClr val="accent2"/>
          </a:solidFill>
          <a:ln w="12700">
            <a:solidFill>
              <a:schemeClr val="accent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4" name="Text 138">
            <a:extLst>
              <a:ext uri="{FF2B5EF4-FFF2-40B4-BE49-F238E27FC236}">
                <a16:creationId xmlns:a16="http://schemas.microsoft.com/office/drawing/2014/main" id="{1C585626-1507-7817-E81C-B0A36085FAA2}"/>
              </a:ext>
            </a:extLst>
          </p:cNvPr>
          <p:cNvSpPr/>
          <p:nvPr/>
        </p:nvSpPr>
        <p:spPr>
          <a:xfrm>
            <a:off x="6481940" y="974790"/>
            <a:ext cx="7772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a:ln>
                  <a:noFill/>
                </a:ln>
                <a:solidFill>
                  <a:srgbClr val="3A3A3A"/>
                </a:solidFill>
                <a:effectLst/>
                <a:uLnTx/>
                <a:uFillTx/>
                <a:latin typeface="Calibri" panose="020F0502020204030204"/>
                <a:ea typeface="+mn-ea"/>
                <a:cs typeface="+mn-cs"/>
              </a:rPr>
              <a:t>Baja</a:t>
            </a:r>
            <a:endParaRPr kumimoji="0" lang="es-MX"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32">
            <a:extLst>
              <a:ext uri="{FF2B5EF4-FFF2-40B4-BE49-F238E27FC236}">
                <a16:creationId xmlns:a16="http://schemas.microsoft.com/office/drawing/2014/main" id="{FE3DDD4C-F42B-6504-21F1-A5EA96654437}"/>
              </a:ext>
            </a:extLst>
          </p:cNvPr>
          <p:cNvSpPr/>
          <p:nvPr/>
        </p:nvSpPr>
        <p:spPr>
          <a:xfrm>
            <a:off x="1313458" y="979723"/>
            <a:ext cx="685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3A3A3A"/>
                </a:solidFill>
                <a:effectLst/>
                <a:uLnTx/>
                <a:uFillTx/>
                <a:latin typeface="Calibri" panose="020F0502020204030204"/>
                <a:ea typeface="+mn-ea"/>
                <a:cs typeface="+mn-cs"/>
              </a:rPr>
              <a:t>Prioridad:</a:t>
            </a:r>
            <a:endParaRPr kumimoji="0" lang="es-MX"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5">
            <a:extLst>
              <a:ext uri="{FF2B5EF4-FFF2-40B4-BE49-F238E27FC236}">
                <a16:creationId xmlns:a16="http://schemas.microsoft.com/office/drawing/2014/main" id="{2C13309C-5046-C766-7102-78690243580C}"/>
              </a:ext>
            </a:extLst>
          </p:cNvPr>
          <p:cNvSpPr/>
          <p:nvPr/>
        </p:nvSpPr>
        <p:spPr>
          <a:xfrm>
            <a:off x="9149828" y="1213485"/>
            <a:ext cx="2448000" cy="258524"/>
          </a:xfrm>
          <a:prstGeom prst="rect">
            <a:avLst/>
          </a:prstGeom>
          <a:solidFill>
            <a:srgbClr val="0070C0"/>
          </a:solidFill>
          <a:ln w="12700">
            <a:solidFill>
              <a:srgbClr val="0070C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000" b="0" i="0" u="none" strike="noStrike" kern="1200" cap="none" spc="0" normalizeH="0" baseline="0" noProof="0">
              <a:ln>
                <a:noFill/>
              </a:ln>
              <a:solidFill>
                <a:prstClr val="black"/>
              </a:solidFill>
              <a:effectLst/>
              <a:uLnTx/>
              <a:uFillTx/>
              <a:latin typeface="+mj-lt"/>
              <a:ea typeface="+mn-ea"/>
              <a:cs typeface="+mn-cs"/>
            </a:endParaRPr>
          </a:p>
        </p:txBody>
      </p:sp>
      <p:sp>
        <p:nvSpPr>
          <p:cNvPr id="7" name="Shape 5">
            <a:extLst>
              <a:ext uri="{FF2B5EF4-FFF2-40B4-BE49-F238E27FC236}">
                <a16:creationId xmlns:a16="http://schemas.microsoft.com/office/drawing/2014/main" id="{C0CCA025-9794-7753-071F-7F4C449555B5}"/>
              </a:ext>
            </a:extLst>
          </p:cNvPr>
          <p:cNvSpPr/>
          <p:nvPr/>
        </p:nvSpPr>
        <p:spPr>
          <a:xfrm>
            <a:off x="6656157" y="1213485"/>
            <a:ext cx="2448000" cy="258524"/>
          </a:xfrm>
          <a:prstGeom prst="rect">
            <a:avLst/>
          </a:prstGeom>
          <a:solidFill>
            <a:srgbClr val="92D050"/>
          </a:solidFill>
          <a:ln w="12700">
            <a:solidFill>
              <a:srgbClr val="92D05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000" b="0" i="0" u="none" strike="noStrike" kern="1200" cap="none" spc="0" normalizeH="0" baseline="0" noProof="0">
              <a:ln>
                <a:noFill/>
              </a:ln>
              <a:solidFill>
                <a:prstClr val="black"/>
              </a:solidFill>
              <a:effectLst/>
              <a:uLnTx/>
              <a:uFillTx/>
              <a:latin typeface="+mj-lt"/>
              <a:ea typeface="+mn-ea"/>
              <a:cs typeface="+mn-cs"/>
            </a:endParaRPr>
          </a:p>
        </p:txBody>
      </p:sp>
      <p:sp>
        <p:nvSpPr>
          <p:cNvPr id="386" name="Shape 5">
            <a:extLst>
              <a:ext uri="{FF2B5EF4-FFF2-40B4-BE49-F238E27FC236}">
                <a16:creationId xmlns:a16="http://schemas.microsoft.com/office/drawing/2014/main" id="{F9283207-4BF9-BC1E-802B-8F61984524B3}"/>
              </a:ext>
            </a:extLst>
          </p:cNvPr>
          <p:cNvSpPr/>
          <p:nvPr/>
        </p:nvSpPr>
        <p:spPr>
          <a:xfrm>
            <a:off x="857611" y="1214937"/>
            <a:ext cx="3312000" cy="258524"/>
          </a:xfrm>
          <a:prstGeom prst="rect">
            <a:avLst/>
          </a:prstGeom>
          <a:solidFill>
            <a:srgbClr val="0D1F5C"/>
          </a:solidFill>
          <a:ln w="12700">
            <a:solidFill>
              <a:srgbClr val="0D1F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000" b="0" i="0" u="none" strike="noStrike" kern="1200" cap="none" spc="0" normalizeH="0" baseline="0" noProof="0">
              <a:ln>
                <a:noFill/>
              </a:ln>
              <a:solidFill>
                <a:prstClr val="black"/>
              </a:solidFill>
              <a:effectLst/>
              <a:uLnTx/>
              <a:uFillTx/>
              <a:latin typeface="+mj-lt"/>
              <a:ea typeface="+mn-ea"/>
              <a:cs typeface="+mn-cs"/>
            </a:endParaRPr>
          </a:p>
        </p:txBody>
      </p:sp>
      <p:sp>
        <p:nvSpPr>
          <p:cNvPr id="387" name="Text 6">
            <a:extLst>
              <a:ext uri="{FF2B5EF4-FFF2-40B4-BE49-F238E27FC236}">
                <a16:creationId xmlns:a16="http://schemas.microsoft.com/office/drawing/2014/main" id="{08E0E876-90EE-8E34-1E5C-7C68E6D760EC}"/>
              </a:ext>
            </a:extLst>
          </p:cNvPr>
          <p:cNvSpPr/>
          <p:nvPr/>
        </p:nvSpPr>
        <p:spPr>
          <a:xfrm>
            <a:off x="894187" y="1233153"/>
            <a:ext cx="1188720" cy="22405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a:ln>
                  <a:noFill/>
                </a:ln>
                <a:solidFill>
                  <a:srgbClr val="FFFFFF"/>
                </a:solidFill>
                <a:effectLst/>
                <a:uLnTx/>
                <a:uFillTx/>
                <a:latin typeface="+mj-lt"/>
                <a:ea typeface="+mn-ea"/>
                <a:cs typeface="+mn-cs"/>
              </a:rPr>
              <a:t>TRACK</a:t>
            </a:r>
            <a:endParaRPr kumimoji="0" lang="es-MX" sz="1000" b="0" i="0" u="none" strike="noStrike" kern="1200" cap="none" spc="0" normalizeH="0" baseline="0" noProof="0">
              <a:ln>
                <a:noFill/>
              </a:ln>
              <a:solidFill>
                <a:prstClr val="black"/>
              </a:solidFill>
              <a:effectLst/>
              <a:uLnTx/>
              <a:uFillTx/>
              <a:latin typeface="+mj-lt"/>
              <a:ea typeface="+mn-ea"/>
              <a:cs typeface="+mn-cs"/>
            </a:endParaRPr>
          </a:p>
        </p:txBody>
      </p:sp>
      <p:sp>
        <p:nvSpPr>
          <p:cNvPr id="388" name="Text 7">
            <a:extLst>
              <a:ext uri="{FF2B5EF4-FFF2-40B4-BE49-F238E27FC236}">
                <a16:creationId xmlns:a16="http://schemas.microsoft.com/office/drawing/2014/main" id="{9E5B3110-6225-B7C5-B4AD-64BA664E7773}"/>
              </a:ext>
            </a:extLst>
          </p:cNvPr>
          <p:cNvSpPr/>
          <p:nvPr/>
        </p:nvSpPr>
        <p:spPr>
          <a:xfrm>
            <a:off x="2174347" y="1233153"/>
            <a:ext cx="1920240" cy="22405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a:ln>
                  <a:noFill/>
                </a:ln>
                <a:solidFill>
                  <a:srgbClr val="FFFFFF"/>
                </a:solidFill>
                <a:effectLst/>
                <a:uLnTx/>
                <a:uFillTx/>
                <a:latin typeface="+mj-lt"/>
                <a:ea typeface="+mn-ea"/>
                <a:cs typeface="+mn-cs"/>
              </a:rPr>
              <a:t>Prioridad </a:t>
            </a:r>
            <a:endParaRPr kumimoji="0" lang="es-MX" sz="1000" b="0" i="0" u="none" strike="noStrike" kern="1200" cap="none" spc="0" normalizeH="0" baseline="0" noProof="0">
              <a:ln>
                <a:noFill/>
              </a:ln>
              <a:solidFill>
                <a:prstClr val="black"/>
              </a:solidFill>
              <a:effectLst/>
              <a:uLnTx/>
              <a:uFillTx/>
              <a:latin typeface="+mj-lt"/>
              <a:ea typeface="+mn-ea"/>
              <a:cs typeface="+mn-cs"/>
            </a:endParaRPr>
          </a:p>
        </p:txBody>
      </p:sp>
      <p:sp>
        <p:nvSpPr>
          <p:cNvPr id="390" name="Text 9">
            <a:extLst>
              <a:ext uri="{FF2B5EF4-FFF2-40B4-BE49-F238E27FC236}">
                <a16:creationId xmlns:a16="http://schemas.microsoft.com/office/drawing/2014/main" id="{EF00F2B9-5632-2A24-D2A8-47C01DC667D8}"/>
              </a:ext>
            </a:extLst>
          </p:cNvPr>
          <p:cNvSpPr/>
          <p:nvPr/>
        </p:nvSpPr>
        <p:spPr>
          <a:xfrm>
            <a:off x="6588586" y="1233153"/>
            <a:ext cx="2578608" cy="22405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a:ln>
                  <a:noFill/>
                </a:ln>
                <a:solidFill>
                  <a:srgbClr val="FFFFFF"/>
                </a:solidFill>
                <a:effectLst/>
                <a:uLnTx/>
                <a:uFillTx/>
                <a:latin typeface="+mj-lt"/>
                <a:ea typeface="+mn-ea"/>
                <a:cs typeface="+mn-cs"/>
              </a:rPr>
              <a:t>SHOULD HAVE</a:t>
            </a:r>
            <a:endParaRPr kumimoji="0" lang="es-MX" sz="1000" b="0" i="0" u="none" strike="noStrike" kern="1200" cap="none" spc="0" normalizeH="0" baseline="0" noProof="0">
              <a:ln>
                <a:noFill/>
              </a:ln>
              <a:solidFill>
                <a:prstClr val="black"/>
              </a:solidFill>
              <a:effectLst/>
              <a:uLnTx/>
              <a:uFillTx/>
              <a:latin typeface="+mj-lt"/>
              <a:ea typeface="+mn-ea"/>
              <a:cs typeface="+mn-cs"/>
            </a:endParaRPr>
          </a:p>
        </p:txBody>
      </p:sp>
      <p:sp>
        <p:nvSpPr>
          <p:cNvPr id="391" name="Text 10">
            <a:extLst>
              <a:ext uri="{FF2B5EF4-FFF2-40B4-BE49-F238E27FC236}">
                <a16:creationId xmlns:a16="http://schemas.microsoft.com/office/drawing/2014/main" id="{4E0F4B33-8389-9841-8275-D803679AE4D8}"/>
              </a:ext>
            </a:extLst>
          </p:cNvPr>
          <p:cNvSpPr/>
          <p:nvPr/>
        </p:nvSpPr>
        <p:spPr>
          <a:xfrm>
            <a:off x="9459428" y="1233153"/>
            <a:ext cx="1828800" cy="22405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a:ln>
                  <a:noFill/>
                </a:ln>
                <a:solidFill>
                  <a:srgbClr val="FFFFFF"/>
                </a:solidFill>
                <a:effectLst/>
                <a:uLnTx/>
                <a:uFillTx/>
                <a:latin typeface="+mj-lt"/>
                <a:ea typeface="+mn-ea"/>
                <a:cs typeface="+mn-cs"/>
              </a:rPr>
              <a:t>COULD HAVE</a:t>
            </a:r>
            <a:endParaRPr kumimoji="0" lang="es-MX" sz="1000" b="0" i="0" u="none" strike="noStrike" kern="1200" cap="none" spc="0" normalizeH="0" baseline="0" noProof="0">
              <a:ln>
                <a:noFill/>
              </a:ln>
              <a:solidFill>
                <a:prstClr val="black"/>
              </a:solidFill>
              <a:effectLst/>
              <a:uLnTx/>
              <a:uFillTx/>
              <a:latin typeface="+mj-lt"/>
              <a:ea typeface="+mn-ea"/>
              <a:cs typeface="+mn-cs"/>
            </a:endParaRPr>
          </a:p>
        </p:txBody>
      </p:sp>
      <p:sp>
        <p:nvSpPr>
          <p:cNvPr id="392" name="Shape 11">
            <a:extLst>
              <a:ext uri="{FF2B5EF4-FFF2-40B4-BE49-F238E27FC236}">
                <a16:creationId xmlns:a16="http://schemas.microsoft.com/office/drawing/2014/main" id="{6626DD90-A0AC-F0B3-38EA-15F66FE4E4FA}"/>
              </a:ext>
            </a:extLst>
          </p:cNvPr>
          <p:cNvSpPr/>
          <p:nvPr/>
        </p:nvSpPr>
        <p:spPr>
          <a:xfrm>
            <a:off x="857611" y="1474443"/>
            <a:ext cx="10740217" cy="818660"/>
          </a:xfrm>
          <a:prstGeom prst="rect">
            <a:avLst/>
          </a:prstGeom>
          <a:solidFill>
            <a:srgbClr val="FFFFFF"/>
          </a:solid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393" name="Shape 12">
            <a:extLst>
              <a:ext uri="{FF2B5EF4-FFF2-40B4-BE49-F238E27FC236}">
                <a16:creationId xmlns:a16="http://schemas.microsoft.com/office/drawing/2014/main" id="{710B59A7-4B2F-D8F6-1F34-1C541A1A7D98}"/>
              </a:ext>
            </a:extLst>
          </p:cNvPr>
          <p:cNvSpPr/>
          <p:nvPr/>
        </p:nvSpPr>
        <p:spPr>
          <a:xfrm>
            <a:off x="2137771" y="147444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394" name="Shape 13">
            <a:extLst>
              <a:ext uri="{FF2B5EF4-FFF2-40B4-BE49-F238E27FC236}">
                <a16:creationId xmlns:a16="http://schemas.microsoft.com/office/drawing/2014/main" id="{7C76DAA9-AEEF-0801-3A2A-9E33C9F37833}"/>
              </a:ext>
            </a:extLst>
          </p:cNvPr>
          <p:cNvSpPr/>
          <p:nvPr/>
        </p:nvSpPr>
        <p:spPr>
          <a:xfrm>
            <a:off x="4178326" y="147444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395" name="Shape 14">
            <a:extLst>
              <a:ext uri="{FF2B5EF4-FFF2-40B4-BE49-F238E27FC236}">
                <a16:creationId xmlns:a16="http://schemas.microsoft.com/office/drawing/2014/main" id="{1C36E0DA-C8F6-DD64-BD75-23E13C361C37}"/>
              </a:ext>
            </a:extLst>
          </p:cNvPr>
          <p:cNvSpPr/>
          <p:nvPr/>
        </p:nvSpPr>
        <p:spPr>
          <a:xfrm>
            <a:off x="6626994" y="147444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396" name="Shape 15">
            <a:extLst>
              <a:ext uri="{FF2B5EF4-FFF2-40B4-BE49-F238E27FC236}">
                <a16:creationId xmlns:a16="http://schemas.microsoft.com/office/drawing/2014/main" id="{93517F3F-6EE8-7308-87F3-77696E41CEB9}"/>
              </a:ext>
            </a:extLst>
          </p:cNvPr>
          <p:cNvSpPr/>
          <p:nvPr/>
        </p:nvSpPr>
        <p:spPr>
          <a:xfrm>
            <a:off x="9162288" y="147444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397" name="Text 16">
            <a:extLst>
              <a:ext uri="{FF2B5EF4-FFF2-40B4-BE49-F238E27FC236}">
                <a16:creationId xmlns:a16="http://schemas.microsoft.com/office/drawing/2014/main" id="{B6FE9270-28DB-9CE8-9E35-FA110110E1F4}"/>
              </a:ext>
            </a:extLst>
          </p:cNvPr>
          <p:cNvSpPr/>
          <p:nvPr/>
        </p:nvSpPr>
        <p:spPr>
          <a:xfrm>
            <a:off x="963592" y="1751647"/>
            <a:ext cx="1170432" cy="2412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a:ln>
                  <a:noFill/>
                </a:ln>
                <a:solidFill>
                  <a:srgbClr val="0D1F5C"/>
                </a:solidFill>
                <a:effectLst/>
                <a:uLnTx/>
                <a:uFillTx/>
                <a:latin typeface="+mj-lt"/>
                <a:ea typeface="+mn-ea"/>
                <a:cs typeface="+mn-cs"/>
              </a:rPr>
              <a:t>R4 General</a:t>
            </a:r>
            <a:endParaRPr kumimoji="0" lang="es-MX" sz="1200" b="0" i="0" u="none" strike="noStrike" kern="1200" cap="none" spc="0" normalizeH="0" baseline="0" noProof="0">
              <a:ln>
                <a:noFill/>
              </a:ln>
              <a:solidFill>
                <a:prstClr val="black"/>
              </a:solidFill>
              <a:effectLst/>
              <a:uLnTx/>
              <a:uFillTx/>
              <a:latin typeface="+mj-lt"/>
              <a:ea typeface="+mn-ea"/>
              <a:cs typeface="+mn-cs"/>
            </a:endParaRPr>
          </a:p>
        </p:txBody>
      </p:sp>
      <p:sp>
        <p:nvSpPr>
          <p:cNvPr id="405" name="Shape 33">
            <a:extLst>
              <a:ext uri="{FF2B5EF4-FFF2-40B4-BE49-F238E27FC236}">
                <a16:creationId xmlns:a16="http://schemas.microsoft.com/office/drawing/2014/main" id="{4FFBCDB8-3269-A040-3B44-DFD99AF82BCF}"/>
              </a:ext>
            </a:extLst>
          </p:cNvPr>
          <p:cNvSpPr/>
          <p:nvPr/>
        </p:nvSpPr>
        <p:spPr>
          <a:xfrm>
            <a:off x="857611" y="2293103"/>
            <a:ext cx="10740217" cy="818660"/>
          </a:xfrm>
          <a:prstGeom prst="rect">
            <a:avLst/>
          </a:prstGeom>
          <a:solidFill>
            <a:srgbClr val="E8EBF4"/>
          </a:solid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06" name="Shape 34">
            <a:extLst>
              <a:ext uri="{FF2B5EF4-FFF2-40B4-BE49-F238E27FC236}">
                <a16:creationId xmlns:a16="http://schemas.microsoft.com/office/drawing/2014/main" id="{BABE0BF4-78B9-0B5E-18A4-9F5DCC4A083C}"/>
              </a:ext>
            </a:extLst>
          </p:cNvPr>
          <p:cNvSpPr/>
          <p:nvPr/>
        </p:nvSpPr>
        <p:spPr>
          <a:xfrm>
            <a:off x="2137771" y="229310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07" name="Shape 35">
            <a:extLst>
              <a:ext uri="{FF2B5EF4-FFF2-40B4-BE49-F238E27FC236}">
                <a16:creationId xmlns:a16="http://schemas.microsoft.com/office/drawing/2014/main" id="{AF6B8D70-DC27-1864-859D-B41E6FB7A1D8}"/>
              </a:ext>
            </a:extLst>
          </p:cNvPr>
          <p:cNvSpPr/>
          <p:nvPr/>
        </p:nvSpPr>
        <p:spPr>
          <a:xfrm>
            <a:off x="4178326" y="229310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08" name="Shape 36">
            <a:extLst>
              <a:ext uri="{FF2B5EF4-FFF2-40B4-BE49-F238E27FC236}">
                <a16:creationId xmlns:a16="http://schemas.microsoft.com/office/drawing/2014/main" id="{5AAF7422-8919-3332-FDEB-3FA67711EF2B}"/>
              </a:ext>
            </a:extLst>
          </p:cNvPr>
          <p:cNvSpPr/>
          <p:nvPr/>
        </p:nvSpPr>
        <p:spPr>
          <a:xfrm>
            <a:off x="6626994" y="229310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09" name="Shape 37">
            <a:extLst>
              <a:ext uri="{FF2B5EF4-FFF2-40B4-BE49-F238E27FC236}">
                <a16:creationId xmlns:a16="http://schemas.microsoft.com/office/drawing/2014/main" id="{7AD51D43-6BF1-A8F6-1155-C8D83A9475FC}"/>
              </a:ext>
            </a:extLst>
          </p:cNvPr>
          <p:cNvSpPr/>
          <p:nvPr/>
        </p:nvSpPr>
        <p:spPr>
          <a:xfrm>
            <a:off x="9162288" y="229310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10" name="Text 38">
            <a:extLst>
              <a:ext uri="{FF2B5EF4-FFF2-40B4-BE49-F238E27FC236}">
                <a16:creationId xmlns:a16="http://schemas.microsoft.com/office/drawing/2014/main" id="{54C9057B-7FC6-58ED-5585-889811E7659A}"/>
              </a:ext>
            </a:extLst>
          </p:cNvPr>
          <p:cNvSpPr/>
          <p:nvPr/>
        </p:nvSpPr>
        <p:spPr>
          <a:xfrm>
            <a:off x="963592" y="2580440"/>
            <a:ext cx="1170432" cy="2412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a:ln>
                  <a:noFill/>
                </a:ln>
                <a:solidFill>
                  <a:srgbClr val="0D1F5C"/>
                </a:solidFill>
                <a:effectLst/>
                <a:uLnTx/>
                <a:uFillTx/>
                <a:latin typeface="+mj-lt"/>
                <a:ea typeface="+mn-ea"/>
                <a:cs typeface="+mn-cs"/>
              </a:rPr>
              <a:t>Apolo</a:t>
            </a:r>
            <a:endParaRPr kumimoji="0" lang="es-MX" sz="1200" b="0" i="0" u="none" strike="noStrike" kern="1200" cap="none" spc="0" normalizeH="0" baseline="0" noProof="0">
              <a:ln>
                <a:noFill/>
              </a:ln>
              <a:solidFill>
                <a:prstClr val="black"/>
              </a:solidFill>
              <a:effectLst/>
              <a:uLnTx/>
              <a:uFillTx/>
              <a:latin typeface="+mj-lt"/>
              <a:ea typeface="+mn-ea"/>
              <a:cs typeface="+mn-cs"/>
            </a:endParaRPr>
          </a:p>
        </p:txBody>
      </p:sp>
      <p:sp>
        <p:nvSpPr>
          <p:cNvPr id="419" name="Shape 53">
            <a:extLst>
              <a:ext uri="{FF2B5EF4-FFF2-40B4-BE49-F238E27FC236}">
                <a16:creationId xmlns:a16="http://schemas.microsoft.com/office/drawing/2014/main" id="{807BE646-363B-7EBD-A73D-6FA8346C87AE}"/>
              </a:ext>
            </a:extLst>
          </p:cNvPr>
          <p:cNvSpPr/>
          <p:nvPr/>
        </p:nvSpPr>
        <p:spPr>
          <a:xfrm>
            <a:off x="857611" y="3111763"/>
            <a:ext cx="10740217" cy="818660"/>
          </a:xfrm>
          <a:prstGeom prst="rect">
            <a:avLst/>
          </a:prstGeom>
          <a:solidFill>
            <a:srgbClr val="FFFFFF"/>
          </a:solid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20" name="Shape 54">
            <a:extLst>
              <a:ext uri="{FF2B5EF4-FFF2-40B4-BE49-F238E27FC236}">
                <a16:creationId xmlns:a16="http://schemas.microsoft.com/office/drawing/2014/main" id="{8CBBBC20-EEC2-A8F4-3EC7-25E0ACFEDB4E}"/>
              </a:ext>
            </a:extLst>
          </p:cNvPr>
          <p:cNvSpPr/>
          <p:nvPr/>
        </p:nvSpPr>
        <p:spPr>
          <a:xfrm>
            <a:off x="2137771" y="311176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21" name="Shape 55">
            <a:extLst>
              <a:ext uri="{FF2B5EF4-FFF2-40B4-BE49-F238E27FC236}">
                <a16:creationId xmlns:a16="http://schemas.microsoft.com/office/drawing/2014/main" id="{6F8F914E-F8C5-2344-5447-4A955F393079}"/>
              </a:ext>
            </a:extLst>
          </p:cNvPr>
          <p:cNvSpPr/>
          <p:nvPr/>
        </p:nvSpPr>
        <p:spPr>
          <a:xfrm>
            <a:off x="4178326" y="311176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22" name="Shape 56">
            <a:extLst>
              <a:ext uri="{FF2B5EF4-FFF2-40B4-BE49-F238E27FC236}">
                <a16:creationId xmlns:a16="http://schemas.microsoft.com/office/drawing/2014/main" id="{051AF19E-B077-6252-8CAC-CA0B74CF231A}"/>
              </a:ext>
            </a:extLst>
          </p:cNvPr>
          <p:cNvSpPr/>
          <p:nvPr/>
        </p:nvSpPr>
        <p:spPr>
          <a:xfrm>
            <a:off x="6626994" y="311176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23" name="Shape 57">
            <a:extLst>
              <a:ext uri="{FF2B5EF4-FFF2-40B4-BE49-F238E27FC236}">
                <a16:creationId xmlns:a16="http://schemas.microsoft.com/office/drawing/2014/main" id="{003C17F6-96EC-59C1-86C1-7B3606A1DEB7}"/>
              </a:ext>
            </a:extLst>
          </p:cNvPr>
          <p:cNvSpPr/>
          <p:nvPr/>
        </p:nvSpPr>
        <p:spPr>
          <a:xfrm>
            <a:off x="9162288" y="311176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24" name="Text 58">
            <a:extLst>
              <a:ext uri="{FF2B5EF4-FFF2-40B4-BE49-F238E27FC236}">
                <a16:creationId xmlns:a16="http://schemas.microsoft.com/office/drawing/2014/main" id="{6A678D51-2722-CE3A-73AE-2A32888230EC}"/>
              </a:ext>
            </a:extLst>
          </p:cNvPr>
          <p:cNvSpPr/>
          <p:nvPr/>
        </p:nvSpPr>
        <p:spPr>
          <a:xfrm>
            <a:off x="963592" y="3419268"/>
            <a:ext cx="1170432" cy="2412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a:ln>
                  <a:noFill/>
                </a:ln>
                <a:solidFill>
                  <a:srgbClr val="0D1F5C"/>
                </a:solidFill>
                <a:effectLst/>
                <a:uLnTx/>
                <a:uFillTx/>
                <a:latin typeface="+mj-lt"/>
                <a:ea typeface="+mn-ea"/>
                <a:cs typeface="+mn-cs"/>
              </a:rPr>
              <a:t>SmartVista</a:t>
            </a:r>
            <a:endParaRPr kumimoji="0" lang="es-MX" sz="1200" b="0" i="0" u="none" strike="noStrike" kern="1200" cap="none" spc="0" normalizeH="0" baseline="0" noProof="0">
              <a:ln>
                <a:noFill/>
              </a:ln>
              <a:solidFill>
                <a:prstClr val="black"/>
              </a:solidFill>
              <a:effectLst/>
              <a:uLnTx/>
              <a:uFillTx/>
              <a:latin typeface="+mj-lt"/>
              <a:ea typeface="+mn-ea"/>
              <a:cs typeface="+mn-cs"/>
            </a:endParaRPr>
          </a:p>
        </p:txBody>
      </p:sp>
      <p:sp>
        <p:nvSpPr>
          <p:cNvPr id="430" name="Text 72">
            <a:extLst>
              <a:ext uri="{FF2B5EF4-FFF2-40B4-BE49-F238E27FC236}">
                <a16:creationId xmlns:a16="http://schemas.microsoft.com/office/drawing/2014/main" id="{0ED256A7-D73B-6180-EAC2-991BB4F9897B}"/>
              </a:ext>
            </a:extLst>
          </p:cNvPr>
          <p:cNvSpPr/>
          <p:nvPr/>
        </p:nvSpPr>
        <p:spPr>
          <a:xfrm>
            <a:off x="10057812" y="3359085"/>
            <a:ext cx="632033" cy="186137"/>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a:ln>
                  <a:noFill/>
                </a:ln>
                <a:solidFill>
                  <a:srgbClr val="3A3A3A"/>
                </a:solidFill>
                <a:effectLst/>
                <a:uLnTx/>
                <a:uFillTx/>
                <a:latin typeface="+mj-lt"/>
                <a:ea typeface="+mn-ea"/>
                <a:cs typeface="+mn-cs"/>
              </a:rPr>
              <a:t>N/A</a:t>
            </a:r>
            <a:endParaRPr kumimoji="0" lang="es-MX" sz="800" b="0" i="0" u="none" strike="noStrike" kern="1200" cap="none" spc="0" normalizeH="0" baseline="0" noProof="0">
              <a:ln>
                <a:noFill/>
              </a:ln>
              <a:solidFill>
                <a:prstClr val="black"/>
              </a:solidFill>
              <a:effectLst/>
              <a:uLnTx/>
              <a:uFillTx/>
              <a:latin typeface="+mj-lt"/>
              <a:ea typeface="+mn-ea"/>
              <a:cs typeface="+mn-cs"/>
            </a:endParaRPr>
          </a:p>
        </p:txBody>
      </p:sp>
      <p:sp>
        <p:nvSpPr>
          <p:cNvPr id="431" name="Shape 73">
            <a:extLst>
              <a:ext uri="{FF2B5EF4-FFF2-40B4-BE49-F238E27FC236}">
                <a16:creationId xmlns:a16="http://schemas.microsoft.com/office/drawing/2014/main" id="{916EB82D-1DB8-5557-3156-DD8D16C01E24}"/>
              </a:ext>
            </a:extLst>
          </p:cNvPr>
          <p:cNvSpPr/>
          <p:nvPr/>
        </p:nvSpPr>
        <p:spPr>
          <a:xfrm>
            <a:off x="857611" y="3930423"/>
            <a:ext cx="10740217" cy="818660"/>
          </a:xfrm>
          <a:prstGeom prst="rect">
            <a:avLst/>
          </a:prstGeom>
          <a:solidFill>
            <a:srgbClr val="E8EBF4"/>
          </a:solid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32" name="Shape 74">
            <a:extLst>
              <a:ext uri="{FF2B5EF4-FFF2-40B4-BE49-F238E27FC236}">
                <a16:creationId xmlns:a16="http://schemas.microsoft.com/office/drawing/2014/main" id="{970D508E-B6E4-4BD4-14E3-C738B370B8B7}"/>
              </a:ext>
            </a:extLst>
          </p:cNvPr>
          <p:cNvSpPr/>
          <p:nvPr/>
        </p:nvSpPr>
        <p:spPr>
          <a:xfrm>
            <a:off x="2137771" y="393042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33" name="Shape 75">
            <a:extLst>
              <a:ext uri="{FF2B5EF4-FFF2-40B4-BE49-F238E27FC236}">
                <a16:creationId xmlns:a16="http://schemas.microsoft.com/office/drawing/2014/main" id="{23EB939B-7FE9-B40A-EE8B-317EDB58EE9A}"/>
              </a:ext>
            </a:extLst>
          </p:cNvPr>
          <p:cNvSpPr/>
          <p:nvPr/>
        </p:nvSpPr>
        <p:spPr>
          <a:xfrm>
            <a:off x="4178326" y="393042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34" name="Shape 76">
            <a:extLst>
              <a:ext uri="{FF2B5EF4-FFF2-40B4-BE49-F238E27FC236}">
                <a16:creationId xmlns:a16="http://schemas.microsoft.com/office/drawing/2014/main" id="{EFD10C61-7C4B-B270-7320-781DA1B9CD76}"/>
              </a:ext>
            </a:extLst>
          </p:cNvPr>
          <p:cNvSpPr/>
          <p:nvPr/>
        </p:nvSpPr>
        <p:spPr>
          <a:xfrm>
            <a:off x="6626994" y="393042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35" name="Shape 77">
            <a:extLst>
              <a:ext uri="{FF2B5EF4-FFF2-40B4-BE49-F238E27FC236}">
                <a16:creationId xmlns:a16="http://schemas.microsoft.com/office/drawing/2014/main" id="{50FE23D4-F6E9-BC3A-07D9-1AEF216D66D9}"/>
              </a:ext>
            </a:extLst>
          </p:cNvPr>
          <p:cNvSpPr/>
          <p:nvPr/>
        </p:nvSpPr>
        <p:spPr>
          <a:xfrm>
            <a:off x="9162288" y="393042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36" name="Text 78">
            <a:extLst>
              <a:ext uri="{FF2B5EF4-FFF2-40B4-BE49-F238E27FC236}">
                <a16:creationId xmlns:a16="http://schemas.microsoft.com/office/drawing/2014/main" id="{B1439FFE-CF7B-6B15-F4A4-2021964FCD2C}"/>
              </a:ext>
            </a:extLst>
          </p:cNvPr>
          <p:cNvSpPr/>
          <p:nvPr/>
        </p:nvSpPr>
        <p:spPr>
          <a:xfrm>
            <a:off x="963592" y="4219108"/>
            <a:ext cx="1170432" cy="2412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a:ln>
                  <a:noFill/>
                </a:ln>
                <a:solidFill>
                  <a:srgbClr val="0D1F5C"/>
                </a:solidFill>
                <a:effectLst/>
                <a:uLnTx/>
                <a:uFillTx/>
                <a:latin typeface="+mj-lt"/>
                <a:ea typeface="+mn-ea"/>
                <a:cs typeface="+mn-cs"/>
              </a:rPr>
              <a:t>App Digital</a:t>
            </a:r>
            <a:endParaRPr kumimoji="0" lang="es-MX" sz="1200" b="0" i="0" u="none" strike="noStrike" kern="1200" cap="none" spc="0" normalizeH="0" baseline="0" noProof="0">
              <a:ln>
                <a:noFill/>
              </a:ln>
              <a:solidFill>
                <a:prstClr val="black"/>
              </a:solidFill>
              <a:effectLst/>
              <a:uLnTx/>
              <a:uFillTx/>
              <a:latin typeface="+mj-lt"/>
              <a:ea typeface="+mn-ea"/>
              <a:cs typeface="+mn-cs"/>
            </a:endParaRPr>
          </a:p>
        </p:txBody>
      </p:sp>
      <p:sp>
        <p:nvSpPr>
          <p:cNvPr id="440" name="Text 88">
            <a:extLst>
              <a:ext uri="{FF2B5EF4-FFF2-40B4-BE49-F238E27FC236}">
                <a16:creationId xmlns:a16="http://schemas.microsoft.com/office/drawing/2014/main" id="{D470F0EA-D3C9-5014-A4EC-13B247CB5245}"/>
              </a:ext>
            </a:extLst>
          </p:cNvPr>
          <p:cNvSpPr/>
          <p:nvPr/>
        </p:nvSpPr>
        <p:spPr>
          <a:xfrm>
            <a:off x="7561874" y="4262437"/>
            <a:ext cx="632033" cy="186137"/>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a:ln>
                  <a:noFill/>
                </a:ln>
                <a:solidFill>
                  <a:srgbClr val="3A3A3A"/>
                </a:solidFill>
                <a:effectLst/>
                <a:uLnTx/>
                <a:uFillTx/>
                <a:latin typeface="+mj-lt"/>
                <a:ea typeface="+mn-ea"/>
                <a:cs typeface="+mn-cs"/>
              </a:rPr>
              <a:t>N/A</a:t>
            </a:r>
            <a:endParaRPr kumimoji="0" lang="es-MX" sz="800" b="0" i="0" u="none" strike="noStrike" kern="1200" cap="none" spc="0" normalizeH="0" baseline="0" noProof="0">
              <a:ln>
                <a:noFill/>
              </a:ln>
              <a:solidFill>
                <a:prstClr val="black"/>
              </a:solidFill>
              <a:effectLst/>
              <a:uLnTx/>
              <a:uFillTx/>
              <a:latin typeface="+mj-lt"/>
              <a:ea typeface="+mn-ea"/>
              <a:cs typeface="+mn-cs"/>
            </a:endParaRPr>
          </a:p>
        </p:txBody>
      </p:sp>
      <p:sp>
        <p:nvSpPr>
          <p:cNvPr id="443" name="Shape 91">
            <a:extLst>
              <a:ext uri="{FF2B5EF4-FFF2-40B4-BE49-F238E27FC236}">
                <a16:creationId xmlns:a16="http://schemas.microsoft.com/office/drawing/2014/main" id="{F2E15A4F-52D2-3D6C-A905-6EE95DCC8F9E}"/>
              </a:ext>
            </a:extLst>
          </p:cNvPr>
          <p:cNvSpPr/>
          <p:nvPr/>
        </p:nvSpPr>
        <p:spPr>
          <a:xfrm>
            <a:off x="857611" y="4749083"/>
            <a:ext cx="10740217" cy="818660"/>
          </a:xfrm>
          <a:prstGeom prst="rect">
            <a:avLst/>
          </a:prstGeom>
          <a:solidFill>
            <a:srgbClr val="FFFFFF"/>
          </a:solid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44" name="Shape 92">
            <a:extLst>
              <a:ext uri="{FF2B5EF4-FFF2-40B4-BE49-F238E27FC236}">
                <a16:creationId xmlns:a16="http://schemas.microsoft.com/office/drawing/2014/main" id="{69CDB7C3-B154-022F-1CD0-263A7FB6DD13}"/>
              </a:ext>
            </a:extLst>
          </p:cNvPr>
          <p:cNvSpPr/>
          <p:nvPr/>
        </p:nvSpPr>
        <p:spPr>
          <a:xfrm>
            <a:off x="2137771" y="474908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45" name="Shape 93">
            <a:extLst>
              <a:ext uri="{FF2B5EF4-FFF2-40B4-BE49-F238E27FC236}">
                <a16:creationId xmlns:a16="http://schemas.microsoft.com/office/drawing/2014/main" id="{CD8534B6-9BB7-3D2B-665C-CBC122231DB6}"/>
              </a:ext>
            </a:extLst>
          </p:cNvPr>
          <p:cNvSpPr/>
          <p:nvPr/>
        </p:nvSpPr>
        <p:spPr>
          <a:xfrm>
            <a:off x="4178326" y="474908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46" name="Shape 94">
            <a:extLst>
              <a:ext uri="{FF2B5EF4-FFF2-40B4-BE49-F238E27FC236}">
                <a16:creationId xmlns:a16="http://schemas.microsoft.com/office/drawing/2014/main" id="{D808F6AC-A1A1-8FD9-4CF8-1CC46F16D2B0}"/>
              </a:ext>
            </a:extLst>
          </p:cNvPr>
          <p:cNvSpPr/>
          <p:nvPr/>
        </p:nvSpPr>
        <p:spPr>
          <a:xfrm>
            <a:off x="6626994" y="474908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47" name="Shape 95">
            <a:extLst>
              <a:ext uri="{FF2B5EF4-FFF2-40B4-BE49-F238E27FC236}">
                <a16:creationId xmlns:a16="http://schemas.microsoft.com/office/drawing/2014/main" id="{E613209E-054F-1609-4B9A-3507F565E11A}"/>
              </a:ext>
            </a:extLst>
          </p:cNvPr>
          <p:cNvSpPr/>
          <p:nvPr/>
        </p:nvSpPr>
        <p:spPr>
          <a:xfrm>
            <a:off x="9162288" y="474908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48" name="Text 96">
            <a:extLst>
              <a:ext uri="{FF2B5EF4-FFF2-40B4-BE49-F238E27FC236}">
                <a16:creationId xmlns:a16="http://schemas.microsoft.com/office/drawing/2014/main" id="{407D348D-376D-74C5-CB18-E3F6817DE6D0}"/>
              </a:ext>
            </a:extLst>
          </p:cNvPr>
          <p:cNvSpPr/>
          <p:nvPr/>
        </p:nvSpPr>
        <p:spPr>
          <a:xfrm>
            <a:off x="963592" y="5037769"/>
            <a:ext cx="1170432" cy="2412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a:ln>
                  <a:noFill/>
                </a:ln>
                <a:solidFill>
                  <a:srgbClr val="0D1F5C"/>
                </a:solidFill>
                <a:effectLst/>
                <a:uLnTx/>
                <a:uFillTx/>
                <a:latin typeface="+mj-lt"/>
                <a:ea typeface="+mn-ea"/>
                <a:cs typeface="+mn-cs"/>
              </a:rPr>
              <a:t>CAT</a:t>
            </a:r>
            <a:endParaRPr kumimoji="0" lang="es-MX" sz="1200" b="0" i="0" u="none" strike="noStrike" kern="1200" cap="none" spc="0" normalizeH="0" baseline="0" noProof="0">
              <a:ln>
                <a:noFill/>
              </a:ln>
              <a:solidFill>
                <a:prstClr val="black"/>
              </a:solidFill>
              <a:effectLst/>
              <a:uLnTx/>
              <a:uFillTx/>
              <a:latin typeface="+mj-lt"/>
              <a:ea typeface="+mn-ea"/>
              <a:cs typeface="+mn-cs"/>
            </a:endParaRPr>
          </a:p>
        </p:txBody>
      </p:sp>
      <p:sp>
        <p:nvSpPr>
          <p:cNvPr id="454" name="Text 109">
            <a:extLst>
              <a:ext uri="{FF2B5EF4-FFF2-40B4-BE49-F238E27FC236}">
                <a16:creationId xmlns:a16="http://schemas.microsoft.com/office/drawing/2014/main" id="{88A6C333-2A71-4A4B-CCC7-983F4BBB4A03}"/>
              </a:ext>
            </a:extLst>
          </p:cNvPr>
          <p:cNvSpPr/>
          <p:nvPr/>
        </p:nvSpPr>
        <p:spPr>
          <a:xfrm>
            <a:off x="10057812" y="4996405"/>
            <a:ext cx="632033" cy="186137"/>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a:ln>
                  <a:noFill/>
                </a:ln>
                <a:solidFill>
                  <a:srgbClr val="3A3A3A"/>
                </a:solidFill>
                <a:effectLst/>
                <a:uLnTx/>
                <a:uFillTx/>
                <a:latin typeface="+mj-lt"/>
                <a:ea typeface="+mn-ea"/>
                <a:cs typeface="+mn-cs"/>
              </a:rPr>
              <a:t>N/A</a:t>
            </a:r>
            <a:endParaRPr kumimoji="0" lang="es-MX" sz="800" b="0" i="0" u="none" strike="noStrike" kern="1200" cap="none" spc="0" normalizeH="0" baseline="0" noProof="0">
              <a:ln>
                <a:noFill/>
              </a:ln>
              <a:solidFill>
                <a:prstClr val="black"/>
              </a:solidFill>
              <a:effectLst/>
              <a:uLnTx/>
              <a:uFillTx/>
              <a:latin typeface="+mj-lt"/>
              <a:ea typeface="+mn-ea"/>
              <a:cs typeface="+mn-cs"/>
            </a:endParaRPr>
          </a:p>
        </p:txBody>
      </p:sp>
      <p:sp>
        <p:nvSpPr>
          <p:cNvPr id="455" name="Shape 110">
            <a:extLst>
              <a:ext uri="{FF2B5EF4-FFF2-40B4-BE49-F238E27FC236}">
                <a16:creationId xmlns:a16="http://schemas.microsoft.com/office/drawing/2014/main" id="{1DEFD4D4-15BD-0BE0-3E6D-96C5400C4606}"/>
              </a:ext>
            </a:extLst>
          </p:cNvPr>
          <p:cNvSpPr/>
          <p:nvPr/>
        </p:nvSpPr>
        <p:spPr>
          <a:xfrm>
            <a:off x="857611" y="5567743"/>
            <a:ext cx="10740217" cy="818660"/>
          </a:xfrm>
          <a:prstGeom prst="rect">
            <a:avLst/>
          </a:prstGeom>
          <a:solidFill>
            <a:srgbClr val="E8EBF4"/>
          </a:solid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56" name="Shape 111">
            <a:extLst>
              <a:ext uri="{FF2B5EF4-FFF2-40B4-BE49-F238E27FC236}">
                <a16:creationId xmlns:a16="http://schemas.microsoft.com/office/drawing/2014/main" id="{898EA4BE-5EA3-5DEC-C370-2FDA8481E99B}"/>
              </a:ext>
            </a:extLst>
          </p:cNvPr>
          <p:cNvSpPr/>
          <p:nvPr/>
        </p:nvSpPr>
        <p:spPr>
          <a:xfrm>
            <a:off x="2137771" y="556774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57" name="Shape 112">
            <a:extLst>
              <a:ext uri="{FF2B5EF4-FFF2-40B4-BE49-F238E27FC236}">
                <a16:creationId xmlns:a16="http://schemas.microsoft.com/office/drawing/2014/main" id="{B8FEB1B8-5C0A-8D35-1B3C-25C1FA1712A9}"/>
              </a:ext>
            </a:extLst>
          </p:cNvPr>
          <p:cNvSpPr/>
          <p:nvPr/>
        </p:nvSpPr>
        <p:spPr>
          <a:xfrm>
            <a:off x="4178326" y="556774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58" name="Shape 113">
            <a:extLst>
              <a:ext uri="{FF2B5EF4-FFF2-40B4-BE49-F238E27FC236}">
                <a16:creationId xmlns:a16="http://schemas.microsoft.com/office/drawing/2014/main" id="{1BD36DED-97D2-B737-9873-504EA678874D}"/>
              </a:ext>
            </a:extLst>
          </p:cNvPr>
          <p:cNvSpPr/>
          <p:nvPr/>
        </p:nvSpPr>
        <p:spPr>
          <a:xfrm>
            <a:off x="6626994" y="5553335"/>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59" name="Shape 114">
            <a:extLst>
              <a:ext uri="{FF2B5EF4-FFF2-40B4-BE49-F238E27FC236}">
                <a16:creationId xmlns:a16="http://schemas.microsoft.com/office/drawing/2014/main" id="{036C6912-7A3F-F00B-AD93-F57AFC44700D}"/>
              </a:ext>
            </a:extLst>
          </p:cNvPr>
          <p:cNvSpPr/>
          <p:nvPr/>
        </p:nvSpPr>
        <p:spPr>
          <a:xfrm>
            <a:off x="9162288" y="5567743"/>
            <a:ext cx="0" cy="818660"/>
          </a:xfrm>
          <a:prstGeom prst="line">
            <a:avLst/>
          </a:prstGeom>
          <a:noFill/>
          <a:ln w="6350">
            <a:solidFill>
              <a:srgbClr val="D0D5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mj-lt"/>
              <a:ea typeface="+mn-ea"/>
              <a:cs typeface="+mn-cs"/>
            </a:endParaRPr>
          </a:p>
        </p:txBody>
      </p:sp>
      <p:sp>
        <p:nvSpPr>
          <p:cNvPr id="460" name="Text 115">
            <a:extLst>
              <a:ext uri="{FF2B5EF4-FFF2-40B4-BE49-F238E27FC236}">
                <a16:creationId xmlns:a16="http://schemas.microsoft.com/office/drawing/2014/main" id="{2F3E376F-1F02-FDA9-F9F8-8D22DEFBDAC1}"/>
              </a:ext>
            </a:extLst>
          </p:cNvPr>
          <p:cNvSpPr/>
          <p:nvPr/>
        </p:nvSpPr>
        <p:spPr>
          <a:xfrm>
            <a:off x="963592" y="5856429"/>
            <a:ext cx="1170432" cy="2412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a:ln>
                  <a:noFill/>
                </a:ln>
                <a:solidFill>
                  <a:srgbClr val="0D1F5C"/>
                </a:solidFill>
                <a:effectLst/>
                <a:uLnTx/>
                <a:uFillTx/>
                <a:latin typeface="+mj-lt"/>
                <a:ea typeface="+mn-ea"/>
                <a:cs typeface="+mn-cs"/>
              </a:rPr>
              <a:t>SIWEB</a:t>
            </a:r>
            <a:endParaRPr kumimoji="0" lang="es-MX" sz="1200" b="0" i="0" u="none" strike="noStrike" kern="1200" cap="none" spc="0" normalizeH="0" baseline="0" noProof="0">
              <a:ln>
                <a:noFill/>
              </a:ln>
              <a:solidFill>
                <a:prstClr val="black"/>
              </a:solidFill>
              <a:effectLst/>
              <a:uLnTx/>
              <a:uFillTx/>
              <a:latin typeface="+mj-lt"/>
              <a:ea typeface="+mn-ea"/>
              <a:cs typeface="+mn-cs"/>
            </a:endParaRPr>
          </a:p>
        </p:txBody>
      </p:sp>
      <p:sp>
        <p:nvSpPr>
          <p:cNvPr id="475" name="Text 119">
            <a:extLst>
              <a:ext uri="{FF2B5EF4-FFF2-40B4-BE49-F238E27FC236}">
                <a16:creationId xmlns:a16="http://schemas.microsoft.com/office/drawing/2014/main" id="{7B99F4F7-71CD-9C17-28E1-D169CA3CD1B2}"/>
              </a:ext>
            </a:extLst>
          </p:cNvPr>
          <p:cNvSpPr/>
          <p:nvPr/>
        </p:nvSpPr>
        <p:spPr>
          <a:xfrm>
            <a:off x="5077595" y="5902601"/>
            <a:ext cx="632033" cy="186137"/>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a:ln>
                  <a:noFill/>
                </a:ln>
                <a:solidFill>
                  <a:srgbClr val="3A3A3A"/>
                </a:solidFill>
                <a:effectLst/>
                <a:uLnTx/>
                <a:uFillTx/>
                <a:latin typeface="+mj-lt"/>
                <a:ea typeface="+mn-ea"/>
                <a:cs typeface="+mn-cs"/>
              </a:rPr>
              <a:t>N/A</a:t>
            </a:r>
            <a:endParaRPr kumimoji="0" lang="es-MX" sz="800" b="0" i="0" u="none" strike="noStrike" kern="1200" cap="none" spc="0" normalizeH="0" baseline="0" noProof="0">
              <a:ln>
                <a:noFill/>
              </a:ln>
              <a:solidFill>
                <a:prstClr val="black"/>
              </a:solidFill>
              <a:effectLst/>
              <a:uLnTx/>
              <a:uFillTx/>
              <a:latin typeface="+mj-lt"/>
              <a:ea typeface="+mn-ea"/>
              <a:cs typeface="+mn-cs"/>
            </a:endParaRPr>
          </a:p>
        </p:txBody>
      </p:sp>
      <p:graphicFrame>
        <p:nvGraphicFramePr>
          <p:cNvPr id="399" name="Chart 1">
            <a:extLst>
              <a:ext uri="{FF2B5EF4-FFF2-40B4-BE49-F238E27FC236}">
                <a16:creationId xmlns:a16="http://schemas.microsoft.com/office/drawing/2014/main" id="{2D7CACE8-82DE-3505-4E64-FF13E4D5FF10}"/>
              </a:ext>
            </a:extLst>
          </p:cNvPr>
          <p:cNvGraphicFramePr/>
          <p:nvPr>
            <p:extLst>
              <p:ext uri="{D42A27DB-BD31-4B8C-83A1-F6EECF244321}">
                <p14:modId xmlns:p14="http://schemas.microsoft.com/office/powerpoint/2010/main" val="898865341"/>
              </p:ext>
            </p:extLst>
          </p:nvPr>
        </p:nvGraphicFramePr>
        <p:xfrm>
          <a:off x="4749211" y="1325100"/>
          <a:ext cx="1288800" cy="1099237"/>
        </p:xfrm>
        <a:graphic>
          <a:graphicData uri="http://schemas.openxmlformats.org/drawingml/2006/chart">
            <c:chart xmlns:c="http://schemas.openxmlformats.org/drawingml/2006/chart" xmlns:r="http://schemas.openxmlformats.org/officeDocument/2006/relationships" r:id="rId6"/>
          </a:graphicData>
        </a:graphic>
      </p:graphicFrame>
      <p:sp>
        <p:nvSpPr>
          <p:cNvPr id="400" name="Text 23">
            <a:extLst>
              <a:ext uri="{FF2B5EF4-FFF2-40B4-BE49-F238E27FC236}">
                <a16:creationId xmlns:a16="http://schemas.microsoft.com/office/drawing/2014/main" id="{70379FC9-BF44-5BF1-029B-2197FE649B36}"/>
              </a:ext>
            </a:extLst>
          </p:cNvPr>
          <p:cNvSpPr/>
          <p:nvPr/>
        </p:nvSpPr>
        <p:spPr>
          <a:xfrm>
            <a:off x="4174188" y="1454640"/>
            <a:ext cx="461442" cy="26829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0D1F5C"/>
                </a:solidFill>
                <a:effectLst/>
                <a:uLnTx/>
                <a:uFillTx/>
                <a:latin typeface="+mj-lt"/>
                <a:ea typeface="+mn-ea"/>
                <a:cs typeface="+mn-cs"/>
              </a:rPr>
              <a:t>46 HUs</a:t>
            </a:r>
            <a:endParaRPr kumimoji="0" lang="es-MX" sz="800" b="0" i="0" u="none" strike="noStrike" kern="1200" cap="none" spc="0" normalizeH="0" baseline="0" noProof="0">
              <a:ln>
                <a:noFill/>
              </a:ln>
              <a:solidFill>
                <a:prstClr val="black"/>
              </a:solidFill>
              <a:effectLst/>
              <a:uLnTx/>
              <a:uFillTx/>
              <a:latin typeface="+mj-lt"/>
              <a:ea typeface="+mn-ea"/>
              <a:cs typeface="+mn-cs"/>
            </a:endParaRPr>
          </a:p>
        </p:txBody>
      </p:sp>
      <p:graphicFrame>
        <p:nvGraphicFramePr>
          <p:cNvPr id="401" name="Chart 2">
            <a:extLst>
              <a:ext uri="{FF2B5EF4-FFF2-40B4-BE49-F238E27FC236}">
                <a16:creationId xmlns:a16="http://schemas.microsoft.com/office/drawing/2014/main" id="{2CC75BA3-E8DA-0D56-1070-7196D00248DE}"/>
              </a:ext>
            </a:extLst>
          </p:cNvPr>
          <p:cNvGraphicFramePr/>
          <p:nvPr>
            <p:extLst>
              <p:ext uri="{D42A27DB-BD31-4B8C-83A1-F6EECF244321}">
                <p14:modId xmlns:p14="http://schemas.microsoft.com/office/powerpoint/2010/main" val="2381231769"/>
              </p:ext>
            </p:extLst>
          </p:nvPr>
        </p:nvGraphicFramePr>
        <p:xfrm>
          <a:off x="7233490" y="1325100"/>
          <a:ext cx="1288800" cy="1099237"/>
        </p:xfrm>
        <a:graphic>
          <a:graphicData uri="http://schemas.openxmlformats.org/drawingml/2006/chart">
            <c:chart xmlns:c="http://schemas.openxmlformats.org/drawingml/2006/chart" xmlns:r="http://schemas.openxmlformats.org/officeDocument/2006/relationships" r:id="rId7"/>
          </a:graphicData>
        </a:graphic>
      </p:graphicFrame>
      <p:sp>
        <p:nvSpPr>
          <p:cNvPr id="402" name="Text 27">
            <a:extLst>
              <a:ext uri="{FF2B5EF4-FFF2-40B4-BE49-F238E27FC236}">
                <a16:creationId xmlns:a16="http://schemas.microsoft.com/office/drawing/2014/main" id="{BE42AC7C-0AEF-50A8-839C-532A9320D38A}"/>
              </a:ext>
            </a:extLst>
          </p:cNvPr>
          <p:cNvSpPr/>
          <p:nvPr/>
        </p:nvSpPr>
        <p:spPr>
          <a:xfrm>
            <a:off x="6630723" y="1454640"/>
            <a:ext cx="461442" cy="26829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0D1F5C"/>
                </a:solidFill>
                <a:effectLst/>
                <a:uLnTx/>
                <a:uFillTx/>
                <a:latin typeface="+mj-lt"/>
                <a:ea typeface="+mn-ea"/>
                <a:cs typeface="+mn-cs"/>
              </a:rPr>
              <a:t>28 HUs</a:t>
            </a:r>
            <a:endParaRPr kumimoji="0" lang="es-MX" sz="800" b="0" i="0" u="none" strike="noStrike" kern="1200" cap="none" spc="0" normalizeH="0" baseline="0" noProof="0">
              <a:ln>
                <a:noFill/>
              </a:ln>
              <a:solidFill>
                <a:prstClr val="black"/>
              </a:solidFill>
              <a:effectLst/>
              <a:uLnTx/>
              <a:uFillTx/>
              <a:latin typeface="+mj-lt"/>
              <a:ea typeface="+mn-ea"/>
              <a:cs typeface="+mn-cs"/>
            </a:endParaRPr>
          </a:p>
        </p:txBody>
      </p:sp>
      <p:graphicFrame>
        <p:nvGraphicFramePr>
          <p:cNvPr id="403" name="Chart 3">
            <a:extLst>
              <a:ext uri="{FF2B5EF4-FFF2-40B4-BE49-F238E27FC236}">
                <a16:creationId xmlns:a16="http://schemas.microsoft.com/office/drawing/2014/main" id="{404DBDAB-E9F1-8A8E-9BB8-AAE84F1ECD20}"/>
              </a:ext>
            </a:extLst>
          </p:cNvPr>
          <p:cNvGraphicFramePr/>
          <p:nvPr>
            <p:extLst>
              <p:ext uri="{D42A27DB-BD31-4B8C-83A1-F6EECF244321}">
                <p14:modId xmlns:p14="http://schemas.microsoft.com/office/powerpoint/2010/main" val="1849910260"/>
              </p:ext>
            </p:extLst>
          </p:nvPr>
        </p:nvGraphicFramePr>
        <p:xfrm>
          <a:off x="9729428" y="1325100"/>
          <a:ext cx="1288800" cy="1099237"/>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412" name="Chart 5">
            <a:extLst>
              <a:ext uri="{FF2B5EF4-FFF2-40B4-BE49-F238E27FC236}">
                <a16:creationId xmlns:a16="http://schemas.microsoft.com/office/drawing/2014/main" id="{163C9391-9CCF-9320-CC38-49886F95B30E}"/>
              </a:ext>
            </a:extLst>
          </p:cNvPr>
          <p:cNvGraphicFramePr/>
          <p:nvPr>
            <p:extLst>
              <p:ext uri="{D42A27DB-BD31-4B8C-83A1-F6EECF244321}">
                <p14:modId xmlns:p14="http://schemas.microsoft.com/office/powerpoint/2010/main" val="2971585696"/>
              </p:ext>
            </p:extLst>
          </p:nvPr>
        </p:nvGraphicFramePr>
        <p:xfrm>
          <a:off x="4749211" y="2136338"/>
          <a:ext cx="1288800" cy="1099237"/>
        </p:xfrm>
        <a:graphic>
          <a:graphicData uri="http://schemas.openxmlformats.org/drawingml/2006/chart">
            <c:chart xmlns:c="http://schemas.openxmlformats.org/drawingml/2006/chart" xmlns:r="http://schemas.openxmlformats.org/officeDocument/2006/relationships" r:id="rId9"/>
          </a:graphicData>
        </a:graphic>
      </p:graphicFrame>
      <p:sp>
        <p:nvSpPr>
          <p:cNvPr id="413" name="Text 44">
            <a:extLst>
              <a:ext uri="{FF2B5EF4-FFF2-40B4-BE49-F238E27FC236}">
                <a16:creationId xmlns:a16="http://schemas.microsoft.com/office/drawing/2014/main" id="{0F202EC8-75A0-063E-2A99-432247C7FAF6}"/>
              </a:ext>
            </a:extLst>
          </p:cNvPr>
          <p:cNvSpPr/>
          <p:nvPr/>
        </p:nvSpPr>
        <p:spPr>
          <a:xfrm>
            <a:off x="4174188" y="2241334"/>
            <a:ext cx="461442" cy="26829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0D1F5C"/>
                </a:solidFill>
                <a:effectLst/>
                <a:uLnTx/>
                <a:uFillTx/>
                <a:latin typeface="+mj-lt"/>
                <a:ea typeface="+mn-ea"/>
                <a:cs typeface="+mn-cs"/>
              </a:rPr>
              <a:t>11 HUs</a:t>
            </a:r>
            <a:endParaRPr kumimoji="0" lang="es-MX" sz="800" b="0" i="0" u="none" strike="noStrike" kern="1200" cap="none" spc="0" normalizeH="0" baseline="0" noProof="0">
              <a:ln>
                <a:noFill/>
              </a:ln>
              <a:solidFill>
                <a:prstClr val="black"/>
              </a:solidFill>
              <a:effectLst/>
              <a:uLnTx/>
              <a:uFillTx/>
              <a:latin typeface="+mj-lt"/>
              <a:ea typeface="+mn-ea"/>
              <a:cs typeface="+mn-cs"/>
            </a:endParaRPr>
          </a:p>
        </p:txBody>
      </p:sp>
      <p:graphicFrame>
        <p:nvGraphicFramePr>
          <p:cNvPr id="414" name="Chart 6">
            <a:extLst>
              <a:ext uri="{FF2B5EF4-FFF2-40B4-BE49-F238E27FC236}">
                <a16:creationId xmlns:a16="http://schemas.microsoft.com/office/drawing/2014/main" id="{58A45D86-8D28-D26B-284C-8A4128CBF30E}"/>
              </a:ext>
            </a:extLst>
          </p:cNvPr>
          <p:cNvGraphicFramePr/>
          <p:nvPr>
            <p:extLst>
              <p:ext uri="{D42A27DB-BD31-4B8C-83A1-F6EECF244321}">
                <p14:modId xmlns:p14="http://schemas.microsoft.com/office/powerpoint/2010/main" val="1666855798"/>
              </p:ext>
            </p:extLst>
          </p:nvPr>
        </p:nvGraphicFramePr>
        <p:xfrm>
          <a:off x="7233490" y="2136338"/>
          <a:ext cx="1288800" cy="1099237"/>
        </p:xfrm>
        <a:graphic>
          <a:graphicData uri="http://schemas.openxmlformats.org/drawingml/2006/chart">
            <c:chart xmlns:c="http://schemas.openxmlformats.org/drawingml/2006/chart" xmlns:r="http://schemas.openxmlformats.org/officeDocument/2006/relationships" r:id="rId10"/>
          </a:graphicData>
        </a:graphic>
      </p:graphicFrame>
      <p:sp>
        <p:nvSpPr>
          <p:cNvPr id="415" name="Text 48">
            <a:extLst>
              <a:ext uri="{FF2B5EF4-FFF2-40B4-BE49-F238E27FC236}">
                <a16:creationId xmlns:a16="http://schemas.microsoft.com/office/drawing/2014/main" id="{1AE8C85B-468F-9FC2-66F2-A78057A6884A}"/>
              </a:ext>
            </a:extLst>
          </p:cNvPr>
          <p:cNvSpPr/>
          <p:nvPr/>
        </p:nvSpPr>
        <p:spPr>
          <a:xfrm>
            <a:off x="6630723" y="2241334"/>
            <a:ext cx="461442" cy="26829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800" b="1">
                <a:solidFill>
                  <a:srgbClr val="0D1F5C"/>
                </a:solidFill>
                <a:latin typeface="+mj-lt"/>
              </a:rPr>
              <a:t>10 HUs</a:t>
            </a:r>
            <a:endParaRPr kumimoji="0" lang="es-MX" sz="800" b="0" i="0" u="none" strike="noStrike" kern="1200" cap="none" spc="0" normalizeH="0" baseline="0" noProof="0">
              <a:ln>
                <a:noFill/>
              </a:ln>
              <a:solidFill>
                <a:prstClr val="black"/>
              </a:solidFill>
              <a:effectLst/>
              <a:uLnTx/>
              <a:uFillTx/>
              <a:latin typeface="+mj-lt"/>
              <a:ea typeface="+mn-ea"/>
              <a:cs typeface="+mn-cs"/>
            </a:endParaRPr>
          </a:p>
        </p:txBody>
      </p:sp>
      <p:graphicFrame>
        <p:nvGraphicFramePr>
          <p:cNvPr id="416" name="Chart 7">
            <a:extLst>
              <a:ext uri="{FF2B5EF4-FFF2-40B4-BE49-F238E27FC236}">
                <a16:creationId xmlns:a16="http://schemas.microsoft.com/office/drawing/2014/main" id="{0645B2B6-3524-D46B-6891-934F1778E4F8}"/>
              </a:ext>
            </a:extLst>
          </p:cNvPr>
          <p:cNvGraphicFramePr/>
          <p:nvPr>
            <p:extLst>
              <p:ext uri="{D42A27DB-BD31-4B8C-83A1-F6EECF244321}">
                <p14:modId xmlns:p14="http://schemas.microsoft.com/office/powerpoint/2010/main" val="27508138"/>
              </p:ext>
            </p:extLst>
          </p:nvPr>
        </p:nvGraphicFramePr>
        <p:xfrm>
          <a:off x="9729428" y="2136338"/>
          <a:ext cx="1288800" cy="1099237"/>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426" name="Chart 9">
            <a:extLst>
              <a:ext uri="{FF2B5EF4-FFF2-40B4-BE49-F238E27FC236}">
                <a16:creationId xmlns:a16="http://schemas.microsoft.com/office/drawing/2014/main" id="{AE618C2B-A362-CDD5-785D-185DAF7AE34C}"/>
              </a:ext>
            </a:extLst>
          </p:cNvPr>
          <p:cNvGraphicFramePr/>
          <p:nvPr>
            <p:extLst>
              <p:ext uri="{D42A27DB-BD31-4B8C-83A1-F6EECF244321}">
                <p14:modId xmlns:p14="http://schemas.microsoft.com/office/powerpoint/2010/main" val="2507448582"/>
              </p:ext>
            </p:extLst>
          </p:nvPr>
        </p:nvGraphicFramePr>
        <p:xfrm>
          <a:off x="4749211" y="2990295"/>
          <a:ext cx="1288800" cy="1099237"/>
        </p:xfrm>
        <a:graphic>
          <a:graphicData uri="http://schemas.openxmlformats.org/drawingml/2006/chart">
            <c:chart xmlns:c="http://schemas.openxmlformats.org/drawingml/2006/chart" xmlns:r="http://schemas.openxmlformats.org/officeDocument/2006/relationships" r:id="rId12"/>
          </a:graphicData>
        </a:graphic>
      </p:graphicFrame>
      <p:sp>
        <p:nvSpPr>
          <p:cNvPr id="427" name="Text 64">
            <a:extLst>
              <a:ext uri="{FF2B5EF4-FFF2-40B4-BE49-F238E27FC236}">
                <a16:creationId xmlns:a16="http://schemas.microsoft.com/office/drawing/2014/main" id="{60F21BF9-18DE-05B0-F567-BE29FC8D473D}"/>
              </a:ext>
            </a:extLst>
          </p:cNvPr>
          <p:cNvSpPr/>
          <p:nvPr/>
        </p:nvSpPr>
        <p:spPr>
          <a:xfrm>
            <a:off x="4174188" y="3091693"/>
            <a:ext cx="461442" cy="26829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0D1F5C"/>
                </a:solidFill>
                <a:effectLst/>
                <a:uLnTx/>
                <a:uFillTx/>
                <a:latin typeface="+mj-lt"/>
                <a:ea typeface="+mn-ea"/>
                <a:cs typeface="+mn-cs"/>
              </a:rPr>
              <a:t>11 HUs</a:t>
            </a:r>
            <a:endParaRPr kumimoji="0" lang="es-MX" sz="800" b="0" i="0" u="none" strike="noStrike" kern="1200" cap="none" spc="0" normalizeH="0" baseline="0" noProof="0">
              <a:ln>
                <a:noFill/>
              </a:ln>
              <a:solidFill>
                <a:prstClr val="black"/>
              </a:solidFill>
              <a:effectLst/>
              <a:uLnTx/>
              <a:uFillTx/>
              <a:latin typeface="+mj-lt"/>
              <a:ea typeface="+mn-ea"/>
              <a:cs typeface="+mn-cs"/>
            </a:endParaRPr>
          </a:p>
        </p:txBody>
      </p:sp>
      <p:graphicFrame>
        <p:nvGraphicFramePr>
          <p:cNvPr id="428" name="Chart 10">
            <a:extLst>
              <a:ext uri="{FF2B5EF4-FFF2-40B4-BE49-F238E27FC236}">
                <a16:creationId xmlns:a16="http://schemas.microsoft.com/office/drawing/2014/main" id="{47B3E3A2-25FB-C7C0-73C4-A7CF47A32064}"/>
              </a:ext>
            </a:extLst>
          </p:cNvPr>
          <p:cNvGraphicFramePr/>
          <p:nvPr>
            <p:extLst>
              <p:ext uri="{D42A27DB-BD31-4B8C-83A1-F6EECF244321}">
                <p14:modId xmlns:p14="http://schemas.microsoft.com/office/powerpoint/2010/main" val="891445060"/>
              </p:ext>
            </p:extLst>
          </p:nvPr>
        </p:nvGraphicFramePr>
        <p:xfrm>
          <a:off x="7233490" y="2990295"/>
          <a:ext cx="1288800" cy="1099237"/>
        </p:xfrm>
        <a:graphic>
          <a:graphicData uri="http://schemas.openxmlformats.org/drawingml/2006/chart">
            <c:chart xmlns:c="http://schemas.openxmlformats.org/drawingml/2006/chart" xmlns:r="http://schemas.openxmlformats.org/officeDocument/2006/relationships" r:id="rId13"/>
          </a:graphicData>
        </a:graphic>
      </p:graphicFrame>
      <p:sp>
        <p:nvSpPr>
          <p:cNvPr id="429" name="Text 68">
            <a:extLst>
              <a:ext uri="{FF2B5EF4-FFF2-40B4-BE49-F238E27FC236}">
                <a16:creationId xmlns:a16="http://schemas.microsoft.com/office/drawing/2014/main" id="{CE8B9BA4-64A3-8316-A321-6D7136157D49}"/>
              </a:ext>
            </a:extLst>
          </p:cNvPr>
          <p:cNvSpPr/>
          <p:nvPr/>
        </p:nvSpPr>
        <p:spPr>
          <a:xfrm>
            <a:off x="6630723" y="3091693"/>
            <a:ext cx="461442" cy="26829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0D1F5C"/>
                </a:solidFill>
                <a:effectLst/>
                <a:uLnTx/>
                <a:uFillTx/>
                <a:latin typeface="+mj-lt"/>
                <a:ea typeface="+mn-ea"/>
                <a:cs typeface="+mn-cs"/>
              </a:rPr>
              <a:t>10 HUs</a:t>
            </a:r>
            <a:endParaRPr kumimoji="0" lang="es-MX" sz="800" b="0" i="0" u="none" strike="noStrike" kern="1200" cap="none" spc="0" normalizeH="0" baseline="0" noProof="0">
              <a:ln>
                <a:noFill/>
              </a:ln>
              <a:solidFill>
                <a:prstClr val="black"/>
              </a:solidFill>
              <a:effectLst/>
              <a:uLnTx/>
              <a:uFillTx/>
              <a:latin typeface="+mj-lt"/>
              <a:ea typeface="+mn-ea"/>
              <a:cs typeface="+mn-cs"/>
            </a:endParaRPr>
          </a:p>
        </p:txBody>
      </p:sp>
      <p:graphicFrame>
        <p:nvGraphicFramePr>
          <p:cNvPr id="438" name="Chart 12">
            <a:extLst>
              <a:ext uri="{FF2B5EF4-FFF2-40B4-BE49-F238E27FC236}">
                <a16:creationId xmlns:a16="http://schemas.microsoft.com/office/drawing/2014/main" id="{2E46C458-AE97-28D3-5A53-200354095D6C}"/>
              </a:ext>
            </a:extLst>
          </p:cNvPr>
          <p:cNvGraphicFramePr/>
          <p:nvPr>
            <p:extLst>
              <p:ext uri="{D42A27DB-BD31-4B8C-83A1-F6EECF244321}">
                <p14:modId xmlns:p14="http://schemas.microsoft.com/office/powerpoint/2010/main" val="2841582258"/>
              </p:ext>
            </p:extLst>
          </p:nvPr>
        </p:nvGraphicFramePr>
        <p:xfrm>
          <a:off x="4749211" y="3790135"/>
          <a:ext cx="1288800" cy="1099237"/>
        </p:xfrm>
        <a:graphic>
          <a:graphicData uri="http://schemas.openxmlformats.org/drawingml/2006/chart">
            <c:chart xmlns:c="http://schemas.openxmlformats.org/drawingml/2006/chart" xmlns:r="http://schemas.openxmlformats.org/officeDocument/2006/relationships" r:id="rId14"/>
          </a:graphicData>
        </a:graphic>
      </p:graphicFrame>
      <p:sp>
        <p:nvSpPr>
          <p:cNvPr id="439" name="Text 84">
            <a:extLst>
              <a:ext uri="{FF2B5EF4-FFF2-40B4-BE49-F238E27FC236}">
                <a16:creationId xmlns:a16="http://schemas.microsoft.com/office/drawing/2014/main" id="{7C304880-9CCE-3B20-0F1E-A5DC7FC6777B}"/>
              </a:ext>
            </a:extLst>
          </p:cNvPr>
          <p:cNvSpPr/>
          <p:nvPr/>
        </p:nvSpPr>
        <p:spPr>
          <a:xfrm>
            <a:off x="4174188" y="3904036"/>
            <a:ext cx="461442" cy="26829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0D1F5C"/>
                </a:solidFill>
                <a:effectLst/>
                <a:uLnTx/>
                <a:uFillTx/>
                <a:latin typeface="+mj-lt"/>
                <a:ea typeface="+mn-ea"/>
                <a:cs typeface="+mn-cs"/>
              </a:rPr>
              <a:t>15 HUs</a:t>
            </a:r>
            <a:endParaRPr kumimoji="0" lang="es-MX" sz="800" b="0" i="0" u="none" strike="noStrike" kern="1200" cap="none" spc="0" normalizeH="0" baseline="0" noProof="0">
              <a:ln>
                <a:noFill/>
              </a:ln>
              <a:solidFill>
                <a:prstClr val="black"/>
              </a:solidFill>
              <a:effectLst/>
              <a:uLnTx/>
              <a:uFillTx/>
              <a:latin typeface="+mj-lt"/>
              <a:ea typeface="+mn-ea"/>
              <a:cs typeface="+mn-cs"/>
            </a:endParaRPr>
          </a:p>
        </p:txBody>
      </p:sp>
      <p:graphicFrame>
        <p:nvGraphicFramePr>
          <p:cNvPr id="441" name="Chart 13">
            <a:extLst>
              <a:ext uri="{FF2B5EF4-FFF2-40B4-BE49-F238E27FC236}">
                <a16:creationId xmlns:a16="http://schemas.microsoft.com/office/drawing/2014/main" id="{169CAF78-631B-D66B-D642-3AE9F47FBF39}"/>
              </a:ext>
            </a:extLst>
          </p:cNvPr>
          <p:cNvGraphicFramePr/>
          <p:nvPr>
            <p:extLst>
              <p:ext uri="{D42A27DB-BD31-4B8C-83A1-F6EECF244321}">
                <p14:modId xmlns:p14="http://schemas.microsoft.com/office/powerpoint/2010/main" val="383953051"/>
              </p:ext>
            </p:extLst>
          </p:nvPr>
        </p:nvGraphicFramePr>
        <p:xfrm>
          <a:off x="9729428" y="3790135"/>
          <a:ext cx="1288800" cy="1099237"/>
        </p:xfrm>
        <a:graphic>
          <a:graphicData uri="http://schemas.openxmlformats.org/drawingml/2006/chart">
            <c:chart xmlns:c="http://schemas.openxmlformats.org/drawingml/2006/chart" xmlns:r="http://schemas.openxmlformats.org/officeDocument/2006/relationships" r:id="rId15"/>
          </a:graphicData>
        </a:graphic>
      </p:graphicFrame>
      <p:graphicFrame>
        <p:nvGraphicFramePr>
          <p:cNvPr id="450" name="Chart 15">
            <a:extLst>
              <a:ext uri="{FF2B5EF4-FFF2-40B4-BE49-F238E27FC236}">
                <a16:creationId xmlns:a16="http://schemas.microsoft.com/office/drawing/2014/main" id="{5244EB93-07E8-3E5D-3962-453BC520293B}"/>
              </a:ext>
            </a:extLst>
          </p:cNvPr>
          <p:cNvGraphicFramePr/>
          <p:nvPr>
            <p:extLst>
              <p:ext uri="{D42A27DB-BD31-4B8C-83A1-F6EECF244321}">
                <p14:modId xmlns:p14="http://schemas.microsoft.com/office/powerpoint/2010/main" val="1359593444"/>
              </p:ext>
            </p:extLst>
          </p:nvPr>
        </p:nvGraphicFramePr>
        <p:xfrm>
          <a:off x="4749211" y="4633855"/>
          <a:ext cx="1288800" cy="1099237"/>
        </p:xfrm>
        <a:graphic>
          <a:graphicData uri="http://schemas.openxmlformats.org/drawingml/2006/chart">
            <c:chart xmlns:c="http://schemas.openxmlformats.org/drawingml/2006/chart" xmlns:r="http://schemas.openxmlformats.org/officeDocument/2006/relationships" r:id="rId16"/>
          </a:graphicData>
        </a:graphic>
      </p:graphicFrame>
      <p:sp>
        <p:nvSpPr>
          <p:cNvPr id="451" name="Text 101">
            <a:extLst>
              <a:ext uri="{FF2B5EF4-FFF2-40B4-BE49-F238E27FC236}">
                <a16:creationId xmlns:a16="http://schemas.microsoft.com/office/drawing/2014/main" id="{F8F9BD49-6245-E1DB-9004-895FB60889EB}"/>
              </a:ext>
            </a:extLst>
          </p:cNvPr>
          <p:cNvSpPr/>
          <p:nvPr/>
        </p:nvSpPr>
        <p:spPr>
          <a:xfrm>
            <a:off x="4174188" y="4705833"/>
            <a:ext cx="461442" cy="26829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0D1F5C"/>
                </a:solidFill>
                <a:effectLst/>
                <a:uLnTx/>
                <a:uFillTx/>
                <a:latin typeface="+mj-lt"/>
                <a:ea typeface="+mn-ea"/>
                <a:cs typeface="+mn-cs"/>
              </a:rPr>
              <a:t>9 HUs</a:t>
            </a:r>
            <a:endParaRPr kumimoji="0" lang="es-MX" sz="800" b="0" i="0" u="none" strike="noStrike" kern="1200" cap="none" spc="0" normalizeH="0" baseline="0" noProof="0">
              <a:ln>
                <a:noFill/>
              </a:ln>
              <a:solidFill>
                <a:prstClr val="black"/>
              </a:solidFill>
              <a:effectLst/>
              <a:uLnTx/>
              <a:uFillTx/>
              <a:latin typeface="+mj-lt"/>
              <a:ea typeface="+mn-ea"/>
              <a:cs typeface="+mn-cs"/>
            </a:endParaRPr>
          </a:p>
        </p:txBody>
      </p:sp>
      <p:graphicFrame>
        <p:nvGraphicFramePr>
          <p:cNvPr id="452" name="Chart 16">
            <a:extLst>
              <a:ext uri="{FF2B5EF4-FFF2-40B4-BE49-F238E27FC236}">
                <a16:creationId xmlns:a16="http://schemas.microsoft.com/office/drawing/2014/main" id="{91A70E8A-B084-A413-1C2A-BACBFAFB1FAA}"/>
              </a:ext>
            </a:extLst>
          </p:cNvPr>
          <p:cNvGraphicFramePr/>
          <p:nvPr>
            <p:extLst>
              <p:ext uri="{D42A27DB-BD31-4B8C-83A1-F6EECF244321}">
                <p14:modId xmlns:p14="http://schemas.microsoft.com/office/powerpoint/2010/main" val="2898518314"/>
              </p:ext>
            </p:extLst>
          </p:nvPr>
        </p:nvGraphicFramePr>
        <p:xfrm>
          <a:off x="7233490" y="4601591"/>
          <a:ext cx="1288800" cy="1099237"/>
        </p:xfrm>
        <a:graphic>
          <a:graphicData uri="http://schemas.openxmlformats.org/drawingml/2006/chart">
            <c:chart xmlns:c="http://schemas.openxmlformats.org/drawingml/2006/chart" xmlns:r="http://schemas.openxmlformats.org/officeDocument/2006/relationships" r:id="rId17"/>
          </a:graphicData>
        </a:graphic>
      </p:graphicFrame>
      <p:sp>
        <p:nvSpPr>
          <p:cNvPr id="453" name="Text 105">
            <a:extLst>
              <a:ext uri="{FF2B5EF4-FFF2-40B4-BE49-F238E27FC236}">
                <a16:creationId xmlns:a16="http://schemas.microsoft.com/office/drawing/2014/main" id="{48D74F91-5D5E-92A1-3226-FE9ECB207A5B}"/>
              </a:ext>
            </a:extLst>
          </p:cNvPr>
          <p:cNvSpPr/>
          <p:nvPr/>
        </p:nvSpPr>
        <p:spPr>
          <a:xfrm>
            <a:off x="6630723" y="4705833"/>
            <a:ext cx="461442" cy="26829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0D1F5C"/>
                </a:solidFill>
                <a:effectLst/>
                <a:uLnTx/>
                <a:uFillTx/>
                <a:latin typeface="+mj-lt"/>
                <a:ea typeface="+mn-ea"/>
                <a:cs typeface="+mn-cs"/>
              </a:rPr>
              <a:t>3 HUs</a:t>
            </a:r>
            <a:endParaRPr kumimoji="0" lang="es-MX" sz="800" b="0" i="0" u="none" strike="noStrike" kern="1200" cap="none" spc="0" normalizeH="0" baseline="0" noProof="0">
              <a:ln>
                <a:noFill/>
              </a:ln>
              <a:solidFill>
                <a:prstClr val="black"/>
              </a:solidFill>
              <a:effectLst/>
              <a:uLnTx/>
              <a:uFillTx/>
              <a:latin typeface="+mj-lt"/>
              <a:ea typeface="+mn-ea"/>
              <a:cs typeface="+mn-cs"/>
            </a:endParaRPr>
          </a:p>
        </p:txBody>
      </p:sp>
      <p:graphicFrame>
        <p:nvGraphicFramePr>
          <p:cNvPr id="463" name="Chart 0">
            <a:extLst>
              <a:ext uri="{FF2B5EF4-FFF2-40B4-BE49-F238E27FC236}">
                <a16:creationId xmlns:a16="http://schemas.microsoft.com/office/drawing/2014/main" id="{11F2F558-980D-4DD2-7DAC-CDCC130F9D17}"/>
              </a:ext>
            </a:extLst>
          </p:cNvPr>
          <p:cNvGraphicFramePr/>
          <p:nvPr>
            <p:extLst>
              <p:ext uri="{D42A27DB-BD31-4B8C-83A1-F6EECF244321}">
                <p14:modId xmlns:p14="http://schemas.microsoft.com/office/powerpoint/2010/main" val="469615334"/>
              </p:ext>
            </p:extLst>
          </p:nvPr>
        </p:nvGraphicFramePr>
        <p:xfrm>
          <a:off x="2385251" y="1326031"/>
          <a:ext cx="1288924" cy="1097375"/>
        </p:xfrm>
        <a:graphic>
          <a:graphicData uri="http://schemas.openxmlformats.org/drawingml/2006/chart">
            <c:chart xmlns:c="http://schemas.openxmlformats.org/drawingml/2006/chart" xmlns:r="http://schemas.openxmlformats.org/officeDocument/2006/relationships" r:id="rId18"/>
          </a:graphicData>
        </a:graphic>
      </p:graphicFrame>
      <p:sp>
        <p:nvSpPr>
          <p:cNvPr id="464" name="Text 18">
            <a:extLst>
              <a:ext uri="{FF2B5EF4-FFF2-40B4-BE49-F238E27FC236}">
                <a16:creationId xmlns:a16="http://schemas.microsoft.com/office/drawing/2014/main" id="{39CC8C67-F32A-1DAE-863C-2845E57F4062}"/>
              </a:ext>
            </a:extLst>
          </p:cNvPr>
          <p:cNvSpPr/>
          <p:nvPr/>
        </p:nvSpPr>
        <p:spPr>
          <a:xfrm>
            <a:off x="938669" y="1932032"/>
            <a:ext cx="461442" cy="26829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900" i="0" u="none" strike="noStrike" kern="1200" cap="none" spc="0" normalizeH="0" baseline="0" noProof="0">
                <a:ln>
                  <a:noFill/>
                </a:ln>
                <a:solidFill>
                  <a:srgbClr val="0D1F5C"/>
                </a:solidFill>
                <a:effectLst/>
                <a:uLnTx/>
                <a:uFillTx/>
                <a:latin typeface="+mj-lt"/>
                <a:ea typeface="+mn-ea"/>
                <a:cs typeface="+mn-cs"/>
              </a:rPr>
              <a:t>79 HUs</a:t>
            </a:r>
            <a:endParaRPr kumimoji="0" lang="es-MX" sz="900" i="0" u="none" strike="noStrike" kern="1200" cap="none" spc="0" normalizeH="0" baseline="0" noProof="0">
              <a:ln>
                <a:noFill/>
              </a:ln>
              <a:solidFill>
                <a:prstClr val="black"/>
              </a:solidFill>
              <a:effectLst/>
              <a:uLnTx/>
              <a:uFillTx/>
              <a:latin typeface="+mj-lt"/>
              <a:ea typeface="+mn-ea"/>
              <a:cs typeface="+mn-cs"/>
            </a:endParaRPr>
          </a:p>
        </p:txBody>
      </p:sp>
      <p:graphicFrame>
        <p:nvGraphicFramePr>
          <p:cNvPr id="465" name="Chart 4">
            <a:extLst>
              <a:ext uri="{FF2B5EF4-FFF2-40B4-BE49-F238E27FC236}">
                <a16:creationId xmlns:a16="http://schemas.microsoft.com/office/drawing/2014/main" id="{F0D0A790-D147-7812-5776-52A631E9F6B8}"/>
              </a:ext>
            </a:extLst>
          </p:cNvPr>
          <p:cNvGraphicFramePr/>
          <p:nvPr>
            <p:extLst>
              <p:ext uri="{D42A27DB-BD31-4B8C-83A1-F6EECF244321}">
                <p14:modId xmlns:p14="http://schemas.microsoft.com/office/powerpoint/2010/main" val="2355622369"/>
              </p:ext>
            </p:extLst>
          </p:nvPr>
        </p:nvGraphicFramePr>
        <p:xfrm>
          <a:off x="2356123" y="2137269"/>
          <a:ext cx="1347180" cy="1097376"/>
        </p:xfrm>
        <a:graphic>
          <a:graphicData uri="http://schemas.openxmlformats.org/drawingml/2006/chart">
            <c:chart xmlns:c="http://schemas.openxmlformats.org/drawingml/2006/chart" xmlns:r="http://schemas.openxmlformats.org/officeDocument/2006/relationships" r:id="rId19"/>
          </a:graphicData>
        </a:graphic>
      </p:graphicFrame>
      <p:graphicFrame>
        <p:nvGraphicFramePr>
          <p:cNvPr id="467" name="Chart 8">
            <a:extLst>
              <a:ext uri="{FF2B5EF4-FFF2-40B4-BE49-F238E27FC236}">
                <a16:creationId xmlns:a16="http://schemas.microsoft.com/office/drawing/2014/main" id="{327845D5-97E9-EE1A-9016-3051331F1ADD}"/>
              </a:ext>
            </a:extLst>
          </p:cNvPr>
          <p:cNvGraphicFramePr/>
          <p:nvPr>
            <p:extLst>
              <p:ext uri="{D42A27DB-BD31-4B8C-83A1-F6EECF244321}">
                <p14:modId xmlns:p14="http://schemas.microsoft.com/office/powerpoint/2010/main" val="2901280564"/>
              </p:ext>
            </p:extLst>
          </p:nvPr>
        </p:nvGraphicFramePr>
        <p:xfrm>
          <a:off x="2309426" y="2980706"/>
          <a:ext cx="1440574" cy="1118413"/>
        </p:xfrm>
        <a:graphic>
          <a:graphicData uri="http://schemas.openxmlformats.org/drawingml/2006/chart">
            <c:chart xmlns:c="http://schemas.openxmlformats.org/drawingml/2006/chart" xmlns:r="http://schemas.openxmlformats.org/officeDocument/2006/relationships" r:id="rId20"/>
          </a:graphicData>
        </a:graphic>
      </p:graphicFrame>
      <p:graphicFrame>
        <p:nvGraphicFramePr>
          <p:cNvPr id="469" name="Chart 11">
            <a:extLst>
              <a:ext uri="{FF2B5EF4-FFF2-40B4-BE49-F238E27FC236}">
                <a16:creationId xmlns:a16="http://schemas.microsoft.com/office/drawing/2014/main" id="{492FEA12-A175-7272-D469-051A42F51549}"/>
              </a:ext>
            </a:extLst>
          </p:cNvPr>
          <p:cNvGraphicFramePr/>
          <p:nvPr>
            <p:extLst>
              <p:ext uri="{D42A27DB-BD31-4B8C-83A1-F6EECF244321}">
                <p14:modId xmlns:p14="http://schemas.microsoft.com/office/powerpoint/2010/main" val="1302935737"/>
              </p:ext>
            </p:extLst>
          </p:nvPr>
        </p:nvGraphicFramePr>
        <p:xfrm>
          <a:off x="2278620" y="3755671"/>
          <a:ext cx="1502186" cy="1168164"/>
        </p:xfrm>
        <a:graphic>
          <a:graphicData uri="http://schemas.openxmlformats.org/drawingml/2006/chart">
            <c:chart xmlns:c="http://schemas.openxmlformats.org/drawingml/2006/chart" xmlns:r="http://schemas.openxmlformats.org/officeDocument/2006/relationships" r:id="rId21"/>
          </a:graphicData>
        </a:graphic>
      </p:graphicFrame>
      <p:graphicFrame>
        <p:nvGraphicFramePr>
          <p:cNvPr id="471" name="Chart 14">
            <a:extLst>
              <a:ext uri="{FF2B5EF4-FFF2-40B4-BE49-F238E27FC236}">
                <a16:creationId xmlns:a16="http://schemas.microsoft.com/office/drawing/2014/main" id="{C697E022-879D-688A-DF69-EF68EB314A98}"/>
              </a:ext>
            </a:extLst>
          </p:cNvPr>
          <p:cNvGraphicFramePr/>
          <p:nvPr>
            <p:extLst>
              <p:ext uri="{D42A27DB-BD31-4B8C-83A1-F6EECF244321}">
                <p14:modId xmlns:p14="http://schemas.microsoft.com/office/powerpoint/2010/main" val="1405442217"/>
              </p:ext>
            </p:extLst>
          </p:nvPr>
        </p:nvGraphicFramePr>
        <p:xfrm>
          <a:off x="2370689" y="4595889"/>
          <a:ext cx="1318048" cy="1125048"/>
        </p:xfrm>
        <a:graphic>
          <a:graphicData uri="http://schemas.openxmlformats.org/drawingml/2006/chart">
            <c:chart xmlns:c="http://schemas.openxmlformats.org/drawingml/2006/chart" xmlns:r="http://schemas.openxmlformats.org/officeDocument/2006/relationships" r:id="rId22"/>
          </a:graphicData>
        </a:graphic>
      </p:graphicFrame>
      <p:graphicFrame>
        <p:nvGraphicFramePr>
          <p:cNvPr id="473" name="Chart 17">
            <a:extLst>
              <a:ext uri="{FF2B5EF4-FFF2-40B4-BE49-F238E27FC236}">
                <a16:creationId xmlns:a16="http://schemas.microsoft.com/office/drawing/2014/main" id="{C3E82F09-4ECB-AAFA-91E9-58332D7DB071}"/>
              </a:ext>
            </a:extLst>
          </p:cNvPr>
          <p:cNvGraphicFramePr/>
          <p:nvPr>
            <p:extLst>
              <p:ext uri="{D42A27DB-BD31-4B8C-83A1-F6EECF244321}">
                <p14:modId xmlns:p14="http://schemas.microsoft.com/office/powerpoint/2010/main" val="800883048"/>
              </p:ext>
            </p:extLst>
          </p:nvPr>
        </p:nvGraphicFramePr>
        <p:xfrm>
          <a:off x="2356123" y="5396156"/>
          <a:ext cx="1347180" cy="1113577"/>
        </p:xfrm>
        <a:graphic>
          <a:graphicData uri="http://schemas.openxmlformats.org/drawingml/2006/chart">
            <c:chart xmlns:c="http://schemas.openxmlformats.org/drawingml/2006/chart" xmlns:r="http://schemas.openxmlformats.org/officeDocument/2006/relationships" r:id="rId23"/>
          </a:graphicData>
        </a:graphic>
      </p:graphicFrame>
      <p:graphicFrame>
        <p:nvGraphicFramePr>
          <p:cNvPr id="476" name="Chart 18">
            <a:extLst>
              <a:ext uri="{FF2B5EF4-FFF2-40B4-BE49-F238E27FC236}">
                <a16:creationId xmlns:a16="http://schemas.microsoft.com/office/drawing/2014/main" id="{087F66B5-BD6B-5B5A-EF56-B5AAA68F19E0}"/>
              </a:ext>
            </a:extLst>
          </p:cNvPr>
          <p:cNvGraphicFramePr/>
          <p:nvPr>
            <p:extLst>
              <p:ext uri="{D42A27DB-BD31-4B8C-83A1-F6EECF244321}">
                <p14:modId xmlns:p14="http://schemas.microsoft.com/office/powerpoint/2010/main" val="3543740107"/>
              </p:ext>
            </p:extLst>
          </p:nvPr>
        </p:nvGraphicFramePr>
        <p:xfrm>
          <a:off x="7233490" y="5420251"/>
          <a:ext cx="1288800" cy="1099237"/>
        </p:xfrm>
        <a:graphic>
          <a:graphicData uri="http://schemas.openxmlformats.org/drawingml/2006/chart">
            <c:chart xmlns:c="http://schemas.openxmlformats.org/drawingml/2006/chart" xmlns:r="http://schemas.openxmlformats.org/officeDocument/2006/relationships" r:id="rId24"/>
          </a:graphicData>
        </a:graphic>
      </p:graphicFrame>
      <p:sp>
        <p:nvSpPr>
          <p:cNvPr id="477" name="Text 120">
            <a:extLst>
              <a:ext uri="{FF2B5EF4-FFF2-40B4-BE49-F238E27FC236}">
                <a16:creationId xmlns:a16="http://schemas.microsoft.com/office/drawing/2014/main" id="{15E275BE-A747-1721-22D5-39B944F36263}"/>
              </a:ext>
            </a:extLst>
          </p:cNvPr>
          <p:cNvSpPr/>
          <p:nvPr/>
        </p:nvSpPr>
        <p:spPr>
          <a:xfrm>
            <a:off x="6630723" y="5544946"/>
            <a:ext cx="461442" cy="26829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0D1F5C"/>
                </a:solidFill>
                <a:effectLst/>
                <a:uLnTx/>
                <a:uFillTx/>
                <a:latin typeface="+mj-lt"/>
                <a:ea typeface="+mn-ea"/>
                <a:cs typeface="+mn-cs"/>
              </a:rPr>
              <a:t>5 HUs</a:t>
            </a:r>
            <a:endParaRPr kumimoji="0" lang="es-MX" sz="800" b="0" i="0" u="none" strike="noStrike" kern="1200" cap="none" spc="0" normalizeH="0" baseline="0" noProof="0">
              <a:ln>
                <a:noFill/>
              </a:ln>
              <a:solidFill>
                <a:prstClr val="black"/>
              </a:solidFill>
              <a:effectLst/>
              <a:uLnTx/>
              <a:uFillTx/>
              <a:latin typeface="+mj-lt"/>
              <a:ea typeface="+mn-ea"/>
              <a:cs typeface="+mn-cs"/>
            </a:endParaRPr>
          </a:p>
        </p:txBody>
      </p:sp>
      <p:sp>
        <p:nvSpPr>
          <p:cNvPr id="478" name="Text 122">
            <a:extLst>
              <a:ext uri="{FF2B5EF4-FFF2-40B4-BE49-F238E27FC236}">
                <a16:creationId xmlns:a16="http://schemas.microsoft.com/office/drawing/2014/main" id="{1018A26D-9161-DC1E-6AE3-26B983AA4476}"/>
              </a:ext>
            </a:extLst>
          </p:cNvPr>
          <p:cNvSpPr/>
          <p:nvPr/>
        </p:nvSpPr>
        <p:spPr>
          <a:xfrm>
            <a:off x="10057812" y="5815065"/>
            <a:ext cx="632033" cy="186137"/>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a:ln>
                  <a:noFill/>
                </a:ln>
                <a:solidFill>
                  <a:srgbClr val="3A3A3A"/>
                </a:solidFill>
                <a:effectLst/>
                <a:uLnTx/>
                <a:uFillTx/>
                <a:latin typeface="+mj-lt"/>
                <a:ea typeface="+mn-ea"/>
                <a:cs typeface="+mn-cs"/>
              </a:rPr>
              <a:t>N/A</a:t>
            </a:r>
            <a:endParaRPr kumimoji="0" lang="es-MX" sz="800" b="0" i="0" u="none" strike="noStrike" kern="1200" cap="none" spc="0" normalizeH="0" baseline="0" noProof="0">
              <a:ln>
                <a:noFill/>
              </a:ln>
              <a:solidFill>
                <a:prstClr val="black"/>
              </a:solidFill>
              <a:effectLst/>
              <a:uLnTx/>
              <a:uFillTx/>
              <a:latin typeface="+mj-lt"/>
              <a:ea typeface="+mn-ea"/>
              <a:cs typeface="+mn-cs"/>
            </a:endParaRPr>
          </a:p>
        </p:txBody>
      </p:sp>
      <p:sp>
        <p:nvSpPr>
          <p:cNvPr id="5" name="Shape 5">
            <a:extLst>
              <a:ext uri="{FF2B5EF4-FFF2-40B4-BE49-F238E27FC236}">
                <a16:creationId xmlns:a16="http://schemas.microsoft.com/office/drawing/2014/main" id="{462AA13F-6BB4-70C1-0C7B-B37682C1CC88}"/>
              </a:ext>
            </a:extLst>
          </p:cNvPr>
          <p:cNvSpPr/>
          <p:nvPr/>
        </p:nvSpPr>
        <p:spPr>
          <a:xfrm>
            <a:off x="4198486" y="1213485"/>
            <a:ext cx="2412000" cy="258524"/>
          </a:xfrm>
          <a:prstGeom prst="rect">
            <a:avLst/>
          </a:prstGeom>
          <a:solidFill>
            <a:srgbClr val="00B050"/>
          </a:solidFill>
          <a:ln w="12700">
            <a:solidFill>
              <a:srgbClr val="00B05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000" b="0" i="0" u="none" strike="noStrike" kern="1200" cap="none" spc="0" normalizeH="0" baseline="0" noProof="0">
              <a:ln>
                <a:noFill/>
              </a:ln>
              <a:solidFill>
                <a:prstClr val="black"/>
              </a:solidFill>
              <a:effectLst/>
              <a:uLnTx/>
              <a:uFillTx/>
              <a:latin typeface="+mj-lt"/>
              <a:ea typeface="+mn-ea"/>
              <a:cs typeface="+mn-cs"/>
            </a:endParaRPr>
          </a:p>
        </p:txBody>
      </p:sp>
      <p:sp>
        <p:nvSpPr>
          <p:cNvPr id="389" name="Text 8">
            <a:extLst>
              <a:ext uri="{FF2B5EF4-FFF2-40B4-BE49-F238E27FC236}">
                <a16:creationId xmlns:a16="http://schemas.microsoft.com/office/drawing/2014/main" id="{6D88D605-8DB2-4101-2B34-865D085EBC92}"/>
              </a:ext>
            </a:extLst>
          </p:cNvPr>
          <p:cNvSpPr/>
          <p:nvPr/>
        </p:nvSpPr>
        <p:spPr>
          <a:xfrm>
            <a:off x="4214902" y="1233153"/>
            <a:ext cx="2578608" cy="224054"/>
          </a:xfrm>
          <a:prstGeom prst="rect">
            <a:avLst/>
          </a:prstGeom>
          <a:no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a:ln>
                  <a:noFill/>
                </a:ln>
                <a:solidFill>
                  <a:srgbClr val="FFFFFF"/>
                </a:solidFill>
                <a:effectLst/>
                <a:uLnTx/>
                <a:uFillTx/>
                <a:latin typeface="+mj-lt"/>
                <a:ea typeface="+mn-ea"/>
                <a:cs typeface="+mn-cs"/>
              </a:rPr>
              <a:t>MUST HAVE</a:t>
            </a:r>
            <a:endParaRPr kumimoji="0" lang="es-MX" sz="1000" b="0" i="0" u="none" strike="noStrike" kern="1200" cap="none" spc="0" normalizeH="0" baseline="0" noProof="0">
              <a:ln>
                <a:noFill/>
              </a:ln>
              <a:solidFill>
                <a:prstClr val="black"/>
              </a:solidFill>
              <a:effectLst/>
              <a:uLnTx/>
              <a:uFillTx/>
              <a:latin typeface="+mj-lt"/>
              <a:ea typeface="+mn-ea"/>
              <a:cs typeface="+mn-cs"/>
            </a:endParaRPr>
          </a:p>
        </p:txBody>
      </p:sp>
      <p:sp>
        <p:nvSpPr>
          <p:cNvPr id="42" name="Rectangle 41">
            <a:extLst>
              <a:ext uri="{FF2B5EF4-FFF2-40B4-BE49-F238E27FC236}">
                <a16:creationId xmlns:a16="http://schemas.microsoft.com/office/drawing/2014/main" id="{4BA6019A-365D-08DE-CA10-876677CA3D71}"/>
              </a:ext>
            </a:extLst>
          </p:cNvPr>
          <p:cNvSpPr/>
          <p:nvPr/>
        </p:nvSpPr>
        <p:spPr>
          <a:xfrm>
            <a:off x="6628035" y="1188427"/>
            <a:ext cx="5048580" cy="5214991"/>
          </a:xfrm>
          <a:prstGeom prst="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s-MX" err="1"/>
          </a:p>
        </p:txBody>
      </p:sp>
      <p:sp>
        <p:nvSpPr>
          <p:cNvPr id="47" name="Text 27">
            <a:extLst>
              <a:ext uri="{FF2B5EF4-FFF2-40B4-BE49-F238E27FC236}">
                <a16:creationId xmlns:a16="http://schemas.microsoft.com/office/drawing/2014/main" id="{35F7F0C2-6254-4BF2-EBB6-21BCE035C31D}"/>
              </a:ext>
            </a:extLst>
          </p:cNvPr>
          <p:cNvSpPr/>
          <p:nvPr/>
        </p:nvSpPr>
        <p:spPr>
          <a:xfrm>
            <a:off x="9151373" y="1454640"/>
            <a:ext cx="461442" cy="26829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0D1F5C"/>
                </a:solidFill>
                <a:effectLst/>
                <a:uLnTx/>
                <a:uFillTx/>
                <a:latin typeface="+mj-lt"/>
                <a:ea typeface="+mn-ea"/>
                <a:cs typeface="+mn-cs"/>
              </a:rPr>
              <a:t>2 HUs</a:t>
            </a:r>
            <a:endParaRPr kumimoji="0" lang="es-MX" sz="800" b="0" i="0" u="none" strike="noStrike" kern="1200" cap="none" spc="0" normalizeH="0" baseline="0" noProof="0">
              <a:ln>
                <a:noFill/>
              </a:ln>
              <a:solidFill>
                <a:prstClr val="black"/>
              </a:solidFill>
              <a:effectLst/>
              <a:uLnTx/>
              <a:uFillTx/>
              <a:latin typeface="+mj-lt"/>
              <a:ea typeface="+mn-ea"/>
              <a:cs typeface="+mn-cs"/>
            </a:endParaRPr>
          </a:p>
        </p:txBody>
      </p:sp>
      <p:sp>
        <p:nvSpPr>
          <p:cNvPr id="49" name="Text 27">
            <a:extLst>
              <a:ext uri="{FF2B5EF4-FFF2-40B4-BE49-F238E27FC236}">
                <a16:creationId xmlns:a16="http://schemas.microsoft.com/office/drawing/2014/main" id="{F0C02BFE-7DCD-2ED5-BC71-A8C3B0BAC984}"/>
              </a:ext>
            </a:extLst>
          </p:cNvPr>
          <p:cNvSpPr/>
          <p:nvPr/>
        </p:nvSpPr>
        <p:spPr>
          <a:xfrm>
            <a:off x="9151373" y="2241334"/>
            <a:ext cx="461442" cy="26829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0D1F5C"/>
                </a:solidFill>
                <a:effectLst/>
                <a:uLnTx/>
                <a:uFillTx/>
                <a:latin typeface="+mj-lt"/>
                <a:ea typeface="+mn-ea"/>
                <a:cs typeface="+mn-cs"/>
              </a:rPr>
              <a:t>1 HU</a:t>
            </a:r>
            <a:endParaRPr kumimoji="0" lang="es-MX" sz="800" b="0" i="0" u="none" strike="noStrike" kern="1200" cap="none" spc="0" normalizeH="0" baseline="0" noProof="0">
              <a:ln>
                <a:noFill/>
              </a:ln>
              <a:solidFill>
                <a:prstClr val="black"/>
              </a:solidFill>
              <a:effectLst/>
              <a:uLnTx/>
              <a:uFillTx/>
              <a:latin typeface="+mj-lt"/>
              <a:ea typeface="+mn-ea"/>
              <a:cs typeface="+mn-cs"/>
            </a:endParaRPr>
          </a:p>
        </p:txBody>
      </p:sp>
      <p:sp>
        <p:nvSpPr>
          <p:cNvPr id="51" name="Text 27">
            <a:extLst>
              <a:ext uri="{FF2B5EF4-FFF2-40B4-BE49-F238E27FC236}">
                <a16:creationId xmlns:a16="http://schemas.microsoft.com/office/drawing/2014/main" id="{18011BB5-2CC0-BD71-1F6F-E10C154C7014}"/>
              </a:ext>
            </a:extLst>
          </p:cNvPr>
          <p:cNvSpPr/>
          <p:nvPr/>
        </p:nvSpPr>
        <p:spPr>
          <a:xfrm>
            <a:off x="9151373" y="3904036"/>
            <a:ext cx="461442" cy="26829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0D1F5C"/>
                </a:solidFill>
                <a:effectLst/>
                <a:uLnTx/>
                <a:uFillTx/>
                <a:latin typeface="+mj-lt"/>
                <a:ea typeface="+mn-ea"/>
                <a:cs typeface="+mn-cs"/>
              </a:rPr>
              <a:t>1 HU</a:t>
            </a:r>
            <a:endParaRPr kumimoji="0" lang="es-MX" sz="800" b="0" i="0" u="none" strike="noStrike" kern="1200" cap="none" spc="0" normalizeH="0" baseline="0" noProof="0">
              <a:ln>
                <a:noFill/>
              </a:ln>
              <a:solidFill>
                <a:prstClr val="black"/>
              </a:solidFill>
              <a:effectLst/>
              <a:uLnTx/>
              <a:uFillTx/>
              <a:latin typeface="+mj-lt"/>
              <a:ea typeface="+mn-ea"/>
              <a:cs typeface="+mn-cs"/>
            </a:endParaRPr>
          </a:p>
        </p:txBody>
      </p:sp>
      <p:sp>
        <p:nvSpPr>
          <p:cNvPr id="53" name="Text 18">
            <a:extLst>
              <a:ext uri="{FF2B5EF4-FFF2-40B4-BE49-F238E27FC236}">
                <a16:creationId xmlns:a16="http://schemas.microsoft.com/office/drawing/2014/main" id="{A7CE1659-5CBE-FE68-41DB-E7008FB84DF8}"/>
              </a:ext>
            </a:extLst>
          </p:cNvPr>
          <p:cNvSpPr/>
          <p:nvPr/>
        </p:nvSpPr>
        <p:spPr>
          <a:xfrm>
            <a:off x="938669" y="2770769"/>
            <a:ext cx="461442" cy="26829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900" i="0" u="none" strike="noStrike" kern="1200" cap="none" spc="0" normalizeH="0" baseline="0" noProof="0">
                <a:ln>
                  <a:noFill/>
                </a:ln>
                <a:solidFill>
                  <a:srgbClr val="0D1F5C"/>
                </a:solidFill>
                <a:effectLst/>
                <a:uLnTx/>
                <a:uFillTx/>
                <a:latin typeface="+mj-lt"/>
                <a:ea typeface="+mn-ea"/>
                <a:cs typeface="+mn-cs"/>
              </a:rPr>
              <a:t>22 HUs</a:t>
            </a:r>
            <a:endParaRPr kumimoji="0" lang="es-MX" sz="900" i="0" u="none" strike="noStrike" kern="1200" cap="none" spc="0" normalizeH="0" baseline="0" noProof="0">
              <a:ln>
                <a:noFill/>
              </a:ln>
              <a:solidFill>
                <a:prstClr val="black"/>
              </a:solidFill>
              <a:effectLst/>
              <a:uLnTx/>
              <a:uFillTx/>
              <a:latin typeface="+mj-lt"/>
              <a:ea typeface="+mn-ea"/>
              <a:cs typeface="+mn-cs"/>
            </a:endParaRPr>
          </a:p>
        </p:txBody>
      </p:sp>
      <p:sp>
        <p:nvSpPr>
          <p:cNvPr id="55" name="Text 18">
            <a:extLst>
              <a:ext uri="{FF2B5EF4-FFF2-40B4-BE49-F238E27FC236}">
                <a16:creationId xmlns:a16="http://schemas.microsoft.com/office/drawing/2014/main" id="{56DF51EA-C822-DC89-4BFC-CF68A711A109}"/>
              </a:ext>
            </a:extLst>
          </p:cNvPr>
          <p:cNvSpPr/>
          <p:nvPr/>
        </p:nvSpPr>
        <p:spPr>
          <a:xfrm>
            <a:off x="938669" y="3579757"/>
            <a:ext cx="461442" cy="26829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900" i="0" u="none" strike="noStrike" kern="1200" cap="none" spc="0" normalizeH="0" baseline="0" noProof="0">
                <a:ln>
                  <a:noFill/>
                </a:ln>
                <a:solidFill>
                  <a:srgbClr val="0D1F5C"/>
                </a:solidFill>
                <a:effectLst/>
                <a:uLnTx/>
                <a:uFillTx/>
                <a:latin typeface="+mj-lt"/>
                <a:ea typeface="+mn-ea"/>
                <a:cs typeface="+mn-cs"/>
              </a:rPr>
              <a:t>22 HUs</a:t>
            </a:r>
            <a:endParaRPr kumimoji="0" lang="es-MX" sz="900" i="0" u="none" strike="noStrike" kern="1200" cap="none" spc="0" normalizeH="0" baseline="0" noProof="0">
              <a:ln>
                <a:noFill/>
              </a:ln>
              <a:solidFill>
                <a:prstClr val="black"/>
              </a:solidFill>
              <a:effectLst/>
              <a:uLnTx/>
              <a:uFillTx/>
              <a:latin typeface="+mj-lt"/>
              <a:ea typeface="+mn-ea"/>
              <a:cs typeface="+mn-cs"/>
            </a:endParaRPr>
          </a:p>
        </p:txBody>
      </p:sp>
      <p:sp>
        <p:nvSpPr>
          <p:cNvPr id="57" name="Text 18">
            <a:extLst>
              <a:ext uri="{FF2B5EF4-FFF2-40B4-BE49-F238E27FC236}">
                <a16:creationId xmlns:a16="http://schemas.microsoft.com/office/drawing/2014/main" id="{0ED43B86-0A91-A10E-D444-7BE03412F2BC}"/>
              </a:ext>
            </a:extLst>
          </p:cNvPr>
          <p:cNvSpPr/>
          <p:nvPr/>
        </p:nvSpPr>
        <p:spPr>
          <a:xfrm>
            <a:off x="938669" y="4416118"/>
            <a:ext cx="461442" cy="26829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900" i="0" u="none" strike="noStrike" kern="1200" cap="none" spc="0" normalizeH="0" baseline="0" noProof="0">
                <a:ln>
                  <a:noFill/>
                </a:ln>
                <a:solidFill>
                  <a:srgbClr val="0D1F5C"/>
                </a:solidFill>
                <a:effectLst/>
                <a:uLnTx/>
                <a:uFillTx/>
                <a:latin typeface="+mj-lt"/>
                <a:ea typeface="+mn-ea"/>
                <a:cs typeface="+mn-cs"/>
              </a:rPr>
              <a:t>18 HUs</a:t>
            </a:r>
            <a:endParaRPr kumimoji="0" lang="es-MX" sz="900" i="0" u="none" strike="noStrike" kern="1200" cap="none" spc="0" normalizeH="0" baseline="0" noProof="0">
              <a:ln>
                <a:noFill/>
              </a:ln>
              <a:solidFill>
                <a:prstClr val="black"/>
              </a:solidFill>
              <a:effectLst/>
              <a:uLnTx/>
              <a:uFillTx/>
              <a:latin typeface="+mj-lt"/>
              <a:ea typeface="+mn-ea"/>
              <a:cs typeface="+mn-cs"/>
            </a:endParaRPr>
          </a:p>
        </p:txBody>
      </p:sp>
      <p:sp>
        <p:nvSpPr>
          <p:cNvPr id="59" name="Text 18">
            <a:extLst>
              <a:ext uri="{FF2B5EF4-FFF2-40B4-BE49-F238E27FC236}">
                <a16:creationId xmlns:a16="http://schemas.microsoft.com/office/drawing/2014/main" id="{8DD3D422-9972-D2F1-D18C-C1A7785DA087}"/>
              </a:ext>
            </a:extLst>
          </p:cNvPr>
          <p:cNvSpPr/>
          <p:nvPr/>
        </p:nvSpPr>
        <p:spPr>
          <a:xfrm>
            <a:off x="938669" y="5227588"/>
            <a:ext cx="461442" cy="26829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900" i="0" u="none" strike="noStrike" kern="1200" cap="none" spc="0" normalizeH="0" baseline="0" noProof="0">
                <a:ln>
                  <a:noFill/>
                </a:ln>
                <a:solidFill>
                  <a:srgbClr val="0D1F5C"/>
                </a:solidFill>
                <a:effectLst/>
                <a:uLnTx/>
                <a:uFillTx/>
                <a:latin typeface="+mj-lt"/>
                <a:ea typeface="+mn-ea"/>
                <a:cs typeface="+mn-cs"/>
              </a:rPr>
              <a:t>12 HUs</a:t>
            </a:r>
            <a:endParaRPr kumimoji="0" lang="es-MX" sz="900" i="0" u="none" strike="noStrike" kern="1200" cap="none" spc="0" normalizeH="0" baseline="0" noProof="0">
              <a:ln>
                <a:noFill/>
              </a:ln>
              <a:solidFill>
                <a:prstClr val="black"/>
              </a:solidFill>
              <a:effectLst/>
              <a:uLnTx/>
              <a:uFillTx/>
              <a:latin typeface="+mj-lt"/>
              <a:ea typeface="+mn-ea"/>
              <a:cs typeface="+mn-cs"/>
            </a:endParaRPr>
          </a:p>
        </p:txBody>
      </p:sp>
      <p:sp>
        <p:nvSpPr>
          <p:cNvPr id="61" name="Text 18">
            <a:extLst>
              <a:ext uri="{FF2B5EF4-FFF2-40B4-BE49-F238E27FC236}">
                <a16:creationId xmlns:a16="http://schemas.microsoft.com/office/drawing/2014/main" id="{80F3483F-AC93-3B67-CB54-29F44AA1601E}"/>
              </a:ext>
            </a:extLst>
          </p:cNvPr>
          <p:cNvSpPr/>
          <p:nvPr/>
        </p:nvSpPr>
        <p:spPr>
          <a:xfrm>
            <a:off x="938669" y="5995669"/>
            <a:ext cx="461442" cy="26829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900">
                <a:solidFill>
                  <a:srgbClr val="0D1F5C"/>
                </a:solidFill>
                <a:latin typeface="+mj-lt"/>
              </a:rPr>
              <a:t>5</a:t>
            </a:r>
            <a:r>
              <a:rPr kumimoji="0" lang="es-MX" sz="900" i="0" u="none" strike="noStrike" kern="1200" cap="none" spc="0" normalizeH="0" baseline="0" noProof="0">
                <a:ln>
                  <a:noFill/>
                </a:ln>
                <a:solidFill>
                  <a:srgbClr val="0D1F5C"/>
                </a:solidFill>
                <a:effectLst/>
                <a:uLnTx/>
                <a:uFillTx/>
                <a:latin typeface="+mj-lt"/>
                <a:ea typeface="+mn-ea"/>
                <a:cs typeface="+mn-cs"/>
              </a:rPr>
              <a:t> HUs</a:t>
            </a:r>
            <a:endParaRPr kumimoji="0" lang="es-MX" sz="900" i="0" u="none" strike="noStrike" kern="1200" cap="none" spc="0" normalizeH="0" baseline="0" noProof="0">
              <a:ln>
                <a:noFill/>
              </a:ln>
              <a:solidFill>
                <a:prstClr val="black"/>
              </a:solidFill>
              <a:effectLst/>
              <a:uLnTx/>
              <a:uFillTx/>
              <a:latin typeface="+mj-lt"/>
              <a:ea typeface="+mn-ea"/>
              <a:cs typeface="+mn-cs"/>
            </a:endParaRPr>
          </a:p>
        </p:txBody>
      </p:sp>
    </p:spTree>
    <p:extLst>
      <p:ext uri="{BB962C8B-B14F-4D97-AF65-F5344CB8AC3E}">
        <p14:creationId xmlns:p14="http://schemas.microsoft.com/office/powerpoint/2010/main" val="1762652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482F2-1102-EB80-2181-562C50149407}"/>
            </a:ext>
          </a:extLst>
        </p:cNvPr>
        <p:cNvGrpSpPr/>
        <p:nvPr/>
      </p:nvGrpSpPr>
      <p:grpSpPr>
        <a:xfrm>
          <a:off x="0" y="0"/>
          <a:ext cx="0" cy="0"/>
          <a:chOff x="0" y="0"/>
          <a:chExt cx="0" cy="0"/>
        </a:xfrm>
      </p:grpSpPr>
      <p:graphicFrame>
        <p:nvGraphicFramePr>
          <p:cNvPr id="201" name="think-cell data - do not delete" hidden="1">
            <a:extLst>
              <a:ext uri="{FF2B5EF4-FFF2-40B4-BE49-F238E27FC236}">
                <a16:creationId xmlns:a16="http://schemas.microsoft.com/office/drawing/2014/main" id="{DB0CF994-69FC-DD98-33EA-FDA29BDAFA6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201" name="think-cell data - do not delete" hidden="1">
                        <a:extLst>
                          <a:ext uri="{FF2B5EF4-FFF2-40B4-BE49-F238E27FC236}">
                            <a16:creationId xmlns:a16="http://schemas.microsoft.com/office/drawing/2014/main" id="{DB0CF994-69FC-DD98-33EA-FDA29BDAFA6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3" name="Title 1">
            <a:extLst>
              <a:ext uri="{FF2B5EF4-FFF2-40B4-BE49-F238E27FC236}">
                <a16:creationId xmlns:a16="http://schemas.microsoft.com/office/drawing/2014/main" id="{2FEFA5B6-4E9D-FBBB-6F96-E4F371C84B99}"/>
              </a:ext>
            </a:extLst>
          </p:cNvPr>
          <p:cNvSpPr txBox="1">
            <a:spLocks/>
          </p:cNvSpPr>
          <p:nvPr/>
        </p:nvSpPr>
        <p:spPr>
          <a:xfrm>
            <a:off x="381999" y="426769"/>
            <a:ext cx="11143252" cy="535256"/>
          </a:xfrm>
        </p:spPr>
        <p:txBody>
          <a:bodyPr vert="horz" rIns="91440">
            <a:normAutofit fontScale="90000"/>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r>
              <a:rPr lang="es-MX" sz="2800"/>
              <a:t>Hay un total de 9 HUs identificadas para simplificar la salida en R4</a:t>
            </a:r>
          </a:p>
        </p:txBody>
      </p:sp>
      <p:sp>
        <p:nvSpPr>
          <p:cNvPr id="203" name="Ey">
            <a:extLst>
              <a:ext uri="{FF2B5EF4-FFF2-40B4-BE49-F238E27FC236}">
                <a16:creationId xmlns:a16="http://schemas.microsoft.com/office/drawing/2014/main" id="{0CA36684-6A60-7A59-D599-DF626DFFFC1D}"/>
              </a:ext>
            </a:extLst>
          </p:cNvPr>
          <p:cNvSpPr txBox="1"/>
          <p:nvPr/>
        </p:nvSpPr>
        <p:spPr>
          <a:xfrm>
            <a:off x="380000" y="188056"/>
            <a:ext cx="5000000" cy="153888"/>
          </a:xfrm>
          <a:prstGeom prst="rect">
            <a:avLst/>
          </a:prstGeom>
          <a:noFill/>
          <a:ln>
            <a:noFill/>
          </a:ln>
        </p:spPr>
        <p:txBody>
          <a:bodyPr wrap="square" lIns="0" tIns="0" rIns="0" bIns="0" anchor="ctr">
            <a:spAutoFit/>
          </a:bodyPr>
          <a:lstStyle/>
          <a:p>
            <a:pPr algn="l" defTabSz="228600">
              <a:lnSpc>
                <a:spcPct val="100000"/>
              </a:lnSpc>
              <a:spcBef>
                <a:spcPts val="0"/>
              </a:spcBef>
              <a:spcAft>
                <a:spcPts val="0"/>
              </a:spcAft>
              <a:buNone/>
            </a:pPr>
            <a:r>
              <a:rPr lang="es-MX" sz="1000" b="1" kern="1200">
                <a:solidFill>
                  <a:srgbClr val="888888"/>
                </a:solidFill>
                <a:latin typeface="Poppins"/>
              </a:rPr>
              <a:t>ASEGURAMIENTO R4</a:t>
            </a:r>
          </a:p>
        </p:txBody>
      </p:sp>
      <p:sp>
        <p:nvSpPr>
          <p:cNvPr id="3" name="Shape 9">
            <a:extLst>
              <a:ext uri="{FF2B5EF4-FFF2-40B4-BE49-F238E27FC236}">
                <a16:creationId xmlns:a16="http://schemas.microsoft.com/office/drawing/2014/main" id="{F4A5C88E-A9BF-119E-A200-0FEF6D1B32D7}"/>
              </a:ext>
            </a:extLst>
          </p:cNvPr>
          <p:cNvSpPr/>
          <p:nvPr/>
        </p:nvSpPr>
        <p:spPr>
          <a:xfrm>
            <a:off x="816102" y="1242748"/>
            <a:ext cx="10031447" cy="237744"/>
          </a:xfrm>
          <a:prstGeom prst="rect">
            <a:avLst/>
          </a:prstGeom>
          <a:solidFill>
            <a:srgbClr val="0D1F5C"/>
          </a:solidFill>
          <a:ln w="12700">
            <a:solidFill>
              <a:srgbClr val="0D1F5C"/>
            </a:solidFill>
            <a:prstDash val="solid"/>
          </a:ln>
        </p:spPr>
        <p:txBody>
          <a:bodyPr/>
          <a:lstStyle/>
          <a:p>
            <a:endParaRPr lang="es-MX"/>
          </a:p>
        </p:txBody>
      </p:sp>
      <p:sp>
        <p:nvSpPr>
          <p:cNvPr id="5" name="Text 10">
            <a:extLst>
              <a:ext uri="{FF2B5EF4-FFF2-40B4-BE49-F238E27FC236}">
                <a16:creationId xmlns:a16="http://schemas.microsoft.com/office/drawing/2014/main" id="{2C4B137F-8619-4E65-85B3-4BDDE36EF2E3}"/>
              </a:ext>
            </a:extLst>
          </p:cNvPr>
          <p:cNvSpPr/>
          <p:nvPr/>
        </p:nvSpPr>
        <p:spPr>
          <a:xfrm>
            <a:off x="869823" y="1261036"/>
            <a:ext cx="978408" cy="201168"/>
          </a:xfrm>
          <a:prstGeom prst="rect">
            <a:avLst/>
          </a:prstGeom>
          <a:noFill/>
          <a:ln/>
        </p:spPr>
        <p:txBody>
          <a:bodyPr wrap="square" lIns="0" tIns="0" rIns="0" bIns="0" rtlCol="0" anchor="ctr"/>
          <a:lstStyle/>
          <a:p>
            <a:pPr marL="0" indent="0" algn="ctr">
              <a:buNone/>
            </a:pPr>
            <a:r>
              <a:rPr lang="es-MX" sz="750" b="1">
                <a:solidFill>
                  <a:srgbClr val="FFFFFF"/>
                </a:solidFill>
              </a:rPr>
              <a:t>TRACK</a:t>
            </a:r>
            <a:endParaRPr lang="es-MX" sz="750"/>
          </a:p>
        </p:txBody>
      </p:sp>
      <p:sp>
        <p:nvSpPr>
          <p:cNvPr id="9" name="Text 12">
            <a:extLst>
              <a:ext uri="{FF2B5EF4-FFF2-40B4-BE49-F238E27FC236}">
                <a16:creationId xmlns:a16="http://schemas.microsoft.com/office/drawing/2014/main" id="{02AE7539-A762-DD59-56A5-AC9C28BB6613}"/>
              </a:ext>
            </a:extLst>
          </p:cNvPr>
          <p:cNvSpPr/>
          <p:nvPr/>
        </p:nvSpPr>
        <p:spPr>
          <a:xfrm>
            <a:off x="1854708" y="1261036"/>
            <a:ext cx="2653682" cy="182880"/>
          </a:xfrm>
          <a:prstGeom prst="rect">
            <a:avLst/>
          </a:prstGeom>
          <a:noFill/>
          <a:ln/>
        </p:spPr>
        <p:txBody>
          <a:bodyPr wrap="square" lIns="0" tIns="0" rIns="0" bIns="0" rtlCol="0" anchor="ctr"/>
          <a:lstStyle/>
          <a:p>
            <a:pPr marL="0" indent="0" algn="ctr">
              <a:buNone/>
            </a:pPr>
            <a:r>
              <a:rPr lang="es-MX" sz="750" b="1">
                <a:solidFill>
                  <a:srgbClr val="FFFFFF"/>
                </a:solidFill>
              </a:rPr>
              <a:t>FUNCIONALIDAD / HU</a:t>
            </a:r>
            <a:endParaRPr lang="es-MX" sz="750"/>
          </a:p>
        </p:txBody>
      </p:sp>
      <p:sp>
        <p:nvSpPr>
          <p:cNvPr id="16" name="Text 15">
            <a:extLst>
              <a:ext uri="{FF2B5EF4-FFF2-40B4-BE49-F238E27FC236}">
                <a16:creationId xmlns:a16="http://schemas.microsoft.com/office/drawing/2014/main" id="{38453452-9FC9-0BE3-7C8B-A630E124FF22}"/>
              </a:ext>
            </a:extLst>
          </p:cNvPr>
          <p:cNvSpPr/>
          <p:nvPr/>
        </p:nvSpPr>
        <p:spPr>
          <a:xfrm>
            <a:off x="8554691" y="1261036"/>
            <a:ext cx="2292858" cy="201168"/>
          </a:xfrm>
          <a:prstGeom prst="rect">
            <a:avLst/>
          </a:prstGeom>
          <a:noFill/>
          <a:ln/>
        </p:spPr>
        <p:txBody>
          <a:bodyPr wrap="square" lIns="0" tIns="0" rIns="0" bIns="0" rtlCol="0" anchor="ctr"/>
          <a:lstStyle/>
          <a:p>
            <a:pPr marL="0" indent="0" algn="ctr">
              <a:buNone/>
            </a:pPr>
            <a:r>
              <a:rPr lang="es-MX" sz="750" b="1">
                <a:solidFill>
                  <a:srgbClr val="FFFFFF"/>
                </a:solidFill>
              </a:rPr>
              <a:t>RECOMENDACIÓN</a:t>
            </a:r>
            <a:endParaRPr lang="es-MX" sz="750"/>
          </a:p>
        </p:txBody>
      </p:sp>
      <p:sp>
        <p:nvSpPr>
          <p:cNvPr id="18" name="Shape 16">
            <a:extLst>
              <a:ext uri="{FF2B5EF4-FFF2-40B4-BE49-F238E27FC236}">
                <a16:creationId xmlns:a16="http://schemas.microsoft.com/office/drawing/2014/main" id="{76B90322-947A-F0A7-04AB-717A0F284463}"/>
              </a:ext>
            </a:extLst>
          </p:cNvPr>
          <p:cNvSpPr/>
          <p:nvPr/>
        </p:nvSpPr>
        <p:spPr>
          <a:xfrm>
            <a:off x="816102" y="1480492"/>
            <a:ext cx="10031447" cy="530352"/>
          </a:xfrm>
          <a:prstGeom prst="rect">
            <a:avLst/>
          </a:prstGeom>
          <a:solidFill>
            <a:srgbClr val="FFFFFF"/>
          </a:solidFill>
          <a:ln w="6350">
            <a:solidFill>
              <a:srgbClr val="D0D5E8"/>
            </a:solidFill>
            <a:prstDash val="solid"/>
          </a:ln>
        </p:spPr>
        <p:txBody>
          <a:bodyPr/>
          <a:lstStyle/>
          <a:p>
            <a:endParaRPr lang="es-MX"/>
          </a:p>
        </p:txBody>
      </p:sp>
      <p:sp>
        <p:nvSpPr>
          <p:cNvPr id="20" name="Text 17">
            <a:extLst>
              <a:ext uri="{FF2B5EF4-FFF2-40B4-BE49-F238E27FC236}">
                <a16:creationId xmlns:a16="http://schemas.microsoft.com/office/drawing/2014/main" id="{E2AF47B3-7AD9-2157-2371-3C1CC38E230E}"/>
              </a:ext>
            </a:extLst>
          </p:cNvPr>
          <p:cNvSpPr/>
          <p:nvPr/>
        </p:nvSpPr>
        <p:spPr>
          <a:xfrm>
            <a:off x="869823" y="1517068"/>
            <a:ext cx="978408" cy="457200"/>
          </a:xfrm>
          <a:prstGeom prst="rect">
            <a:avLst/>
          </a:prstGeom>
          <a:noFill/>
          <a:ln/>
        </p:spPr>
        <p:txBody>
          <a:bodyPr wrap="square" lIns="0" tIns="0" rIns="0" bIns="0" rtlCol="0" anchor="t"/>
          <a:lstStyle/>
          <a:p>
            <a:pPr marL="0" indent="0" algn="ctr">
              <a:buNone/>
            </a:pPr>
            <a:r>
              <a:rPr lang="es-MX" sz="750" b="1">
                <a:solidFill>
                  <a:srgbClr val="0D1F5C"/>
                </a:solidFill>
              </a:rPr>
              <a:t>Apolo</a:t>
            </a:r>
            <a:endParaRPr lang="es-MX" sz="750"/>
          </a:p>
        </p:txBody>
      </p:sp>
      <p:sp>
        <p:nvSpPr>
          <p:cNvPr id="24" name="Text 19">
            <a:extLst>
              <a:ext uri="{FF2B5EF4-FFF2-40B4-BE49-F238E27FC236}">
                <a16:creationId xmlns:a16="http://schemas.microsoft.com/office/drawing/2014/main" id="{302E38DA-0B34-D35E-76F1-F7178845DF6A}"/>
              </a:ext>
            </a:extLst>
          </p:cNvPr>
          <p:cNvSpPr/>
          <p:nvPr/>
        </p:nvSpPr>
        <p:spPr>
          <a:xfrm>
            <a:off x="1854708" y="1517068"/>
            <a:ext cx="2709341" cy="457200"/>
          </a:xfrm>
          <a:prstGeom prst="rect">
            <a:avLst/>
          </a:prstGeom>
          <a:noFill/>
          <a:ln/>
        </p:spPr>
        <p:txBody>
          <a:bodyPr wrap="square" lIns="0" tIns="0" rIns="0" bIns="0" rtlCol="0" anchor="t"/>
          <a:lstStyle/>
          <a:p>
            <a:pPr marL="0" indent="0">
              <a:buNone/>
            </a:pPr>
            <a:r>
              <a:rPr lang="es-MX" sz="750" b="1">
                <a:solidFill>
                  <a:srgbClr val="3A3A3A"/>
                </a:solidFill>
              </a:rPr>
              <a:t>Persona Vulnerable / Capturar declaración inicial de persona vulnerable</a:t>
            </a:r>
            <a:endParaRPr lang="es-MX" sz="750"/>
          </a:p>
        </p:txBody>
      </p:sp>
      <p:sp>
        <p:nvSpPr>
          <p:cNvPr id="32" name="Shape 23">
            <a:extLst>
              <a:ext uri="{FF2B5EF4-FFF2-40B4-BE49-F238E27FC236}">
                <a16:creationId xmlns:a16="http://schemas.microsoft.com/office/drawing/2014/main" id="{8F9D523E-D729-873E-0E3B-E4747AEF4A31}"/>
              </a:ext>
            </a:extLst>
          </p:cNvPr>
          <p:cNvSpPr/>
          <p:nvPr/>
        </p:nvSpPr>
        <p:spPr>
          <a:xfrm>
            <a:off x="9106760" y="1608508"/>
            <a:ext cx="1188720" cy="201168"/>
          </a:xfrm>
          <a:prstGeom prst="roundRect">
            <a:avLst>
              <a:gd name="adj" fmla="val 13636"/>
            </a:avLst>
          </a:prstGeom>
          <a:solidFill>
            <a:srgbClr val="FF7800"/>
          </a:solidFill>
          <a:ln w="12700">
            <a:solidFill>
              <a:srgbClr val="E8894F"/>
            </a:solidFill>
            <a:prstDash val="solid"/>
          </a:ln>
        </p:spPr>
        <p:txBody>
          <a:bodyPr/>
          <a:lstStyle/>
          <a:p>
            <a:endParaRPr lang="es-MX"/>
          </a:p>
        </p:txBody>
      </p:sp>
      <p:sp>
        <p:nvSpPr>
          <p:cNvPr id="34" name="Text 24">
            <a:extLst>
              <a:ext uri="{FF2B5EF4-FFF2-40B4-BE49-F238E27FC236}">
                <a16:creationId xmlns:a16="http://schemas.microsoft.com/office/drawing/2014/main" id="{B49BC542-84B5-70CD-98B2-D0D55434B550}"/>
              </a:ext>
            </a:extLst>
          </p:cNvPr>
          <p:cNvSpPr/>
          <p:nvPr/>
        </p:nvSpPr>
        <p:spPr>
          <a:xfrm>
            <a:off x="9106760" y="1608508"/>
            <a:ext cx="1188720" cy="201168"/>
          </a:xfrm>
          <a:prstGeom prst="rect">
            <a:avLst/>
          </a:prstGeom>
          <a:noFill/>
          <a:ln/>
        </p:spPr>
        <p:txBody>
          <a:bodyPr wrap="square" lIns="0" tIns="0" rIns="0" bIns="0" rtlCol="0" anchor="ctr"/>
          <a:lstStyle/>
          <a:p>
            <a:pPr marL="0" indent="0" algn="ctr">
              <a:buNone/>
            </a:pPr>
            <a:r>
              <a:rPr lang="es-MX" sz="700" b="1">
                <a:solidFill>
                  <a:srgbClr val="FFFFFF"/>
                </a:solidFill>
              </a:rPr>
              <a:t>Evaluar con negocio</a:t>
            </a:r>
            <a:endParaRPr lang="es-MX" sz="700"/>
          </a:p>
        </p:txBody>
      </p:sp>
      <p:sp>
        <p:nvSpPr>
          <p:cNvPr id="36" name="Shape 25">
            <a:extLst>
              <a:ext uri="{FF2B5EF4-FFF2-40B4-BE49-F238E27FC236}">
                <a16:creationId xmlns:a16="http://schemas.microsoft.com/office/drawing/2014/main" id="{910D65A6-9CD5-6D22-612F-CCD45CD897BB}"/>
              </a:ext>
            </a:extLst>
          </p:cNvPr>
          <p:cNvSpPr/>
          <p:nvPr/>
        </p:nvSpPr>
        <p:spPr>
          <a:xfrm>
            <a:off x="816102" y="2010844"/>
            <a:ext cx="10031447" cy="530352"/>
          </a:xfrm>
          <a:prstGeom prst="rect">
            <a:avLst/>
          </a:prstGeom>
          <a:solidFill>
            <a:srgbClr val="E8EBF4"/>
          </a:solidFill>
          <a:ln w="6350">
            <a:solidFill>
              <a:srgbClr val="D0D5E8"/>
            </a:solidFill>
            <a:prstDash val="solid"/>
          </a:ln>
        </p:spPr>
        <p:txBody>
          <a:bodyPr/>
          <a:lstStyle/>
          <a:p>
            <a:endParaRPr lang="es-MX"/>
          </a:p>
        </p:txBody>
      </p:sp>
      <p:sp>
        <p:nvSpPr>
          <p:cNvPr id="38" name="Text 26">
            <a:extLst>
              <a:ext uri="{FF2B5EF4-FFF2-40B4-BE49-F238E27FC236}">
                <a16:creationId xmlns:a16="http://schemas.microsoft.com/office/drawing/2014/main" id="{0F055655-F5F2-4DDF-A16D-3ABD9DF58FF0}"/>
              </a:ext>
            </a:extLst>
          </p:cNvPr>
          <p:cNvSpPr/>
          <p:nvPr/>
        </p:nvSpPr>
        <p:spPr>
          <a:xfrm>
            <a:off x="869823" y="2047420"/>
            <a:ext cx="978408" cy="457200"/>
          </a:xfrm>
          <a:prstGeom prst="rect">
            <a:avLst/>
          </a:prstGeom>
          <a:noFill/>
          <a:ln/>
        </p:spPr>
        <p:txBody>
          <a:bodyPr wrap="square" lIns="0" tIns="0" rIns="0" bIns="0" rtlCol="0" anchor="t"/>
          <a:lstStyle/>
          <a:p>
            <a:pPr marL="0" indent="0" algn="ctr">
              <a:buNone/>
            </a:pPr>
            <a:r>
              <a:rPr lang="es-MX" sz="750" b="1">
                <a:solidFill>
                  <a:srgbClr val="0D1F5C"/>
                </a:solidFill>
              </a:rPr>
              <a:t>Apolo</a:t>
            </a:r>
            <a:endParaRPr lang="es-MX" sz="750"/>
          </a:p>
        </p:txBody>
      </p:sp>
      <p:sp>
        <p:nvSpPr>
          <p:cNvPr id="42" name="Text 28">
            <a:extLst>
              <a:ext uri="{FF2B5EF4-FFF2-40B4-BE49-F238E27FC236}">
                <a16:creationId xmlns:a16="http://schemas.microsoft.com/office/drawing/2014/main" id="{B741F059-014C-E16A-77CC-958F366C21D6}"/>
              </a:ext>
            </a:extLst>
          </p:cNvPr>
          <p:cNvSpPr/>
          <p:nvPr/>
        </p:nvSpPr>
        <p:spPr>
          <a:xfrm>
            <a:off x="1854708" y="2047420"/>
            <a:ext cx="2709341" cy="457200"/>
          </a:xfrm>
          <a:prstGeom prst="rect">
            <a:avLst/>
          </a:prstGeom>
          <a:noFill/>
          <a:ln/>
        </p:spPr>
        <p:txBody>
          <a:bodyPr wrap="square" lIns="0" tIns="0" rIns="0" bIns="0" rtlCol="0" anchor="t"/>
          <a:lstStyle/>
          <a:p>
            <a:r>
              <a:rPr lang="es-MX" sz="750" b="1">
                <a:solidFill>
                  <a:srgbClr val="3A3A3A"/>
                </a:solidFill>
              </a:rPr>
              <a:t>Persona Vulnerable /  Desplegar y guardar opciones de grupo prioritario</a:t>
            </a:r>
            <a:endParaRPr lang="es-MX" sz="750"/>
          </a:p>
        </p:txBody>
      </p:sp>
      <p:sp>
        <p:nvSpPr>
          <p:cNvPr id="50" name="Shape 32">
            <a:extLst>
              <a:ext uri="{FF2B5EF4-FFF2-40B4-BE49-F238E27FC236}">
                <a16:creationId xmlns:a16="http://schemas.microsoft.com/office/drawing/2014/main" id="{FE6CCF67-5549-A5C6-966F-D2F0504EF47D}"/>
              </a:ext>
            </a:extLst>
          </p:cNvPr>
          <p:cNvSpPr/>
          <p:nvPr/>
        </p:nvSpPr>
        <p:spPr>
          <a:xfrm>
            <a:off x="9106760" y="2138860"/>
            <a:ext cx="1188720" cy="201168"/>
          </a:xfrm>
          <a:prstGeom prst="roundRect">
            <a:avLst>
              <a:gd name="adj" fmla="val 13636"/>
            </a:avLst>
          </a:prstGeom>
          <a:solidFill>
            <a:srgbClr val="FF7800"/>
          </a:solidFill>
          <a:ln w="12700">
            <a:solidFill>
              <a:srgbClr val="E8894F"/>
            </a:solidFill>
            <a:prstDash val="solid"/>
          </a:ln>
        </p:spPr>
        <p:txBody>
          <a:bodyPr/>
          <a:lstStyle/>
          <a:p>
            <a:endParaRPr lang="es-MX"/>
          </a:p>
        </p:txBody>
      </p:sp>
      <p:sp>
        <p:nvSpPr>
          <p:cNvPr id="52" name="Text 33">
            <a:extLst>
              <a:ext uri="{FF2B5EF4-FFF2-40B4-BE49-F238E27FC236}">
                <a16:creationId xmlns:a16="http://schemas.microsoft.com/office/drawing/2014/main" id="{ADAFFDEF-A611-846B-20D6-851C612020E3}"/>
              </a:ext>
            </a:extLst>
          </p:cNvPr>
          <p:cNvSpPr/>
          <p:nvPr/>
        </p:nvSpPr>
        <p:spPr>
          <a:xfrm>
            <a:off x="9106760" y="2138860"/>
            <a:ext cx="1188720" cy="201168"/>
          </a:xfrm>
          <a:prstGeom prst="rect">
            <a:avLst/>
          </a:prstGeom>
          <a:noFill/>
          <a:ln>
            <a:solidFill>
              <a:srgbClr val="E8894F"/>
            </a:solidFill>
          </a:ln>
        </p:spPr>
        <p:txBody>
          <a:bodyPr wrap="square" lIns="0" tIns="0" rIns="0" bIns="0" rtlCol="0" anchor="ctr"/>
          <a:lstStyle/>
          <a:p>
            <a:pPr marL="0" indent="0" algn="ctr">
              <a:buNone/>
            </a:pPr>
            <a:r>
              <a:rPr lang="es-MX" sz="700" b="1">
                <a:solidFill>
                  <a:srgbClr val="FFFFFF"/>
                </a:solidFill>
              </a:rPr>
              <a:t>Evaluar con negocio</a:t>
            </a:r>
            <a:endParaRPr lang="es-MX" sz="700"/>
          </a:p>
        </p:txBody>
      </p:sp>
      <p:sp>
        <p:nvSpPr>
          <p:cNvPr id="54" name="Shape 34">
            <a:extLst>
              <a:ext uri="{FF2B5EF4-FFF2-40B4-BE49-F238E27FC236}">
                <a16:creationId xmlns:a16="http://schemas.microsoft.com/office/drawing/2014/main" id="{6147A366-C276-CA6A-CEBF-3AFC8DD9415A}"/>
              </a:ext>
            </a:extLst>
          </p:cNvPr>
          <p:cNvSpPr/>
          <p:nvPr/>
        </p:nvSpPr>
        <p:spPr>
          <a:xfrm>
            <a:off x="816102" y="2541196"/>
            <a:ext cx="10031447" cy="530352"/>
          </a:xfrm>
          <a:prstGeom prst="rect">
            <a:avLst/>
          </a:prstGeom>
          <a:solidFill>
            <a:srgbClr val="FFFFFF"/>
          </a:solidFill>
          <a:ln w="6350">
            <a:solidFill>
              <a:srgbClr val="D0D5E8"/>
            </a:solidFill>
            <a:prstDash val="solid"/>
          </a:ln>
        </p:spPr>
        <p:txBody>
          <a:bodyPr/>
          <a:lstStyle/>
          <a:p>
            <a:endParaRPr lang="es-MX"/>
          </a:p>
        </p:txBody>
      </p:sp>
      <p:sp>
        <p:nvSpPr>
          <p:cNvPr id="56" name="Text 35">
            <a:extLst>
              <a:ext uri="{FF2B5EF4-FFF2-40B4-BE49-F238E27FC236}">
                <a16:creationId xmlns:a16="http://schemas.microsoft.com/office/drawing/2014/main" id="{0E41EE84-558F-128C-D429-2C2753A1671A}"/>
              </a:ext>
            </a:extLst>
          </p:cNvPr>
          <p:cNvSpPr/>
          <p:nvPr/>
        </p:nvSpPr>
        <p:spPr>
          <a:xfrm>
            <a:off x="869823" y="2577772"/>
            <a:ext cx="978408" cy="457200"/>
          </a:xfrm>
          <a:prstGeom prst="rect">
            <a:avLst/>
          </a:prstGeom>
          <a:noFill/>
          <a:ln/>
        </p:spPr>
        <p:txBody>
          <a:bodyPr wrap="square" lIns="0" tIns="0" rIns="0" bIns="0" rtlCol="0" anchor="t"/>
          <a:lstStyle/>
          <a:p>
            <a:pPr marL="0" indent="0" algn="ctr">
              <a:buNone/>
            </a:pPr>
            <a:r>
              <a:rPr lang="es-MX" sz="750" b="1">
                <a:solidFill>
                  <a:srgbClr val="0D1F5C"/>
                </a:solidFill>
              </a:rPr>
              <a:t>Apolo</a:t>
            </a:r>
            <a:endParaRPr lang="es-MX" sz="750"/>
          </a:p>
        </p:txBody>
      </p:sp>
      <p:sp>
        <p:nvSpPr>
          <p:cNvPr id="60" name="Text 37">
            <a:extLst>
              <a:ext uri="{FF2B5EF4-FFF2-40B4-BE49-F238E27FC236}">
                <a16:creationId xmlns:a16="http://schemas.microsoft.com/office/drawing/2014/main" id="{0369052A-F09B-643C-DD46-C6FF16E2392F}"/>
              </a:ext>
            </a:extLst>
          </p:cNvPr>
          <p:cNvSpPr/>
          <p:nvPr/>
        </p:nvSpPr>
        <p:spPr>
          <a:xfrm>
            <a:off x="1854708" y="2577772"/>
            <a:ext cx="2709341" cy="457200"/>
          </a:xfrm>
          <a:prstGeom prst="rect">
            <a:avLst/>
          </a:prstGeom>
          <a:noFill/>
          <a:ln/>
        </p:spPr>
        <p:txBody>
          <a:bodyPr wrap="square" lIns="0" tIns="0" rIns="0" bIns="0" rtlCol="0" anchor="t"/>
          <a:lstStyle/>
          <a:p>
            <a:r>
              <a:rPr lang="es-MX" sz="750" b="1">
                <a:solidFill>
                  <a:srgbClr val="3A3A3A"/>
                </a:solidFill>
              </a:rPr>
              <a:t>Integración de Expediente Digital / Popup de activación de servicios digitales</a:t>
            </a:r>
            <a:endParaRPr lang="es-MX" sz="750"/>
          </a:p>
        </p:txBody>
      </p:sp>
      <p:sp>
        <p:nvSpPr>
          <p:cNvPr id="196" name="Shape 41">
            <a:extLst>
              <a:ext uri="{FF2B5EF4-FFF2-40B4-BE49-F238E27FC236}">
                <a16:creationId xmlns:a16="http://schemas.microsoft.com/office/drawing/2014/main" id="{CA6E8859-4D9D-9E5D-B9D1-8C42B860CDCC}"/>
              </a:ext>
            </a:extLst>
          </p:cNvPr>
          <p:cNvSpPr/>
          <p:nvPr/>
        </p:nvSpPr>
        <p:spPr>
          <a:xfrm>
            <a:off x="9106760" y="2669212"/>
            <a:ext cx="1188720" cy="201168"/>
          </a:xfrm>
          <a:prstGeom prst="roundRect">
            <a:avLst>
              <a:gd name="adj" fmla="val 13636"/>
            </a:avLst>
          </a:prstGeom>
          <a:solidFill>
            <a:srgbClr val="00B050"/>
          </a:solidFill>
          <a:ln w="12700">
            <a:solidFill>
              <a:srgbClr val="6EA92D"/>
            </a:solidFill>
            <a:prstDash val="solid"/>
          </a:ln>
        </p:spPr>
        <p:txBody>
          <a:bodyPr/>
          <a:lstStyle/>
          <a:p>
            <a:endParaRPr lang="es-MX"/>
          </a:p>
        </p:txBody>
      </p:sp>
      <p:sp>
        <p:nvSpPr>
          <p:cNvPr id="198" name="Text 42">
            <a:extLst>
              <a:ext uri="{FF2B5EF4-FFF2-40B4-BE49-F238E27FC236}">
                <a16:creationId xmlns:a16="http://schemas.microsoft.com/office/drawing/2014/main" id="{2569E1CD-C70D-7B8F-C7F9-C96B04F13785}"/>
              </a:ext>
            </a:extLst>
          </p:cNvPr>
          <p:cNvSpPr/>
          <p:nvPr/>
        </p:nvSpPr>
        <p:spPr>
          <a:xfrm>
            <a:off x="9106760" y="2669212"/>
            <a:ext cx="1188720" cy="201168"/>
          </a:xfrm>
          <a:prstGeom prst="rect">
            <a:avLst/>
          </a:prstGeom>
          <a:noFill/>
          <a:ln/>
        </p:spPr>
        <p:txBody>
          <a:bodyPr wrap="square" lIns="0" tIns="0" rIns="0" bIns="0" rtlCol="0" anchor="ctr"/>
          <a:lstStyle/>
          <a:p>
            <a:pPr marL="0" indent="0" algn="ctr">
              <a:buNone/>
            </a:pPr>
            <a:r>
              <a:rPr lang="es-MX" sz="700" b="1">
                <a:solidFill>
                  <a:srgbClr val="FFFFFF"/>
                </a:solidFill>
              </a:rPr>
              <a:t> Diferir a  R4.1</a:t>
            </a:r>
            <a:endParaRPr lang="es-MX" sz="700"/>
          </a:p>
        </p:txBody>
      </p:sp>
      <p:sp>
        <p:nvSpPr>
          <p:cNvPr id="200" name="Shape 43">
            <a:extLst>
              <a:ext uri="{FF2B5EF4-FFF2-40B4-BE49-F238E27FC236}">
                <a16:creationId xmlns:a16="http://schemas.microsoft.com/office/drawing/2014/main" id="{6B9F264B-ABD2-1F22-2F1E-BE1FFB2C4786}"/>
              </a:ext>
            </a:extLst>
          </p:cNvPr>
          <p:cNvSpPr/>
          <p:nvPr/>
        </p:nvSpPr>
        <p:spPr>
          <a:xfrm>
            <a:off x="816102" y="3071548"/>
            <a:ext cx="10031447" cy="530352"/>
          </a:xfrm>
          <a:prstGeom prst="rect">
            <a:avLst/>
          </a:prstGeom>
          <a:solidFill>
            <a:srgbClr val="E8EBF4"/>
          </a:solidFill>
          <a:ln w="6350">
            <a:solidFill>
              <a:srgbClr val="D0D5E8"/>
            </a:solidFill>
            <a:prstDash val="solid"/>
          </a:ln>
        </p:spPr>
        <p:txBody>
          <a:bodyPr/>
          <a:lstStyle/>
          <a:p>
            <a:endParaRPr lang="es-MX"/>
          </a:p>
        </p:txBody>
      </p:sp>
      <p:sp>
        <p:nvSpPr>
          <p:cNvPr id="204" name="Text 44">
            <a:extLst>
              <a:ext uri="{FF2B5EF4-FFF2-40B4-BE49-F238E27FC236}">
                <a16:creationId xmlns:a16="http://schemas.microsoft.com/office/drawing/2014/main" id="{4AA6DBF6-980C-B29C-7D73-BEB71F4A6DB5}"/>
              </a:ext>
            </a:extLst>
          </p:cNvPr>
          <p:cNvSpPr/>
          <p:nvPr/>
        </p:nvSpPr>
        <p:spPr>
          <a:xfrm>
            <a:off x="869823" y="3108124"/>
            <a:ext cx="978408" cy="457200"/>
          </a:xfrm>
          <a:prstGeom prst="rect">
            <a:avLst/>
          </a:prstGeom>
          <a:noFill/>
          <a:ln/>
        </p:spPr>
        <p:txBody>
          <a:bodyPr wrap="square" lIns="0" tIns="0" rIns="0" bIns="0" rtlCol="0" anchor="t"/>
          <a:lstStyle/>
          <a:p>
            <a:pPr marL="0" indent="0" algn="ctr">
              <a:buNone/>
            </a:pPr>
            <a:r>
              <a:rPr lang="es-MX" sz="750" b="1">
                <a:solidFill>
                  <a:srgbClr val="0D1F5C"/>
                </a:solidFill>
              </a:rPr>
              <a:t>Apolo</a:t>
            </a:r>
            <a:endParaRPr lang="es-MX" sz="750"/>
          </a:p>
        </p:txBody>
      </p:sp>
      <p:sp>
        <p:nvSpPr>
          <p:cNvPr id="208" name="Text 46">
            <a:extLst>
              <a:ext uri="{FF2B5EF4-FFF2-40B4-BE49-F238E27FC236}">
                <a16:creationId xmlns:a16="http://schemas.microsoft.com/office/drawing/2014/main" id="{456E9F29-E5D1-C985-D7EF-3F9A6F559874}"/>
              </a:ext>
            </a:extLst>
          </p:cNvPr>
          <p:cNvSpPr/>
          <p:nvPr/>
        </p:nvSpPr>
        <p:spPr>
          <a:xfrm>
            <a:off x="1854708" y="3108124"/>
            <a:ext cx="2709341" cy="457200"/>
          </a:xfrm>
          <a:prstGeom prst="rect">
            <a:avLst/>
          </a:prstGeom>
          <a:noFill/>
          <a:ln/>
        </p:spPr>
        <p:txBody>
          <a:bodyPr wrap="square" lIns="0" tIns="0" rIns="0" bIns="0" rtlCol="0" anchor="t"/>
          <a:lstStyle/>
          <a:p>
            <a:r>
              <a:rPr lang="es-MX" sz="750" b="1">
                <a:solidFill>
                  <a:srgbClr val="3A3A3A"/>
                </a:solidFill>
              </a:rPr>
              <a:t>PLD / Aplicar KO automático cuando el prospecto usará dinero de otra persona</a:t>
            </a:r>
            <a:endParaRPr lang="es-MX" sz="750"/>
          </a:p>
        </p:txBody>
      </p:sp>
      <p:sp>
        <p:nvSpPr>
          <p:cNvPr id="220" name="Shape 52">
            <a:extLst>
              <a:ext uri="{FF2B5EF4-FFF2-40B4-BE49-F238E27FC236}">
                <a16:creationId xmlns:a16="http://schemas.microsoft.com/office/drawing/2014/main" id="{07BBD235-D4F2-50DA-E639-960A5937E377}"/>
              </a:ext>
            </a:extLst>
          </p:cNvPr>
          <p:cNvSpPr/>
          <p:nvPr/>
        </p:nvSpPr>
        <p:spPr>
          <a:xfrm>
            <a:off x="822022" y="3594702"/>
            <a:ext cx="10031447" cy="530352"/>
          </a:xfrm>
          <a:prstGeom prst="rect">
            <a:avLst/>
          </a:prstGeom>
          <a:solidFill>
            <a:srgbClr val="FFFFFF"/>
          </a:solidFill>
          <a:ln w="6350">
            <a:solidFill>
              <a:srgbClr val="D0D5E8"/>
            </a:solidFill>
            <a:prstDash val="solid"/>
          </a:ln>
        </p:spPr>
        <p:txBody>
          <a:bodyPr/>
          <a:lstStyle/>
          <a:p>
            <a:endParaRPr lang="es-MX"/>
          </a:p>
        </p:txBody>
      </p:sp>
      <p:sp>
        <p:nvSpPr>
          <p:cNvPr id="222" name="Text 53">
            <a:extLst>
              <a:ext uri="{FF2B5EF4-FFF2-40B4-BE49-F238E27FC236}">
                <a16:creationId xmlns:a16="http://schemas.microsoft.com/office/drawing/2014/main" id="{C42F7DF0-D365-F219-C38A-2384BC04C044}"/>
              </a:ext>
            </a:extLst>
          </p:cNvPr>
          <p:cNvSpPr/>
          <p:nvPr/>
        </p:nvSpPr>
        <p:spPr>
          <a:xfrm>
            <a:off x="845970" y="3662329"/>
            <a:ext cx="978408" cy="457200"/>
          </a:xfrm>
          <a:prstGeom prst="rect">
            <a:avLst/>
          </a:prstGeom>
          <a:noFill/>
          <a:ln/>
        </p:spPr>
        <p:txBody>
          <a:bodyPr wrap="square" lIns="0" tIns="0" rIns="0" bIns="0" rtlCol="0" anchor="t"/>
          <a:lstStyle/>
          <a:p>
            <a:pPr marL="0" indent="0" algn="ctr">
              <a:buNone/>
            </a:pPr>
            <a:r>
              <a:rPr lang="es-MX" sz="750" b="1">
                <a:solidFill>
                  <a:srgbClr val="0D1F5C"/>
                </a:solidFill>
              </a:rPr>
              <a:t>Apolo</a:t>
            </a:r>
            <a:endParaRPr lang="es-MX" sz="750"/>
          </a:p>
        </p:txBody>
      </p:sp>
      <p:sp>
        <p:nvSpPr>
          <p:cNvPr id="226" name="Text 55">
            <a:extLst>
              <a:ext uri="{FF2B5EF4-FFF2-40B4-BE49-F238E27FC236}">
                <a16:creationId xmlns:a16="http://schemas.microsoft.com/office/drawing/2014/main" id="{289753A7-E170-2CAA-DEFC-4397E980FD78}"/>
              </a:ext>
            </a:extLst>
          </p:cNvPr>
          <p:cNvSpPr/>
          <p:nvPr/>
        </p:nvSpPr>
        <p:spPr>
          <a:xfrm>
            <a:off x="1830855" y="3662329"/>
            <a:ext cx="2709341" cy="457200"/>
          </a:xfrm>
          <a:prstGeom prst="rect">
            <a:avLst/>
          </a:prstGeom>
          <a:noFill/>
          <a:ln/>
        </p:spPr>
        <p:txBody>
          <a:bodyPr wrap="square" lIns="0" tIns="0" rIns="0" bIns="0" rtlCol="0" anchor="t"/>
          <a:lstStyle/>
          <a:p>
            <a:r>
              <a:rPr lang="es-MX" sz="750" b="1">
                <a:solidFill>
                  <a:srgbClr val="3A3A3A"/>
                </a:solidFill>
              </a:rPr>
              <a:t>Intengración de expediente digital / Asignar sucursal corporativa parametrizable a la TDC BanCoppel</a:t>
            </a:r>
            <a:endParaRPr lang="es-MX" sz="750"/>
          </a:p>
        </p:txBody>
      </p:sp>
      <p:sp>
        <p:nvSpPr>
          <p:cNvPr id="234" name="Shape 59">
            <a:extLst>
              <a:ext uri="{FF2B5EF4-FFF2-40B4-BE49-F238E27FC236}">
                <a16:creationId xmlns:a16="http://schemas.microsoft.com/office/drawing/2014/main" id="{058C2E6A-4CD0-97DF-62EE-3029A885FA10}"/>
              </a:ext>
            </a:extLst>
          </p:cNvPr>
          <p:cNvSpPr/>
          <p:nvPr/>
        </p:nvSpPr>
        <p:spPr>
          <a:xfrm>
            <a:off x="9106760" y="3753769"/>
            <a:ext cx="1188720" cy="201168"/>
          </a:xfrm>
          <a:prstGeom prst="roundRect">
            <a:avLst>
              <a:gd name="adj" fmla="val 13636"/>
            </a:avLst>
          </a:prstGeom>
          <a:solidFill>
            <a:srgbClr val="00B050"/>
          </a:solidFill>
          <a:ln w="12700">
            <a:solidFill>
              <a:srgbClr val="6EA92D"/>
            </a:solidFill>
            <a:prstDash val="solid"/>
          </a:ln>
        </p:spPr>
        <p:txBody>
          <a:bodyPr/>
          <a:lstStyle/>
          <a:p>
            <a:endParaRPr lang="es-MX"/>
          </a:p>
        </p:txBody>
      </p:sp>
      <p:sp>
        <p:nvSpPr>
          <p:cNvPr id="236" name="Text 60">
            <a:extLst>
              <a:ext uri="{FF2B5EF4-FFF2-40B4-BE49-F238E27FC236}">
                <a16:creationId xmlns:a16="http://schemas.microsoft.com/office/drawing/2014/main" id="{8204085D-34FA-7EC1-BE3B-C111E4353993}"/>
              </a:ext>
            </a:extLst>
          </p:cNvPr>
          <p:cNvSpPr/>
          <p:nvPr/>
        </p:nvSpPr>
        <p:spPr>
          <a:xfrm>
            <a:off x="9106760" y="3753769"/>
            <a:ext cx="1188720" cy="201168"/>
          </a:xfrm>
          <a:prstGeom prst="rect">
            <a:avLst/>
          </a:prstGeom>
          <a:noFill/>
          <a:ln/>
        </p:spPr>
        <p:txBody>
          <a:bodyPr wrap="square" lIns="0" tIns="0" rIns="0" bIns="0" rtlCol="0" anchor="ctr"/>
          <a:lstStyle/>
          <a:p>
            <a:pPr marL="0" indent="0" algn="ctr">
              <a:buNone/>
            </a:pPr>
            <a:r>
              <a:rPr lang="es-MX" sz="700" b="1">
                <a:solidFill>
                  <a:srgbClr val="FFFFFF"/>
                </a:solidFill>
              </a:rPr>
              <a:t>Diferir a R4.1</a:t>
            </a:r>
            <a:endParaRPr lang="es-MX" sz="700"/>
          </a:p>
        </p:txBody>
      </p:sp>
      <p:sp>
        <p:nvSpPr>
          <p:cNvPr id="238" name="Shape 61">
            <a:extLst>
              <a:ext uri="{FF2B5EF4-FFF2-40B4-BE49-F238E27FC236}">
                <a16:creationId xmlns:a16="http://schemas.microsoft.com/office/drawing/2014/main" id="{3DDAC194-B803-B1FA-8885-762935AA2587}"/>
              </a:ext>
            </a:extLst>
          </p:cNvPr>
          <p:cNvSpPr/>
          <p:nvPr/>
        </p:nvSpPr>
        <p:spPr>
          <a:xfrm>
            <a:off x="816102" y="4132252"/>
            <a:ext cx="10031447" cy="530352"/>
          </a:xfrm>
          <a:prstGeom prst="rect">
            <a:avLst/>
          </a:prstGeom>
          <a:solidFill>
            <a:srgbClr val="E8EBF4"/>
          </a:solidFill>
          <a:ln w="6350">
            <a:solidFill>
              <a:srgbClr val="D0D5E8"/>
            </a:solidFill>
            <a:prstDash val="solid"/>
          </a:ln>
        </p:spPr>
        <p:txBody>
          <a:bodyPr/>
          <a:lstStyle/>
          <a:p>
            <a:endParaRPr lang="es-MX"/>
          </a:p>
        </p:txBody>
      </p:sp>
      <p:sp>
        <p:nvSpPr>
          <p:cNvPr id="240" name="Text 62">
            <a:extLst>
              <a:ext uri="{FF2B5EF4-FFF2-40B4-BE49-F238E27FC236}">
                <a16:creationId xmlns:a16="http://schemas.microsoft.com/office/drawing/2014/main" id="{4EB7331D-80D4-A914-A054-0664A6FF7BB2}"/>
              </a:ext>
            </a:extLst>
          </p:cNvPr>
          <p:cNvSpPr/>
          <p:nvPr/>
        </p:nvSpPr>
        <p:spPr>
          <a:xfrm>
            <a:off x="869823" y="4168828"/>
            <a:ext cx="978408" cy="457200"/>
          </a:xfrm>
          <a:prstGeom prst="rect">
            <a:avLst/>
          </a:prstGeom>
          <a:noFill/>
          <a:ln/>
        </p:spPr>
        <p:txBody>
          <a:bodyPr wrap="square" lIns="0" tIns="0" rIns="0" bIns="0" rtlCol="0" anchor="t"/>
          <a:lstStyle/>
          <a:p>
            <a:pPr marL="0" indent="0" algn="ctr">
              <a:buNone/>
            </a:pPr>
            <a:r>
              <a:rPr lang="es-MX" sz="750" b="1">
                <a:solidFill>
                  <a:srgbClr val="0D1F5C"/>
                </a:solidFill>
              </a:rPr>
              <a:t>Smart Vista</a:t>
            </a:r>
            <a:endParaRPr lang="es-MX" sz="750"/>
          </a:p>
        </p:txBody>
      </p:sp>
      <p:sp>
        <p:nvSpPr>
          <p:cNvPr id="244" name="Text 64">
            <a:extLst>
              <a:ext uri="{FF2B5EF4-FFF2-40B4-BE49-F238E27FC236}">
                <a16:creationId xmlns:a16="http://schemas.microsoft.com/office/drawing/2014/main" id="{9FEEBF99-C35B-EE4C-6E41-FBE6F040463A}"/>
              </a:ext>
            </a:extLst>
          </p:cNvPr>
          <p:cNvSpPr/>
          <p:nvPr/>
        </p:nvSpPr>
        <p:spPr>
          <a:xfrm>
            <a:off x="1854708" y="4168828"/>
            <a:ext cx="2709341" cy="457200"/>
          </a:xfrm>
          <a:prstGeom prst="rect">
            <a:avLst/>
          </a:prstGeom>
          <a:noFill/>
          <a:ln/>
        </p:spPr>
        <p:txBody>
          <a:bodyPr wrap="square" lIns="0" tIns="0" rIns="0" bIns="0" rtlCol="0" anchor="t"/>
          <a:lstStyle/>
          <a:p>
            <a:r>
              <a:rPr lang="es-MX" sz="750" b="1">
                <a:solidFill>
                  <a:srgbClr val="3A3A3A"/>
                </a:solidFill>
              </a:rPr>
              <a:t>Automatización de Maquila / Consultar inventario de tarjetas por sucursal</a:t>
            </a:r>
            <a:endParaRPr lang="es-MX" sz="750" b="1"/>
          </a:p>
        </p:txBody>
      </p:sp>
      <p:sp>
        <p:nvSpPr>
          <p:cNvPr id="252" name="Shape 68">
            <a:extLst>
              <a:ext uri="{FF2B5EF4-FFF2-40B4-BE49-F238E27FC236}">
                <a16:creationId xmlns:a16="http://schemas.microsoft.com/office/drawing/2014/main" id="{210F2D4F-510E-237D-F7A5-EBDACAFAE0AD}"/>
              </a:ext>
            </a:extLst>
          </p:cNvPr>
          <p:cNvSpPr/>
          <p:nvPr/>
        </p:nvSpPr>
        <p:spPr>
          <a:xfrm>
            <a:off x="9106760" y="4260268"/>
            <a:ext cx="1188720" cy="201168"/>
          </a:xfrm>
          <a:prstGeom prst="roundRect">
            <a:avLst>
              <a:gd name="adj" fmla="val 13636"/>
            </a:avLst>
          </a:prstGeom>
          <a:solidFill>
            <a:srgbClr val="00B050"/>
          </a:solidFill>
          <a:ln w="12700">
            <a:solidFill>
              <a:srgbClr val="6EA92D"/>
            </a:solidFill>
            <a:prstDash val="solid"/>
          </a:ln>
        </p:spPr>
        <p:txBody>
          <a:bodyPr/>
          <a:lstStyle/>
          <a:p>
            <a:endParaRPr lang="es-MX"/>
          </a:p>
        </p:txBody>
      </p:sp>
      <p:sp>
        <p:nvSpPr>
          <p:cNvPr id="254" name="Text 69">
            <a:extLst>
              <a:ext uri="{FF2B5EF4-FFF2-40B4-BE49-F238E27FC236}">
                <a16:creationId xmlns:a16="http://schemas.microsoft.com/office/drawing/2014/main" id="{F511A7B7-3C0C-EAC5-D6C9-7F6CC32C89B2}"/>
              </a:ext>
            </a:extLst>
          </p:cNvPr>
          <p:cNvSpPr/>
          <p:nvPr/>
        </p:nvSpPr>
        <p:spPr>
          <a:xfrm>
            <a:off x="9106760" y="4260268"/>
            <a:ext cx="1188720" cy="201168"/>
          </a:xfrm>
          <a:prstGeom prst="rect">
            <a:avLst/>
          </a:prstGeom>
          <a:noFill/>
          <a:ln/>
        </p:spPr>
        <p:txBody>
          <a:bodyPr wrap="square" lIns="0" tIns="0" rIns="0" bIns="0" rtlCol="0" anchor="ctr"/>
          <a:lstStyle/>
          <a:p>
            <a:pPr marL="0" indent="0" algn="ctr">
              <a:buNone/>
            </a:pPr>
            <a:r>
              <a:rPr lang="es-MX" sz="700" b="1">
                <a:solidFill>
                  <a:srgbClr val="FFFFFF"/>
                </a:solidFill>
              </a:rPr>
              <a:t> Diferir a R4.1</a:t>
            </a:r>
            <a:endParaRPr lang="es-MX" sz="700"/>
          </a:p>
        </p:txBody>
      </p:sp>
      <p:sp>
        <p:nvSpPr>
          <p:cNvPr id="256" name="Shape 70">
            <a:extLst>
              <a:ext uri="{FF2B5EF4-FFF2-40B4-BE49-F238E27FC236}">
                <a16:creationId xmlns:a16="http://schemas.microsoft.com/office/drawing/2014/main" id="{D97CEF70-4A24-B8C6-857F-1B3D394670A0}"/>
              </a:ext>
            </a:extLst>
          </p:cNvPr>
          <p:cNvSpPr/>
          <p:nvPr/>
        </p:nvSpPr>
        <p:spPr>
          <a:xfrm>
            <a:off x="816102" y="4662604"/>
            <a:ext cx="10031447" cy="530352"/>
          </a:xfrm>
          <a:prstGeom prst="rect">
            <a:avLst/>
          </a:prstGeom>
          <a:solidFill>
            <a:srgbClr val="FFFFFF"/>
          </a:solidFill>
          <a:ln w="6350">
            <a:solidFill>
              <a:srgbClr val="D0D5E8"/>
            </a:solidFill>
            <a:prstDash val="solid"/>
          </a:ln>
        </p:spPr>
        <p:txBody>
          <a:bodyPr/>
          <a:lstStyle/>
          <a:p>
            <a:endParaRPr lang="es-MX"/>
          </a:p>
        </p:txBody>
      </p:sp>
      <p:sp>
        <p:nvSpPr>
          <p:cNvPr id="258" name="Text 71">
            <a:extLst>
              <a:ext uri="{FF2B5EF4-FFF2-40B4-BE49-F238E27FC236}">
                <a16:creationId xmlns:a16="http://schemas.microsoft.com/office/drawing/2014/main" id="{2D654670-8CB6-9C6E-7ECB-0F8D91CB1F74}"/>
              </a:ext>
            </a:extLst>
          </p:cNvPr>
          <p:cNvSpPr/>
          <p:nvPr/>
        </p:nvSpPr>
        <p:spPr>
          <a:xfrm>
            <a:off x="869823" y="4699180"/>
            <a:ext cx="978408" cy="457200"/>
          </a:xfrm>
          <a:prstGeom prst="rect">
            <a:avLst/>
          </a:prstGeom>
          <a:noFill/>
          <a:ln/>
        </p:spPr>
        <p:txBody>
          <a:bodyPr wrap="square" lIns="0" tIns="0" rIns="0" bIns="0" rtlCol="0" anchor="t"/>
          <a:lstStyle/>
          <a:p>
            <a:pPr marL="0" indent="0" algn="ctr">
              <a:buNone/>
            </a:pPr>
            <a:r>
              <a:rPr lang="es-MX" sz="750" b="1">
                <a:solidFill>
                  <a:srgbClr val="0D1F5C"/>
                </a:solidFill>
              </a:rPr>
              <a:t>Smart Vista</a:t>
            </a:r>
            <a:endParaRPr lang="es-MX" sz="750"/>
          </a:p>
        </p:txBody>
      </p:sp>
      <p:sp>
        <p:nvSpPr>
          <p:cNvPr id="262" name="Text 73">
            <a:extLst>
              <a:ext uri="{FF2B5EF4-FFF2-40B4-BE49-F238E27FC236}">
                <a16:creationId xmlns:a16="http://schemas.microsoft.com/office/drawing/2014/main" id="{3ED0D476-AD8A-EA6D-FE08-526C75FC227C}"/>
              </a:ext>
            </a:extLst>
          </p:cNvPr>
          <p:cNvSpPr/>
          <p:nvPr/>
        </p:nvSpPr>
        <p:spPr>
          <a:xfrm>
            <a:off x="1854708" y="4699180"/>
            <a:ext cx="2709341" cy="457200"/>
          </a:xfrm>
          <a:prstGeom prst="rect">
            <a:avLst/>
          </a:prstGeom>
          <a:noFill/>
          <a:ln/>
        </p:spPr>
        <p:txBody>
          <a:bodyPr wrap="square" lIns="0" tIns="0" rIns="0" bIns="0" rtlCol="0" anchor="t"/>
          <a:lstStyle/>
          <a:p>
            <a:r>
              <a:rPr lang="es-MX" sz="750" b="1">
                <a:solidFill>
                  <a:srgbClr val="3A3A3A"/>
                </a:solidFill>
              </a:rPr>
              <a:t>Pagos anticipados y Liquidaciones de compras diferidas / Aplicar pagos anticipados a pagos fijos </a:t>
            </a:r>
            <a:endParaRPr lang="es-MX" sz="750"/>
          </a:p>
        </p:txBody>
      </p:sp>
      <p:sp>
        <p:nvSpPr>
          <p:cNvPr id="270" name="Shape 77">
            <a:extLst>
              <a:ext uri="{FF2B5EF4-FFF2-40B4-BE49-F238E27FC236}">
                <a16:creationId xmlns:a16="http://schemas.microsoft.com/office/drawing/2014/main" id="{C7D1CBB9-358D-01F7-33ED-4E929813EAE7}"/>
              </a:ext>
            </a:extLst>
          </p:cNvPr>
          <p:cNvSpPr/>
          <p:nvPr/>
        </p:nvSpPr>
        <p:spPr>
          <a:xfrm>
            <a:off x="9106760" y="4790620"/>
            <a:ext cx="1188720" cy="201168"/>
          </a:xfrm>
          <a:prstGeom prst="roundRect">
            <a:avLst>
              <a:gd name="adj" fmla="val 13636"/>
            </a:avLst>
          </a:prstGeom>
          <a:solidFill>
            <a:srgbClr val="FF7800"/>
          </a:solidFill>
          <a:ln w="12700">
            <a:solidFill>
              <a:srgbClr val="E8894F"/>
            </a:solidFill>
            <a:prstDash val="solid"/>
          </a:ln>
        </p:spPr>
        <p:txBody>
          <a:bodyPr/>
          <a:lstStyle/>
          <a:p>
            <a:endParaRPr lang="es-MX"/>
          </a:p>
        </p:txBody>
      </p:sp>
      <p:sp>
        <p:nvSpPr>
          <p:cNvPr id="272" name="Text 78">
            <a:extLst>
              <a:ext uri="{FF2B5EF4-FFF2-40B4-BE49-F238E27FC236}">
                <a16:creationId xmlns:a16="http://schemas.microsoft.com/office/drawing/2014/main" id="{B1115195-5E30-E595-4C21-C7B379D93A8B}"/>
              </a:ext>
            </a:extLst>
          </p:cNvPr>
          <p:cNvSpPr/>
          <p:nvPr/>
        </p:nvSpPr>
        <p:spPr>
          <a:xfrm>
            <a:off x="9106760" y="4790620"/>
            <a:ext cx="1188720" cy="201168"/>
          </a:xfrm>
          <a:prstGeom prst="rect">
            <a:avLst/>
          </a:prstGeom>
          <a:noFill/>
          <a:ln/>
        </p:spPr>
        <p:txBody>
          <a:bodyPr wrap="square" lIns="0" tIns="0" rIns="0" bIns="0" rtlCol="0" anchor="ctr"/>
          <a:lstStyle/>
          <a:p>
            <a:pPr marL="0" indent="0" algn="ctr">
              <a:buNone/>
            </a:pPr>
            <a:r>
              <a:rPr lang="es-MX" sz="700" b="1">
                <a:solidFill>
                  <a:srgbClr val="FFFFFF"/>
                </a:solidFill>
              </a:rPr>
              <a:t> Evaluar con negocio</a:t>
            </a:r>
            <a:endParaRPr lang="es-MX" sz="700"/>
          </a:p>
        </p:txBody>
      </p:sp>
      <p:sp>
        <p:nvSpPr>
          <p:cNvPr id="274" name="Shape 79">
            <a:extLst>
              <a:ext uri="{FF2B5EF4-FFF2-40B4-BE49-F238E27FC236}">
                <a16:creationId xmlns:a16="http://schemas.microsoft.com/office/drawing/2014/main" id="{24F79A58-E60D-E20C-96B1-184ED3862A13}"/>
              </a:ext>
            </a:extLst>
          </p:cNvPr>
          <p:cNvSpPr/>
          <p:nvPr/>
        </p:nvSpPr>
        <p:spPr>
          <a:xfrm>
            <a:off x="816102" y="5192956"/>
            <a:ext cx="10031447" cy="530352"/>
          </a:xfrm>
          <a:prstGeom prst="rect">
            <a:avLst/>
          </a:prstGeom>
          <a:solidFill>
            <a:srgbClr val="E8EBF4"/>
          </a:solidFill>
          <a:ln w="6350">
            <a:solidFill>
              <a:srgbClr val="D0D5E8"/>
            </a:solidFill>
            <a:prstDash val="solid"/>
          </a:ln>
        </p:spPr>
        <p:txBody>
          <a:bodyPr/>
          <a:lstStyle/>
          <a:p>
            <a:endParaRPr lang="es-MX"/>
          </a:p>
        </p:txBody>
      </p:sp>
      <p:sp>
        <p:nvSpPr>
          <p:cNvPr id="276" name="Text 80">
            <a:extLst>
              <a:ext uri="{FF2B5EF4-FFF2-40B4-BE49-F238E27FC236}">
                <a16:creationId xmlns:a16="http://schemas.microsoft.com/office/drawing/2014/main" id="{29C93A0A-6AC4-A36F-5DB3-3FE946FB290C}"/>
              </a:ext>
            </a:extLst>
          </p:cNvPr>
          <p:cNvSpPr/>
          <p:nvPr/>
        </p:nvSpPr>
        <p:spPr>
          <a:xfrm>
            <a:off x="869823" y="5229532"/>
            <a:ext cx="978408" cy="457200"/>
          </a:xfrm>
          <a:prstGeom prst="rect">
            <a:avLst/>
          </a:prstGeom>
          <a:noFill/>
          <a:ln/>
        </p:spPr>
        <p:txBody>
          <a:bodyPr wrap="square" lIns="0" tIns="0" rIns="0" bIns="0" rtlCol="0" anchor="t"/>
          <a:lstStyle/>
          <a:p>
            <a:pPr algn="ctr"/>
            <a:r>
              <a:rPr lang="es-MX" sz="750" b="1">
                <a:solidFill>
                  <a:srgbClr val="0D1F5C"/>
                </a:solidFill>
              </a:rPr>
              <a:t>Smart Vista</a:t>
            </a:r>
            <a:endParaRPr lang="es-MX" sz="750"/>
          </a:p>
        </p:txBody>
      </p:sp>
      <p:sp>
        <p:nvSpPr>
          <p:cNvPr id="280" name="Text 82">
            <a:extLst>
              <a:ext uri="{FF2B5EF4-FFF2-40B4-BE49-F238E27FC236}">
                <a16:creationId xmlns:a16="http://schemas.microsoft.com/office/drawing/2014/main" id="{FE1ACBB6-74D6-8401-B1F4-CDDA21DA9DD9}"/>
              </a:ext>
            </a:extLst>
          </p:cNvPr>
          <p:cNvSpPr/>
          <p:nvPr/>
        </p:nvSpPr>
        <p:spPr>
          <a:xfrm>
            <a:off x="1854708" y="5229532"/>
            <a:ext cx="2709341" cy="457200"/>
          </a:xfrm>
          <a:prstGeom prst="rect">
            <a:avLst/>
          </a:prstGeom>
          <a:noFill/>
          <a:ln/>
        </p:spPr>
        <p:txBody>
          <a:bodyPr wrap="square" lIns="0" tIns="0" rIns="0" bIns="0" rtlCol="0" anchor="t"/>
          <a:lstStyle/>
          <a:p>
            <a:r>
              <a:rPr lang="es-MX" sz="750" b="1">
                <a:solidFill>
                  <a:srgbClr val="3A3A3A"/>
                </a:solidFill>
              </a:rPr>
              <a:t>Pagos anticipados y Liquidaciones de compras diferidas / Liquidar totalmente compras diferidas</a:t>
            </a:r>
            <a:endParaRPr lang="es-MX" sz="750"/>
          </a:p>
        </p:txBody>
      </p:sp>
      <p:sp>
        <p:nvSpPr>
          <p:cNvPr id="288" name="Shape 86">
            <a:extLst>
              <a:ext uri="{FF2B5EF4-FFF2-40B4-BE49-F238E27FC236}">
                <a16:creationId xmlns:a16="http://schemas.microsoft.com/office/drawing/2014/main" id="{15D33AC1-A992-B3E3-3AB5-9DEC75D09586}"/>
              </a:ext>
            </a:extLst>
          </p:cNvPr>
          <p:cNvSpPr/>
          <p:nvPr/>
        </p:nvSpPr>
        <p:spPr>
          <a:xfrm>
            <a:off x="9106760" y="5320972"/>
            <a:ext cx="1188720" cy="201168"/>
          </a:xfrm>
          <a:prstGeom prst="roundRect">
            <a:avLst>
              <a:gd name="adj" fmla="val 13636"/>
            </a:avLst>
          </a:prstGeom>
          <a:solidFill>
            <a:srgbClr val="C0392B"/>
          </a:solidFill>
          <a:ln w="12700">
            <a:solidFill>
              <a:srgbClr val="C0392B"/>
            </a:solidFill>
            <a:prstDash val="solid"/>
          </a:ln>
        </p:spPr>
        <p:txBody>
          <a:bodyPr/>
          <a:lstStyle/>
          <a:p>
            <a:endParaRPr lang="es-MX"/>
          </a:p>
        </p:txBody>
      </p:sp>
      <p:sp>
        <p:nvSpPr>
          <p:cNvPr id="290" name="Text 87">
            <a:extLst>
              <a:ext uri="{FF2B5EF4-FFF2-40B4-BE49-F238E27FC236}">
                <a16:creationId xmlns:a16="http://schemas.microsoft.com/office/drawing/2014/main" id="{AEDC8D04-7987-CD64-EC6B-EE9634E1F9BB}"/>
              </a:ext>
            </a:extLst>
          </p:cNvPr>
          <p:cNvSpPr/>
          <p:nvPr/>
        </p:nvSpPr>
        <p:spPr>
          <a:xfrm>
            <a:off x="9106760" y="5320972"/>
            <a:ext cx="1188720" cy="201168"/>
          </a:xfrm>
          <a:prstGeom prst="rect">
            <a:avLst/>
          </a:prstGeom>
          <a:solidFill>
            <a:srgbClr val="FF7800"/>
          </a:solidFill>
          <a:ln>
            <a:solidFill>
              <a:srgbClr val="E8894F"/>
            </a:solidFill>
          </a:ln>
        </p:spPr>
        <p:txBody>
          <a:bodyPr wrap="square" lIns="0" tIns="0" rIns="0" bIns="0" rtlCol="0" anchor="ctr"/>
          <a:lstStyle/>
          <a:p>
            <a:pPr marL="0" indent="0" algn="ctr">
              <a:buNone/>
            </a:pPr>
            <a:r>
              <a:rPr lang="es-MX" sz="700" b="1">
                <a:solidFill>
                  <a:srgbClr val="FFFFFF"/>
                </a:solidFill>
              </a:rPr>
              <a:t>Evaluar con negocio</a:t>
            </a:r>
            <a:endParaRPr lang="es-MX" sz="700"/>
          </a:p>
        </p:txBody>
      </p:sp>
      <p:sp>
        <p:nvSpPr>
          <p:cNvPr id="296" name="Text 1">
            <a:extLst>
              <a:ext uri="{FF2B5EF4-FFF2-40B4-BE49-F238E27FC236}">
                <a16:creationId xmlns:a16="http://schemas.microsoft.com/office/drawing/2014/main" id="{BA15B474-5E00-CA10-494F-FBE0E9B916A8}"/>
              </a:ext>
            </a:extLst>
          </p:cNvPr>
          <p:cNvSpPr/>
          <p:nvPr/>
        </p:nvSpPr>
        <p:spPr>
          <a:xfrm>
            <a:off x="457200" y="777240"/>
            <a:ext cx="10515600" cy="320040"/>
          </a:xfrm>
          <a:prstGeom prst="rect">
            <a:avLst/>
          </a:prstGeom>
          <a:noFill/>
          <a:ln/>
        </p:spPr>
        <p:txBody>
          <a:bodyPr wrap="square" lIns="0" tIns="0" rIns="0" bIns="0" rtlCol="0" anchor="ctr"/>
          <a:lstStyle/>
          <a:p>
            <a:pPr marL="0" indent="0">
              <a:buNone/>
            </a:pPr>
            <a:r>
              <a:rPr lang="es-MX" sz="1200" b="1" i="1" err="1">
                <a:solidFill>
                  <a:srgbClr val="595959"/>
                </a:solidFill>
                <a:latin typeface="+mj-lt"/>
                <a:ea typeface="Calibri" pitchFamily="34" charset="-122"/>
                <a:cs typeface="Calibri" pitchFamily="34" charset="-120"/>
              </a:rPr>
              <a:t>Should</a:t>
            </a:r>
            <a:r>
              <a:rPr lang="es-MX" sz="1200" b="1" i="1">
                <a:solidFill>
                  <a:srgbClr val="595959"/>
                </a:solidFill>
                <a:latin typeface="+mj-lt"/>
                <a:ea typeface="Calibri" pitchFamily="34" charset="-122"/>
                <a:cs typeface="Calibri" pitchFamily="34" charset="-120"/>
              </a:rPr>
              <a:t> / </a:t>
            </a:r>
            <a:r>
              <a:rPr lang="es-MX" sz="1200" b="1" i="1" err="1">
                <a:solidFill>
                  <a:srgbClr val="595959"/>
                </a:solidFill>
                <a:latin typeface="+mj-lt"/>
                <a:ea typeface="Calibri" pitchFamily="34" charset="-122"/>
                <a:cs typeface="Calibri" pitchFamily="34" charset="-120"/>
              </a:rPr>
              <a:t>Could</a:t>
            </a:r>
            <a:r>
              <a:rPr lang="es-MX" sz="1200" b="1" i="1">
                <a:solidFill>
                  <a:srgbClr val="595959"/>
                </a:solidFill>
                <a:latin typeface="+mj-lt"/>
                <a:ea typeface="Calibri" pitchFamily="34" charset="-122"/>
                <a:cs typeface="Calibri" pitchFamily="34" charset="-120"/>
              </a:rPr>
              <a:t> Have + complejidad Alta </a:t>
            </a:r>
            <a:r>
              <a:rPr lang="es-MX" sz="1200" i="1">
                <a:solidFill>
                  <a:srgbClr val="595959"/>
                </a:solidFill>
                <a:latin typeface="+mj-lt"/>
                <a:ea typeface="Calibri" pitchFamily="34" charset="-122"/>
                <a:cs typeface="Calibri" pitchFamily="34" charset="-120"/>
              </a:rPr>
              <a:t>= máximo esfuerzo para funcionalidad no bloqueante — candidatos naturales a diferimiento</a:t>
            </a:r>
          </a:p>
        </p:txBody>
      </p:sp>
      <p:sp>
        <p:nvSpPr>
          <p:cNvPr id="298" name="Text 12">
            <a:extLst>
              <a:ext uri="{FF2B5EF4-FFF2-40B4-BE49-F238E27FC236}">
                <a16:creationId xmlns:a16="http://schemas.microsoft.com/office/drawing/2014/main" id="{2F81FB8E-883F-69F3-E70C-F4D5D475C784}"/>
              </a:ext>
            </a:extLst>
          </p:cNvPr>
          <p:cNvSpPr/>
          <p:nvPr/>
        </p:nvSpPr>
        <p:spPr>
          <a:xfrm>
            <a:off x="5832697" y="1261417"/>
            <a:ext cx="1826133" cy="192024"/>
          </a:xfrm>
          <a:prstGeom prst="rect">
            <a:avLst/>
          </a:prstGeom>
          <a:noFill/>
          <a:ln/>
        </p:spPr>
        <p:txBody>
          <a:bodyPr wrap="square" lIns="0" tIns="0" rIns="0" bIns="0" rtlCol="0" anchor="ctr"/>
          <a:lstStyle/>
          <a:p>
            <a:pPr marL="0" indent="0" algn="ctr">
              <a:buNone/>
            </a:pPr>
            <a:r>
              <a:rPr lang="es-MX" sz="750" b="1">
                <a:solidFill>
                  <a:srgbClr val="FFFFFF"/>
                </a:solidFill>
              </a:rPr>
              <a:t>RACIONAL</a:t>
            </a:r>
            <a:endParaRPr lang="es-MX" sz="750"/>
          </a:p>
        </p:txBody>
      </p:sp>
      <p:sp>
        <p:nvSpPr>
          <p:cNvPr id="300" name="Shape 70">
            <a:extLst>
              <a:ext uri="{FF2B5EF4-FFF2-40B4-BE49-F238E27FC236}">
                <a16:creationId xmlns:a16="http://schemas.microsoft.com/office/drawing/2014/main" id="{24507056-B929-C7F4-D3F3-BA32852A2165}"/>
              </a:ext>
            </a:extLst>
          </p:cNvPr>
          <p:cNvSpPr/>
          <p:nvPr/>
        </p:nvSpPr>
        <p:spPr>
          <a:xfrm>
            <a:off x="816102" y="5723308"/>
            <a:ext cx="10031447" cy="530352"/>
          </a:xfrm>
          <a:prstGeom prst="rect">
            <a:avLst/>
          </a:prstGeom>
          <a:solidFill>
            <a:srgbClr val="FFFFFF"/>
          </a:solidFill>
          <a:ln w="6350">
            <a:solidFill>
              <a:srgbClr val="D0D5E8"/>
            </a:solidFill>
            <a:prstDash val="solid"/>
          </a:ln>
        </p:spPr>
        <p:txBody>
          <a:bodyPr/>
          <a:lstStyle/>
          <a:p>
            <a:endParaRPr lang="es-MX"/>
          </a:p>
        </p:txBody>
      </p:sp>
      <p:sp>
        <p:nvSpPr>
          <p:cNvPr id="302" name="Text 71">
            <a:extLst>
              <a:ext uri="{FF2B5EF4-FFF2-40B4-BE49-F238E27FC236}">
                <a16:creationId xmlns:a16="http://schemas.microsoft.com/office/drawing/2014/main" id="{B782A2F3-0CC7-D741-DFD4-E52F347FE262}"/>
              </a:ext>
            </a:extLst>
          </p:cNvPr>
          <p:cNvSpPr/>
          <p:nvPr/>
        </p:nvSpPr>
        <p:spPr>
          <a:xfrm>
            <a:off x="869823" y="5759884"/>
            <a:ext cx="978408" cy="457200"/>
          </a:xfrm>
          <a:prstGeom prst="rect">
            <a:avLst/>
          </a:prstGeom>
          <a:noFill/>
          <a:ln/>
        </p:spPr>
        <p:txBody>
          <a:bodyPr wrap="square" lIns="0" tIns="0" rIns="0" bIns="0" rtlCol="0" anchor="t"/>
          <a:lstStyle/>
          <a:p>
            <a:pPr marL="0" indent="0" algn="ctr">
              <a:buNone/>
            </a:pPr>
            <a:r>
              <a:rPr lang="es-MX" sz="750" b="1">
                <a:solidFill>
                  <a:srgbClr val="0D1F5C"/>
                </a:solidFill>
              </a:rPr>
              <a:t>Smart Vista</a:t>
            </a:r>
            <a:endParaRPr lang="es-MX" sz="750"/>
          </a:p>
        </p:txBody>
      </p:sp>
      <p:sp>
        <p:nvSpPr>
          <p:cNvPr id="304" name="Text 73">
            <a:extLst>
              <a:ext uri="{FF2B5EF4-FFF2-40B4-BE49-F238E27FC236}">
                <a16:creationId xmlns:a16="http://schemas.microsoft.com/office/drawing/2014/main" id="{85D83FA8-2A5A-3A98-AA21-23FC8348E9C6}"/>
              </a:ext>
            </a:extLst>
          </p:cNvPr>
          <p:cNvSpPr/>
          <p:nvPr/>
        </p:nvSpPr>
        <p:spPr>
          <a:xfrm>
            <a:off x="1854708" y="5759884"/>
            <a:ext cx="2709341" cy="457200"/>
          </a:xfrm>
          <a:prstGeom prst="rect">
            <a:avLst/>
          </a:prstGeom>
          <a:noFill/>
          <a:ln/>
        </p:spPr>
        <p:txBody>
          <a:bodyPr wrap="square" lIns="0" tIns="0" rIns="0" bIns="0" rtlCol="0" anchor="t"/>
          <a:lstStyle/>
          <a:p>
            <a:r>
              <a:rPr lang="es-MX" sz="750" b="1">
                <a:solidFill>
                  <a:srgbClr val="3A3A3A"/>
                </a:solidFill>
              </a:rPr>
              <a:t>Pagos anticipados y Liquidaciones de compras diferidas / Cancelar compras diferidas en línea</a:t>
            </a:r>
            <a:endParaRPr lang="es-MX" sz="750"/>
          </a:p>
        </p:txBody>
      </p:sp>
      <p:sp>
        <p:nvSpPr>
          <p:cNvPr id="308" name="Shape 77">
            <a:extLst>
              <a:ext uri="{FF2B5EF4-FFF2-40B4-BE49-F238E27FC236}">
                <a16:creationId xmlns:a16="http://schemas.microsoft.com/office/drawing/2014/main" id="{876B4E9E-F526-B021-C8CF-764000C913F2}"/>
              </a:ext>
            </a:extLst>
          </p:cNvPr>
          <p:cNvSpPr/>
          <p:nvPr/>
        </p:nvSpPr>
        <p:spPr>
          <a:xfrm>
            <a:off x="9106760" y="5851324"/>
            <a:ext cx="1188720" cy="201168"/>
          </a:xfrm>
          <a:prstGeom prst="roundRect">
            <a:avLst>
              <a:gd name="adj" fmla="val 13636"/>
            </a:avLst>
          </a:prstGeom>
          <a:solidFill>
            <a:srgbClr val="FF7800"/>
          </a:solidFill>
          <a:ln w="12700">
            <a:solidFill>
              <a:srgbClr val="E8894F"/>
            </a:solidFill>
            <a:prstDash val="solid"/>
          </a:ln>
        </p:spPr>
        <p:txBody>
          <a:bodyPr/>
          <a:lstStyle/>
          <a:p>
            <a:endParaRPr lang="es-MX"/>
          </a:p>
        </p:txBody>
      </p:sp>
      <p:sp>
        <p:nvSpPr>
          <p:cNvPr id="310" name="Text 78">
            <a:extLst>
              <a:ext uri="{FF2B5EF4-FFF2-40B4-BE49-F238E27FC236}">
                <a16:creationId xmlns:a16="http://schemas.microsoft.com/office/drawing/2014/main" id="{28F2E461-57F5-2113-D46A-E86DCD7C2BCB}"/>
              </a:ext>
            </a:extLst>
          </p:cNvPr>
          <p:cNvSpPr/>
          <p:nvPr/>
        </p:nvSpPr>
        <p:spPr>
          <a:xfrm>
            <a:off x="9106760" y="5851324"/>
            <a:ext cx="1188720" cy="201168"/>
          </a:xfrm>
          <a:prstGeom prst="rect">
            <a:avLst/>
          </a:prstGeom>
          <a:noFill/>
          <a:ln/>
        </p:spPr>
        <p:txBody>
          <a:bodyPr wrap="square" lIns="0" tIns="0" rIns="0" bIns="0" rtlCol="0" anchor="ctr"/>
          <a:lstStyle/>
          <a:p>
            <a:pPr marL="0" indent="0" algn="ctr">
              <a:buNone/>
            </a:pPr>
            <a:r>
              <a:rPr lang="es-MX" sz="700" b="1">
                <a:solidFill>
                  <a:srgbClr val="FFFFFF"/>
                </a:solidFill>
              </a:rPr>
              <a:t> Evaluar con negocio</a:t>
            </a:r>
            <a:endParaRPr lang="es-MX" sz="700"/>
          </a:p>
        </p:txBody>
      </p:sp>
      <p:sp>
        <p:nvSpPr>
          <p:cNvPr id="312" name="Text 19">
            <a:extLst>
              <a:ext uri="{FF2B5EF4-FFF2-40B4-BE49-F238E27FC236}">
                <a16:creationId xmlns:a16="http://schemas.microsoft.com/office/drawing/2014/main" id="{89A25D72-0BFD-B761-7C92-2E7746D185BD}"/>
              </a:ext>
            </a:extLst>
          </p:cNvPr>
          <p:cNvSpPr/>
          <p:nvPr/>
        </p:nvSpPr>
        <p:spPr>
          <a:xfrm>
            <a:off x="5343186" y="1517068"/>
            <a:ext cx="2709341" cy="457200"/>
          </a:xfrm>
          <a:prstGeom prst="rect">
            <a:avLst/>
          </a:prstGeom>
          <a:noFill/>
          <a:ln/>
        </p:spPr>
        <p:txBody>
          <a:bodyPr wrap="square" lIns="0" tIns="0" rIns="0" bIns="0" rtlCol="0" anchor="t"/>
          <a:lstStyle/>
          <a:p>
            <a:pPr marL="0" indent="0">
              <a:buNone/>
            </a:pPr>
            <a:r>
              <a:rPr lang="es-MX" sz="750">
                <a:solidFill>
                  <a:srgbClr val="3A3A3A"/>
                </a:solidFill>
              </a:rPr>
              <a:t>BB nuevo por confirmar requisito regulatorio CNBV de inclusión financiera. No bloquea el flujo de </a:t>
            </a:r>
            <a:r>
              <a:rPr lang="es-MX" sz="750" err="1">
                <a:solidFill>
                  <a:srgbClr val="3A3A3A"/>
                </a:solidFill>
              </a:rPr>
              <a:t>on</a:t>
            </a:r>
            <a:r>
              <a:rPr lang="es-MX" sz="750">
                <a:solidFill>
                  <a:srgbClr val="3A3A3A"/>
                </a:solidFill>
              </a:rPr>
              <a:t> </a:t>
            </a:r>
            <a:r>
              <a:rPr lang="es-MX" sz="750" err="1">
                <a:solidFill>
                  <a:srgbClr val="3A3A3A"/>
                </a:solidFill>
              </a:rPr>
              <a:t>boarding</a:t>
            </a:r>
            <a:r>
              <a:rPr lang="es-MX" sz="750">
                <a:solidFill>
                  <a:srgbClr val="3A3A3A"/>
                </a:solidFill>
              </a:rPr>
              <a:t> TDC — el prospecto puede continuar sin declarar grupo prioritario en R4.</a:t>
            </a:r>
            <a:endParaRPr lang="es-MX" sz="750"/>
          </a:p>
        </p:txBody>
      </p:sp>
      <p:sp>
        <p:nvSpPr>
          <p:cNvPr id="314" name="Text 19">
            <a:extLst>
              <a:ext uri="{FF2B5EF4-FFF2-40B4-BE49-F238E27FC236}">
                <a16:creationId xmlns:a16="http://schemas.microsoft.com/office/drawing/2014/main" id="{86104462-E0CB-4F20-1552-07629EAA5623}"/>
              </a:ext>
            </a:extLst>
          </p:cNvPr>
          <p:cNvSpPr/>
          <p:nvPr/>
        </p:nvSpPr>
        <p:spPr>
          <a:xfrm>
            <a:off x="5343185" y="2058887"/>
            <a:ext cx="2709341" cy="457200"/>
          </a:xfrm>
          <a:prstGeom prst="rect">
            <a:avLst/>
          </a:prstGeom>
          <a:noFill/>
          <a:ln/>
        </p:spPr>
        <p:txBody>
          <a:bodyPr wrap="square" lIns="0" tIns="0" rIns="0" bIns="0" rtlCol="0" anchor="t"/>
          <a:lstStyle/>
          <a:p>
            <a:pPr marL="0" indent="0">
              <a:buNone/>
            </a:pPr>
            <a:r>
              <a:rPr lang="es-MX" sz="750">
                <a:solidFill>
                  <a:srgbClr val="3A3A3A"/>
                </a:solidFill>
              </a:rPr>
              <a:t>BB nuevo por confirmar requisito regulatorio CNBV de inclusión financiera. No bloquea el flujo de </a:t>
            </a:r>
            <a:r>
              <a:rPr lang="es-MX" sz="750" err="1">
                <a:solidFill>
                  <a:srgbClr val="3A3A3A"/>
                </a:solidFill>
              </a:rPr>
              <a:t>on</a:t>
            </a:r>
            <a:r>
              <a:rPr lang="es-MX" sz="750">
                <a:solidFill>
                  <a:srgbClr val="3A3A3A"/>
                </a:solidFill>
              </a:rPr>
              <a:t> </a:t>
            </a:r>
            <a:r>
              <a:rPr lang="es-MX" sz="750" err="1">
                <a:solidFill>
                  <a:srgbClr val="3A3A3A"/>
                </a:solidFill>
              </a:rPr>
              <a:t>boarding</a:t>
            </a:r>
            <a:r>
              <a:rPr lang="es-MX" sz="750">
                <a:solidFill>
                  <a:srgbClr val="3A3A3A"/>
                </a:solidFill>
              </a:rPr>
              <a:t> TDC — el prospecto puede continuar sin declarar grupo prioritario en R4.</a:t>
            </a:r>
            <a:endParaRPr lang="es-MX" sz="750"/>
          </a:p>
        </p:txBody>
      </p:sp>
      <p:sp>
        <p:nvSpPr>
          <p:cNvPr id="316" name="Text 19">
            <a:extLst>
              <a:ext uri="{FF2B5EF4-FFF2-40B4-BE49-F238E27FC236}">
                <a16:creationId xmlns:a16="http://schemas.microsoft.com/office/drawing/2014/main" id="{DCA311B0-6BBD-7D56-5E1A-FB81614BA0B6}"/>
              </a:ext>
            </a:extLst>
          </p:cNvPr>
          <p:cNvSpPr/>
          <p:nvPr/>
        </p:nvSpPr>
        <p:spPr>
          <a:xfrm>
            <a:off x="5343185" y="2577772"/>
            <a:ext cx="2709341" cy="457200"/>
          </a:xfrm>
          <a:prstGeom prst="rect">
            <a:avLst/>
          </a:prstGeom>
          <a:noFill/>
          <a:ln/>
        </p:spPr>
        <p:txBody>
          <a:bodyPr wrap="square" lIns="0" tIns="0" rIns="0" bIns="0" rtlCol="0" anchor="t"/>
          <a:lstStyle/>
          <a:p>
            <a:pPr marL="0" indent="0">
              <a:buNone/>
            </a:pPr>
            <a:r>
              <a:rPr lang="es-MX" sz="750">
                <a:solidFill>
                  <a:srgbClr val="3A3A3A"/>
                </a:solidFill>
              </a:rPr>
              <a:t>Contenido informativo UX — no afecta la completitud del expediente ni el flujo de firma. Valor incremental de experiencia, no funcionalidad </a:t>
            </a:r>
            <a:r>
              <a:rPr lang="es-MX" sz="750" err="1">
                <a:solidFill>
                  <a:srgbClr val="3A3A3A"/>
                </a:solidFill>
              </a:rPr>
              <a:t>core</a:t>
            </a:r>
            <a:r>
              <a:rPr lang="es-MX" sz="750">
                <a:solidFill>
                  <a:srgbClr val="3A3A3A"/>
                </a:solidFill>
              </a:rPr>
              <a:t>.</a:t>
            </a:r>
            <a:endParaRPr lang="es-MX" sz="750"/>
          </a:p>
        </p:txBody>
      </p:sp>
      <p:sp>
        <p:nvSpPr>
          <p:cNvPr id="318" name="Text 19">
            <a:extLst>
              <a:ext uri="{FF2B5EF4-FFF2-40B4-BE49-F238E27FC236}">
                <a16:creationId xmlns:a16="http://schemas.microsoft.com/office/drawing/2014/main" id="{E9279EDB-4236-D551-CF13-B96766E63840}"/>
              </a:ext>
            </a:extLst>
          </p:cNvPr>
          <p:cNvSpPr/>
          <p:nvPr/>
        </p:nvSpPr>
        <p:spPr>
          <a:xfrm>
            <a:off x="5343185" y="3108124"/>
            <a:ext cx="2709341" cy="457200"/>
          </a:xfrm>
          <a:prstGeom prst="rect">
            <a:avLst/>
          </a:prstGeom>
          <a:noFill/>
          <a:ln/>
        </p:spPr>
        <p:txBody>
          <a:bodyPr wrap="square" lIns="0" tIns="0" rIns="0" bIns="0" rtlCol="0" anchor="t"/>
          <a:lstStyle/>
          <a:p>
            <a:pPr marL="0" indent="0">
              <a:buNone/>
            </a:pPr>
            <a:r>
              <a:rPr lang="es-MX" sz="750">
                <a:solidFill>
                  <a:srgbClr val="3A3A3A"/>
                </a:solidFill>
              </a:rPr>
              <a:t>El equipo identificó que esta HU se relaciona con el flujo de prospecto, que no está confirmado en el alcance de R4. Pendiente validar con Negocio si entra o se difiere .</a:t>
            </a:r>
            <a:endParaRPr lang="es-MX" sz="750"/>
          </a:p>
        </p:txBody>
      </p:sp>
      <p:sp>
        <p:nvSpPr>
          <p:cNvPr id="320" name="Text 19">
            <a:extLst>
              <a:ext uri="{FF2B5EF4-FFF2-40B4-BE49-F238E27FC236}">
                <a16:creationId xmlns:a16="http://schemas.microsoft.com/office/drawing/2014/main" id="{C9C4B2D5-53C9-2CC8-26F5-D4AE71B45124}"/>
              </a:ext>
            </a:extLst>
          </p:cNvPr>
          <p:cNvSpPr/>
          <p:nvPr/>
        </p:nvSpPr>
        <p:spPr>
          <a:xfrm>
            <a:off x="5319331" y="3665866"/>
            <a:ext cx="2709341" cy="457200"/>
          </a:xfrm>
          <a:prstGeom prst="rect">
            <a:avLst/>
          </a:prstGeom>
          <a:noFill/>
          <a:ln/>
        </p:spPr>
        <p:txBody>
          <a:bodyPr wrap="square" lIns="0" tIns="0" rIns="0" bIns="0" rtlCol="0" anchor="t"/>
          <a:lstStyle/>
          <a:p>
            <a:pPr marL="0" indent="0">
              <a:buNone/>
            </a:pPr>
            <a:r>
              <a:rPr lang="es-MX" sz="750">
                <a:solidFill>
                  <a:srgbClr val="3A3A3A"/>
                </a:solidFill>
              </a:rPr>
              <a:t>Sin valor de negocio. Evaluar si puede parametrizarse en R4.5 sin impacto operativo.</a:t>
            </a:r>
            <a:endParaRPr lang="es-MX" sz="750"/>
          </a:p>
        </p:txBody>
      </p:sp>
      <p:sp>
        <p:nvSpPr>
          <p:cNvPr id="322" name="Text 19">
            <a:extLst>
              <a:ext uri="{FF2B5EF4-FFF2-40B4-BE49-F238E27FC236}">
                <a16:creationId xmlns:a16="http://schemas.microsoft.com/office/drawing/2014/main" id="{5D200F18-68B6-7BCC-2F49-4AD13E91DFAB}"/>
              </a:ext>
            </a:extLst>
          </p:cNvPr>
          <p:cNvSpPr/>
          <p:nvPr/>
        </p:nvSpPr>
        <p:spPr>
          <a:xfrm>
            <a:off x="5351337" y="4175505"/>
            <a:ext cx="2709341" cy="457200"/>
          </a:xfrm>
          <a:prstGeom prst="rect">
            <a:avLst/>
          </a:prstGeom>
          <a:noFill/>
          <a:ln/>
        </p:spPr>
        <p:txBody>
          <a:bodyPr wrap="square" lIns="0" tIns="0" rIns="0" bIns="0" rtlCol="0" anchor="t"/>
          <a:lstStyle/>
          <a:p>
            <a:pPr marL="0" indent="0">
              <a:buNone/>
            </a:pPr>
            <a:r>
              <a:rPr lang="es-MX" sz="750">
                <a:solidFill>
                  <a:srgbClr val="3A3A3A"/>
                </a:solidFill>
              </a:rPr>
              <a:t>Insumo de decisión para reórdenes automáticos de maquila. La operación puede iniciarse con consultas manuales en R4 — evaluar si el área de Suministros acepta este </a:t>
            </a:r>
            <a:r>
              <a:rPr lang="es-MX" sz="750" err="1">
                <a:solidFill>
                  <a:srgbClr val="3A3A3A"/>
                </a:solidFill>
              </a:rPr>
              <a:t>workaround</a:t>
            </a:r>
            <a:r>
              <a:rPr lang="es-MX" sz="750">
                <a:solidFill>
                  <a:srgbClr val="3A3A3A"/>
                </a:solidFill>
              </a:rPr>
              <a:t> transitorio.</a:t>
            </a:r>
            <a:endParaRPr lang="es-MX" sz="750"/>
          </a:p>
        </p:txBody>
      </p:sp>
      <p:sp>
        <p:nvSpPr>
          <p:cNvPr id="324" name="Text 19">
            <a:extLst>
              <a:ext uri="{FF2B5EF4-FFF2-40B4-BE49-F238E27FC236}">
                <a16:creationId xmlns:a16="http://schemas.microsoft.com/office/drawing/2014/main" id="{ADE5F3BD-CA35-335E-CE2B-9C2ED21EB27A}"/>
              </a:ext>
            </a:extLst>
          </p:cNvPr>
          <p:cNvSpPr/>
          <p:nvPr/>
        </p:nvSpPr>
        <p:spPr>
          <a:xfrm>
            <a:off x="5351337" y="4699180"/>
            <a:ext cx="2709341" cy="457200"/>
          </a:xfrm>
          <a:prstGeom prst="rect">
            <a:avLst/>
          </a:prstGeom>
          <a:noFill/>
          <a:ln/>
        </p:spPr>
        <p:txBody>
          <a:bodyPr wrap="square" lIns="0" tIns="0" rIns="0" bIns="0" rtlCol="0" anchor="t"/>
          <a:lstStyle/>
          <a:p>
            <a:pPr marL="0" indent="0">
              <a:buNone/>
            </a:pPr>
            <a:r>
              <a:rPr lang="es-MX" sz="750">
                <a:solidFill>
                  <a:srgbClr val="3A3A3A"/>
                </a:solidFill>
              </a:rPr>
              <a:t>Alto valor comercial pero sin impacto en el flujo E2E de </a:t>
            </a:r>
            <a:r>
              <a:rPr lang="es-MX" sz="750" err="1">
                <a:solidFill>
                  <a:srgbClr val="3A3A3A"/>
                </a:solidFill>
              </a:rPr>
              <a:t>originación</a:t>
            </a:r>
            <a:r>
              <a:rPr lang="es-MX" sz="750">
                <a:solidFill>
                  <a:srgbClr val="3A3A3A"/>
                </a:solidFill>
              </a:rPr>
              <a:t>. Dependencia con SIWEB introduce riesgo adicional: si SIWEB no cierra antes del 15-Oct, estas HUs no entran al primer tramo de SIT.</a:t>
            </a:r>
            <a:endParaRPr lang="es-MX" sz="750"/>
          </a:p>
        </p:txBody>
      </p:sp>
      <p:sp>
        <p:nvSpPr>
          <p:cNvPr id="326" name="Text 19">
            <a:extLst>
              <a:ext uri="{FF2B5EF4-FFF2-40B4-BE49-F238E27FC236}">
                <a16:creationId xmlns:a16="http://schemas.microsoft.com/office/drawing/2014/main" id="{11E4C1B7-AB7E-F30A-B866-019909157085}"/>
              </a:ext>
            </a:extLst>
          </p:cNvPr>
          <p:cNvSpPr/>
          <p:nvPr/>
        </p:nvSpPr>
        <p:spPr>
          <a:xfrm>
            <a:off x="5351337" y="5782064"/>
            <a:ext cx="2709341" cy="457200"/>
          </a:xfrm>
          <a:prstGeom prst="rect">
            <a:avLst/>
          </a:prstGeom>
          <a:noFill/>
          <a:ln/>
        </p:spPr>
        <p:txBody>
          <a:bodyPr wrap="square" lIns="0" tIns="0" rIns="0" bIns="0" rtlCol="0" anchor="t"/>
          <a:lstStyle/>
          <a:p>
            <a:r>
              <a:rPr lang="es-MX" sz="750">
                <a:solidFill>
                  <a:srgbClr val="3A3A3A"/>
                </a:solidFill>
              </a:rPr>
              <a:t>Alto valor comercial pero sin impacto en el flujo E2E de </a:t>
            </a:r>
            <a:r>
              <a:rPr lang="es-MX" sz="750" err="1">
                <a:solidFill>
                  <a:srgbClr val="3A3A3A"/>
                </a:solidFill>
              </a:rPr>
              <a:t>originación</a:t>
            </a:r>
            <a:r>
              <a:rPr lang="es-MX" sz="750">
                <a:solidFill>
                  <a:srgbClr val="3A3A3A"/>
                </a:solidFill>
              </a:rPr>
              <a:t>. Dependencia con SIWEB introduce riesgo adicional: si SIWEB no cierra antes del 15-Oct, estas HUs no entran al primer tramo de SIT.</a:t>
            </a:r>
            <a:endParaRPr lang="es-MX" sz="750"/>
          </a:p>
        </p:txBody>
      </p:sp>
      <p:sp>
        <p:nvSpPr>
          <p:cNvPr id="330" name="Text 19">
            <a:extLst>
              <a:ext uri="{FF2B5EF4-FFF2-40B4-BE49-F238E27FC236}">
                <a16:creationId xmlns:a16="http://schemas.microsoft.com/office/drawing/2014/main" id="{49006560-CE26-C5C2-E4CB-61E9C5254B0D}"/>
              </a:ext>
            </a:extLst>
          </p:cNvPr>
          <p:cNvSpPr/>
          <p:nvPr/>
        </p:nvSpPr>
        <p:spPr>
          <a:xfrm>
            <a:off x="5343184" y="5236730"/>
            <a:ext cx="2709341" cy="457200"/>
          </a:xfrm>
          <a:prstGeom prst="rect">
            <a:avLst/>
          </a:prstGeom>
          <a:noFill/>
          <a:ln/>
        </p:spPr>
        <p:txBody>
          <a:bodyPr wrap="square" lIns="0" tIns="0" rIns="0" bIns="0" rtlCol="0" anchor="t"/>
          <a:lstStyle/>
          <a:p>
            <a:r>
              <a:rPr lang="es-MX" sz="750">
                <a:solidFill>
                  <a:srgbClr val="3A3A3A"/>
                </a:solidFill>
              </a:rPr>
              <a:t>Alto valor comercial pero sin impacto en el flujo E2E de </a:t>
            </a:r>
            <a:r>
              <a:rPr lang="es-MX" sz="750" err="1">
                <a:solidFill>
                  <a:srgbClr val="3A3A3A"/>
                </a:solidFill>
              </a:rPr>
              <a:t>originación</a:t>
            </a:r>
            <a:r>
              <a:rPr lang="es-MX" sz="750">
                <a:solidFill>
                  <a:srgbClr val="3A3A3A"/>
                </a:solidFill>
              </a:rPr>
              <a:t>. Dependencia con SIWEB introduce riesgo adicional: si SIWEB no cierra antes del 15-Oct, estas HUs no entran al primer tramo de SIT.</a:t>
            </a:r>
            <a:endParaRPr lang="es-MX" sz="750"/>
          </a:p>
        </p:txBody>
      </p:sp>
      <p:sp>
        <p:nvSpPr>
          <p:cNvPr id="332" name="Shape 41">
            <a:extLst>
              <a:ext uri="{FF2B5EF4-FFF2-40B4-BE49-F238E27FC236}">
                <a16:creationId xmlns:a16="http://schemas.microsoft.com/office/drawing/2014/main" id="{25380920-362B-D77D-9177-8415D853395F}"/>
              </a:ext>
            </a:extLst>
          </p:cNvPr>
          <p:cNvSpPr/>
          <p:nvPr/>
        </p:nvSpPr>
        <p:spPr>
          <a:xfrm>
            <a:off x="9106760" y="3211490"/>
            <a:ext cx="1188720" cy="201168"/>
          </a:xfrm>
          <a:prstGeom prst="roundRect">
            <a:avLst>
              <a:gd name="adj" fmla="val 13636"/>
            </a:avLst>
          </a:prstGeom>
          <a:solidFill>
            <a:srgbClr val="00B050"/>
          </a:solidFill>
          <a:ln w="12700">
            <a:solidFill>
              <a:srgbClr val="00B050"/>
            </a:solidFill>
            <a:prstDash val="solid"/>
          </a:ln>
        </p:spPr>
        <p:txBody>
          <a:bodyPr/>
          <a:lstStyle/>
          <a:p>
            <a:endParaRPr lang="es-MX"/>
          </a:p>
        </p:txBody>
      </p:sp>
      <p:sp>
        <p:nvSpPr>
          <p:cNvPr id="334" name="Text 42">
            <a:extLst>
              <a:ext uri="{FF2B5EF4-FFF2-40B4-BE49-F238E27FC236}">
                <a16:creationId xmlns:a16="http://schemas.microsoft.com/office/drawing/2014/main" id="{3FED9AB5-80B6-D0A5-D6B4-F896CEE784DA}"/>
              </a:ext>
            </a:extLst>
          </p:cNvPr>
          <p:cNvSpPr/>
          <p:nvPr/>
        </p:nvSpPr>
        <p:spPr>
          <a:xfrm>
            <a:off x="9106760" y="3211490"/>
            <a:ext cx="1188720" cy="201168"/>
          </a:xfrm>
          <a:prstGeom prst="rect">
            <a:avLst/>
          </a:prstGeom>
          <a:solidFill>
            <a:srgbClr val="00B050"/>
          </a:solidFill>
          <a:ln>
            <a:solidFill>
              <a:srgbClr val="6EA92D"/>
            </a:solidFill>
          </a:ln>
        </p:spPr>
        <p:txBody>
          <a:bodyPr wrap="square" lIns="0" tIns="0" rIns="0" bIns="0" rtlCol="0" anchor="ctr"/>
          <a:lstStyle/>
          <a:p>
            <a:pPr marL="0" indent="0" algn="ctr">
              <a:buNone/>
            </a:pPr>
            <a:r>
              <a:rPr lang="es-MX" sz="700" b="1">
                <a:solidFill>
                  <a:srgbClr val="FFFFFF"/>
                </a:solidFill>
              </a:rPr>
              <a:t> Diferir a R4.1</a:t>
            </a:r>
            <a:endParaRPr lang="es-MX" sz="700"/>
          </a:p>
        </p:txBody>
      </p:sp>
    </p:spTree>
    <p:extLst>
      <p:ext uri="{BB962C8B-B14F-4D97-AF65-F5344CB8AC3E}">
        <p14:creationId xmlns:p14="http://schemas.microsoft.com/office/powerpoint/2010/main" val="214516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4F61F-BA8C-9322-C4C9-E82FAEAC1411}"/>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955C66A-06AF-D2C0-EC7F-DB14FEE1D5A7}"/>
              </a:ext>
            </a:extLst>
          </p:cNvPr>
          <p:cNvGraphicFramePr>
            <a:graphicFrameLocks/>
          </p:cNvGraphicFramePr>
          <p:nvPr>
            <p:custDataLst>
              <p:tags r:id="rId1"/>
            </p:custDataLst>
            <p:extLst>
              <p:ext uri="{D42A27DB-BD31-4B8C-83A1-F6EECF244321}">
                <p14:modId xmlns:p14="http://schemas.microsoft.com/office/powerpoint/2010/main" val="7279184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4" name="think-cell data - do not delete" hidden="1">
                        <a:extLst>
                          <a:ext uri="{FF2B5EF4-FFF2-40B4-BE49-F238E27FC236}">
                            <a16:creationId xmlns:a16="http://schemas.microsoft.com/office/drawing/2014/main" id="{4955C66A-06AF-D2C0-EC7F-DB14FEE1D5A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738654A-C0FC-CC94-0CB8-231D107647FC}"/>
              </a:ext>
            </a:extLst>
          </p:cNvPr>
          <p:cNvSpPr>
            <a:spLocks noGrp="1"/>
          </p:cNvSpPr>
          <p:nvPr>
            <p:ph type="title"/>
          </p:nvPr>
        </p:nvSpPr>
        <p:spPr>
          <a:xfrm>
            <a:off x="286749" y="381000"/>
            <a:ext cx="11143252" cy="954708"/>
          </a:xfrm>
        </p:spPr>
        <p:txBody>
          <a:bodyPr vert="horz" rIns="91440" anchor="t">
            <a:normAutofit/>
          </a:bodyPr>
          <a:lstStyle/>
          <a:p>
            <a:r>
              <a:rPr lang="es-MX" sz="2800" noProof="0"/>
              <a:t>Próximos pasos </a:t>
            </a:r>
            <a:r>
              <a:rPr lang="es-MX" sz="2800" noProof="0" err="1"/>
              <a:t>Roadmap</a:t>
            </a:r>
            <a:r>
              <a:rPr lang="es-MX" sz="2800" noProof="0"/>
              <a:t> R4</a:t>
            </a:r>
          </a:p>
        </p:txBody>
      </p:sp>
      <p:sp>
        <p:nvSpPr>
          <p:cNvPr id="3" name="TextBox 2">
            <a:extLst>
              <a:ext uri="{FF2B5EF4-FFF2-40B4-BE49-F238E27FC236}">
                <a16:creationId xmlns:a16="http://schemas.microsoft.com/office/drawing/2014/main" id="{4FCBCC22-5C83-3243-5C74-7CBB71052D10}"/>
              </a:ext>
            </a:extLst>
          </p:cNvPr>
          <p:cNvSpPr txBox="1"/>
          <p:nvPr/>
        </p:nvSpPr>
        <p:spPr>
          <a:xfrm>
            <a:off x="768096" y="1426464"/>
            <a:ext cx="10030968" cy="4306824"/>
          </a:xfrm>
          <a:prstGeom prst="rect">
            <a:avLst/>
          </a:prstGeom>
          <a:noFill/>
        </p:spPr>
        <p:txBody>
          <a:bodyPr wrap="square" lIns="0" tIns="0" rIns="0" bIns="0" rtlCol="0">
            <a:noAutofit/>
          </a:bodyPr>
          <a:lstStyle/>
          <a:p>
            <a:pPr marL="285750" marR="0" lvl="0" indent="-285750" algn="l" defTabSz="2286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s-MX" sz="1800" b="1" i="0" u="none" strike="noStrike" kern="1200" cap="none" spc="0" normalizeH="0" baseline="0" noProof="0">
                <a:ln>
                  <a:noFill/>
                </a:ln>
                <a:solidFill>
                  <a:srgbClr val="000000"/>
                </a:solidFill>
                <a:effectLst/>
                <a:uLnTx/>
                <a:uFillTx/>
                <a:latin typeface="Graphik"/>
                <a:ea typeface="+mn-ea"/>
                <a:cs typeface="+mn-cs"/>
              </a:rPr>
              <a:t>Monitorear el avance de diseño e implementación por track</a:t>
            </a:r>
            <a:r>
              <a:rPr kumimoji="0" lang="es-MX" sz="1800" i="0" u="none" strike="noStrike" kern="1200" cap="none" spc="0" normalizeH="0" baseline="0" noProof="0">
                <a:ln>
                  <a:noFill/>
                </a:ln>
                <a:solidFill>
                  <a:srgbClr val="000000"/>
                </a:solidFill>
                <a:effectLst/>
                <a:uLnTx/>
                <a:uFillTx/>
                <a:latin typeface="Graphik"/>
                <a:ea typeface="+mn-ea"/>
                <a:cs typeface="+mn-cs"/>
              </a:rPr>
              <a:t> para </a:t>
            </a:r>
            <a:r>
              <a:rPr lang="es-MX">
                <a:solidFill>
                  <a:srgbClr val="000000"/>
                </a:solidFill>
                <a:latin typeface="Graphik"/>
              </a:rPr>
              <a:t>confirmar</a:t>
            </a:r>
            <a:r>
              <a:rPr kumimoji="0" lang="es-MX" sz="1800" i="0" u="none" strike="noStrike" kern="1200" cap="none" spc="0" normalizeH="0" baseline="0" noProof="0">
                <a:ln>
                  <a:noFill/>
                </a:ln>
                <a:solidFill>
                  <a:srgbClr val="000000"/>
                </a:solidFill>
                <a:effectLst/>
                <a:uLnTx/>
                <a:uFillTx/>
                <a:latin typeface="Graphik"/>
                <a:ea typeface="+mn-ea"/>
                <a:cs typeface="+mn-cs"/>
              </a:rPr>
              <a:t> fechas y </a:t>
            </a:r>
            <a:r>
              <a:rPr lang="es-MX">
                <a:solidFill>
                  <a:srgbClr val="000000"/>
                </a:solidFill>
                <a:latin typeface="Graphik"/>
              </a:rPr>
              <a:t>R</a:t>
            </a:r>
            <a:r>
              <a:rPr kumimoji="0" lang="es-MX" sz="1800" i="0" u="none" strike="noStrike" kern="1200" cap="none" spc="0" normalizeH="0" baseline="0" noProof="0" err="1">
                <a:ln>
                  <a:noFill/>
                </a:ln>
                <a:solidFill>
                  <a:srgbClr val="000000"/>
                </a:solidFill>
                <a:effectLst/>
                <a:uLnTx/>
                <a:uFillTx/>
                <a:latin typeface="Graphik"/>
                <a:ea typeface="+mn-ea"/>
                <a:cs typeface="+mn-cs"/>
              </a:rPr>
              <a:t>oadmap</a:t>
            </a:r>
            <a:r>
              <a:rPr lang="es-MX">
                <a:solidFill>
                  <a:srgbClr val="000000"/>
                </a:solidFill>
                <a:latin typeface="Graphik"/>
              </a:rPr>
              <a:t> R4</a:t>
            </a:r>
            <a:endParaRPr kumimoji="0" lang="es-MX" sz="1800" i="0"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s-MX" sz="1800" i="0" u="none" strike="noStrike" kern="1200" cap="none" spc="0" normalizeH="0" baseline="0" noProof="0">
                <a:ln>
                  <a:noFill/>
                </a:ln>
                <a:solidFill>
                  <a:srgbClr val="000000"/>
                </a:solidFill>
                <a:effectLst/>
                <a:uLnTx/>
                <a:uFillTx/>
                <a:latin typeface="Graphik"/>
                <a:ea typeface="+mn-ea"/>
                <a:cs typeface="+mn-cs"/>
              </a:rPr>
              <a:t>Completar </a:t>
            </a:r>
            <a:r>
              <a:rPr kumimoji="0" lang="es-MX" sz="1800" b="1" i="0" u="none" strike="noStrike" kern="1200" cap="none" spc="0" normalizeH="0" baseline="0" noProof="0">
                <a:ln>
                  <a:noFill/>
                </a:ln>
                <a:solidFill>
                  <a:srgbClr val="000000"/>
                </a:solidFill>
                <a:effectLst/>
                <a:uLnTx/>
                <a:uFillTx/>
                <a:latin typeface="Graphik"/>
                <a:ea typeface="+mn-ea"/>
                <a:cs typeface="+mn-cs"/>
              </a:rPr>
              <a:t>inventario consolidado de integraciones R4 y trazabilidad con Historias de Usuario</a:t>
            </a:r>
          </a:p>
          <a:p>
            <a:pPr marL="285750" marR="0" lvl="0" indent="-285750" algn="l" defTabSz="2286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s-MX">
                <a:solidFill>
                  <a:srgbClr val="000000"/>
                </a:solidFill>
                <a:latin typeface="Graphik"/>
              </a:rPr>
              <a:t>Construir y compartir </a:t>
            </a:r>
            <a:r>
              <a:rPr lang="es-MX" b="1" err="1">
                <a:solidFill>
                  <a:srgbClr val="000000"/>
                </a:solidFill>
                <a:latin typeface="Graphik"/>
              </a:rPr>
              <a:t>tracker</a:t>
            </a:r>
            <a:r>
              <a:rPr lang="es-MX" b="1">
                <a:solidFill>
                  <a:srgbClr val="000000"/>
                </a:solidFill>
                <a:latin typeface="Graphik"/>
              </a:rPr>
              <a:t> integrado R4 por HU</a:t>
            </a:r>
            <a:r>
              <a:rPr lang="es-MX">
                <a:solidFill>
                  <a:srgbClr val="000000"/>
                </a:solidFill>
                <a:latin typeface="Graphik"/>
              </a:rPr>
              <a:t> con visibilidad a nivel release y por track</a:t>
            </a:r>
            <a:endParaRPr kumimoji="0" lang="es-MX" sz="1800" i="0"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s-MX">
                <a:solidFill>
                  <a:srgbClr val="000000"/>
                </a:solidFill>
                <a:latin typeface="Graphik"/>
              </a:rPr>
              <a:t>Hacer un análisis de mayor profundidad en la planeación de R4 para </a:t>
            </a:r>
            <a:r>
              <a:rPr lang="es-MX" b="1">
                <a:solidFill>
                  <a:srgbClr val="000000"/>
                </a:solidFill>
                <a:latin typeface="Graphik"/>
              </a:rPr>
              <a:t>entornos, pruebas integradas y </a:t>
            </a:r>
            <a:r>
              <a:rPr lang="es-MX" b="1" err="1">
                <a:solidFill>
                  <a:srgbClr val="000000"/>
                </a:solidFill>
                <a:latin typeface="Graphik"/>
              </a:rPr>
              <a:t>depliegue</a:t>
            </a:r>
            <a:r>
              <a:rPr lang="es-MX">
                <a:solidFill>
                  <a:srgbClr val="000000"/>
                </a:solidFill>
                <a:latin typeface="Graphik"/>
              </a:rPr>
              <a:t>- y proponer acciones de mitigación de riesgos en caso de que sean necesarias</a:t>
            </a:r>
            <a:endParaRPr kumimoji="0" lang="es-MX" sz="1800" b="1" i="0" u="none" strike="noStrike" kern="1200" cap="none" spc="0" normalizeH="0" baseline="0" noProof="0">
              <a:ln>
                <a:noFill/>
              </a:ln>
              <a:solidFill>
                <a:srgbClr val="000000"/>
              </a:solidFill>
              <a:effectLst/>
              <a:uLnTx/>
              <a:uFillTx/>
              <a:latin typeface="Graphik"/>
              <a:ea typeface="+mn-ea"/>
              <a:cs typeface="+mn-cs"/>
            </a:endParaRPr>
          </a:p>
        </p:txBody>
      </p:sp>
    </p:spTree>
    <p:extLst>
      <p:ext uri="{BB962C8B-B14F-4D97-AF65-F5344CB8AC3E}">
        <p14:creationId xmlns:p14="http://schemas.microsoft.com/office/powerpoint/2010/main" val="695676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1BBB187-921B-F967-7900-12BFB09DBF43}"/>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6" imgH="608" progId="TCLayout.ActiveDocument.1">
                  <p:embed/>
                </p:oleObj>
              </mc:Choice>
              <mc:Fallback>
                <p:oleObj name="think-cell Slide" r:id="rId4" imgW="606" imgH="608" progId="TCLayout.ActiveDocument.1">
                  <p:embed/>
                  <p:pic>
                    <p:nvPicPr>
                      <p:cNvPr id="4" name="think-cell data - do not delete" hidden="1">
                        <a:extLst>
                          <a:ext uri="{FF2B5EF4-FFF2-40B4-BE49-F238E27FC236}">
                            <a16:creationId xmlns:a16="http://schemas.microsoft.com/office/drawing/2014/main" id="{F1BBB187-921B-F967-7900-12BFB09DBF4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4">
            <a:extLst>
              <a:ext uri="{FF2B5EF4-FFF2-40B4-BE49-F238E27FC236}">
                <a16:creationId xmlns:a16="http://schemas.microsoft.com/office/drawing/2014/main" id="{1EE6DFAB-4849-67FC-4199-13E476B0A0B2}"/>
              </a:ext>
            </a:extLst>
          </p:cNvPr>
          <p:cNvSpPr>
            <a:spLocks noGrp="1"/>
          </p:cNvSpPr>
          <p:nvPr>
            <p:ph type="ctrTitle"/>
          </p:nvPr>
        </p:nvSpPr>
        <p:spPr>
          <a:xfrm>
            <a:off x="381000" y="2783381"/>
            <a:ext cx="6393023" cy="1459477"/>
          </a:xfrm>
        </p:spPr>
        <p:txBody>
          <a:bodyPr vert="horz" rIns="91440"/>
          <a:lstStyle/>
          <a:p>
            <a:r>
              <a:rPr lang="es-MX" noProof="0">
                <a:latin typeface="Graphik" panose="020B0503030202060203" pitchFamily="34" charset="77"/>
              </a:rPr>
              <a:t>GRACIAS</a:t>
            </a:r>
            <a:endParaRPr lang="es-MX" b="0" noProof="0">
              <a:latin typeface="Graphik" panose="020B0503030202060203" pitchFamily="34" charset="77"/>
            </a:endParaRPr>
          </a:p>
        </p:txBody>
      </p:sp>
    </p:spTree>
    <p:extLst>
      <p:ext uri="{BB962C8B-B14F-4D97-AF65-F5344CB8AC3E}">
        <p14:creationId xmlns:p14="http://schemas.microsoft.com/office/powerpoint/2010/main" val="1158546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79AD9-C52C-5B19-BF3F-B3A9E778920F}"/>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A53E512-8D75-D122-9005-132B1E416C71}"/>
              </a:ext>
            </a:extLst>
          </p:cNvPr>
          <p:cNvGraphicFramePr>
            <a:graphicFrameLocks/>
          </p:cNvGraphicFramePr>
          <p:nvPr>
            <p:custDataLst>
              <p:tags r:id="rId1"/>
            </p:custDataLst>
            <p:extLst>
              <p:ext uri="{D42A27DB-BD31-4B8C-83A1-F6EECF244321}">
                <p14:modId xmlns:p14="http://schemas.microsoft.com/office/powerpoint/2010/main" val="40731358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6" imgH="608" progId="TCLayout.ActiveDocument.1">
                  <p:embed/>
                </p:oleObj>
              </mc:Choice>
              <mc:Fallback>
                <p:oleObj name="think-cell Slide" r:id="rId4" imgW="606" imgH="608" progId="TCLayout.ActiveDocument.1">
                  <p:embed/>
                  <p:pic>
                    <p:nvPicPr>
                      <p:cNvPr id="4" name="think-cell data - do not delete" hidden="1">
                        <a:extLst>
                          <a:ext uri="{FF2B5EF4-FFF2-40B4-BE49-F238E27FC236}">
                            <a16:creationId xmlns:a16="http://schemas.microsoft.com/office/drawing/2014/main" id="{1A53E512-8D75-D122-9005-132B1E416C7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D7153A96-BCFC-13F3-86D3-1A94CC609F12}"/>
              </a:ext>
            </a:extLst>
          </p:cNvPr>
          <p:cNvSpPr/>
          <p:nvPr/>
        </p:nvSpPr>
        <p:spPr>
          <a:xfrm>
            <a:off x="792480" y="2082588"/>
            <a:ext cx="10607040" cy="3246120"/>
          </a:xfrm>
          <a:prstGeom prst="rect">
            <a:avLst/>
          </a:prstGeom>
          <a:solidFill>
            <a:srgbClr val="193D5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s-MX" err="1"/>
          </a:p>
        </p:txBody>
      </p:sp>
      <p:sp>
        <p:nvSpPr>
          <p:cNvPr id="6" name="Title 4">
            <a:extLst>
              <a:ext uri="{FF2B5EF4-FFF2-40B4-BE49-F238E27FC236}">
                <a16:creationId xmlns:a16="http://schemas.microsoft.com/office/drawing/2014/main" id="{CED0232D-0549-DF65-2052-FD5AA7FB467C}"/>
              </a:ext>
            </a:extLst>
          </p:cNvPr>
          <p:cNvSpPr>
            <a:spLocks noGrp="1"/>
          </p:cNvSpPr>
          <p:nvPr>
            <p:ph type="ctrTitle"/>
          </p:nvPr>
        </p:nvSpPr>
        <p:spPr>
          <a:xfrm>
            <a:off x="506730" y="1051560"/>
            <a:ext cx="6393023" cy="848148"/>
          </a:xfrm>
        </p:spPr>
        <p:txBody>
          <a:bodyPr vert="horz" rIns="91440"/>
          <a:lstStyle/>
          <a:p>
            <a:r>
              <a:rPr lang="es-MX" noProof="0">
                <a:latin typeface="Graphik" panose="020B0503030202060203" pitchFamily="34" charset="77"/>
              </a:rPr>
              <a:t>Apéndices</a:t>
            </a:r>
            <a:endParaRPr lang="es-MX" b="0" noProof="0">
              <a:latin typeface="Graphik" panose="020B0503030202060203" pitchFamily="34" charset="77"/>
            </a:endParaRPr>
          </a:p>
        </p:txBody>
      </p:sp>
      <p:grpSp>
        <p:nvGrpSpPr>
          <p:cNvPr id="13" name="Group 12">
            <a:extLst>
              <a:ext uri="{FF2B5EF4-FFF2-40B4-BE49-F238E27FC236}">
                <a16:creationId xmlns:a16="http://schemas.microsoft.com/office/drawing/2014/main" id="{4B52D893-5546-9B83-CE27-C489C5DFEEEC}"/>
              </a:ext>
            </a:extLst>
          </p:cNvPr>
          <p:cNvGrpSpPr/>
          <p:nvPr/>
        </p:nvGrpSpPr>
        <p:grpSpPr>
          <a:xfrm>
            <a:off x="1202850" y="2473059"/>
            <a:ext cx="10196670" cy="457200"/>
            <a:chOff x="997665" y="2290179"/>
            <a:chExt cx="10196670" cy="457200"/>
          </a:xfrm>
        </p:grpSpPr>
        <p:sp>
          <p:nvSpPr>
            <p:cNvPr id="3" name="Title 4">
              <a:extLst>
                <a:ext uri="{FF2B5EF4-FFF2-40B4-BE49-F238E27FC236}">
                  <a16:creationId xmlns:a16="http://schemas.microsoft.com/office/drawing/2014/main" id="{CB6EA268-D498-F729-D59B-44FDC1551EA3}"/>
                </a:ext>
              </a:extLst>
            </p:cNvPr>
            <p:cNvSpPr txBox="1">
              <a:spLocks/>
            </p:cNvSpPr>
            <p:nvPr/>
          </p:nvSpPr>
          <p:spPr bwMode="black">
            <a:xfrm>
              <a:off x="1532175" y="2290179"/>
              <a:ext cx="9662160" cy="457200"/>
            </a:xfrm>
          </p:spPr>
          <p:txBody>
            <a:bodyPr vert="horz" rIns="91440" anchor="ctr"/>
            <a:lstStyle>
              <a:lvl1pPr algn="l" defTabSz="914126" rtl="0" eaLnBrk="1" latinLnBrk="0" hangingPunct="1">
                <a:lnSpc>
                  <a:spcPct val="90000"/>
                </a:lnSpc>
                <a:spcBef>
                  <a:spcPct val="0"/>
                </a:spcBef>
                <a:buNone/>
                <a:defRPr sz="4799" b="1" kern="1200">
                  <a:solidFill>
                    <a:schemeClr val="tx1"/>
                  </a:solidFill>
                  <a:latin typeface="Graphik (Body)"/>
                  <a:ea typeface="+mj-ea"/>
                  <a:cs typeface="+mj-cs"/>
                </a:defRPr>
              </a:lvl1pPr>
            </a:lstStyle>
            <a:p>
              <a:r>
                <a:rPr lang="es-MX" sz="2400">
                  <a:latin typeface="Graphik" panose="020B0503030202060203" pitchFamily="34" charset="77"/>
                </a:rPr>
                <a:t>Inventario de sesiones de análisis por track </a:t>
              </a:r>
              <a:endParaRPr lang="es-MX" sz="2400" b="0">
                <a:latin typeface="Graphik" panose="020B0503030202060203" pitchFamily="34" charset="77"/>
              </a:endParaRPr>
            </a:p>
          </p:txBody>
        </p:sp>
        <p:sp>
          <p:nvSpPr>
            <p:cNvPr id="7" name="Oval 6">
              <a:extLst>
                <a:ext uri="{FF2B5EF4-FFF2-40B4-BE49-F238E27FC236}">
                  <a16:creationId xmlns:a16="http://schemas.microsoft.com/office/drawing/2014/main" id="{567BD01D-475F-776C-31FC-11434EB60FA3}"/>
                </a:ext>
              </a:extLst>
            </p:cNvPr>
            <p:cNvSpPr/>
            <p:nvPr/>
          </p:nvSpPr>
          <p:spPr bwMode="gray">
            <a:xfrm>
              <a:off x="997665" y="2290179"/>
              <a:ext cx="457200" cy="457200"/>
            </a:xfrm>
            <a:prstGeom prst="ellipse">
              <a:avLst/>
            </a:prstGeom>
            <a:solidFill>
              <a:schemeClr val="accent2"/>
            </a:solidFill>
            <a:ln w="6350">
              <a:noFill/>
              <a:miter lim="800000"/>
              <a:headEnd/>
              <a:tailEnd/>
            </a:ln>
            <a:effectLst/>
          </p:spPr>
          <p:txBody>
            <a:bodyPr vert="horz" wrap="square" lIns="91440" tIns="91440" rIns="91440" bIns="9144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ts val="0"/>
                </a:spcBef>
                <a:spcAft>
                  <a:spcPts val="300"/>
                </a:spcAft>
                <a:buClrTx/>
                <a:buSzTx/>
                <a:buFontTx/>
                <a:buNone/>
                <a:tabLst/>
                <a:defRPr/>
              </a:pPr>
              <a:r>
                <a:rPr kumimoji="0" lang="en-US" sz="1800" b="1" i="0" u="none" strike="noStrike" kern="0" cap="none" spc="0" normalizeH="0" baseline="0" noProof="0">
                  <a:ln>
                    <a:noFill/>
                  </a:ln>
                  <a:effectLst/>
                  <a:uLnTx/>
                  <a:uFillTx/>
                  <a:latin typeface="Graphik"/>
                  <a:ea typeface="+mn-ea"/>
                  <a:cs typeface="Arial" pitchFamily="34" charset="0"/>
                </a:rPr>
                <a:t>1</a:t>
              </a:r>
            </a:p>
          </p:txBody>
        </p:sp>
      </p:grpSp>
      <p:grpSp>
        <p:nvGrpSpPr>
          <p:cNvPr id="14" name="Group 13">
            <a:extLst>
              <a:ext uri="{FF2B5EF4-FFF2-40B4-BE49-F238E27FC236}">
                <a16:creationId xmlns:a16="http://schemas.microsoft.com/office/drawing/2014/main" id="{4A9213DE-6254-9721-2D74-D00AED573DD0}"/>
              </a:ext>
            </a:extLst>
          </p:cNvPr>
          <p:cNvGrpSpPr/>
          <p:nvPr/>
        </p:nvGrpSpPr>
        <p:grpSpPr>
          <a:xfrm>
            <a:off x="1202850" y="3473000"/>
            <a:ext cx="10196670" cy="457200"/>
            <a:chOff x="997665" y="3248079"/>
            <a:chExt cx="10196670" cy="457200"/>
          </a:xfrm>
        </p:grpSpPr>
        <p:sp>
          <p:nvSpPr>
            <p:cNvPr id="9" name="Title 4">
              <a:extLst>
                <a:ext uri="{FF2B5EF4-FFF2-40B4-BE49-F238E27FC236}">
                  <a16:creationId xmlns:a16="http://schemas.microsoft.com/office/drawing/2014/main" id="{922F9EB8-0577-30A3-7770-B78BA0018194}"/>
                </a:ext>
              </a:extLst>
            </p:cNvPr>
            <p:cNvSpPr txBox="1">
              <a:spLocks/>
            </p:cNvSpPr>
            <p:nvPr/>
          </p:nvSpPr>
          <p:spPr bwMode="black">
            <a:xfrm>
              <a:off x="1532175" y="3248079"/>
              <a:ext cx="9662160" cy="457200"/>
            </a:xfrm>
          </p:spPr>
          <p:txBody>
            <a:bodyPr vert="horz" rIns="91440" anchor="ctr"/>
            <a:lstStyle>
              <a:lvl1pPr algn="l" defTabSz="914126" rtl="0" eaLnBrk="1" latinLnBrk="0" hangingPunct="1">
                <a:lnSpc>
                  <a:spcPct val="90000"/>
                </a:lnSpc>
                <a:spcBef>
                  <a:spcPct val="0"/>
                </a:spcBef>
                <a:buNone/>
                <a:defRPr sz="4799" b="1" kern="1200">
                  <a:solidFill>
                    <a:schemeClr val="tx1"/>
                  </a:solidFill>
                  <a:latin typeface="Graphik (Body)"/>
                  <a:ea typeface="+mj-ea"/>
                  <a:cs typeface="+mj-cs"/>
                </a:defRPr>
              </a:lvl1pPr>
            </a:lstStyle>
            <a:p>
              <a:r>
                <a:rPr lang="es-MX" sz="2400"/>
                <a:t>Detalle de Inventario de HUs e Inventario de integraciones</a:t>
              </a:r>
              <a:endParaRPr lang="es-MX" sz="2400" b="0">
                <a:latin typeface="Graphik" panose="020B0503030202060203" pitchFamily="34" charset="77"/>
              </a:endParaRPr>
            </a:p>
          </p:txBody>
        </p:sp>
        <p:sp>
          <p:nvSpPr>
            <p:cNvPr id="11" name="Oval 10">
              <a:extLst>
                <a:ext uri="{FF2B5EF4-FFF2-40B4-BE49-F238E27FC236}">
                  <a16:creationId xmlns:a16="http://schemas.microsoft.com/office/drawing/2014/main" id="{C6E9604F-BAE0-563D-B439-C6899855926B}"/>
                </a:ext>
              </a:extLst>
            </p:cNvPr>
            <p:cNvSpPr/>
            <p:nvPr/>
          </p:nvSpPr>
          <p:spPr bwMode="gray">
            <a:xfrm>
              <a:off x="997665" y="3248079"/>
              <a:ext cx="457200" cy="457200"/>
            </a:xfrm>
            <a:prstGeom prst="ellipse">
              <a:avLst/>
            </a:prstGeom>
            <a:solidFill>
              <a:schemeClr val="accent2"/>
            </a:solidFill>
            <a:ln w="6350">
              <a:noFill/>
              <a:miter lim="800000"/>
              <a:headEnd/>
              <a:tailEnd/>
            </a:ln>
            <a:effectLst/>
          </p:spPr>
          <p:txBody>
            <a:bodyPr vert="horz" wrap="square" lIns="91440" tIns="91440" rIns="91440" bIns="9144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ts val="0"/>
                </a:spcBef>
                <a:spcAft>
                  <a:spcPts val="300"/>
                </a:spcAft>
                <a:buClrTx/>
                <a:buSzTx/>
                <a:buFontTx/>
                <a:buNone/>
                <a:tabLst/>
                <a:defRPr/>
              </a:pPr>
              <a:r>
                <a:rPr lang="en-US" b="1" kern="0">
                  <a:latin typeface="Graphik"/>
                  <a:cs typeface="Arial" pitchFamily="34" charset="0"/>
                </a:rPr>
                <a:t>2</a:t>
              </a:r>
              <a:endParaRPr kumimoji="0" lang="en-US" sz="1800" b="1" i="0" u="none" strike="noStrike" kern="0" cap="none" spc="0" normalizeH="0" baseline="0" noProof="0">
                <a:ln>
                  <a:noFill/>
                </a:ln>
                <a:effectLst/>
                <a:uLnTx/>
                <a:uFillTx/>
                <a:latin typeface="Graphik"/>
                <a:ea typeface="+mn-ea"/>
                <a:cs typeface="Arial" pitchFamily="34" charset="0"/>
              </a:endParaRPr>
            </a:p>
          </p:txBody>
        </p:sp>
      </p:grpSp>
      <p:grpSp>
        <p:nvGrpSpPr>
          <p:cNvPr id="15" name="Group 14">
            <a:extLst>
              <a:ext uri="{FF2B5EF4-FFF2-40B4-BE49-F238E27FC236}">
                <a16:creationId xmlns:a16="http://schemas.microsoft.com/office/drawing/2014/main" id="{248D8801-0221-2C9E-DB6D-1C603CEA604E}"/>
              </a:ext>
            </a:extLst>
          </p:cNvPr>
          <p:cNvGrpSpPr/>
          <p:nvPr/>
        </p:nvGrpSpPr>
        <p:grpSpPr>
          <a:xfrm>
            <a:off x="1202850" y="4472940"/>
            <a:ext cx="10196670" cy="457200"/>
            <a:chOff x="997665" y="4290060"/>
            <a:chExt cx="10196670" cy="457200"/>
          </a:xfrm>
        </p:grpSpPr>
        <p:sp>
          <p:nvSpPr>
            <p:cNvPr id="8" name="Title 4">
              <a:extLst>
                <a:ext uri="{FF2B5EF4-FFF2-40B4-BE49-F238E27FC236}">
                  <a16:creationId xmlns:a16="http://schemas.microsoft.com/office/drawing/2014/main" id="{D5C5AB0C-6AB7-69C9-B515-E0346F23CCDF}"/>
                </a:ext>
              </a:extLst>
            </p:cNvPr>
            <p:cNvSpPr txBox="1">
              <a:spLocks/>
            </p:cNvSpPr>
            <p:nvPr/>
          </p:nvSpPr>
          <p:spPr bwMode="black">
            <a:xfrm>
              <a:off x="1532175" y="4290060"/>
              <a:ext cx="9662160" cy="457200"/>
            </a:xfrm>
          </p:spPr>
          <p:txBody>
            <a:bodyPr vert="horz" rIns="91440" anchor="ctr"/>
            <a:lstStyle>
              <a:lvl1pPr algn="l" defTabSz="914126" rtl="0" eaLnBrk="1" latinLnBrk="0" hangingPunct="1">
                <a:lnSpc>
                  <a:spcPct val="90000"/>
                </a:lnSpc>
                <a:spcBef>
                  <a:spcPct val="0"/>
                </a:spcBef>
                <a:buNone/>
                <a:defRPr sz="4799" b="1" kern="1200">
                  <a:solidFill>
                    <a:schemeClr val="tx1"/>
                  </a:solidFill>
                  <a:latin typeface="Graphik (Body)"/>
                  <a:ea typeface="+mj-ea"/>
                  <a:cs typeface="+mj-cs"/>
                </a:defRPr>
              </a:lvl1pPr>
            </a:lstStyle>
            <a:p>
              <a:r>
                <a:rPr lang="es-MX" sz="2400"/>
                <a:t>Detalle por track — alcance, plan y RAID</a:t>
              </a:r>
              <a:endParaRPr lang="es-MX" sz="2400" b="0">
                <a:latin typeface="Graphik" panose="020B0503030202060203" pitchFamily="34" charset="77"/>
              </a:endParaRPr>
            </a:p>
          </p:txBody>
        </p:sp>
        <p:sp>
          <p:nvSpPr>
            <p:cNvPr id="12" name="Oval 11">
              <a:extLst>
                <a:ext uri="{FF2B5EF4-FFF2-40B4-BE49-F238E27FC236}">
                  <a16:creationId xmlns:a16="http://schemas.microsoft.com/office/drawing/2014/main" id="{7B3FCE96-56AF-A9D3-C29A-58F37C35C8EE}"/>
                </a:ext>
              </a:extLst>
            </p:cNvPr>
            <p:cNvSpPr/>
            <p:nvPr/>
          </p:nvSpPr>
          <p:spPr bwMode="gray">
            <a:xfrm>
              <a:off x="997665" y="4290060"/>
              <a:ext cx="457200" cy="457200"/>
            </a:xfrm>
            <a:prstGeom prst="ellipse">
              <a:avLst/>
            </a:prstGeom>
            <a:solidFill>
              <a:schemeClr val="accent2"/>
            </a:solidFill>
            <a:ln w="6350">
              <a:noFill/>
              <a:miter lim="800000"/>
              <a:headEnd/>
              <a:tailEnd/>
            </a:ln>
            <a:effectLst/>
          </p:spPr>
          <p:txBody>
            <a:bodyPr vert="horz" wrap="square" lIns="91440" tIns="91440" rIns="91440" bIns="9144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ts val="0"/>
                </a:spcBef>
                <a:spcAft>
                  <a:spcPts val="300"/>
                </a:spcAft>
                <a:buClrTx/>
                <a:buSzTx/>
                <a:buFontTx/>
                <a:buNone/>
                <a:tabLst/>
                <a:defRPr/>
              </a:pPr>
              <a:r>
                <a:rPr kumimoji="0" lang="en-US" sz="1800" b="1" i="0" u="none" strike="noStrike" kern="0" cap="none" spc="0" normalizeH="0" baseline="0" noProof="0">
                  <a:ln>
                    <a:noFill/>
                  </a:ln>
                  <a:effectLst/>
                  <a:uLnTx/>
                  <a:uFillTx/>
                  <a:latin typeface="Graphik"/>
                  <a:ea typeface="+mn-ea"/>
                  <a:cs typeface="Arial" pitchFamily="34" charset="0"/>
                </a:rPr>
                <a:t>3</a:t>
              </a:r>
            </a:p>
          </p:txBody>
        </p:sp>
      </p:grpSp>
    </p:spTree>
    <p:extLst>
      <p:ext uri="{BB962C8B-B14F-4D97-AF65-F5344CB8AC3E}">
        <p14:creationId xmlns:p14="http://schemas.microsoft.com/office/powerpoint/2010/main" val="2604765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97380-8E56-DFC2-F6C3-08BA300C903D}"/>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99B39B9-9A61-9F03-9005-DBED19CBF863}"/>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4" name="think-cell data - do not delete" hidden="1">
                        <a:extLst>
                          <a:ext uri="{FF2B5EF4-FFF2-40B4-BE49-F238E27FC236}">
                            <a16:creationId xmlns:a16="http://schemas.microsoft.com/office/drawing/2014/main" id="{499B39B9-9A61-9F03-9005-DBED19CBF86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F3D351E-DA86-0F6F-A542-BA87733E48C9}"/>
              </a:ext>
            </a:extLst>
          </p:cNvPr>
          <p:cNvSpPr>
            <a:spLocks noGrp="1"/>
          </p:cNvSpPr>
          <p:nvPr>
            <p:ph type="title"/>
          </p:nvPr>
        </p:nvSpPr>
        <p:spPr>
          <a:xfrm>
            <a:off x="286749" y="381000"/>
            <a:ext cx="11143252" cy="954708"/>
          </a:xfrm>
        </p:spPr>
        <p:txBody>
          <a:bodyPr vert="horz" rIns="91440" anchor="t">
            <a:normAutofit/>
          </a:bodyPr>
          <a:lstStyle/>
          <a:p>
            <a:r>
              <a:rPr lang="es-MX" sz="2800" noProof="0"/>
              <a:t>Apéndice 1 – Inventario de sesiones de análisis por track </a:t>
            </a:r>
          </a:p>
        </p:txBody>
      </p:sp>
      <p:sp>
        <p:nvSpPr>
          <p:cNvPr id="5" name="Shape 4">
            <a:extLst>
              <a:ext uri="{FF2B5EF4-FFF2-40B4-BE49-F238E27FC236}">
                <a16:creationId xmlns:a16="http://schemas.microsoft.com/office/drawing/2014/main" id="{01608C1F-30B6-9F93-2DE7-1512541ED874}"/>
              </a:ext>
            </a:extLst>
          </p:cNvPr>
          <p:cNvSpPr/>
          <p:nvPr/>
        </p:nvSpPr>
        <p:spPr>
          <a:xfrm>
            <a:off x="365760" y="1179195"/>
            <a:ext cx="1463040" cy="246888"/>
          </a:xfrm>
          <a:prstGeom prst="rect">
            <a:avLst/>
          </a:prstGeom>
          <a:solidFill>
            <a:schemeClr val="accent3"/>
          </a:solidFill>
          <a:ln w="12700">
            <a:solidFill>
              <a:srgbClr val="0E2841"/>
            </a:solidFill>
            <a:prstDash val="solid"/>
          </a:ln>
        </p:spPr>
        <p:txBody>
          <a:bodyPr/>
          <a:lstStyle/>
          <a:p>
            <a:endParaRPr lang="es-MX">
              <a:latin typeface="+mj-lt"/>
            </a:endParaRPr>
          </a:p>
        </p:txBody>
      </p:sp>
      <p:sp>
        <p:nvSpPr>
          <p:cNvPr id="8" name="Text 5">
            <a:extLst>
              <a:ext uri="{FF2B5EF4-FFF2-40B4-BE49-F238E27FC236}">
                <a16:creationId xmlns:a16="http://schemas.microsoft.com/office/drawing/2014/main" id="{548B3510-9F3B-EC8E-5169-BE28C9C31F22}"/>
              </a:ext>
            </a:extLst>
          </p:cNvPr>
          <p:cNvSpPr/>
          <p:nvPr/>
        </p:nvSpPr>
        <p:spPr>
          <a:xfrm>
            <a:off x="420624" y="1179195"/>
            <a:ext cx="1389888" cy="246888"/>
          </a:xfrm>
          <a:prstGeom prst="rect">
            <a:avLst/>
          </a:prstGeom>
          <a:noFill/>
          <a:ln/>
        </p:spPr>
        <p:txBody>
          <a:bodyPr wrap="square" rtlCol="0" anchor="ctr"/>
          <a:lstStyle/>
          <a:p>
            <a:pPr marL="0" indent="0">
              <a:buNone/>
            </a:pPr>
            <a:r>
              <a:rPr lang="es-MX" sz="650" b="1" kern="0" spc="80">
                <a:solidFill>
                  <a:srgbClr val="FFFFFF"/>
                </a:solidFill>
                <a:latin typeface="+mj-lt"/>
                <a:ea typeface="Calibri" pitchFamily="34" charset="-122"/>
                <a:cs typeface="Calibri" pitchFamily="34" charset="-120"/>
              </a:rPr>
              <a:t>TRACK</a:t>
            </a:r>
            <a:endParaRPr lang="es-MX" sz="650">
              <a:latin typeface="+mj-lt"/>
            </a:endParaRPr>
          </a:p>
        </p:txBody>
      </p:sp>
      <p:sp>
        <p:nvSpPr>
          <p:cNvPr id="10" name="Shape 6">
            <a:extLst>
              <a:ext uri="{FF2B5EF4-FFF2-40B4-BE49-F238E27FC236}">
                <a16:creationId xmlns:a16="http://schemas.microsoft.com/office/drawing/2014/main" id="{2DA4F815-0613-777C-C855-8B2D706D11D9}"/>
              </a:ext>
            </a:extLst>
          </p:cNvPr>
          <p:cNvSpPr/>
          <p:nvPr/>
        </p:nvSpPr>
        <p:spPr>
          <a:xfrm>
            <a:off x="1828800" y="1179195"/>
            <a:ext cx="1920240" cy="246888"/>
          </a:xfrm>
          <a:prstGeom prst="rect">
            <a:avLst/>
          </a:prstGeom>
          <a:solidFill>
            <a:schemeClr val="accent3"/>
          </a:solidFill>
          <a:ln w="12700">
            <a:solidFill>
              <a:srgbClr val="0E2841"/>
            </a:solidFill>
            <a:prstDash val="solid"/>
          </a:ln>
        </p:spPr>
        <p:txBody>
          <a:bodyPr/>
          <a:lstStyle/>
          <a:p>
            <a:endParaRPr lang="es-MX">
              <a:latin typeface="+mj-lt"/>
            </a:endParaRPr>
          </a:p>
        </p:txBody>
      </p:sp>
      <p:sp>
        <p:nvSpPr>
          <p:cNvPr id="12" name="Text 7">
            <a:extLst>
              <a:ext uri="{FF2B5EF4-FFF2-40B4-BE49-F238E27FC236}">
                <a16:creationId xmlns:a16="http://schemas.microsoft.com/office/drawing/2014/main" id="{A3046E49-9631-44FB-E850-84AC4BC3F802}"/>
              </a:ext>
            </a:extLst>
          </p:cNvPr>
          <p:cNvSpPr/>
          <p:nvPr/>
        </p:nvSpPr>
        <p:spPr>
          <a:xfrm>
            <a:off x="1883664" y="1179195"/>
            <a:ext cx="1847088" cy="246888"/>
          </a:xfrm>
          <a:prstGeom prst="rect">
            <a:avLst/>
          </a:prstGeom>
          <a:noFill/>
          <a:ln/>
        </p:spPr>
        <p:txBody>
          <a:bodyPr wrap="square" rtlCol="0" anchor="ctr"/>
          <a:lstStyle/>
          <a:p>
            <a:pPr marL="0" indent="0">
              <a:buNone/>
            </a:pPr>
            <a:r>
              <a:rPr lang="es-MX" sz="650" b="1" kern="0" spc="80">
                <a:solidFill>
                  <a:srgbClr val="FFFFFF"/>
                </a:solidFill>
                <a:latin typeface="+mj-lt"/>
                <a:ea typeface="Calibri" pitchFamily="34" charset="-122"/>
                <a:cs typeface="Calibri" pitchFamily="34" charset="-120"/>
              </a:rPr>
              <a:t>SESIÓN</a:t>
            </a:r>
            <a:endParaRPr lang="es-MX" sz="650">
              <a:latin typeface="+mj-lt"/>
            </a:endParaRPr>
          </a:p>
        </p:txBody>
      </p:sp>
      <p:sp>
        <p:nvSpPr>
          <p:cNvPr id="14" name="Shape 8">
            <a:extLst>
              <a:ext uri="{FF2B5EF4-FFF2-40B4-BE49-F238E27FC236}">
                <a16:creationId xmlns:a16="http://schemas.microsoft.com/office/drawing/2014/main" id="{77EBC247-F974-D989-FDE2-BC1D441EE50E}"/>
              </a:ext>
            </a:extLst>
          </p:cNvPr>
          <p:cNvSpPr/>
          <p:nvPr/>
        </p:nvSpPr>
        <p:spPr>
          <a:xfrm>
            <a:off x="3749040" y="1179195"/>
            <a:ext cx="2468880" cy="246888"/>
          </a:xfrm>
          <a:prstGeom prst="rect">
            <a:avLst/>
          </a:prstGeom>
          <a:solidFill>
            <a:schemeClr val="accent3"/>
          </a:solidFill>
          <a:ln w="12700">
            <a:solidFill>
              <a:srgbClr val="0E2841"/>
            </a:solidFill>
            <a:prstDash val="solid"/>
          </a:ln>
        </p:spPr>
        <p:txBody>
          <a:bodyPr/>
          <a:lstStyle/>
          <a:p>
            <a:endParaRPr lang="es-MX">
              <a:latin typeface="+mj-lt"/>
            </a:endParaRPr>
          </a:p>
        </p:txBody>
      </p:sp>
      <p:sp>
        <p:nvSpPr>
          <p:cNvPr id="16" name="Text 9">
            <a:extLst>
              <a:ext uri="{FF2B5EF4-FFF2-40B4-BE49-F238E27FC236}">
                <a16:creationId xmlns:a16="http://schemas.microsoft.com/office/drawing/2014/main" id="{6852E2EB-A987-79B4-DA4B-92506EBA1C19}"/>
              </a:ext>
            </a:extLst>
          </p:cNvPr>
          <p:cNvSpPr/>
          <p:nvPr/>
        </p:nvSpPr>
        <p:spPr>
          <a:xfrm>
            <a:off x="3803904" y="1179195"/>
            <a:ext cx="2395728" cy="246888"/>
          </a:xfrm>
          <a:prstGeom prst="rect">
            <a:avLst/>
          </a:prstGeom>
          <a:noFill/>
          <a:ln/>
        </p:spPr>
        <p:txBody>
          <a:bodyPr wrap="square" rtlCol="0" anchor="ctr"/>
          <a:lstStyle/>
          <a:p>
            <a:pPr marL="0" indent="0">
              <a:buNone/>
            </a:pPr>
            <a:r>
              <a:rPr lang="es-MX" sz="650" b="1" kern="0" spc="80">
                <a:solidFill>
                  <a:srgbClr val="FFFFFF"/>
                </a:solidFill>
                <a:latin typeface="+mj-lt"/>
                <a:ea typeface="Calibri" pitchFamily="34" charset="-122"/>
                <a:cs typeface="Calibri" pitchFamily="34" charset="-120"/>
              </a:rPr>
              <a:t>PERSONAS RELEVANTES</a:t>
            </a:r>
            <a:endParaRPr lang="es-MX" sz="650">
              <a:latin typeface="+mj-lt"/>
            </a:endParaRPr>
          </a:p>
        </p:txBody>
      </p:sp>
      <p:sp>
        <p:nvSpPr>
          <p:cNvPr id="18" name="Shape 10">
            <a:extLst>
              <a:ext uri="{FF2B5EF4-FFF2-40B4-BE49-F238E27FC236}">
                <a16:creationId xmlns:a16="http://schemas.microsoft.com/office/drawing/2014/main" id="{5F50E573-CF87-4E9D-D998-8E9F4C3870D5}"/>
              </a:ext>
            </a:extLst>
          </p:cNvPr>
          <p:cNvSpPr/>
          <p:nvPr/>
        </p:nvSpPr>
        <p:spPr>
          <a:xfrm>
            <a:off x="6217920" y="1179195"/>
            <a:ext cx="3566160" cy="246888"/>
          </a:xfrm>
          <a:prstGeom prst="rect">
            <a:avLst/>
          </a:prstGeom>
          <a:solidFill>
            <a:schemeClr val="accent3"/>
          </a:solidFill>
          <a:ln w="12700">
            <a:solidFill>
              <a:srgbClr val="0E2841"/>
            </a:solidFill>
            <a:prstDash val="solid"/>
          </a:ln>
        </p:spPr>
        <p:txBody>
          <a:bodyPr/>
          <a:lstStyle/>
          <a:p>
            <a:endParaRPr lang="es-MX">
              <a:latin typeface="+mj-lt"/>
            </a:endParaRPr>
          </a:p>
        </p:txBody>
      </p:sp>
      <p:sp>
        <p:nvSpPr>
          <p:cNvPr id="20" name="Text 11">
            <a:extLst>
              <a:ext uri="{FF2B5EF4-FFF2-40B4-BE49-F238E27FC236}">
                <a16:creationId xmlns:a16="http://schemas.microsoft.com/office/drawing/2014/main" id="{E9704CF6-E91F-4291-3AD7-7CC45BF393B6}"/>
              </a:ext>
            </a:extLst>
          </p:cNvPr>
          <p:cNvSpPr/>
          <p:nvPr/>
        </p:nvSpPr>
        <p:spPr>
          <a:xfrm>
            <a:off x="6272784" y="1179195"/>
            <a:ext cx="3493008" cy="246888"/>
          </a:xfrm>
          <a:prstGeom prst="rect">
            <a:avLst/>
          </a:prstGeom>
          <a:noFill/>
          <a:ln/>
        </p:spPr>
        <p:txBody>
          <a:bodyPr wrap="square" rtlCol="0" anchor="ctr"/>
          <a:lstStyle/>
          <a:p>
            <a:pPr marL="0" indent="0">
              <a:buNone/>
            </a:pPr>
            <a:r>
              <a:rPr lang="es-MX" sz="650" b="1" kern="0" spc="80">
                <a:solidFill>
                  <a:srgbClr val="FFFFFF"/>
                </a:solidFill>
                <a:latin typeface="+mj-lt"/>
                <a:ea typeface="Calibri" pitchFamily="34" charset="-122"/>
                <a:cs typeface="Calibri" pitchFamily="34" charset="-120"/>
              </a:rPr>
              <a:t>DETALLE / OBJETIVO</a:t>
            </a:r>
            <a:endParaRPr lang="es-MX" sz="650">
              <a:latin typeface="+mj-lt"/>
            </a:endParaRPr>
          </a:p>
        </p:txBody>
      </p:sp>
      <p:sp>
        <p:nvSpPr>
          <p:cNvPr id="22" name="Shape 12">
            <a:extLst>
              <a:ext uri="{FF2B5EF4-FFF2-40B4-BE49-F238E27FC236}">
                <a16:creationId xmlns:a16="http://schemas.microsoft.com/office/drawing/2014/main" id="{3A8F82E9-A2AA-8D00-C877-BE1728E02F43}"/>
              </a:ext>
            </a:extLst>
          </p:cNvPr>
          <p:cNvSpPr/>
          <p:nvPr/>
        </p:nvSpPr>
        <p:spPr>
          <a:xfrm>
            <a:off x="9784080" y="1179195"/>
            <a:ext cx="731520" cy="246888"/>
          </a:xfrm>
          <a:prstGeom prst="rect">
            <a:avLst/>
          </a:prstGeom>
          <a:solidFill>
            <a:schemeClr val="accent3"/>
          </a:solidFill>
          <a:ln w="12700">
            <a:solidFill>
              <a:srgbClr val="0E2841"/>
            </a:solidFill>
            <a:prstDash val="solid"/>
          </a:ln>
        </p:spPr>
        <p:txBody>
          <a:bodyPr/>
          <a:lstStyle/>
          <a:p>
            <a:endParaRPr lang="es-MX">
              <a:latin typeface="+mj-lt"/>
            </a:endParaRPr>
          </a:p>
        </p:txBody>
      </p:sp>
      <p:sp>
        <p:nvSpPr>
          <p:cNvPr id="24" name="Text 13">
            <a:extLst>
              <a:ext uri="{FF2B5EF4-FFF2-40B4-BE49-F238E27FC236}">
                <a16:creationId xmlns:a16="http://schemas.microsoft.com/office/drawing/2014/main" id="{C122822C-DC3C-FB29-A082-F1199793A71E}"/>
              </a:ext>
            </a:extLst>
          </p:cNvPr>
          <p:cNvSpPr/>
          <p:nvPr/>
        </p:nvSpPr>
        <p:spPr>
          <a:xfrm>
            <a:off x="9838944" y="1179195"/>
            <a:ext cx="658368" cy="246888"/>
          </a:xfrm>
          <a:prstGeom prst="rect">
            <a:avLst/>
          </a:prstGeom>
          <a:noFill/>
          <a:ln/>
        </p:spPr>
        <p:txBody>
          <a:bodyPr wrap="square" rtlCol="0" anchor="ctr"/>
          <a:lstStyle/>
          <a:p>
            <a:pPr marL="0" indent="0">
              <a:buNone/>
            </a:pPr>
            <a:r>
              <a:rPr lang="es-MX" sz="650" b="1" kern="0" spc="80">
                <a:solidFill>
                  <a:srgbClr val="FFFFFF"/>
                </a:solidFill>
                <a:latin typeface="+mj-lt"/>
                <a:ea typeface="Calibri" pitchFamily="34" charset="-122"/>
                <a:cs typeface="Calibri" pitchFamily="34" charset="-120"/>
              </a:rPr>
              <a:t>FECHA</a:t>
            </a:r>
            <a:endParaRPr lang="es-MX" sz="650">
              <a:latin typeface="+mj-lt"/>
            </a:endParaRPr>
          </a:p>
        </p:txBody>
      </p:sp>
      <p:sp>
        <p:nvSpPr>
          <p:cNvPr id="26" name="Shape 14">
            <a:extLst>
              <a:ext uri="{FF2B5EF4-FFF2-40B4-BE49-F238E27FC236}">
                <a16:creationId xmlns:a16="http://schemas.microsoft.com/office/drawing/2014/main" id="{C377B098-5590-8750-43E3-1455F3A49FC4}"/>
              </a:ext>
            </a:extLst>
          </p:cNvPr>
          <p:cNvSpPr/>
          <p:nvPr/>
        </p:nvSpPr>
        <p:spPr>
          <a:xfrm>
            <a:off x="10515600" y="1179195"/>
            <a:ext cx="731520" cy="246888"/>
          </a:xfrm>
          <a:prstGeom prst="rect">
            <a:avLst/>
          </a:prstGeom>
          <a:solidFill>
            <a:schemeClr val="accent3"/>
          </a:solidFill>
          <a:ln w="12700">
            <a:solidFill>
              <a:srgbClr val="0E2841"/>
            </a:solidFill>
            <a:prstDash val="solid"/>
          </a:ln>
        </p:spPr>
        <p:txBody>
          <a:bodyPr/>
          <a:lstStyle/>
          <a:p>
            <a:endParaRPr lang="es-MX">
              <a:latin typeface="+mj-lt"/>
            </a:endParaRPr>
          </a:p>
        </p:txBody>
      </p:sp>
      <p:sp>
        <p:nvSpPr>
          <p:cNvPr id="28" name="Text 15">
            <a:extLst>
              <a:ext uri="{FF2B5EF4-FFF2-40B4-BE49-F238E27FC236}">
                <a16:creationId xmlns:a16="http://schemas.microsoft.com/office/drawing/2014/main" id="{945197C6-AACA-27A8-A6D4-0576112E9445}"/>
              </a:ext>
            </a:extLst>
          </p:cNvPr>
          <p:cNvSpPr/>
          <p:nvPr/>
        </p:nvSpPr>
        <p:spPr>
          <a:xfrm>
            <a:off x="10570464" y="1179195"/>
            <a:ext cx="658368" cy="246888"/>
          </a:xfrm>
          <a:prstGeom prst="rect">
            <a:avLst/>
          </a:prstGeom>
          <a:noFill/>
          <a:ln/>
        </p:spPr>
        <p:txBody>
          <a:bodyPr wrap="square" rtlCol="0" anchor="ctr"/>
          <a:lstStyle/>
          <a:p>
            <a:pPr marL="0" indent="0">
              <a:buNone/>
            </a:pPr>
            <a:r>
              <a:rPr lang="es-MX" sz="650" b="1" kern="0" spc="80">
                <a:solidFill>
                  <a:srgbClr val="FFFFFF"/>
                </a:solidFill>
                <a:latin typeface="+mj-lt"/>
                <a:ea typeface="Calibri" pitchFamily="34" charset="-122"/>
                <a:cs typeface="Calibri" pitchFamily="34" charset="-120"/>
              </a:rPr>
              <a:t>HORAS</a:t>
            </a:r>
            <a:endParaRPr lang="es-MX" sz="650">
              <a:latin typeface="+mj-lt"/>
            </a:endParaRPr>
          </a:p>
        </p:txBody>
      </p:sp>
      <p:sp>
        <p:nvSpPr>
          <p:cNvPr id="30" name="Shape 16">
            <a:extLst>
              <a:ext uri="{FF2B5EF4-FFF2-40B4-BE49-F238E27FC236}">
                <a16:creationId xmlns:a16="http://schemas.microsoft.com/office/drawing/2014/main" id="{536D19A5-2228-A475-2438-53C2E006B4BC}"/>
              </a:ext>
            </a:extLst>
          </p:cNvPr>
          <p:cNvSpPr/>
          <p:nvPr/>
        </p:nvSpPr>
        <p:spPr>
          <a:xfrm>
            <a:off x="365760" y="1426083"/>
            <a:ext cx="1463040" cy="265176"/>
          </a:xfrm>
          <a:prstGeom prst="rect">
            <a:avLst/>
          </a:prstGeom>
          <a:solidFill>
            <a:srgbClr val="E6F1FB"/>
          </a:solidFill>
          <a:ln w="12700">
            <a:solidFill>
              <a:srgbClr val="D8E4EF"/>
            </a:solidFill>
            <a:prstDash val="solid"/>
          </a:ln>
        </p:spPr>
        <p:txBody>
          <a:bodyPr/>
          <a:lstStyle/>
          <a:p>
            <a:endParaRPr lang="es-MX">
              <a:latin typeface="+mj-lt"/>
            </a:endParaRPr>
          </a:p>
        </p:txBody>
      </p:sp>
      <p:sp>
        <p:nvSpPr>
          <p:cNvPr id="32" name="Shape 17">
            <a:extLst>
              <a:ext uri="{FF2B5EF4-FFF2-40B4-BE49-F238E27FC236}">
                <a16:creationId xmlns:a16="http://schemas.microsoft.com/office/drawing/2014/main" id="{60C67EC9-108E-CE08-51DA-20A89FE111BE}"/>
              </a:ext>
            </a:extLst>
          </p:cNvPr>
          <p:cNvSpPr/>
          <p:nvPr/>
        </p:nvSpPr>
        <p:spPr>
          <a:xfrm>
            <a:off x="1828800" y="1426083"/>
            <a:ext cx="1920240" cy="265176"/>
          </a:xfrm>
          <a:prstGeom prst="rect">
            <a:avLst/>
          </a:prstGeom>
          <a:solidFill>
            <a:srgbClr val="E6F1FB"/>
          </a:solidFill>
          <a:ln w="12700">
            <a:solidFill>
              <a:srgbClr val="D8E4EF"/>
            </a:solidFill>
            <a:prstDash val="solid"/>
          </a:ln>
        </p:spPr>
        <p:txBody>
          <a:bodyPr/>
          <a:lstStyle/>
          <a:p>
            <a:endParaRPr lang="es-MX">
              <a:latin typeface="+mj-lt"/>
            </a:endParaRPr>
          </a:p>
        </p:txBody>
      </p:sp>
      <p:sp>
        <p:nvSpPr>
          <p:cNvPr id="34" name="Shape 18">
            <a:extLst>
              <a:ext uri="{FF2B5EF4-FFF2-40B4-BE49-F238E27FC236}">
                <a16:creationId xmlns:a16="http://schemas.microsoft.com/office/drawing/2014/main" id="{9467CBF2-201E-7DD1-A026-28640CB812B7}"/>
              </a:ext>
            </a:extLst>
          </p:cNvPr>
          <p:cNvSpPr/>
          <p:nvPr/>
        </p:nvSpPr>
        <p:spPr>
          <a:xfrm>
            <a:off x="3749040" y="1426083"/>
            <a:ext cx="2468880" cy="265176"/>
          </a:xfrm>
          <a:prstGeom prst="rect">
            <a:avLst/>
          </a:prstGeom>
          <a:solidFill>
            <a:srgbClr val="E6F1FB"/>
          </a:solidFill>
          <a:ln w="12700">
            <a:solidFill>
              <a:srgbClr val="D8E4EF"/>
            </a:solidFill>
            <a:prstDash val="solid"/>
          </a:ln>
        </p:spPr>
        <p:txBody>
          <a:bodyPr/>
          <a:lstStyle/>
          <a:p>
            <a:endParaRPr lang="es-MX">
              <a:latin typeface="+mj-lt"/>
            </a:endParaRPr>
          </a:p>
        </p:txBody>
      </p:sp>
      <p:sp>
        <p:nvSpPr>
          <p:cNvPr id="36" name="Shape 19">
            <a:extLst>
              <a:ext uri="{FF2B5EF4-FFF2-40B4-BE49-F238E27FC236}">
                <a16:creationId xmlns:a16="http://schemas.microsoft.com/office/drawing/2014/main" id="{D8FBC3D2-C787-55E2-C90C-F7DA3F7354EF}"/>
              </a:ext>
            </a:extLst>
          </p:cNvPr>
          <p:cNvSpPr/>
          <p:nvPr/>
        </p:nvSpPr>
        <p:spPr>
          <a:xfrm>
            <a:off x="6217920" y="1426083"/>
            <a:ext cx="3566160" cy="265176"/>
          </a:xfrm>
          <a:prstGeom prst="rect">
            <a:avLst/>
          </a:prstGeom>
          <a:solidFill>
            <a:srgbClr val="E6F1FB"/>
          </a:solidFill>
          <a:ln w="12700">
            <a:solidFill>
              <a:srgbClr val="D8E4EF"/>
            </a:solidFill>
            <a:prstDash val="solid"/>
          </a:ln>
        </p:spPr>
        <p:txBody>
          <a:bodyPr/>
          <a:lstStyle/>
          <a:p>
            <a:endParaRPr lang="es-MX">
              <a:latin typeface="+mj-lt"/>
            </a:endParaRPr>
          </a:p>
        </p:txBody>
      </p:sp>
      <p:sp>
        <p:nvSpPr>
          <p:cNvPr id="38" name="Shape 20">
            <a:extLst>
              <a:ext uri="{FF2B5EF4-FFF2-40B4-BE49-F238E27FC236}">
                <a16:creationId xmlns:a16="http://schemas.microsoft.com/office/drawing/2014/main" id="{1B550D22-1048-D083-75DD-A4CEFB0DDEE5}"/>
              </a:ext>
            </a:extLst>
          </p:cNvPr>
          <p:cNvSpPr/>
          <p:nvPr/>
        </p:nvSpPr>
        <p:spPr>
          <a:xfrm>
            <a:off x="9784080" y="1426083"/>
            <a:ext cx="731520" cy="265176"/>
          </a:xfrm>
          <a:prstGeom prst="rect">
            <a:avLst/>
          </a:prstGeom>
          <a:solidFill>
            <a:srgbClr val="E6F1FB"/>
          </a:solidFill>
          <a:ln w="12700">
            <a:solidFill>
              <a:srgbClr val="D8E4EF"/>
            </a:solidFill>
            <a:prstDash val="solid"/>
          </a:ln>
        </p:spPr>
        <p:txBody>
          <a:bodyPr/>
          <a:lstStyle/>
          <a:p>
            <a:endParaRPr lang="es-MX">
              <a:latin typeface="+mj-lt"/>
            </a:endParaRPr>
          </a:p>
        </p:txBody>
      </p:sp>
      <p:sp>
        <p:nvSpPr>
          <p:cNvPr id="40" name="Shape 21">
            <a:extLst>
              <a:ext uri="{FF2B5EF4-FFF2-40B4-BE49-F238E27FC236}">
                <a16:creationId xmlns:a16="http://schemas.microsoft.com/office/drawing/2014/main" id="{EB2F8B9E-BC36-DC75-84DF-8485CAA9E4BA}"/>
              </a:ext>
            </a:extLst>
          </p:cNvPr>
          <p:cNvSpPr/>
          <p:nvPr/>
        </p:nvSpPr>
        <p:spPr>
          <a:xfrm>
            <a:off x="10515600" y="1426083"/>
            <a:ext cx="731520" cy="265176"/>
          </a:xfrm>
          <a:prstGeom prst="rect">
            <a:avLst/>
          </a:prstGeom>
          <a:solidFill>
            <a:srgbClr val="E6F1FB"/>
          </a:solidFill>
          <a:ln w="12700">
            <a:solidFill>
              <a:srgbClr val="D8E4EF"/>
            </a:solidFill>
            <a:prstDash val="solid"/>
          </a:ln>
        </p:spPr>
        <p:txBody>
          <a:bodyPr/>
          <a:lstStyle/>
          <a:p>
            <a:endParaRPr lang="es-MX">
              <a:latin typeface="+mj-lt"/>
            </a:endParaRPr>
          </a:p>
        </p:txBody>
      </p:sp>
      <p:sp>
        <p:nvSpPr>
          <p:cNvPr id="42" name="Shape 22">
            <a:extLst>
              <a:ext uri="{FF2B5EF4-FFF2-40B4-BE49-F238E27FC236}">
                <a16:creationId xmlns:a16="http://schemas.microsoft.com/office/drawing/2014/main" id="{1D9AEA47-472B-D86F-C135-7D344BA63DA3}"/>
              </a:ext>
            </a:extLst>
          </p:cNvPr>
          <p:cNvSpPr/>
          <p:nvPr/>
        </p:nvSpPr>
        <p:spPr>
          <a:xfrm>
            <a:off x="420624" y="1471803"/>
            <a:ext cx="1353312" cy="173736"/>
          </a:xfrm>
          <a:prstGeom prst="roundRect">
            <a:avLst>
              <a:gd name="adj" fmla="val 42105"/>
            </a:avLst>
          </a:prstGeom>
          <a:solidFill>
            <a:srgbClr val="B5D4F4"/>
          </a:solidFill>
          <a:ln w="12700">
            <a:solidFill>
              <a:srgbClr val="B5D4F4"/>
            </a:solidFill>
            <a:prstDash val="solid"/>
          </a:ln>
        </p:spPr>
        <p:txBody>
          <a:bodyPr/>
          <a:lstStyle/>
          <a:p>
            <a:endParaRPr lang="es-MX">
              <a:latin typeface="+mj-lt"/>
            </a:endParaRPr>
          </a:p>
        </p:txBody>
      </p:sp>
      <p:sp>
        <p:nvSpPr>
          <p:cNvPr id="44" name="Text 23">
            <a:extLst>
              <a:ext uri="{FF2B5EF4-FFF2-40B4-BE49-F238E27FC236}">
                <a16:creationId xmlns:a16="http://schemas.microsoft.com/office/drawing/2014/main" id="{F4A7AC5F-CA38-9FD1-C3B0-A77A01DCE3E5}"/>
              </a:ext>
            </a:extLst>
          </p:cNvPr>
          <p:cNvSpPr/>
          <p:nvPr/>
        </p:nvSpPr>
        <p:spPr>
          <a:xfrm>
            <a:off x="420624" y="1471803"/>
            <a:ext cx="1353312" cy="173736"/>
          </a:xfrm>
          <a:prstGeom prst="rect">
            <a:avLst/>
          </a:prstGeom>
          <a:noFill/>
          <a:ln/>
        </p:spPr>
        <p:txBody>
          <a:bodyPr wrap="square" rtlCol="0" anchor="ctr"/>
          <a:lstStyle/>
          <a:p>
            <a:pPr marL="0" indent="0" algn="ctr">
              <a:buNone/>
            </a:pPr>
            <a:r>
              <a:rPr lang="es-MX" sz="750" b="1">
                <a:solidFill>
                  <a:srgbClr val="0C447C"/>
                </a:solidFill>
                <a:latin typeface="+mj-lt"/>
                <a:ea typeface="Calibri" pitchFamily="34" charset="-122"/>
                <a:cs typeface="Calibri" pitchFamily="34" charset="-120"/>
              </a:rPr>
              <a:t>SmartVista</a:t>
            </a:r>
            <a:endParaRPr lang="es-MX" sz="750">
              <a:latin typeface="+mj-lt"/>
            </a:endParaRPr>
          </a:p>
        </p:txBody>
      </p:sp>
      <p:sp>
        <p:nvSpPr>
          <p:cNvPr id="46" name="Text 24">
            <a:extLst>
              <a:ext uri="{FF2B5EF4-FFF2-40B4-BE49-F238E27FC236}">
                <a16:creationId xmlns:a16="http://schemas.microsoft.com/office/drawing/2014/main" id="{E02C2F0E-1269-6A2C-C19A-C9F8640EBE2E}"/>
              </a:ext>
            </a:extLst>
          </p:cNvPr>
          <p:cNvSpPr/>
          <p:nvPr/>
        </p:nvSpPr>
        <p:spPr>
          <a:xfrm>
            <a:off x="1883664" y="1426083"/>
            <a:ext cx="1847088" cy="265176"/>
          </a:xfrm>
          <a:prstGeom prst="rect">
            <a:avLst/>
          </a:prstGeom>
          <a:noFill/>
          <a:ln/>
        </p:spPr>
        <p:txBody>
          <a:bodyPr wrap="square" rtlCol="0" anchor="ctr"/>
          <a:lstStyle/>
          <a:p>
            <a:pPr marL="0" indent="0">
              <a:buNone/>
            </a:pPr>
            <a:r>
              <a:rPr lang="es-MX" sz="750" b="1">
                <a:solidFill>
                  <a:srgbClr val="0E2841"/>
                </a:solidFill>
                <a:latin typeface="+mj-lt"/>
                <a:ea typeface="Calibri" pitchFamily="34" charset="-122"/>
                <a:cs typeface="Calibri" pitchFamily="34" charset="-120"/>
              </a:rPr>
              <a:t>Deep Dive SmartVista</a:t>
            </a:r>
            <a:endParaRPr lang="es-MX" sz="750">
              <a:latin typeface="+mj-lt"/>
            </a:endParaRPr>
          </a:p>
        </p:txBody>
      </p:sp>
      <p:sp>
        <p:nvSpPr>
          <p:cNvPr id="48" name="Text 25">
            <a:extLst>
              <a:ext uri="{FF2B5EF4-FFF2-40B4-BE49-F238E27FC236}">
                <a16:creationId xmlns:a16="http://schemas.microsoft.com/office/drawing/2014/main" id="{66F09DB0-69AD-7FB6-4EA1-A25A19B38BDE}"/>
              </a:ext>
            </a:extLst>
          </p:cNvPr>
          <p:cNvSpPr/>
          <p:nvPr/>
        </p:nvSpPr>
        <p:spPr>
          <a:xfrm>
            <a:off x="3803904" y="1426083"/>
            <a:ext cx="2395728" cy="265176"/>
          </a:xfrm>
          <a:prstGeom prst="rect">
            <a:avLst/>
          </a:prstGeom>
          <a:noFill/>
          <a:ln/>
        </p:spPr>
        <p:txBody>
          <a:bodyPr wrap="square" rtlCol="0" anchor="ctr"/>
          <a:lstStyle/>
          <a:p>
            <a:pPr marL="0" indent="0">
              <a:buNone/>
            </a:pPr>
            <a:r>
              <a:rPr lang="es-MX" sz="700">
                <a:solidFill>
                  <a:srgbClr val="444444"/>
                </a:solidFill>
                <a:latin typeface="+mj-lt"/>
                <a:ea typeface="Calibri" pitchFamily="34" charset="-122"/>
                <a:cs typeface="Calibri" pitchFamily="34" charset="-120"/>
              </a:rPr>
              <a:t>Armando García</a:t>
            </a:r>
            <a:endParaRPr lang="es-MX" sz="700">
              <a:latin typeface="+mj-lt"/>
            </a:endParaRPr>
          </a:p>
        </p:txBody>
      </p:sp>
      <p:sp>
        <p:nvSpPr>
          <p:cNvPr id="50" name="Text 26">
            <a:extLst>
              <a:ext uri="{FF2B5EF4-FFF2-40B4-BE49-F238E27FC236}">
                <a16:creationId xmlns:a16="http://schemas.microsoft.com/office/drawing/2014/main" id="{9C0754BC-A388-458C-03E7-D724EED38168}"/>
              </a:ext>
            </a:extLst>
          </p:cNvPr>
          <p:cNvSpPr/>
          <p:nvPr/>
        </p:nvSpPr>
        <p:spPr>
          <a:xfrm>
            <a:off x="6272784" y="1426083"/>
            <a:ext cx="3493008" cy="265176"/>
          </a:xfrm>
          <a:prstGeom prst="rect">
            <a:avLst/>
          </a:prstGeom>
          <a:noFill/>
          <a:ln/>
        </p:spPr>
        <p:txBody>
          <a:bodyPr wrap="square" rtlCol="0" anchor="ctr"/>
          <a:lstStyle/>
          <a:p>
            <a:pPr marL="0" indent="0">
              <a:buNone/>
            </a:pPr>
            <a:r>
              <a:rPr lang="es-MX" sz="700" i="1">
                <a:solidFill>
                  <a:srgbClr val="444444"/>
                </a:solidFill>
                <a:latin typeface="+mj-lt"/>
                <a:ea typeface="Calibri" pitchFamily="34" charset="-122"/>
                <a:cs typeface="Calibri" pitchFamily="34" charset="-120"/>
              </a:rPr>
              <a:t>Presentación inventarios y Detalle HUs e Integraciones</a:t>
            </a:r>
            <a:endParaRPr lang="es-MX" sz="700">
              <a:latin typeface="+mj-lt"/>
            </a:endParaRPr>
          </a:p>
        </p:txBody>
      </p:sp>
      <p:sp>
        <p:nvSpPr>
          <p:cNvPr id="52" name="Text 27">
            <a:extLst>
              <a:ext uri="{FF2B5EF4-FFF2-40B4-BE49-F238E27FC236}">
                <a16:creationId xmlns:a16="http://schemas.microsoft.com/office/drawing/2014/main" id="{45832E22-4E50-CC41-2E8C-E3280AC8A2D9}"/>
              </a:ext>
            </a:extLst>
          </p:cNvPr>
          <p:cNvSpPr/>
          <p:nvPr/>
        </p:nvSpPr>
        <p:spPr>
          <a:xfrm>
            <a:off x="9784080" y="1426083"/>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3 Ago</a:t>
            </a:r>
            <a:endParaRPr lang="es-MX" sz="750">
              <a:latin typeface="+mj-lt"/>
            </a:endParaRPr>
          </a:p>
        </p:txBody>
      </p:sp>
      <p:sp>
        <p:nvSpPr>
          <p:cNvPr id="54" name="Text 28">
            <a:extLst>
              <a:ext uri="{FF2B5EF4-FFF2-40B4-BE49-F238E27FC236}">
                <a16:creationId xmlns:a16="http://schemas.microsoft.com/office/drawing/2014/main" id="{47D84C7E-BB58-66A2-95A5-E785E9CFE63B}"/>
              </a:ext>
            </a:extLst>
          </p:cNvPr>
          <p:cNvSpPr/>
          <p:nvPr/>
        </p:nvSpPr>
        <p:spPr>
          <a:xfrm>
            <a:off x="10515600" y="1426083"/>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3,0</a:t>
            </a:r>
            <a:endParaRPr lang="es-MX" sz="750">
              <a:latin typeface="+mj-lt"/>
            </a:endParaRPr>
          </a:p>
        </p:txBody>
      </p:sp>
      <p:sp>
        <p:nvSpPr>
          <p:cNvPr id="56" name="Shape 29">
            <a:extLst>
              <a:ext uri="{FF2B5EF4-FFF2-40B4-BE49-F238E27FC236}">
                <a16:creationId xmlns:a16="http://schemas.microsoft.com/office/drawing/2014/main" id="{02A89CD0-B5EB-5AC3-981D-207343BDBC35}"/>
              </a:ext>
            </a:extLst>
          </p:cNvPr>
          <p:cNvSpPr/>
          <p:nvPr/>
        </p:nvSpPr>
        <p:spPr>
          <a:xfrm>
            <a:off x="365760" y="1691259"/>
            <a:ext cx="1463040" cy="265176"/>
          </a:xfrm>
          <a:prstGeom prst="rect">
            <a:avLst/>
          </a:prstGeom>
          <a:solidFill>
            <a:srgbClr val="E6F1FB"/>
          </a:solidFill>
          <a:ln w="12700">
            <a:solidFill>
              <a:srgbClr val="D8E4EF"/>
            </a:solidFill>
            <a:prstDash val="solid"/>
          </a:ln>
        </p:spPr>
        <p:txBody>
          <a:bodyPr/>
          <a:lstStyle/>
          <a:p>
            <a:endParaRPr lang="es-MX">
              <a:latin typeface="+mj-lt"/>
            </a:endParaRPr>
          </a:p>
        </p:txBody>
      </p:sp>
      <p:sp>
        <p:nvSpPr>
          <p:cNvPr id="58" name="Shape 30">
            <a:extLst>
              <a:ext uri="{FF2B5EF4-FFF2-40B4-BE49-F238E27FC236}">
                <a16:creationId xmlns:a16="http://schemas.microsoft.com/office/drawing/2014/main" id="{63C19678-0F3D-3F9E-BEF1-79F515618C16}"/>
              </a:ext>
            </a:extLst>
          </p:cNvPr>
          <p:cNvSpPr/>
          <p:nvPr/>
        </p:nvSpPr>
        <p:spPr>
          <a:xfrm>
            <a:off x="1828800" y="1691259"/>
            <a:ext cx="1920240" cy="265176"/>
          </a:xfrm>
          <a:prstGeom prst="rect">
            <a:avLst/>
          </a:prstGeom>
          <a:solidFill>
            <a:srgbClr val="E6F1FB"/>
          </a:solidFill>
          <a:ln w="12700">
            <a:solidFill>
              <a:srgbClr val="D8E4EF"/>
            </a:solidFill>
            <a:prstDash val="solid"/>
          </a:ln>
        </p:spPr>
        <p:txBody>
          <a:bodyPr/>
          <a:lstStyle/>
          <a:p>
            <a:endParaRPr lang="es-MX">
              <a:latin typeface="+mj-lt"/>
            </a:endParaRPr>
          </a:p>
        </p:txBody>
      </p:sp>
      <p:sp>
        <p:nvSpPr>
          <p:cNvPr id="60" name="Shape 31">
            <a:extLst>
              <a:ext uri="{FF2B5EF4-FFF2-40B4-BE49-F238E27FC236}">
                <a16:creationId xmlns:a16="http://schemas.microsoft.com/office/drawing/2014/main" id="{1C33E387-5E4C-93E1-F2FB-B0A02025D944}"/>
              </a:ext>
            </a:extLst>
          </p:cNvPr>
          <p:cNvSpPr/>
          <p:nvPr/>
        </p:nvSpPr>
        <p:spPr>
          <a:xfrm>
            <a:off x="3749040" y="1691259"/>
            <a:ext cx="2468880" cy="265176"/>
          </a:xfrm>
          <a:prstGeom prst="rect">
            <a:avLst/>
          </a:prstGeom>
          <a:solidFill>
            <a:srgbClr val="E6F1FB"/>
          </a:solidFill>
          <a:ln w="12700">
            <a:solidFill>
              <a:srgbClr val="D8E4EF"/>
            </a:solidFill>
            <a:prstDash val="solid"/>
          </a:ln>
        </p:spPr>
        <p:txBody>
          <a:bodyPr/>
          <a:lstStyle/>
          <a:p>
            <a:endParaRPr lang="es-MX">
              <a:latin typeface="+mj-lt"/>
            </a:endParaRPr>
          </a:p>
        </p:txBody>
      </p:sp>
      <p:sp>
        <p:nvSpPr>
          <p:cNvPr id="62" name="Shape 32">
            <a:extLst>
              <a:ext uri="{FF2B5EF4-FFF2-40B4-BE49-F238E27FC236}">
                <a16:creationId xmlns:a16="http://schemas.microsoft.com/office/drawing/2014/main" id="{BE3C8270-D94C-82CA-40DC-20F1EAAFBCB2}"/>
              </a:ext>
            </a:extLst>
          </p:cNvPr>
          <p:cNvSpPr/>
          <p:nvPr/>
        </p:nvSpPr>
        <p:spPr>
          <a:xfrm>
            <a:off x="6217920" y="1691259"/>
            <a:ext cx="3566160" cy="265176"/>
          </a:xfrm>
          <a:prstGeom prst="rect">
            <a:avLst/>
          </a:prstGeom>
          <a:solidFill>
            <a:srgbClr val="E6F1FB"/>
          </a:solidFill>
          <a:ln w="12700">
            <a:solidFill>
              <a:srgbClr val="D8E4EF"/>
            </a:solidFill>
            <a:prstDash val="solid"/>
          </a:ln>
        </p:spPr>
        <p:txBody>
          <a:bodyPr/>
          <a:lstStyle/>
          <a:p>
            <a:endParaRPr lang="es-MX">
              <a:latin typeface="+mj-lt"/>
            </a:endParaRPr>
          </a:p>
        </p:txBody>
      </p:sp>
      <p:sp>
        <p:nvSpPr>
          <p:cNvPr id="64" name="Shape 33">
            <a:extLst>
              <a:ext uri="{FF2B5EF4-FFF2-40B4-BE49-F238E27FC236}">
                <a16:creationId xmlns:a16="http://schemas.microsoft.com/office/drawing/2014/main" id="{AA8D3ED3-646C-BEF7-A2F8-7099A519F251}"/>
              </a:ext>
            </a:extLst>
          </p:cNvPr>
          <p:cNvSpPr/>
          <p:nvPr/>
        </p:nvSpPr>
        <p:spPr>
          <a:xfrm>
            <a:off x="9784080" y="1691259"/>
            <a:ext cx="731520" cy="265176"/>
          </a:xfrm>
          <a:prstGeom prst="rect">
            <a:avLst/>
          </a:prstGeom>
          <a:solidFill>
            <a:srgbClr val="E6F1FB"/>
          </a:solidFill>
          <a:ln w="12700">
            <a:solidFill>
              <a:srgbClr val="D8E4EF"/>
            </a:solidFill>
            <a:prstDash val="solid"/>
          </a:ln>
        </p:spPr>
        <p:txBody>
          <a:bodyPr/>
          <a:lstStyle/>
          <a:p>
            <a:endParaRPr lang="es-MX">
              <a:latin typeface="+mj-lt"/>
            </a:endParaRPr>
          </a:p>
        </p:txBody>
      </p:sp>
      <p:sp>
        <p:nvSpPr>
          <p:cNvPr id="66" name="Shape 34">
            <a:extLst>
              <a:ext uri="{FF2B5EF4-FFF2-40B4-BE49-F238E27FC236}">
                <a16:creationId xmlns:a16="http://schemas.microsoft.com/office/drawing/2014/main" id="{040DB968-C7CB-87BE-2340-6AB8BD1D8390}"/>
              </a:ext>
            </a:extLst>
          </p:cNvPr>
          <p:cNvSpPr/>
          <p:nvPr/>
        </p:nvSpPr>
        <p:spPr>
          <a:xfrm>
            <a:off x="10515600" y="1691259"/>
            <a:ext cx="731520" cy="265176"/>
          </a:xfrm>
          <a:prstGeom prst="rect">
            <a:avLst/>
          </a:prstGeom>
          <a:solidFill>
            <a:srgbClr val="E6F1FB"/>
          </a:solidFill>
          <a:ln w="12700">
            <a:solidFill>
              <a:srgbClr val="D8E4EF"/>
            </a:solidFill>
            <a:prstDash val="solid"/>
          </a:ln>
        </p:spPr>
        <p:txBody>
          <a:bodyPr/>
          <a:lstStyle/>
          <a:p>
            <a:endParaRPr lang="es-MX">
              <a:latin typeface="+mj-lt"/>
            </a:endParaRPr>
          </a:p>
        </p:txBody>
      </p:sp>
      <p:sp>
        <p:nvSpPr>
          <p:cNvPr id="68" name="Text 35">
            <a:extLst>
              <a:ext uri="{FF2B5EF4-FFF2-40B4-BE49-F238E27FC236}">
                <a16:creationId xmlns:a16="http://schemas.microsoft.com/office/drawing/2014/main" id="{ACC93C20-6D3C-87CD-DE6B-C2C6A759CA68}"/>
              </a:ext>
            </a:extLst>
          </p:cNvPr>
          <p:cNvSpPr/>
          <p:nvPr/>
        </p:nvSpPr>
        <p:spPr>
          <a:xfrm>
            <a:off x="1883664" y="1691259"/>
            <a:ext cx="1847088" cy="265176"/>
          </a:xfrm>
          <a:prstGeom prst="rect">
            <a:avLst/>
          </a:prstGeom>
          <a:noFill/>
          <a:ln/>
        </p:spPr>
        <p:txBody>
          <a:bodyPr wrap="square" rtlCol="0" anchor="ctr"/>
          <a:lstStyle/>
          <a:p>
            <a:pPr marL="0" indent="0">
              <a:buNone/>
            </a:pPr>
            <a:r>
              <a:rPr lang="es-MX" sz="750" b="1">
                <a:solidFill>
                  <a:srgbClr val="0E2841"/>
                </a:solidFill>
                <a:latin typeface="+mj-lt"/>
                <a:ea typeface="Calibri" pitchFamily="34" charset="-122"/>
                <a:cs typeface="Calibri" pitchFamily="34" charset="-120"/>
              </a:rPr>
              <a:t>Deep Dive SmartVista</a:t>
            </a:r>
            <a:endParaRPr lang="es-MX" sz="750">
              <a:latin typeface="+mj-lt"/>
            </a:endParaRPr>
          </a:p>
        </p:txBody>
      </p:sp>
      <p:sp>
        <p:nvSpPr>
          <p:cNvPr id="70" name="Text 36">
            <a:extLst>
              <a:ext uri="{FF2B5EF4-FFF2-40B4-BE49-F238E27FC236}">
                <a16:creationId xmlns:a16="http://schemas.microsoft.com/office/drawing/2014/main" id="{D5029C0E-7923-796B-B57E-F16FE3479122}"/>
              </a:ext>
            </a:extLst>
          </p:cNvPr>
          <p:cNvSpPr/>
          <p:nvPr/>
        </p:nvSpPr>
        <p:spPr>
          <a:xfrm>
            <a:off x="3803904" y="1691259"/>
            <a:ext cx="2395728" cy="265176"/>
          </a:xfrm>
          <a:prstGeom prst="rect">
            <a:avLst/>
          </a:prstGeom>
          <a:noFill/>
          <a:ln/>
        </p:spPr>
        <p:txBody>
          <a:bodyPr wrap="square" rtlCol="0" anchor="ctr"/>
          <a:lstStyle/>
          <a:p>
            <a:pPr marL="0" indent="0">
              <a:buNone/>
            </a:pPr>
            <a:r>
              <a:rPr lang="es-MX" sz="700">
                <a:solidFill>
                  <a:srgbClr val="444444"/>
                </a:solidFill>
                <a:latin typeface="+mj-lt"/>
                <a:ea typeface="Calibri" pitchFamily="34" charset="-122"/>
                <a:cs typeface="Calibri" pitchFamily="34" charset="-120"/>
              </a:rPr>
              <a:t>Armando García, Verónica Tamez</a:t>
            </a:r>
            <a:endParaRPr lang="es-MX" sz="700">
              <a:latin typeface="+mj-lt"/>
            </a:endParaRPr>
          </a:p>
        </p:txBody>
      </p:sp>
      <p:sp>
        <p:nvSpPr>
          <p:cNvPr id="72" name="Text 37">
            <a:extLst>
              <a:ext uri="{FF2B5EF4-FFF2-40B4-BE49-F238E27FC236}">
                <a16:creationId xmlns:a16="http://schemas.microsoft.com/office/drawing/2014/main" id="{42FB2058-9966-250E-B719-B00AD8258B36}"/>
              </a:ext>
            </a:extLst>
          </p:cNvPr>
          <p:cNvSpPr/>
          <p:nvPr/>
        </p:nvSpPr>
        <p:spPr>
          <a:xfrm>
            <a:off x="6272784" y="1691259"/>
            <a:ext cx="3493008" cy="265176"/>
          </a:xfrm>
          <a:prstGeom prst="rect">
            <a:avLst/>
          </a:prstGeom>
          <a:noFill/>
          <a:ln/>
        </p:spPr>
        <p:txBody>
          <a:bodyPr wrap="square" rtlCol="0" anchor="ctr"/>
          <a:lstStyle/>
          <a:p>
            <a:pPr marL="0" indent="0">
              <a:buNone/>
            </a:pPr>
            <a:r>
              <a:rPr lang="es-MX" sz="700" i="1">
                <a:solidFill>
                  <a:srgbClr val="444444"/>
                </a:solidFill>
                <a:latin typeface="+mj-lt"/>
                <a:ea typeface="Calibri" pitchFamily="34" charset="-122"/>
                <a:cs typeface="Calibri" pitchFamily="34" charset="-120"/>
              </a:rPr>
              <a:t>Detalle Historias de Usuario e Integraciones</a:t>
            </a:r>
            <a:endParaRPr lang="es-MX" sz="700">
              <a:latin typeface="+mj-lt"/>
            </a:endParaRPr>
          </a:p>
        </p:txBody>
      </p:sp>
      <p:sp>
        <p:nvSpPr>
          <p:cNvPr id="74" name="Text 38">
            <a:extLst>
              <a:ext uri="{FF2B5EF4-FFF2-40B4-BE49-F238E27FC236}">
                <a16:creationId xmlns:a16="http://schemas.microsoft.com/office/drawing/2014/main" id="{373222B2-786A-7010-F2F7-E7153850D805}"/>
              </a:ext>
            </a:extLst>
          </p:cNvPr>
          <p:cNvSpPr/>
          <p:nvPr/>
        </p:nvSpPr>
        <p:spPr>
          <a:xfrm>
            <a:off x="9784080" y="1691259"/>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4 Ago</a:t>
            </a:r>
            <a:endParaRPr lang="es-MX" sz="750">
              <a:latin typeface="+mj-lt"/>
            </a:endParaRPr>
          </a:p>
        </p:txBody>
      </p:sp>
      <p:sp>
        <p:nvSpPr>
          <p:cNvPr id="76" name="Text 39">
            <a:extLst>
              <a:ext uri="{FF2B5EF4-FFF2-40B4-BE49-F238E27FC236}">
                <a16:creationId xmlns:a16="http://schemas.microsoft.com/office/drawing/2014/main" id="{ACCD44AB-8A62-97B8-C7E6-DE6A594AE978}"/>
              </a:ext>
            </a:extLst>
          </p:cNvPr>
          <p:cNvSpPr/>
          <p:nvPr/>
        </p:nvSpPr>
        <p:spPr>
          <a:xfrm>
            <a:off x="10515600" y="1691259"/>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2,0</a:t>
            </a:r>
            <a:endParaRPr lang="es-MX" sz="750">
              <a:latin typeface="+mj-lt"/>
            </a:endParaRPr>
          </a:p>
        </p:txBody>
      </p:sp>
      <p:sp>
        <p:nvSpPr>
          <p:cNvPr id="78" name="Shape 40">
            <a:extLst>
              <a:ext uri="{FF2B5EF4-FFF2-40B4-BE49-F238E27FC236}">
                <a16:creationId xmlns:a16="http://schemas.microsoft.com/office/drawing/2014/main" id="{0B902037-6237-57E0-0D25-ECE27D7914F0}"/>
              </a:ext>
            </a:extLst>
          </p:cNvPr>
          <p:cNvSpPr/>
          <p:nvPr/>
        </p:nvSpPr>
        <p:spPr>
          <a:xfrm>
            <a:off x="365760" y="1956435"/>
            <a:ext cx="1463040" cy="265176"/>
          </a:xfrm>
          <a:prstGeom prst="rect">
            <a:avLst/>
          </a:prstGeom>
          <a:solidFill>
            <a:srgbClr val="E6F1FB"/>
          </a:solidFill>
          <a:ln w="12700">
            <a:solidFill>
              <a:srgbClr val="D8E4EF"/>
            </a:solidFill>
            <a:prstDash val="solid"/>
          </a:ln>
        </p:spPr>
        <p:txBody>
          <a:bodyPr/>
          <a:lstStyle/>
          <a:p>
            <a:endParaRPr lang="es-MX">
              <a:latin typeface="+mj-lt"/>
            </a:endParaRPr>
          </a:p>
        </p:txBody>
      </p:sp>
      <p:sp>
        <p:nvSpPr>
          <p:cNvPr id="80" name="Shape 41">
            <a:extLst>
              <a:ext uri="{FF2B5EF4-FFF2-40B4-BE49-F238E27FC236}">
                <a16:creationId xmlns:a16="http://schemas.microsoft.com/office/drawing/2014/main" id="{E378210E-510C-E8B2-A7C6-DDF940E2EFC2}"/>
              </a:ext>
            </a:extLst>
          </p:cNvPr>
          <p:cNvSpPr/>
          <p:nvPr/>
        </p:nvSpPr>
        <p:spPr>
          <a:xfrm>
            <a:off x="1828800" y="1956435"/>
            <a:ext cx="1920240" cy="265176"/>
          </a:xfrm>
          <a:prstGeom prst="rect">
            <a:avLst/>
          </a:prstGeom>
          <a:solidFill>
            <a:srgbClr val="E6F1FB"/>
          </a:solidFill>
          <a:ln w="12700">
            <a:solidFill>
              <a:srgbClr val="D8E4EF"/>
            </a:solidFill>
            <a:prstDash val="solid"/>
          </a:ln>
        </p:spPr>
        <p:txBody>
          <a:bodyPr/>
          <a:lstStyle/>
          <a:p>
            <a:endParaRPr lang="es-MX">
              <a:latin typeface="+mj-lt"/>
            </a:endParaRPr>
          </a:p>
        </p:txBody>
      </p:sp>
      <p:sp>
        <p:nvSpPr>
          <p:cNvPr id="82" name="Shape 42">
            <a:extLst>
              <a:ext uri="{FF2B5EF4-FFF2-40B4-BE49-F238E27FC236}">
                <a16:creationId xmlns:a16="http://schemas.microsoft.com/office/drawing/2014/main" id="{6B552B42-F465-7F30-B2E2-B0A452713A79}"/>
              </a:ext>
            </a:extLst>
          </p:cNvPr>
          <p:cNvSpPr/>
          <p:nvPr/>
        </p:nvSpPr>
        <p:spPr>
          <a:xfrm>
            <a:off x="3749040" y="1956435"/>
            <a:ext cx="2468880" cy="265176"/>
          </a:xfrm>
          <a:prstGeom prst="rect">
            <a:avLst/>
          </a:prstGeom>
          <a:solidFill>
            <a:srgbClr val="E6F1FB"/>
          </a:solidFill>
          <a:ln w="12700">
            <a:solidFill>
              <a:srgbClr val="D8E4EF"/>
            </a:solidFill>
            <a:prstDash val="solid"/>
          </a:ln>
        </p:spPr>
        <p:txBody>
          <a:bodyPr/>
          <a:lstStyle/>
          <a:p>
            <a:endParaRPr lang="es-MX">
              <a:latin typeface="+mj-lt"/>
            </a:endParaRPr>
          </a:p>
        </p:txBody>
      </p:sp>
      <p:sp>
        <p:nvSpPr>
          <p:cNvPr id="84" name="Shape 43">
            <a:extLst>
              <a:ext uri="{FF2B5EF4-FFF2-40B4-BE49-F238E27FC236}">
                <a16:creationId xmlns:a16="http://schemas.microsoft.com/office/drawing/2014/main" id="{73278837-FF5F-9427-3E1F-EE98569CACE6}"/>
              </a:ext>
            </a:extLst>
          </p:cNvPr>
          <p:cNvSpPr/>
          <p:nvPr/>
        </p:nvSpPr>
        <p:spPr>
          <a:xfrm>
            <a:off x="6217920" y="1956435"/>
            <a:ext cx="3566160" cy="265176"/>
          </a:xfrm>
          <a:prstGeom prst="rect">
            <a:avLst/>
          </a:prstGeom>
          <a:solidFill>
            <a:srgbClr val="E6F1FB"/>
          </a:solidFill>
          <a:ln w="12700">
            <a:solidFill>
              <a:srgbClr val="D8E4EF"/>
            </a:solidFill>
            <a:prstDash val="solid"/>
          </a:ln>
        </p:spPr>
        <p:txBody>
          <a:bodyPr/>
          <a:lstStyle/>
          <a:p>
            <a:endParaRPr lang="es-MX">
              <a:latin typeface="+mj-lt"/>
            </a:endParaRPr>
          </a:p>
        </p:txBody>
      </p:sp>
      <p:sp>
        <p:nvSpPr>
          <p:cNvPr id="86" name="Shape 44">
            <a:extLst>
              <a:ext uri="{FF2B5EF4-FFF2-40B4-BE49-F238E27FC236}">
                <a16:creationId xmlns:a16="http://schemas.microsoft.com/office/drawing/2014/main" id="{90212066-D049-8274-6B0A-2658C2EAFAA2}"/>
              </a:ext>
            </a:extLst>
          </p:cNvPr>
          <p:cNvSpPr/>
          <p:nvPr/>
        </p:nvSpPr>
        <p:spPr>
          <a:xfrm>
            <a:off x="9784080" y="1956435"/>
            <a:ext cx="731520" cy="265176"/>
          </a:xfrm>
          <a:prstGeom prst="rect">
            <a:avLst/>
          </a:prstGeom>
          <a:solidFill>
            <a:srgbClr val="E6F1FB"/>
          </a:solidFill>
          <a:ln w="12700">
            <a:solidFill>
              <a:srgbClr val="D8E4EF"/>
            </a:solidFill>
            <a:prstDash val="solid"/>
          </a:ln>
        </p:spPr>
        <p:txBody>
          <a:bodyPr/>
          <a:lstStyle/>
          <a:p>
            <a:endParaRPr lang="es-MX">
              <a:latin typeface="+mj-lt"/>
            </a:endParaRPr>
          </a:p>
        </p:txBody>
      </p:sp>
      <p:sp>
        <p:nvSpPr>
          <p:cNvPr id="88" name="Shape 45">
            <a:extLst>
              <a:ext uri="{FF2B5EF4-FFF2-40B4-BE49-F238E27FC236}">
                <a16:creationId xmlns:a16="http://schemas.microsoft.com/office/drawing/2014/main" id="{6396DCBF-99F7-97F9-3A33-8E0F3C2F1FF9}"/>
              </a:ext>
            </a:extLst>
          </p:cNvPr>
          <p:cNvSpPr/>
          <p:nvPr/>
        </p:nvSpPr>
        <p:spPr>
          <a:xfrm>
            <a:off x="10515600" y="1956435"/>
            <a:ext cx="731520" cy="265176"/>
          </a:xfrm>
          <a:prstGeom prst="rect">
            <a:avLst/>
          </a:prstGeom>
          <a:solidFill>
            <a:srgbClr val="E6F1FB"/>
          </a:solidFill>
          <a:ln w="12700">
            <a:solidFill>
              <a:srgbClr val="D8E4EF"/>
            </a:solidFill>
            <a:prstDash val="solid"/>
          </a:ln>
        </p:spPr>
        <p:txBody>
          <a:bodyPr/>
          <a:lstStyle/>
          <a:p>
            <a:endParaRPr lang="es-MX">
              <a:latin typeface="+mj-lt"/>
            </a:endParaRPr>
          </a:p>
        </p:txBody>
      </p:sp>
      <p:sp>
        <p:nvSpPr>
          <p:cNvPr id="90" name="Text 46">
            <a:extLst>
              <a:ext uri="{FF2B5EF4-FFF2-40B4-BE49-F238E27FC236}">
                <a16:creationId xmlns:a16="http://schemas.microsoft.com/office/drawing/2014/main" id="{FB189D4D-B20B-0EB1-40DA-4CBFDD1E8BE0}"/>
              </a:ext>
            </a:extLst>
          </p:cNvPr>
          <p:cNvSpPr/>
          <p:nvPr/>
        </p:nvSpPr>
        <p:spPr>
          <a:xfrm>
            <a:off x="1883664" y="1956435"/>
            <a:ext cx="1847088" cy="265176"/>
          </a:xfrm>
          <a:prstGeom prst="rect">
            <a:avLst/>
          </a:prstGeom>
          <a:noFill/>
          <a:ln/>
        </p:spPr>
        <p:txBody>
          <a:bodyPr wrap="square" rtlCol="0" anchor="ctr"/>
          <a:lstStyle/>
          <a:p>
            <a:pPr marL="0" indent="0">
              <a:buNone/>
            </a:pPr>
            <a:r>
              <a:rPr lang="es-MX" sz="750" b="1">
                <a:solidFill>
                  <a:srgbClr val="0E2841"/>
                </a:solidFill>
                <a:latin typeface="+mj-lt"/>
                <a:ea typeface="Calibri" pitchFamily="34" charset="-122"/>
                <a:cs typeface="Calibri" pitchFamily="34" charset="-120"/>
              </a:rPr>
              <a:t>SmartVista — Maquila</a:t>
            </a:r>
            <a:endParaRPr lang="es-MX" sz="750">
              <a:latin typeface="+mj-lt"/>
            </a:endParaRPr>
          </a:p>
        </p:txBody>
      </p:sp>
      <p:sp>
        <p:nvSpPr>
          <p:cNvPr id="92" name="Text 47">
            <a:extLst>
              <a:ext uri="{FF2B5EF4-FFF2-40B4-BE49-F238E27FC236}">
                <a16:creationId xmlns:a16="http://schemas.microsoft.com/office/drawing/2014/main" id="{356EA7C4-9027-DE73-02FA-5F488175F8FA}"/>
              </a:ext>
            </a:extLst>
          </p:cNvPr>
          <p:cNvSpPr/>
          <p:nvPr/>
        </p:nvSpPr>
        <p:spPr>
          <a:xfrm>
            <a:off x="3803904" y="1956435"/>
            <a:ext cx="2395728" cy="265176"/>
          </a:xfrm>
          <a:prstGeom prst="rect">
            <a:avLst/>
          </a:prstGeom>
          <a:noFill/>
          <a:ln/>
        </p:spPr>
        <p:txBody>
          <a:bodyPr wrap="square" rtlCol="0" anchor="ctr"/>
          <a:lstStyle/>
          <a:p>
            <a:pPr marL="0" indent="0">
              <a:buNone/>
            </a:pPr>
            <a:r>
              <a:rPr lang="es-MX" sz="700">
                <a:solidFill>
                  <a:srgbClr val="444444"/>
                </a:solidFill>
                <a:latin typeface="+mj-lt"/>
                <a:ea typeface="Calibri" pitchFamily="34" charset="-122"/>
                <a:cs typeface="Calibri" pitchFamily="34" charset="-120"/>
              </a:rPr>
              <a:t>Armando García, Verónica Tamez</a:t>
            </a:r>
            <a:endParaRPr lang="es-MX" sz="700">
              <a:latin typeface="+mj-lt"/>
            </a:endParaRPr>
          </a:p>
        </p:txBody>
      </p:sp>
      <p:sp>
        <p:nvSpPr>
          <p:cNvPr id="94" name="Text 48">
            <a:extLst>
              <a:ext uri="{FF2B5EF4-FFF2-40B4-BE49-F238E27FC236}">
                <a16:creationId xmlns:a16="http://schemas.microsoft.com/office/drawing/2014/main" id="{3E514451-65D6-4EE0-1195-5055F0655833}"/>
              </a:ext>
            </a:extLst>
          </p:cNvPr>
          <p:cNvSpPr/>
          <p:nvPr/>
        </p:nvSpPr>
        <p:spPr>
          <a:xfrm>
            <a:off x="6272784" y="1956435"/>
            <a:ext cx="3493008" cy="265176"/>
          </a:xfrm>
          <a:prstGeom prst="rect">
            <a:avLst/>
          </a:prstGeom>
          <a:noFill/>
          <a:ln/>
        </p:spPr>
        <p:txBody>
          <a:bodyPr wrap="square" rtlCol="0" anchor="ctr"/>
          <a:lstStyle/>
          <a:p>
            <a:pPr marL="0" indent="0">
              <a:buNone/>
            </a:pPr>
            <a:r>
              <a:rPr lang="es-MX" sz="700" i="1">
                <a:solidFill>
                  <a:srgbClr val="444444"/>
                </a:solidFill>
                <a:latin typeface="+mj-lt"/>
                <a:ea typeface="Calibri" pitchFamily="34" charset="-122"/>
                <a:cs typeface="Calibri" pitchFamily="34" charset="-120"/>
              </a:rPr>
              <a:t>Análisis HUs Maquila — remediaciones</a:t>
            </a:r>
            <a:endParaRPr lang="es-MX" sz="700">
              <a:latin typeface="+mj-lt"/>
            </a:endParaRPr>
          </a:p>
        </p:txBody>
      </p:sp>
      <p:sp>
        <p:nvSpPr>
          <p:cNvPr id="96" name="Text 49">
            <a:extLst>
              <a:ext uri="{FF2B5EF4-FFF2-40B4-BE49-F238E27FC236}">
                <a16:creationId xmlns:a16="http://schemas.microsoft.com/office/drawing/2014/main" id="{2043DBE9-866A-F00D-8D55-A2E1231F20C8}"/>
              </a:ext>
            </a:extLst>
          </p:cNvPr>
          <p:cNvSpPr/>
          <p:nvPr/>
        </p:nvSpPr>
        <p:spPr>
          <a:xfrm>
            <a:off x="9784080" y="1956435"/>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6 Ago</a:t>
            </a:r>
            <a:endParaRPr lang="es-MX" sz="750">
              <a:latin typeface="+mj-lt"/>
            </a:endParaRPr>
          </a:p>
        </p:txBody>
      </p:sp>
      <p:sp>
        <p:nvSpPr>
          <p:cNvPr id="98" name="Text 50">
            <a:extLst>
              <a:ext uri="{FF2B5EF4-FFF2-40B4-BE49-F238E27FC236}">
                <a16:creationId xmlns:a16="http://schemas.microsoft.com/office/drawing/2014/main" id="{93167B6D-2422-5E07-2DF1-4C775BA57247}"/>
              </a:ext>
            </a:extLst>
          </p:cNvPr>
          <p:cNvSpPr/>
          <p:nvPr/>
        </p:nvSpPr>
        <p:spPr>
          <a:xfrm>
            <a:off x="10515600" y="1956435"/>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1,0</a:t>
            </a:r>
            <a:endParaRPr lang="es-MX" sz="750">
              <a:latin typeface="+mj-lt"/>
            </a:endParaRPr>
          </a:p>
        </p:txBody>
      </p:sp>
      <p:sp>
        <p:nvSpPr>
          <p:cNvPr id="100" name="Shape 51">
            <a:extLst>
              <a:ext uri="{FF2B5EF4-FFF2-40B4-BE49-F238E27FC236}">
                <a16:creationId xmlns:a16="http://schemas.microsoft.com/office/drawing/2014/main" id="{1744E278-1C2C-5D11-18C2-C1DAEF1F4B18}"/>
              </a:ext>
            </a:extLst>
          </p:cNvPr>
          <p:cNvSpPr/>
          <p:nvPr/>
        </p:nvSpPr>
        <p:spPr>
          <a:xfrm>
            <a:off x="365760" y="2221611"/>
            <a:ext cx="1463040" cy="265176"/>
          </a:xfrm>
          <a:prstGeom prst="rect">
            <a:avLst/>
          </a:prstGeom>
          <a:solidFill>
            <a:srgbClr val="FEF3E2"/>
          </a:solidFill>
          <a:ln w="12700">
            <a:solidFill>
              <a:srgbClr val="D8E4EF"/>
            </a:solidFill>
            <a:prstDash val="solid"/>
          </a:ln>
        </p:spPr>
        <p:txBody>
          <a:bodyPr/>
          <a:lstStyle/>
          <a:p>
            <a:endParaRPr lang="es-MX">
              <a:latin typeface="+mj-lt"/>
            </a:endParaRPr>
          </a:p>
        </p:txBody>
      </p:sp>
      <p:sp>
        <p:nvSpPr>
          <p:cNvPr id="102" name="Shape 52">
            <a:extLst>
              <a:ext uri="{FF2B5EF4-FFF2-40B4-BE49-F238E27FC236}">
                <a16:creationId xmlns:a16="http://schemas.microsoft.com/office/drawing/2014/main" id="{23E39208-3FEF-4537-5603-76DAFDDBE71A}"/>
              </a:ext>
            </a:extLst>
          </p:cNvPr>
          <p:cNvSpPr/>
          <p:nvPr/>
        </p:nvSpPr>
        <p:spPr>
          <a:xfrm>
            <a:off x="1828800" y="2221611"/>
            <a:ext cx="1920240" cy="265176"/>
          </a:xfrm>
          <a:prstGeom prst="rect">
            <a:avLst/>
          </a:prstGeom>
          <a:solidFill>
            <a:srgbClr val="FEF3E2"/>
          </a:solidFill>
          <a:ln w="12700">
            <a:solidFill>
              <a:srgbClr val="D8E4EF"/>
            </a:solidFill>
            <a:prstDash val="solid"/>
          </a:ln>
        </p:spPr>
        <p:txBody>
          <a:bodyPr/>
          <a:lstStyle/>
          <a:p>
            <a:endParaRPr lang="es-MX">
              <a:latin typeface="+mj-lt"/>
            </a:endParaRPr>
          </a:p>
        </p:txBody>
      </p:sp>
      <p:sp>
        <p:nvSpPr>
          <p:cNvPr id="104" name="Shape 53">
            <a:extLst>
              <a:ext uri="{FF2B5EF4-FFF2-40B4-BE49-F238E27FC236}">
                <a16:creationId xmlns:a16="http://schemas.microsoft.com/office/drawing/2014/main" id="{D635C5EC-0E62-D3DA-1172-E50F56A45989}"/>
              </a:ext>
            </a:extLst>
          </p:cNvPr>
          <p:cNvSpPr/>
          <p:nvPr/>
        </p:nvSpPr>
        <p:spPr>
          <a:xfrm>
            <a:off x="3749040" y="2221611"/>
            <a:ext cx="2468880" cy="265176"/>
          </a:xfrm>
          <a:prstGeom prst="rect">
            <a:avLst/>
          </a:prstGeom>
          <a:solidFill>
            <a:srgbClr val="FEF3E2"/>
          </a:solidFill>
          <a:ln w="12700">
            <a:solidFill>
              <a:srgbClr val="D8E4EF"/>
            </a:solidFill>
            <a:prstDash val="solid"/>
          </a:ln>
        </p:spPr>
        <p:txBody>
          <a:bodyPr/>
          <a:lstStyle/>
          <a:p>
            <a:endParaRPr lang="es-MX">
              <a:latin typeface="+mj-lt"/>
            </a:endParaRPr>
          </a:p>
        </p:txBody>
      </p:sp>
      <p:sp>
        <p:nvSpPr>
          <p:cNvPr id="106" name="Shape 54">
            <a:extLst>
              <a:ext uri="{FF2B5EF4-FFF2-40B4-BE49-F238E27FC236}">
                <a16:creationId xmlns:a16="http://schemas.microsoft.com/office/drawing/2014/main" id="{0598F0EB-CC13-9638-ED8C-F18DDB69C8A6}"/>
              </a:ext>
            </a:extLst>
          </p:cNvPr>
          <p:cNvSpPr/>
          <p:nvPr/>
        </p:nvSpPr>
        <p:spPr>
          <a:xfrm>
            <a:off x="6217920" y="2221611"/>
            <a:ext cx="3566160" cy="265176"/>
          </a:xfrm>
          <a:prstGeom prst="rect">
            <a:avLst/>
          </a:prstGeom>
          <a:solidFill>
            <a:srgbClr val="FEF3E2"/>
          </a:solidFill>
          <a:ln w="12700">
            <a:solidFill>
              <a:srgbClr val="D8E4EF"/>
            </a:solidFill>
            <a:prstDash val="solid"/>
          </a:ln>
        </p:spPr>
        <p:txBody>
          <a:bodyPr/>
          <a:lstStyle/>
          <a:p>
            <a:endParaRPr lang="es-MX">
              <a:latin typeface="+mj-lt"/>
            </a:endParaRPr>
          </a:p>
        </p:txBody>
      </p:sp>
      <p:sp>
        <p:nvSpPr>
          <p:cNvPr id="108" name="Shape 55">
            <a:extLst>
              <a:ext uri="{FF2B5EF4-FFF2-40B4-BE49-F238E27FC236}">
                <a16:creationId xmlns:a16="http://schemas.microsoft.com/office/drawing/2014/main" id="{B6CFDF76-0CE9-E02E-D3A0-5AE66F9984ED}"/>
              </a:ext>
            </a:extLst>
          </p:cNvPr>
          <p:cNvSpPr/>
          <p:nvPr/>
        </p:nvSpPr>
        <p:spPr>
          <a:xfrm>
            <a:off x="9784080" y="2221611"/>
            <a:ext cx="731520" cy="265176"/>
          </a:xfrm>
          <a:prstGeom prst="rect">
            <a:avLst/>
          </a:prstGeom>
          <a:solidFill>
            <a:srgbClr val="FEF3E2"/>
          </a:solidFill>
          <a:ln w="12700">
            <a:solidFill>
              <a:srgbClr val="D8E4EF"/>
            </a:solidFill>
            <a:prstDash val="solid"/>
          </a:ln>
        </p:spPr>
        <p:txBody>
          <a:bodyPr/>
          <a:lstStyle/>
          <a:p>
            <a:endParaRPr lang="es-MX">
              <a:latin typeface="+mj-lt"/>
            </a:endParaRPr>
          </a:p>
        </p:txBody>
      </p:sp>
      <p:sp>
        <p:nvSpPr>
          <p:cNvPr id="110" name="Shape 56">
            <a:extLst>
              <a:ext uri="{FF2B5EF4-FFF2-40B4-BE49-F238E27FC236}">
                <a16:creationId xmlns:a16="http://schemas.microsoft.com/office/drawing/2014/main" id="{26DBC5C2-355C-2438-A09C-DBE373704759}"/>
              </a:ext>
            </a:extLst>
          </p:cNvPr>
          <p:cNvSpPr/>
          <p:nvPr/>
        </p:nvSpPr>
        <p:spPr>
          <a:xfrm>
            <a:off x="10515600" y="2221611"/>
            <a:ext cx="731520" cy="265176"/>
          </a:xfrm>
          <a:prstGeom prst="rect">
            <a:avLst/>
          </a:prstGeom>
          <a:solidFill>
            <a:srgbClr val="FEF3E2"/>
          </a:solidFill>
          <a:ln w="12700">
            <a:solidFill>
              <a:srgbClr val="D8E4EF"/>
            </a:solidFill>
            <a:prstDash val="solid"/>
          </a:ln>
        </p:spPr>
        <p:txBody>
          <a:bodyPr/>
          <a:lstStyle/>
          <a:p>
            <a:endParaRPr lang="es-MX">
              <a:latin typeface="+mj-lt"/>
            </a:endParaRPr>
          </a:p>
        </p:txBody>
      </p:sp>
      <p:sp>
        <p:nvSpPr>
          <p:cNvPr id="112" name="Shape 57">
            <a:extLst>
              <a:ext uri="{FF2B5EF4-FFF2-40B4-BE49-F238E27FC236}">
                <a16:creationId xmlns:a16="http://schemas.microsoft.com/office/drawing/2014/main" id="{C8E5BAB9-FB29-07F6-492E-A96DEE72C6A5}"/>
              </a:ext>
            </a:extLst>
          </p:cNvPr>
          <p:cNvSpPr/>
          <p:nvPr/>
        </p:nvSpPr>
        <p:spPr>
          <a:xfrm>
            <a:off x="420624" y="2267331"/>
            <a:ext cx="1353312" cy="173736"/>
          </a:xfrm>
          <a:prstGeom prst="roundRect">
            <a:avLst>
              <a:gd name="adj" fmla="val 42105"/>
            </a:avLst>
          </a:prstGeom>
          <a:solidFill>
            <a:srgbClr val="FAC775"/>
          </a:solidFill>
          <a:ln w="12700">
            <a:solidFill>
              <a:srgbClr val="FAC775"/>
            </a:solidFill>
            <a:prstDash val="solid"/>
          </a:ln>
        </p:spPr>
        <p:txBody>
          <a:bodyPr/>
          <a:lstStyle/>
          <a:p>
            <a:endParaRPr lang="es-MX">
              <a:latin typeface="+mj-lt"/>
            </a:endParaRPr>
          </a:p>
        </p:txBody>
      </p:sp>
      <p:sp>
        <p:nvSpPr>
          <p:cNvPr id="114" name="Text 58">
            <a:extLst>
              <a:ext uri="{FF2B5EF4-FFF2-40B4-BE49-F238E27FC236}">
                <a16:creationId xmlns:a16="http://schemas.microsoft.com/office/drawing/2014/main" id="{AF7F82BF-7EBF-1746-E2BE-10A3E2897AD0}"/>
              </a:ext>
            </a:extLst>
          </p:cNvPr>
          <p:cNvSpPr/>
          <p:nvPr/>
        </p:nvSpPr>
        <p:spPr>
          <a:xfrm>
            <a:off x="420624" y="2267331"/>
            <a:ext cx="1353312" cy="173736"/>
          </a:xfrm>
          <a:prstGeom prst="rect">
            <a:avLst/>
          </a:prstGeom>
          <a:noFill/>
          <a:ln/>
        </p:spPr>
        <p:txBody>
          <a:bodyPr wrap="square" rtlCol="0" anchor="ctr"/>
          <a:lstStyle/>
          <a:p>
            <a:pPr marL="0" indent="0" algn="ctr">
              <a:buNone/>
            </a:pPr>
            <a:r>
              <a:rPr lang="es-MX" sz="750" b="1">
                <a:solidFill>
                  <a:srgbClr val="6B3A00"/>
                </a:solidFill>
                <a:latin typeface="+mj-lt"/>
                <a:ea typeface="Calibri" pitchFamily="34" charset="-122"/>
                <a:cs typeface="Calibri" pitchFamily="34" charset="-120"/>
              </a:rPr>
              <a:t>CAT</a:t>
            </a:r>
            <a:endParaRPr lang="es-MX" sz="750">
              <a:latin typeface="+mj-lt"/>
            </a:endParaRPr>
          </a:p>
        </p:txBody>
      </p:sp>
      <p:sp>
        <p:nvSpPr>
          <p:cNvPr id="116" name="Text 59">
            <a:extLst>
              <a:ext uri="{FF2B5EF4-FFF2-40B4-BE49-F238E27FC236}">
                <a16:creationId xmlns:a16="http://schemas.microsoft.com/office/drawing/2014/main" id="{DD084CB5-27D3-84C4-C626-13766DA5938D}"/>
              </a:ext>
            </a:extLst>
          </p:cNvPr>
          <p:cNvSpPr/>
          <p:nvPr/>
        </p:nvSpPr>
        <p:spPr>
          <a:xfrm>
            <a:off x="1883664" y="2221611"/>
            <a:ext cx="1847088" cy="265176"/>
          </a:xfrm>
          <a:prstGeom prst="rect">
            <a:avLst/>
          </a:prstGeom>
          <a:noFill/>
          <a:ln/>
        </p:spPr>
        <p:txBody>
          <a:bodyPr wrap="square" rtlCol="0" anchor="ctr"/>
          <a:lstStyle/>
          <a:p>
            <a:pPr marL="0" indent="0">
              <a:buNone/>
            </a:pPr>
            <a:r>
              <a:rPr lang="es-MX" sz="750" b="1">
                <a:solidFill>
                  <a:srgbClr val="0E2841"/>
                </a:solidFill>
                <a:latin typeface="+mj-lt"/>
                <a:ea typeface="Calibri" pitchFamily="34" charset="-122"/>
                <a:cs typeface="Calibri" pitchFamily="34" charset="-120"/>
              </a:rPr>
              <a:t>Deep Dive CAT</a:t>
            </a:r>
            <a:endParaRPr lang="es-MX" sz="750">
              <a:latin typeface="+mj-lt"/>
            </a:endParaRPr>
          </a:p>
        </p:txBody>
      </p:sp>
      <p:sp>
        <p:nvSpPr>
          <p:cNvPr id="118" name="Text 60">
            <a:extLst>
              <a:ext uri="{FF2B5EF4-FFF2-40B4-BE49-F238E27FC236}">
                <a16:creationId xmlns:a16="http://schemas.microsoft.com/office/drawing/2014/main" id="{E8CC4443-29C1-E6A0-AEA2-B3CE6C7BF7B6}"/>
              </a:ext>
            </a:extLst>
          </p:cNvPr>
          <p:cNvSpPr/>
          <p:nvPr/>
        </p:nvSpPr>
        <p:spPr>
          <a:xfrm>
            <a:off x="3803904" y="2221611"/>
            <a:ext cx="2395728" cy="265176"/>
          </a:xfrm>
          <a:prstGeom prst="rect">
            <a:avLst/>
          </a:prstGeom>
          <a:noFill/>
          <a:ln/>
        </p:spPr>
        <p:txBody>
          <a:bodyPr wrap="square" rtlCol="0" anchor="ctr"/>
          <a:lstStyle/>
          <a:p>
            <a:pPr marL="0" indent="0">
              <a:buNone/>
            </a:pPr>
            <a:r>
              <a:rPr lang="es-MX" sz="700">
                <a:solidFill>
                  <a:srgbClr val="444444"/>
                </a:solidFill>
                <a:latin typeface="+mj-lt"/>
                <a:ea typeface="Calibri" pitchFamily="34" charset="-122"/>
                <a:cs typeface="Calibri" pitchFamily="34" charset="-120"/>
              </a:rPr>
              <a:t>Ramsés Santos</a:t>
            </a:r>
            <a:endParaRPr lang="es-MX" sz="700">
              <a:latin typeface="+mj-lt"/>
            </a:endParaRPr>
          </a:p>
        </p:txBody>
      </p:sp>
      <p:sp>
        <p:nvSpPr>
          <p:cNvPr id="120" name="Text 61">
            <a:extLst>
              <a:ext uri="{FF2B5EF4-FFF2-40B4-BE49-F238E27FC236}">
                <a16:creationId xmlns:a16="http://schemas.microsoft.com/office/drawing/2014/main" id="{D790DA32-6FC6-B403-AB48-042F56BD0084}"/>
              </a:ext>
            </a:extLst>
          </p:cNvPr>
          <p:cNvSpPr/>
          <p:nvPr/>
        </p:nvSpPr>
        <p:spPr>
          <a:xfrm>
            <a:off x="6272784" y="2221611"/>
            <a:ext cx="3493008" cy="265176"/>
          </a:xfrm>
          <a:prstGeom prst="rect">
            <a:avLst/>
          </a:prstGeom>
          <a:noFill/>
          <a:ln/>
        </p:spPr>
        <p:txBody>
          <a:bodyPr wrap="square" rtlCol="0" anchor="ctr"/>
          <a:lstStyle/>
          <a:p>
            <a:pPr marL="0" indent="0">
              <a:buNone/>
            </a:pPr>
            <a:r>
              <a:rPr lang="es-MX" sz="700" i="1">
                <a:solidFill>
                  <a:srgbClr val="444444"/>
                </a:solidFill>
                <a:latin typeface="+mj-lt"/>
                <a:ea typeface="Calibri" pitchFamily="34" charset="-122"/>
                <a:cs typeface="Calibri" pitchFamily="34" charset="-120"/>
              </a:rPr>
              <a:t>Presentación inventarios y Detalle HUs e Integraciones</a:t>
            </a:r>
            <a:endParaRPr lang="es-MX" sz="700">
              <a:latin typeface="+mj-lt"/>
            </a:endParaRPr>
          </a:p>
        </p:txBody>
      </p:sp>
      <p:sp>
        <p:nvSpPr>
          <p:cNvPr id="122" name="Text 62">
            <a:extLst>
              <a:ext uri="{FF2B5EF4-FFF2-40B4-BE49-F238E27FC236}">
                <a16:creationId xmlns:a16="http://schemas.microsoft.com/office/drawing/2014/main" id="{A81A8EA9-A45E-9B9C-0C5B-D2C018E0E1B5}"/>
              </a:ext>
            </a:extLst>
          </p:cNvPr>
          <p:cNvSpPr/>
          <p:nvPr/>
        </p:nvSpPr>
        <p:spPr>
          <a:xfrm>
            <a:off x="9784080" y="2221611"/>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3 Ago</a:t>
            </a:r>
            <a:endParaRPr lang="es-MX" sz="750">
              <a:latin typeface="+mj-lt"/>
            </a:endParaRPr>
          </a:p>
        </p:txBody>
      </p:sp>
      <p:sp>
        <p:nvSpPr>
          <p:cNvPr id="124" name="Text 63">
            <a:extLst>
              <a:ext uri="{FF2B5EF4-FFF2-40B4-BE49-F238E27FC236}">
                <a16:creationId xmlns:a16="http://schemas.microsoft.com/office/drawing/2014/main" id="{23F42AA4-C874-B699-F0EA-BEC2C57A7814}"/>
              </a:ext>
            </a:extLst>
          </p:cNvPr>
          <p:cNvSpPr/>
          <p:nvPr/>
        </p:nvSpPr>
        <p:spPr>
          <a:xfrm>
            <a:off x="10515600" y="2221611"/>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2,5</a:t>
            </a:r>
            <a:endParaRPr lang="es-MX" sz="750">
              <a:latin typeface="+mj-lt"/>
            </a:endParaRPr>
          </a:p>
        </p:txBody>
      </p:sp>
      <p:sp>
        <p:nvSpPr>
          <p:cNvPr id="126" name="Shape 64">
            <a:extLst>
              <a:ext uri="{FF2B5EF4-FFF2-40B4-BE49-F238E27FC236}">
                <a16:creationId xmlns:a16="http://schemas.microsoft.com/office/drawing/2014/main" id="{4FCA9F2E-1745-D4C7-E3E1-99AA063F1290}"/>
              </a:ext>
            </a:extLst>
          </p:cNvPr>
          <p:cNvSpPr/>
          <p:nvPr/>
        </p:nvSpPr>
        <p:spPr>
          <a:xfrm>
            <a:off x="365760" y="2486787"/>
            <a:ext cx="1463040" cy="265176"/>
          </a:xfrm>
          <a:prstGeom prst="rect">
            <a:avLst/>
          </a:prstGeom>
          <a:solidFill>
            <a:srgbClr val="E1F5EE"/>
          </a:solidFill>
          <a:ln w="12700">
            <a:solidFill>
              <a:srgbClr val="D8E4EF"/>
            </a:solidFill>
            <a:prstDash val="solid"/>
          </a:ln>
        </p:spPr>
        <p:txBody>
          <a:bodyPr/>
          <a:lstStyle/>
          <a:p>
            <a:endParaRPr lang="es-MX">
              <a:latin typeface="+mj-lt"/>
            </a:endParaRPr>
          </a:p>
        </p:txBody>
      </p:sp>
      <p:sp>
        <p:nvSpPr>
          <p:cNvPr id="128" name="Shape 65">
            <a:extLst>
              <a:ext uri="{FF2B5EF4-FFF2-40B4-BE49-F238E27FC236}">
                <a16:creationId xmlns:a16="http://schemas.microsoft.com/office/drawing/2014/main" id="{4515F71F-9431-2C30-6B27-4CDA664DCC75}"/>
              </a:ext>
            </a:extLst>
          </p:cNvPr>
          <p:cNvSpPr/>
          <p:nvPr/>
        </p:nvSpPr>
        <p:spPr>
          <a:xfrm>
            <a:off x="1828800" y="2486787"/>
            <a:ext cx="1920240" cy="265176"/>
          </a:xfrm>
          <a:prstGeom prst="rect">
            <a:avLst/>
          </a:prstGeom>
          <a:solidFill>
            <a:srgbClr val="E1F5EE"/>
          </a:solidFill>
          <a:ln w="12700">
            <a:solidFill>
              <a:srgbClr val="D8E4EF"/>
            </a:solidFill>
            <a:prstDash val="solid"/>
          </a:ln>
        </p:spPr>
        <p:txBody>
          <a:bodyPr/>
          <a:lstStyle/>
          <a:p>
            <a:endParaRPr lang="es-MX">
              <a:latin typeface="+mj-lt"/>
            </a:endParaRPr>
          </a:p>
        </p:txBody>
      </p:sp>
      <p:sp>
        <p:nvSpPr>
          <p:cNvPr id="130" name="Shape 66">
            <a:extLst>
              <a:ext uri="{FF2B5EF4-FFF2-40B4-BE49-F238E27FC236}">
                <a16:creationId xmlns:a16="http://schemas.microsoft.com/office/drawing/2014/main" id="{02DB2813-D5BA-8BC5-922F-F84F72D61003}"/>
              </a:ext>
            </a:extLst>
          </p:cNvPr>
          <p:cNvSpPr/>
          <p:nvPr/>
        </p:nvSpPr>
        <p:spPr>
          <a:xfrm>
            <a:off x="3749040" y="2486787"/>
            <a:ext cx="2468880" cy="265176"/>
          </a:xfrm>
          <a:prstGeom prst="rect">
            <a:avLst/>
          </a:prstGeom>
          <a:solidFill>
            <a:srgbClr val="E1F5EE"/>
          </a:solidFill>
          <a:ln w="12700">
            <a:solidFill>
              <a:srgbClr val="D8E4EF"/>
            </a:solidFill>
            <a:prstDash val="solid"/>
          </a:ln>
        </p:spPr>
        <p:txBody>
          <a:bodyPr/>
          <a:lstStyle/>
          <a:p>
            <a:endParaRPr lang="es-MX">
              <a:latin typeface="+mj-lt"/>
            </a:endParaRPr>
          </a:p>
        </p:txBody>
      </p:sp>
      <p:sp>
        <p:nvSpPr>
          <p:cNvPr id="132" name="Shape 67">
            <a:extLst>
              <a:ext uri="{FF2B5EF4-FFF2-40B4-BE49-F238E27FC236}">
                <a16:creationId xmlns:a16="http://schemas.microsoft.com/office/drawing/2014/main" id="{3CC74ACC-9CD6-2E23-6CAE-22DDDF9AA28B}"/>
              </a:ext>
            </a:extLst>
          </p:cNvPr>
          <p:cNvSpPr/>
          <p:nvPr/>
        </p:nvSpPr>
        <p:spPr>
          <a:xfrm>
            <a:off x="6217920" y="2486787"/>
            <a:ext cx="3566160" cy="265176"/>
          </a:xfrm>
          <a:prstGeom prst="rect">
            <a:avLst/>
          </a:prstGeom>
          <a:solidFill>
            <a:srgbClr val="E1F5EE"/>
          </a:solidFill>
          <a:ln w="12700">
            <a:solidFill>
              <a:srgbClr val="D8E4EF"/>
            </a:solidFill>
            <a:prstDash val="solid"/>
          </a:ln>
        </p:spPr>
        <p:txBody>
          <a:bodyPr/>
          <a:lstStyle/>
          <a:p>
            <a:endParaRPr lang="es-MX">
              <a:latin typeface="+mj-lt"/>
            </a:endParaRPr>
          </a:p>
        </p:txBody>
      </p:sp>
      <p:sp>
        <p:nvSpPr>
          <p:cNvPr id="134" name="Shape 68">
            <a:extLst>
              <a:ext uri="{FF2B5EF4-FFF2-40B4-BE49-F238E27FC236}">
                <a16:creationId xmlns:a16="http://schemas.microsoft.com/office/drawing/2014/main" id="{D9965339-22ED-D86C-9AF6-853EA70B70A4}"/>
              </a:ext>
            </a:extLst>
          </p:cNvPr>
          <p:cNvSpPr/>
          <p:nvPr/>
        </p:nvSpPr>
        <p:spPr>
          <a:xfrm>
            <a:off x="9784080" y="2486787"/>
            <a:ext cx="731520" cy="265176"/>
          </a:xfrm>
          <a:prstGeom prst="rect">
            <a:avLst/>
          </a:prstGeom>
          <a:solidFill>
            <a:srgbClr val="E1F5EE"/>
          </a:solidFill>
          <a:ln w="12700">
            <a:solidFill>
              <a:srgbClr val="D8E4EF"/>
            </a:solidFill>
            <a:prstDash val="solid"/>
          </a:ln>
        </p:spPr>
        <p:txBody>
          <a:bodyPr/>
          <a:lstStyle/>
          <a:p>
            <a:endParaRPr lang="es-MX">
              <a:latin typeface="+mj-lt"/>
            </a:endParaRPr>
          </a:p>
        </p:txBody>
      </p:sp>
      <p:sp>
        <p:nvSpPr>
          <p:cNvPr id="136" name="Shape 69">
            <a:extLst>
              <a:ext uri="{FF2B5EF4-FFF2-40B4-BE49-F238E27FC236}">
                <a16:creationId xmlns:a16="http://schemas.microsoft.com/office/drawing/2014/main" id="{6FC3F150-F2B5-5FA1-1A18-08AFDB6D5ED4}"/>
              </a:ext>
            </a:extLst>
          </p:cNvPr>
          <p:cNvSpPr/>
          <p:nvPr/>
        </p:nvSpPr>
        <p:spPr>
          <a:xfrm>
            <a:off x="10515600" y="2486787"/>
            <a:ext cx="731520" cy="265176"/>
          </a:xfrm>
          <a:prstGeom prst="rect">
            <a:avLst/>
          </a:prstGeom>
          <a:solidFill>
            <a:srgbClr val="E1F5EE"/>
          </a:solidFill>
          <a:ln w="12700">
            <a:solidFill>
              <a:srgbClr val="D8E4EF"/>
            </a:solidFill>
            <a:prstDash val="solid"/>
          </a:ln>
        </p:spPr>
        <p:txBody>
          <a:bodyPr/>
          <a:lstStyle/>
          <a:p>
            <a:endParaRPr lang="es-MX">
              <a:latin typeface="+mj-lt"/>
            </a:endParaRPr>
          </a:p>
        </p:txBody>
      </p:sp>
      <p:sp>
        <p:nvSpPr>
          <p:cNvPr id="138" name="Shape 70">
            <a:extLst>
              <a:ext uri="{FF2B5EF4-FFF2-40B4-BE49-F238E27FC236}">
                <a16:creationId xmlns:a16="http://schemas.microsoft.com/office/drawing/2014/main" id="{2B69B031-93F7-9422-203F-BD73D3DC8DAD}"/>
              </a:ext>
            </a:extLst>
          </p:cNvPr>
          <p:cNvSpPr/>
          <p:nvPr/>
        </p:nvSpPr>
        <p:spPr>
          <a:xfrm>
            <a:off x="420624" y="2532507"/>
            <a:ext cx="1353312" cy="173736"/>
          </a:xfrm>
          <a:prstGeom prst="roundRect">
            <a:avLst>
              <a:gd name="adj" fmla="val 42105"/>
            </a:avLst>
          </a:prstGeom>
          <a:solidFill>
            <a:srgbClr val="9FE1CB"/>
          </a:solidFill>
          <a:ln w="12700">
            <a:solidFill>
              <a:srgbClr val="9FE1CB"/>
            </a:solidFill>
            <a:prstDash val="solid"/>
          </a:ln>
        </p:spPr>
        <p:txBody>
          <a:bodyPr/>
          <a:lstStyle/>
          <a:p>
            <a:endParaRPr lang="es-MX">
              <a:latin typeface="+mj-lt"/>
            </a:endParaRPr>
          </a:p>
        </p:txBody>
      </p:sp>
      <p:sp>
        <p:nvSpPr>
          <p:cNvPr id="140" name="Text 71">
            <a:extLst>
              <a:ext uri="{FF2B5EF4-FFF2-40B4-BE49-F238E27FC236}">
                <a16:creationId xmlns:a16="http://schemas.microsoft.com/office/drawing/2014/main" id="{CC3784B0-AAD7-7DBB-D7C8-27B3B06F0852}"/>
              </a:ext>
            </a:extLst>
          </p:cNvPr>
          <p:cNvSpPr/>
          <p:nvPr/>
        </p:nvSpPr>
        <p:spPr>
          <a:xfrm>
            <a:off x="420624" y="2532507"/>
            <a:ext cx="1353312" cy="173736"/>
          </a:xfrm>
          <a:prstGeom prst="rect">
            <a:avLst/>
          </a:prstGeom>
          <a:noFill/>
          <a:ln/>
        </p:spPr>
        <p:txBody>
          <a:bodyPr wrap="square" rtlCol="0" anchor="ctr"/>
          <a:lstStyle/>
          <a:p>
            <a:pPr marL="0" indent="0" algn="ctr">
              <a:buNone/>
            </a:pPr>
            <a:r>
              <a:rPr lang="es-MX" sz="750" b="1">
                <a:solidFill>
                  <a:srgbClr val="085041"/>
                </a:solidFill>
                <a:latin typeface="+mj-lt"/>
                <a:ea typeface="Calibri" pitchFamily="34" charset="-122"/>
                <a:cs typeface="Calibri" pitchFamily="34" charset="-120"/>
              </a:rPr>
              <a:t>Apolo</a:t>
            </a:r>
            <a:endParaRPr lang="es-MX" sz="750">
              <a:latin typeface="+mj-lt"/>
            </a:endParaRPr>
          </a:p>
        </p:txBody>
      </p:sp>
      <p:sp>
        <p:nvSpPr>
          <p:cNvPr id="142" name="Text 72">
            <a:extLst>
              <a:ext uri="{FF2B5EF4-FFF2-40B4-BE49-F238E27FC236}">
                <a16:creationId xmlns:a16="http://schemas.microsoft.com/office/drawing/2014/main" id="{1C62776B-1E52-9ABA-8625-77E6A16D9345}"/>
              </a:ext>
            </a:extLst>
          </p:cNvPr>
          <p:cNvSpPr/>
          <p:nvPr/>
        </p:nvSpPr>
        <p:spPr>
          <a:xfrm>
            <a:off x="1883664" y="2486787"/>
            <a:ext cx="1847088" cy="265176"/>
          </a:xfrm>
          <a:prstGeom prst="rect">
            <a:avLst/>
          </a:prstGeom>
          <a:noFill/>
          <a:ln/>
        </p:spPr>
        <p:txBody>
          <a:bodyPr wrap="square" rtlCol="0" anchor="ctr"/>
          <a:lstStyle/>
          <a:p>
            <a:pPr marL="0" indent="0">
              <a:buNone/>
            </a:pPr>
            <a:r>
              <a:rPr lang="es-MX" sz="750" b="1">
                <a:solidFill>
                  <a:srgbClr val="0E2841"/>
                </a:solidFill>
                <a:latin typeface="+mj-lt"/>
                <a:ea typeface="Calibri" pitchFamily="34" charset="-122"/>
                <a:cs typeface="Calibri" pitchFamily="34" charset="-120"/>
              </a:rPr>
              <a:t>Contexto Apolo</a:t>
            </a:r>
            <a:endParaRPr lang="es-MX" sz="750">
              <a:latin typeface="+mj-lt"/>
            </a:endParaRPr>
          </a:p>
        </p:txBody>
      </p:sp>
      <p:sp>
        <p:nvSpPr>
          <p:cNvPr id="144" name="Text 73">
            <a:extLst>
              <a:ext uri="{FF2B5EF4-FFF2-40B4-BE49-F238E27FC236}">
                <a16:creationId xmlns:a16="http://schemas.microsoft.com/office/drawing/2014/main" id="{039C01DA-A7D7-55AF-5E77-5BCE8C97A174}"/>
              </a:ext>
            </a:extLst>
          </p:cNvPr>
          <p:cNvSpPr/>
          <p:nvPr/>
        </p:nvSpPr>
        <p:spPr>
          <a:xfrm>
            <a:off x="3803904" y="2486787"/>
            <a:ext cx="2395728" cy="265176"/>
          </a:xfrm>
          <a:prstGeom prst="rect">
            <a:avLst/>
          </a:prstGeom>
          <a:noFill/>
          <a:ln/>
        </p:spPr>
        <p:txBody>
          <a:bodyPr wrap="square" rtlCol="0" anchor="ctr"/>
          <a:lstStyle/>
          <a:p>
            <a:pPr marL="0" indent="0">
              <a:buNone/>
            </a:pPr>
            <a:r>
              <a:rPr lang="es-MX" sz="700">
                <a:solidFill>
                  <a:srgbClr val="444444"/>
                </a:solidFill>
                <a:latin typeface="+mj-lt"/>
                <a:ea typeface="Calibri" pitchFamily="34" charset="-122"/>
                <a:cs typeface="Calibri" pitchFamily="34" charset="-120"/>
              </a:rPr>
              <a:t>Leo Hernández</a:t>
            </a:r>
            <a:endParaRPr lang="es-MX" sz="700">
              <a:latin typeface="+mj-lt"/>
            </a:endParaRPr>
          </a:p>
        </p:txBody>
      </p:sp>
      <p:sp>
        <p:nvSpPr>
          <p:cNvPr id="146" name="Text 74">
            <a:extLst>
              <a:ext uri="{FF2B5EF4-FFF2-40B4-BE49-F238E27FC236}">
                <a16:creationId xmlns:a16="http://schemas.microsoft.com/office/drawing/2014/main" id="{62AEA77D-1E25-72A8-39D9-A94EA7629119}"/>
              </a:ext>
            </a:extLst>
          </p:cNvPr>
          <p:cNvSpPr/>
          <p:nvPr/>
        </p:nvSpPr>
        <p:spPr>
          <a:xfrm>
            <a:off x="6272784" y="2486787"/>
            <a:ext cx="3493008" cy="265176"/>
          </a:xfrm>
          <a:prstGeom prst="rect">
            <a:avLst/>
          </a:prstGeom>
          <a:noFill/>
          <a:ln/>
        </p:spPr>
        <p:txBody>
          <a:bodyPr wrap="square" rtlCol="0" anchor="ctr"/>
          <a:lstStyle/>
          <a:p>
            <a:pPr marL="0" indent="0">
              <a:buNone/>
            </a:pPr>
            <a:r>
              <a:rPr lang="es-MX" sz="700" i="1">
                <a:solidFill>
                  <a:srgbClr val="444444"/>
                </a:solidFill>
                <a:latin typeface="+mj-lt"/>
                <a:ea typeface="Calibri" pitchFamily="34" charset="-122"/>
                <a:cs typeface="Calibri" pitchFamily="34" charset="-120"/>
              </a:rPr>
              <a:t>Socialización inventarios</a:t>
            </a:r>
            <a:endParaRPr lang="es-MX" sz="700">
              <a:latin typeface="+mj-lt"/>
            </a:endParaRPr>
          </a:p>
        </p:txBody>
      </p:sp>
      <p:sp>
        <p:nvSpPr>
          <p:cNvPr id="148" name="Text 75">
            <a:extLst>
              <a:ext uri="{FF2B5EF4-FFF2-40B4-BE49-F238E27FC236}">
                <a16:creationId xmlns:a16="http://schemas.microsoft.com/office/drawing/2014/main" id="{ACEC62A2-9BA1-DF25-6097-9F3CD4C8A418}"/>
              </a:ext>
            </a:extLst>
          </p:cNvPr>
          <p:cNvSpPr/>
          <p:nvPr/>
        </p:nvSpPr>
        <p:spPr>
          <a:xfrm>
            <a:off x="9784080" y="2486787"/>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31 Jul</a:t>
            </a:r>
            <a:endParaRPr lang="es-MX" sz="750">
              <a:latin typeface="+mj-lt"/>
            </a:endParaRPr>
          </a:p>
        </p:txBody>
      </p:sp>
      <p:sp>
        <p:nvSpPr>
          <p:cNvPr id="150" name="Text 76">
            <a:extLst>
              <a:ext uri="{FF2B5EF4-FFF2-40B4-BE49-F238E27FC236}">
                <a16:creationId xmlns:a16="http://schemas.microsoft.com/office/drawing/2014/main" id="{94FFF2ED-63D8-9A2B-9492-DD2841479A2A}"/>
              </a:ext>
            </a:extLst>
          </p:cNvPr>
          <p:cNvSpPr/>
          <p:nvPr/>
        </p:nvSpPr>
        <p:spPr>
          <a:xfrm>
            <a:off x="10515600" y="2486787"/>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0,5</a:t>
            </a:r>
            <a:endParaRPr lang="es-MX" sz="750">
              <a:latin typeface="+mj-lt"/>
            </a:endParaRPr>
          </a:p>
        </p:txBody>
      </p:sp>
      <p:sp>
        <p:nvSpPr>
          <p:cNvPr id="152" name="Shape 77">
            <a:extLst>
              <a:ext uri="{FF2B5EF4-FFF2-40B4-BE49-F238E27FC236}">
                <a16:creationId xmlns:a16="http://schemas.microsoft.com/office/drawing/2014/main" id="{CDB37F4E-C226-CD6B-212C-6A20ED2F0C75}"/>
              </a:ext>
            </a:extLst>
          </p:cNvPr>
          <p:cNvSpPr/>
          <p:nvPr/>
        </p:nvSpPr>
        <p:spPr>
          <a:xfrm>
            <a:off x="365760" y="2751963"/>
            <a:ext cx="1463040" cy="265176"/>
          </a:xfrm>
          <a:prstGeom prst="rect">
            <a:avLst/>
          </a:prstGeom>
          <a:solidFill>
            <a:srgbClr val="E1F5EE"/>
          </a:solidFill>
          <a:ln w="12700">
            <a:solidFill>
              <a:srgbClr val="D8E4EF"/>
            </a:solidFill>
            <a:prstDash val="solid"/>
          </a:ln>
        </p:spPr>
        <p:txBody>
          <a:bodyPr/>
          <a:lstStyle/>
          <a:p>
            <a:endParaRPr lang="es-MX">
              <a:latin typeface="+mj-lt"/>
            </a:endParaRPr>
          </a:p>
        </p:txBody>
      </p:sp>
      <p:sp>
        <p:nvSpPr>
          <p:cNvPr id="154" name="Shape 78">
            <a:extLst>
              <a:ext uri="{FF2B5EF4-FFF2-40B4-BE49-F238E27FC236}">
                <a16:creationId xmlns:a16="http://schemas.microsoft.com/office/drawing/2014/main" id="{5597B508-425D-6D56-FA5A-727CDC47A105}"/>
              </a:ext>
            </a:extLst>
          </p:cNvPr>
          <p:cNvSpPr/>
          <p:nvPr/>
        </p:nvSpPr>
        <p:spPr>
          <a:xfrm>
            <a:off x="1828800" y="2751963"/>
            <a:ext cx="1920240" cy="265176"/>
          </a:xfrm>
          <a:prstGeom prst="rect">
            <a:avLst/>
          </a:prstGeom>
          <a:solidFill>
            <a:srgbClr val="E1F5EE"/>
          </a:solidFill>
          <a:ln w="12700">
            <a:solidFill>
              <a:srgbClr val="D8E4EF"/>
            </a:solidFill>
            <a:prstDash val="solid"/>
          </a:ln>
        </p:spPr>
        <p:txBody>
          <a:bodyPr/>
          <a:lstStyle/>
          <a:p>
            <a:endParaRPr lang="es-MX">
              <a:latin typeface="+mj-lt"/>
            </a:endParaRPr>
          </a:p>
        </p:txBody>
      </p:sp>
      <p:sp>
        <p:nvSpPr>
          <p:cNvPr id="156" name="Shape 79">
            <a:extLst>
              <a:ext uri="{FF2B5EF4-FFF2-40B4-BE49-F238E27FC236}">
                <a16:creationId xmlns:a16="http://schemas.microsoft.com/office/drawing/2014/main" id="{D4179300-149F-0641-A6D5-0C886462E312}"/>
              </a:ext>
            </a:extLst>
          </p:cNvPr>
          <p:cNvSpPr/>
          <p:nvPr/>
        </p:nvSpPr>
        <p:spPr>
          <a:xfrm>
            <a:off x="3749040" y="2751963"/>
            <a:ext cx="2468880" cy="265176"/>
          </a:xfrm>
          <a:prstGeom prst="rect">
            <a:avLst/>
          </a:prstGeom>
          <a:solidFill>
            <a:srgbClr val="E1F5EE"/>
          </a:solidFill>
          <a:ln w="12700">
            <a:solidFill>
              <a:srgbClr val="D8E4EF"/>
            </a:solidFill>
            <a:prstDash val="solid"/>
          </a:ln>
        </p:spPr>
        <p:txBody>
          <a:bodyPr/>
          <a:lstStyle/>
          <a:p>
            <a:endParaRPr lang="es-MX">
              <a:latin typeface="+mj-lt"/>
            </a:endParaRPr>
          </a:p>
        </p:txBody>
      </p:sp>
      <p:sp>
        <p:nvSpPr>
          <p:cNvPr id="158" name="Shape 80">
            <a:extLst>
              <a:ext uri="{FF2B5EF4-FFF2-40B4-BE49-F238E27FC236}">
                <a16:creationId xmlns:a16="http://schemas.microsoft.com/office/drawing/2014/main" id="{66182E7D-C7CC-40CA-DB3E-24A5F1A987D9}"/>
              </a:ext>
            </a:extLst>
          </p:cNvPr>
          <p:cNvSpPr/>
          <p:nvPr/>
        </p:nvSpPr>
        <p:spPr>
          <a:xfrm>
            <a:off x="6217920" y="2751963"/>
            <a:ext cx="3566160" cy="265176"/>
          </a:xfrm>
          <a:prstGeom prst="rect">
            <a:avLst/>
          </a:prstGeom>
          <a:solidFill>
            <a:srgbClr val="E1F5EE"/>
          </a:solidFill>
          <a:ln w="12700">
            <a:solidFill>
              <a:srgbClr val="D8E4EF"/>
            </a:solidFill>
            <a:prstDash val="solid"/>
          </a:ln>
        </p:spPr>
        <p:txBody>
          <a:bodyPr/>
          <a:lstStyle/>
          <a:p>
            <a:endParaRPr lang="es-MX">
              <a:latin typeface="+mj-lt"/>
            </a:endParaRPr>
          </a:p>
        </p:txBody>
      </p:sp>
      <p:sp>
        <p:nvSpPr>
          <p:cNvPr id="160" name="Shape 81">
            <a:extLst>
              <a:ext uri="{FF2B5EF4-FFF2-40B4-BE49-F238E27FC236}">
                <a16:creationId xmlns:a16="http://schemas.microsoft.com/office/drawing/2014/main" id="{DEE82EFC-1532-03A7-11B3-DEF929DBC02B}"/>
              </a:ext>
            </a:extLst>
          </p:cNvPr>
          <p:cNvSpPr/>
          <p:nvPr/>
        </p:nvSpPr>
        <p:spPr>
          <a:xfrm>
            <a:off x="9784080" y="2751963"/>
            <a:ext cx="731520" cy="265176"/>
          </a:xfrm>
          <a:prstGeom prst="rect">
            <a:avLst/>
          </a:prstGeom>
          <a:solidFill>
            <a:srgbClr val="E1F5EE"/>
          </a:solidFill>
          <a:ln w="12700">
            <a:solidFill>
              <a:srgbClr val="D8E4EF"/>
            </a:solidFill>
            <a:prstDash val="solid"/>
          </a:ln>
        </p:spPr>
        <p:txBody>
          <a:bodyPr/>
          <a:lstStyle/>
          <a:p>
            <a:endParaRPr lang="es-MX">
              <a:latin typeface="+mj-lt"/>
            </a:endParaRPr>
          </a:p>
        </p:txBody>
      </p:sp>
      <p:sp>
        <p:nvSpPr>
          <p:cNvPr id="162" name="Shape 82">
            <a:extLst>
              <a:ext uri="{FF2B5EF4-FFF2-40B4-BE49-F238E27FC236}">
                <a16:creationId xmlns:a16="http://schemas.microsoft.com/office/drawing/2014/main" id="{5D3B18E7-B0AE-EE25-D9AA-AAF040DE413B}"/>
              </a:ext>
            </a:extLst>
          </p:cNvPr>
          <p:cNvSpPr/>
          <p:nvPr/>
        </p:nvSpPr>
        <p:spPr>
          <a:xfrm>
            <a:off x="10515600" y="2751963"/>
            <a:ext cx="731520" cy="265176"/>
          </a:xfrm>
          <a:prstGeom prst="rect">
            <a:avLst/>
          </a:prstGeom>
          <a:solidFill>
            <a:srgbClr val="E1F5EE"/>
          </a:solidFill>
          <a:ln w="12700">
            <a:solidFill>
              <a:srgbClr val="D8E4EF"/>
            </a:solidFill>
            <a:prstDash val="solid"/>
          </a:ln>
        </p:spPr>
        <p:txBody>
          <a:bodyPr/>
          <a:lstStyle/>
          <a:p>
            <a:endParaRPr lang="es-MX">
              <a:latin typeface="+mj-lt"/>
            </a:endParaRPr>
          </a:p>
        </p:txBody>
      </p:sp>
      <p:sp>
        <p:nvSpPr>
          <p:cNvPr id="164" name="Text 83">
            <a:extLst>
              <a:ext uri="{FF2B5EF4-FFF2-40B4-BE49-F238E27FC236}">
                <a16:creationId xmlns:a16="http://schemas.microsoft.com/office/drawing/2014/main" id="{A695426C-98B5-65CC-4845-BDC3F2589037}"/>
              </a:ext>
            </a:extLst>
          </p:cNvPr>
          <p:cNvSpPr/>
          <p:nvPr/>
        </p:nvSpPr>
        <p:spPr>
          <a:xfrm>
            <a:off x="1883664" y="2751963"/>
            <a:ext cx="1847088" cy="265176"/>
          </a:xfrm>
          <a:prstGeom prst="rect">
            <a:avLst/>
          </a:prstGeom>
          <a:noFill/>
          <a:ln/>
        </p:spPr>
        <p:txBody>
          <a:bodyPr wrap="square" rtlCol="0" anchor="ctr"/>
          <a:lstStyle/>
          <a:p>
            <a:pPr marL="0" indent="0">
              <a:buNone/>
            </a:pPr>
            <a:r>
              <a:rPr lang="es-MX" sz="750" b="1">
                <a:solidFill>
                  <a:srgbClr val="0E2841"/>
                </a:solidFill>
                <a:latin typeface="+mj-lt"/>
                <a:ea typeface="Calibri" pitchFamily="34" charset="-122"/>
                <a:cs typeface="Calibri" pitchFamily="34" charset="-120"/>
              </a:rPr>
              <a:t>Deep Dive Apolo</a:t>
            </a:r>
            <a:endParaRPr lang="es-MX" sz="750">
              <a:latin typeface="+mj-lt"/>
            </a:endParaRPr>
          </a:p>
        </p:txBody>
      </p:sp>
      <p:sp>
        <p:nvSpPr>
          <p:cNvPr id="166" name="Text 84">
            <a:extLst>
              <a:ext uri="{FF2B5EF4-FFF2-40B4-BE49-F238E27FC236}">
                <a16:creationId xmlns:a16="http://schemas.microsoft.com/office/drawing/2014/main" id="{4612DBC1-1780-1B50-27C9-076DE016B73C}"/>
              </a:ext>
            </a:extLst>
          </p:cNvPr>
          <p:cNvSpPr/>
          <p:nvPr/>
        </p:nvSpPr>
        <p:spPr>
          <a:xfrm>
            <a:off x="3803904" y="2751963"/>
            <a:ext cx="2395728" cy="265176"/>
          </a:xfrm>
          <a:prstGeom prst="rect">
            <a:avLst/>
          </a:prstGeom>
          <a:noFill/>
          <a:ln/>
        </p:spPr>
        <p:txBody>
          <a:bodyPr wrap="square" rtlCol="0" anchor="ctr"/>
          <a:lstStyle/>
          <a:p>
            <a:pPr marL="0" indent="0">
              <a:buNone/>
            </a:pPr>
            <a:r>
              <a:rPr lang="es-MX" sz="700">
                <a:solidFill>
                  <a:srgbClr val="444444"/>
                </a:solidFill>
                <a:latin typeface="+mj-lt"/>
                <a:ea typeface="Calibri" pitchFamily="34" charset="-122"/>
                <a:cs typeface="Calibri" pitchFamily="34" charset="-120"/>
              </a:rPr>
              <a:t>María Luisa Nuñez</a:t>
            </a:r>
            <a:endParaRPr lang="es-MX" sz="700">
              <a:latin typeface="+mj-lt"/>
            </a:endParaRPr>
          </a:p>
        </p:txBody>
      </p:sp>
      <p:sp>
        <p:nvSpPr>
          <p:cNvPr id="168" name="Text 85">
            <a:extLst>
              <a:ext uri="{FF2B5EF4-FFF2-40B4-BE49-F238E27FC236}">
                <a16:creationId xmlns:a16="http://schemas.microsoft.com/office/drawing/2014/main" id="{119A118F-5738-B2ED-5155-5593CFA4317C}"/>
              </a:ext>
            </a:extLst>
          </p:cNvPr>
          <p:cNvSpPr/>
          <p:nvPr/>
        </p:nvSpPr>
        <p:spPr>
          <a:xfrm>
            <a:off x="6272784" y="2751963"/>
            <a:ext cx="3493008" cy="265176"/>
          </a:xfrm>
          <a:prstGeom prst="rect">
            <a:avLst/>
          </a:prstGeom>
          <a:noFill/>
          <a:ln/>
        </p:spPr>
        <p:txBody>
          <a:bodyPr wrap="square" rtlCol="0" anchor="ctr"/>
          <a:lstStyle/>
          <a:p>
            <a:pPr marL="0" indent="0">
              <a:buNone/>
            </a:pPr>
            <a:r>
              <a:rPr lang="es-MX" sz="700" i="1">
                <a:solidFill>
                  <a:srgbClr val="444444"/>
                </a:solidFill>
                <a:latin typeface="+mj-lt"/>
                <a:ea typeface="Calibri" pitchFamily="34" charset="-122"/>
                <a:cs typeface="Calibri" pitchFamily="34" charset="-120"/>
              </a:rPr>
              <a:t>Detalle Historias de Usuario e Integraciones</a:t>
            </a:r>
            <a:endParaRPr lang="es-MX" sz="700">
              <a:latin typeface="+mj-lt"/>
            </a:endParaRPr>
          </a:p>
        </p:txBody>
      </p:sp>
      <p:sp>
        <p:nvSpPr>
          <p:cNvPr id="170" name="Text 86">
            <a:extLst>
              <a:ext uri="{FF2B5EF4-FFF2-40B4-BE49-F238E27FC236}">
                <a16:creationId xmlns:a16="http://schemas.microsoft.com/office/drawing/2014/main" id="{459854BF-528C-C026-36F8-A6B2CA3A54BC}"/>
              </a:ext>
            </a:extLst>
          </p:cNvPr>
          <p:cNvSpPr/>
          <p:nvPr/>
        </p:nvSpPr>
        <p:spPr>
          <a:xfrm>
            <a:off x="9784080" y="2751963"/>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7 Ago</a:t>
            </a:r>
            <a:endParaRPr lang="es-MX" sz="750">
              <a:latin typeface="+mj-lt"/>
            </a:endParaRPr>
          </a:p>
        </p:txBody>
      </p:sp>
      <p:sp>
        <p:nvSpPr>
          <p:cNvPr id="172" name="Text 87">
            <a:extLst>
              <a:ext uri="{FF2B5EF4-FFF2-40B4-BE49-F238E27FC236}">
                <a16:creationId xmlns:a16="http://schemas.microsoft.com/office/drawing/2014/main" id="{8CEE9682-291D-53BA-3926-572CE03F94A0}"/>
              </a:ext>
            </a:extLst>
          </p:cNvPr>
          <p:cNvSpPr/>
          <p:nvPr/>
        </p:nvSpPr>
        <p:spPr>
          <a:xfrm>
            <a:off x="10515600" y="2751963"/>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2,5</a:t>
            </a:r>
            <a:endParaRPr lang="es-MX" sz="750">
              <a:latin typeface="+mj-lt"/>
            </a:endParaRPr>
          </a:p>
        </p:txBody>
      </p:sp>
      <p:sp>
        <p:nvSpPr>
          <p:cNvPr id="174" name="Shape 88">
            <a:extLst>
              <a:ext uri="{FF2B5EF4-FFF2-40B4-BE49-F238E27FC236}">
                <a16:creationId xmlns:a16="http://schemas.microsoft.com/office/drawing/2014/main" id="{439C2B79-1017-ADAD-9610-A4DDA39936B1}"/>
              </a:ext>
            </a:extLst>
          </p:cNvPr>
          <p:cNvSpPr/>
          <p:nvPr/>
        </p:nvSpPr>
        <p:spPr>
          <a:xfrm>
            <a:off x="365760" y="3017139"/>
            <a:ext cx="1463040" cy="265176"/>
          </a:xfrm>
          <a:prstGeom prst="rect">
            <a:avLst/>
          </a:prstGeom>
          <a:solidFill>
            <a:srgbClr val="FFF3E0"/>
          </a:solidFill>
          <a:ln w="12700">
            <a:solidFill>
              <a:srgbClr val="D8E4EF"/>
            </a:solidFill>
            <a:prstDash val="solid"/>
          </a:ln>
        </p:spPr>
        <p:txBody>
          <a:bodyPr/>
          <a:lstStyle/>
          <a:p>
            <a:endParaRPr lang="es-MX">
              <a:latin typeface="+mj-lt"/>
            </a:endParaRPr>
          </a:p>
        </p:txBody>
      </p:sp>
      <p:sp>
        <p:nvSpPr>
          <p:cNvPr id="176" name="Shape 89">
            <a:extLst>
              <a:ext uri="{FF2B5EF4-FFF2-40B4-BE49-F238E27FC236}">
                <a16:creationId xmlns:a16="http://schemas.microsoft.com/office/drawing/2014/main" id="{EB756C52-CE70-4C88-4BF2-AE8FD8F4ED02}"/>
              </a:ext>
            </a:extLst>
          </p:cNvPr>
          <p:cNvSpPr/>
          <p:nvPr/>
        </p:nvSpPr>
        <p:spPr>
          <a:xfrm>
            <a:off x="1828800" y="3017139"/>
            <a:ext cx="1920240" cy="265176"/>
          </a:xfrm>
          <a:prstGeom prst="rect">
            <a:avLst/>
          </a:prstGeom>
          <a:solidFill>
            <a:srgbClr val="FFF3E0"/>
          </a:solidFill>
          <a:ln w="12700">
            <a:solidFill>
              <a:srgbClr val="D8E4EF"/>
            </a:solidFill>
            <a:prstDash val="solid"/>
          </a:ln>
        </p:spPr>
        <p:txBody>
          <a:bodyPr/>
          <a:lstStyle/>
          <a:p>
            <a:endParaRPr lang="es-MX">
              <a:latin typeface="+mj-lt"/>
            </a:endParaRPr>
          </a:p>
        </p:txBody>
      </p:sp>
      <p:sp>
        <p:nvSpPr>
          <p:cNvPr id="178" name="Shape 90">
            <a:extLst>
              <a:ext uri="{FF2B5EF4-FFF2-40B4-BE49-F238E27FC236}">
                <a16:creationId xmlns:a16="http://schemas.microsoft.com/office/drawing/2014/main" id="{B8EA6FD2-9979-B1B5-98A3-647C2DCCB397}"/>
              </a:ext>
            </a:extLst>
          </p:cNvPr>
          <p:cNvSpPr/>
          <p:nvPr/>
        </p:nvSpPr>
        <p:spPr>
          <a:xfrm>
            <a:off x="3749040" y="3017139"/>
            <a:ext cx="2468880" cy="265176"/>
          </a:xfrm>
          <a:prstGeom prst="rect">
            <a:avLst/>
          </a:prstGeom>
          <a:solidFill>
            <a:srgbClr val="FFF3E0"/>
          </a:solidFill>
          <a:ln w="12700">
            <a:solidFill>
              <a:srgbClr val="D8E4EF"/>
            </a:solidFill>
            <a:prstDash val="solid"/>
          </a:ln>
        </p:spPr>
        <p:txBody>
          <a:bodyPr/>
          <a:lstStyle/>
          <a:p>
            <a:endParaRPr lang="es-MX">
              <a:latin typeface="+mj-lt"/>
            </a:endParaRPr>
          </a:p>
        </p:txBody>
      </p:sp>
      <p:sp>
        <p:nvSpPr>
          <p:cNvPr id="180" name="Shape 91">
            <a:extLst>
              <a:ext uri="{FF2B5EF4-FFF2-40B4-BE49-F238E27FC236}">
                <a16:creationId xmlns:a16="http://schemas.microsoft.com/office/drawing/2014/main" id="{958238B4-2400-8175-4A86-1302296D35D2}"/>
              </a:ext>
            </a:extLst>
          </p:cNvPr>
          <p:cNvSpPr/>
          <p:nvPr/>
        </p:nvSpPr>
        <p:spPr>
          <a:xfrm>
            <a:off x="6217920" y="3017139"/>
            <a:ext cx="3566160" cy="265176"/>
          </a:xfrm>
          <a:prstGeom prst="rect">
            <a:avLst/>
          </a:prstGeom>
          <a:solidFill>
            <a:srgbClr val="FFF3E0"/>
          </a:solidFill>
          <a:ln w="12700">
            <a:solidFill>
              <a:srgbClr val="D8E4EF"/>
            </a:solidFill>
            <a:prstDash val="solid"/>
          </a:ln>
        </p:spPr>
        <p:txBody>
          <a:bodyPr/>
          <a:lstStyle/>
          <a:p>
            <a:endParaRPr lang="es-MX">
              <a:latin typeface="+mj-lt"/>
            </a:endParaRPr>
          </a:p>
        </p:txBody>
      </p:sp>
      <p:sp>
        <p:nvSpPr>
          <p:cNvPr id="182" name="Shape 92">
            <a:extLst>
              <a:ext uri="{FF2B5EF4-FFF2-40B4-BE49-F238E27FC236}">
                <a16:creationId xmlns:a16="http://schemas.microsoft.com/office/drawing/2014/main" id="{28CA0BE9-222A-ED31-6016-CEDE9236C3AD}"/>
              </a:ext>
            </a:extLst>
          </p:cNvPr>
          <p:cNvSpPr/>
          <p:nvPr/>
        </p:nvSpPr>
        <p:spPr>
          <a:xfrm>
            <a:off x="9784080" y="3017139"/>
            <a:ext cx="731520" cy="265176"/>
          </a:xfrm>
          <a:prstGeom prst="rect">
            <a:avLst/>
          </a:prstGeom>
          <a:solidFill>
            <a:srgbClr val="FFF3E0"/>
          </a:solidFill>
          <a:ln w="12700">
            <a:solidFill>
              <a:srgbClr val="D8E4EF"/>
            </a:solidFill>
            <a:prstDash val="solid"/>
          </a:ln>
        </p:spPr>
        <p:txBody>
          <a:bodyPr/>
          <a:lstStyle/>
          <a:p>
            <a:endParaRPr lang="es-MX">
              <a:latin typeface="+mj-lt"/>
            </a:endParaRPr>
          </a:p>
        </p:txBody>
      </p:sp>
      <p:sp>
        <p:nvSpPr>
          <p:cNvPr id="184" name="Shape 93">
            <a:extLst>
              <a:ext uri="{FF2B5EF4-FFF2-40B4-BE49-F238E27FC236}">
                <a16:creationId xmlns:a16="http://schemas.microsoft.com/office/drawing/2014/main" id="{65F93B45-768C-EF7C-07EA-E0DDCDBD06B1}"/>
              </a:ext>
            </a:extLst>
          </p:cNvPr>
          <p:cNvSpPr/>
          <p:nvPr/>
        </p:nvSpPr>
        <p:spPr>
          <a:xfrm>
            <a:off x="10515600" y="3017139"/>
            <a:ext cx="731520" cy="265176"/>
          </a:xfrm>
          <a:prstGeom prst="rect">
            <a:avLst/>
          </a:prstGeom>
          <a:solidFill>
            <a:srgbClr val="FFF3E0"/>
          </a:solidFill>
          <a:ln w="12700">
            <a:solidFill>
              <a:srgbClr val="D8E4EF"/>
            </a:solidFill>
            <a:prstDash val="solid"/>
          </a:ln>
        </p:spPr>
        <p:txBody>
          <a:bodyPr/>
          <a:lstStyle/>
          <a:p>
            <a:endParaRPr lang="es-MX">
              <a:latin typeface="+mj-lt"/>
            </a:endParaRPr>
          </a:p>
        </p:txBody>
      </p:sp>
      <p:sp>
        <p:nvSpPr>
          <p:cNvPr id="186" name="Shape 94">
            <a:extLst>
              <a:ext uri="{FF2B5EF4-FFF2-40B4-BE49-F238E27FC236}">
                <a16:creationId xmlns:a16="http://schemas.microsoft.com/office/drawing/2014/main" id="{34AFDFD7-0AC3-7A86-7C67-12451794C2F8}"/>
              </a:ext>
            </a:extLst>
          </p:cNvPr>
          <p:cNvSpPr/>
          <p:nvPr/>
        </p:nvSpPr>
        <p:spPr>
          <a:xfrm>
            <a:off x="420624" y="3062859"/>
            <a:ext cx="1353312" cy="173736"/>
          </a:xfrm>
          <a:prstGeom prst="roundRect">
            <a:avLst>
              <a:gd name="adj" fmla="val 42105"/>
            </a:avLst>
          </a:prstGeom>
          <a:solidFill>
            <a:srgbClr val="FAC775"/>
          </a:solidFill>
          <a:ln w="12700">
            <a:solidFill>
              <a:srgbClr val="FAC775"/>
            </a:solidFill>
            <a:prstDash val="solid"/>
          </a:ln>
        </p:spPr>
        <p:txBody>
          <a:bodyPr/>
          <a:lstStyle/>
          <a:p>
            <a:endParaRPr lang="es-MX">
              <a:latin typeface="+mj-lt"/>
            </a:endParaRPr>
          </a:p>
        </p:txBody>
      </p:sp>
      <p:sp>
        <p:nvSpPr>
          <p:cNvPr id="188" name="Text 95">
            <a:extLst>
              <a:ext uri="{FF2B5EF4-FFF2-40B4-BE49-F238E27FC236}">
                <a16:creationId xmlns:a16="http://schemas.microsoft.com/office/drawing/2014/main" id="{C0D9F4DB-4D2F-662A-5252-A258A505BA50}"/>
              </a:ext>
            </a:extLst>
          </p:cNvPr>
          <p:cNvSpPr/>
          <p:nvPr/>
        </p:nvSpPr>
        <p:spPr>
          <a:xfrm>
            <a:off x="420624" y="3062859"/>
            <a:ext cx="1353312" cy="173736"/>
          </a:xfrm>
          <a:prstGeom prst="rect">
            <a:avLst/>
          </a:prstGeom>
          <a:noFill/>
          <a:ln/>
        </p:spPr>
        <p:txBody>
          <a:bodyPr wrap="square" rtlCol="0" anchor="ctr"/>
          <a:lstStyle/>
          <a:p>
            <a:pPr marL="0" indent="0" algn="ctr">
              <a:buNone/>
            </a:pPr>
            <a:r>
              <a:rPr lang="es-MX" sz="750" b="1">
                <a:solidFill>
                  <a:srgbClr val="6B3A00"/>
                </a:solidFill>
                <a:latin typeface="+mj-lt"/>
                <a:ea typeface="Calibri" pitchFamily="34" charset="-122"/>
                <a:cs typeface="Calibri" pitchFamily="34" charset="-120"/>
              </a:rPr>
              <a:t>APP</a:t>
            </a:r>
            <a:endParaRPr lang="es-MX" sz="750">
              <a:latin typeface="+mj-lt"/>
            </a:endParaRPr>
          </a:p>
        </p:txBody>
      </p:sp>
      <p:sp>
        <p:nvSpPr>
          <p:cNvPr id="190" name="Text 96">
            <a:extLst>
              <a:ext uri="{FF2B5EF4-FFF2-40B4-BE49-F238E27FC236}">
                <a16:creationId xmlns:a16="http://schemas.microsoft.com/office/drawing/2014/main" id="{3D46B04E-ACA2-DC41-69B3-876966E01CDC}"/>
              </a:ext>
            </a:extLst>
          </p:cNvPr>
          <p:cNvSpPr/>
          <p:nvPr/>
        </p:nvSpPr>
        <p:spPr>
          <a:xfrm>
            <a:off x="1883664" y="3017139"/>
            <a:ext cx="1847088" cy="265176"/>
          </a:xfrm>
          <a:prstGeom prst="rect">
            <a:avLst/>
          </a:prstGeom>
          <a:noFill/>
          <a:ln/>
        </p:spPr>
        <p:txBody>
          <a:bodyPr wrap="square" rtlCol="0" anchor="ctr"/>
          <a:lstStyle/>
          <a:p>
            <a:pPr marL="0" indent="0">
              <a:buNone/>
            </a:pPr>
            <a:r>
              <a:rPr lang="es-MX" sz="750" b="1">
                <a:solidFill>
                  <a:srgbClr val="0E2841"/>
                </a:solidFill>
                <a:latin typeface="+mj-lt"/>
                <a:ea typeface="Calibri" pitchFamily="34" charset="-122"/>
                <a:cs typeface="Calibri" pitchFamily="34" charset="-120"/>
              </a:rPr>
              <a:t>Deep Dive APP</a:t>
            </a:r>
            <a:endParaRPr lang="es-MX" sz="750">
              <a:latin typeface="+mj-lt"/>
            </a:endParaRPr>
          </a:p>
        </p:txBody>
      </p:sp>
      <p:sp>
        <p:nvSpPr>
          <p:cNvPr id="192" name="Text 97">
            <a:extLst>
              <a:ext uri="{FF2B5EF4-FFF2-40B4-BE49-F238E27FC236}">
                <a16:creationId xmlns:a16="http://schemas.microsoft.com/office/drawing/2014/main" id="{DAA7E519-AFE6-5911-C105-244EC117B469}"/>
              </a:ext>
            </a:extLst>
          </p:cNvPr>
          <p:cNvSpPr/>
          <p:nvPr/>
        </p:nvSpPr>
        <p:spPr>
          <a:xfrm>
            <a:off x="3803904" y="3017139"/>
            <a:ext cx="2395728" cy="265176"/>
          </a:xfrm>
          <a:prstGeom prst="rect">
            <a:avLst/>
          </a:prstGeom>
          <a:noFill/>
          <a:ln/>
        </p:spPr>
        <p:txBody>
          <a:bodyPr wrap="square" rtlCol="0" anchor="ctr"/>
          <a:lstStyle/>
          <a:p>
            <a:pPr marL="0" indent="0">
              <a:buNone/>
            </a:pPr>
            <a:r>
              <a:rPr lang="es-MX" sz="700">
                <a:solidFill>
                  <a:srgbClr val="444444"/>
                </a:solidFill>
                <a:latin typeface="+mj-lt"/>
                <a:ea typeface="Calibri" pitchFamily="34" charset="-122"/>
                <a:cs typeface="Calibri" pitchFamily="34" charset="-120"/>
              </a:rPr>
              <a:t>Nancy Guissel, Osvaldo Espino</a:t>
            </a:r>
            <a:endParaRPr lang="es-MX" sz="700">
              <a:latin typeface="+mj-lt"/>
            </a:endParaRPr>
          </a:p>
        </p:txBody>
      </p:sp>
      <p:sp>
        <p:nvSpPr>
          <p:cNvPr id="194" name="Text 98">
            <a:extLst>
              <a:ext uri="{FF2B5EF4-FFF2-40B4-BE49-F238E27FC236}">
                <a16:creationId xmlns:a16="http://schemas.microsoft.com/office/drawing/2014/main" id="{DEE27375-D2B6-E578-BAAC-F46348C479D9}"/>
              </a:ext>
            </a:extLst>
          </p:cNvPr>
          <p:cNvSpPr/>
          <p:nvPr/>
        </p:nvSpPr>
        <p:spPr>
          <a:xfrm>
            <a:off x="6272784" y="3017139"/>
            <a:ext cx="3493008" cy="265176"/>
          </a:xfrm>
          <a:prstGeom prst="rect">
            <a:avLst/>
          </a:prstGeom>
          <a:noFill/>
          <a:ln/>
        </p:spPr>
        <p:txBody>
          <a:bodyPr wrap="square" rtlCol="0" anchor="ctr"/>
          <a:lstStyle/>
          <a:p>
            <a:pPr marL="0" indent="0">
              <a:buNone/>
            </a:pPr>
            <a:r>
              <a:rPr lang="es-MX" sz="700" i="1">
                <a:solidFill>
                  <a:srgbClr val="444444"/>
                </a:solidFill>
                <a:latin typeface="+mj-lt"/>
                <a:ea typeface="Calibri" pitchFamily="34" charset="-122"/>
                <a:cs typeface="Calibri" pitchFamily="34" charset="-120"/>
              </a:rPr>
              <a:t>Detalle Historias de Usuario e Integraciones</a:t>
            </a:r>
            <a:endParaRPr lang="es-MX" sz="700">
              <a:latin typeface="+mj-lt"/>
            </a:endParaRPr>
          </a:p>
        </p:txBody>
      </p:sp>
      <p:sp>
        <p:nvSpPr>
          <p:cNvPr id="196" name="Text 99">
            <a:extLst>
              <a:ext uri="{FF2B5EF4-FFF2-40B4-BE49-F238E27FC236}">
                <a16:creationId xmlns:a16="http://schemas.microsoft.com/office/drawing/2014/main" id="{37755A82-92FB-77E7-FED2-1456192FD160}"/>
              </a:ext>
            </a:extLst>
          </p:cNvPr>
          <p:cNvSpPr/>
          <p:nvPr/>
        </p:nvSpPr>
        <p:spPr>
          <a:xfrm>
            <a:off x="9784080" y="3017139"/>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4 Ago</a:t>
            </a:r>
            <a:endParaRPr lang="es-MX" sz="750">
              <a:latin typeface="+mj-lt"/>
            </a:endParaRPr>
          </a:p>
        </p:txBody>
      </p:sp>
      <p:sp>
        <p:nvSpPr>
          <p:cNvPr id="198" name="Text 100">
            <a:extLst>
              <a:ext uri="{FF2B5EF4-FFF2-40B4-BE49-F238E27FC236}">
                <a16:creationId xmlns:a16="http://schemas.microsoft.com/office/drawing/2014/main" id="{43A569D9-ACDB-7D47-B5BD-2AE22777B07B}"/>
              </a:ext>
            </a:extLst>
          </p:cNvPr>
          <p:cNvSpPr/>
          <p:nvPr/>
        </p:nvSpPr>
        <p:spPr>
          <a:xfrm>
            <a:off x="10515600" y="3017139"/>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3,0</a:t>
            </a:r>
            <a:endParaRPr lang="es-MX" sz="750">
              <a:latin typeface="+mj-lt"/>
            </a:endParaRPr>
          </a:p>
        </p:txBody>
      </p:sp>
      <p:sp>
        <p:nvSpPr>
          <p:cNvPr id="200" name="Shape 101">
            <a:extLst>
              <a:ext uri="{FF2B5EF4-FFF2-40B4-BE49-F238E27FC236}">
                <a16:creationId xmlns:a16="http://schemas.microsoft.com/office/drawing/2014/main" id="{02AADCF2-86EF-5D49-6763-BE0FBEDFDEE8}"/>
              </a:ext>
            </a:extLst>
          </p:cNvPr>
          <p:cNvSpPr/>
          <p:nvPr/>
        </p:nvSpPr>
        <p:spPr>
          <a:xfrm>
            <a:off x="365760" y="3282315"/>
            <a:ext cx="1463040" cy="265176"/>
          </a:xfrm>
          <a:prstGeom prst="rect">
            <a:avLst/>
          </a:prstGeom>
          <a:solidFill>
            <a:srgbClr val="FFF3E0"/>
          </a:solidFill>
          <a:ln w="12700">
            <a:solidFill>
              <a:srgbClr val="D8E4EF"/>
            </a:solidFill>
            <a:prstDash val="solid"/>
          </a:ln>
        </p:spPr>
        <p:txBody>
          <a:bodyPr/>
          <a:lstStyle/>
          <a:p>
            <a:endParaRPr lang="es-MX">
              <a:latin typeface="+mj-lt"/>
            </a:endParaRPr>
          </a:p>
        </p:txBody>
      </p:sp>
      <p:sp>
        <p:nvSpPr>
          <p:cNvPr id="202" name="Shape 102">
            <a:extLst>
              <a:ext uri="{FF2B5EF4-FFF2-40B4-BE49-F238E27FC236}">
                <a16:creationId xmlns:a16="http://schemas.microsoft.com/office/drawing/2014/main" id="{27337748-54E6-7DF9-91DD-4225CFC23578}"/>
              </a:ext>
            </a:extLst>
          </p:cNvPr>
          <p:cNvSpPr/>
          <p:nvPr/>
        </p:nvSpPr>
        <p:spPr>
          <a:xfrm>
            <a:off x="1828800" y="3282315"/>
            <a:ext cx="1920240" cy="265176"/>
          </a:xfrm>
          <a:prstGeom prst="rect">
            <a:avLst/>
          </a:prstGeom>
          <a:solidFill>
            <a:srgbClr val="FFF3E0"/>
          </a:solidFill>
          <a:ln w="12700">
            <a:solidFill>
              <a:srgbClr val="D8E4EF"/>
            </a:solidFill>
            <a:prstDash val="solid"/>
          </a:ln>
        </p:spPr>
        <p:txBody>
          <a:bodyPr/>
          <a:lstStyle/>
          <a:p>
            <a:endParaRPr lang="es-MX">
              <a:latin typeface="+mj-lt"/>
            </a:endParaRPr>
          </a:p>
        </p:txBody>
      </p:sp>
      <p:sp>
        <p:nvSpPr>
          <p:cNvPr id="204" name="Shape 103">
            <a:extLst>
              <a:ext uri="{FF2B5EF4-FFF2-40B4-BE49-F238E27FC236}">
                <a16:creationId xmlns:a16="http://schemas.microsoft.com/office/drawing/2014/main" id="{167E5662-67C4-F9FF-2441-96E3CE1523A1}"/>
              </a:ext>
            </a:extLst>
          </p:cNvPr>
          <p:cNvSpPr/>
          <p:nvPr/>
        </p:nvSpPr>
        <p:spPr>
          <a:xfrm>
            <a:off x="3749040" y="3282315"/>
            <a:ext cx="2468880" cy="265176"/>
          </a:xfrm>
          <a:prstGeom prst="rect">
            <a:avLst/>
          </a:prstGeom>
          <a:solidFill>
            <a:srgbClr val="FFF3E0"/>
          </a:solidFill>
          <a:ln w="12700">
            <a:solidFill>
              <a:srgbClr val="D8E4EF"/>
            </a:solidFill>
            <a:prstDash val="solid"/>
          </a:ln>
        </p:spPr>
        <p:txBody>
          <a:bodyPr/>
          <a:lstStyle/>
          <a:p>
            <a:endParaRPr lang="es-MX">
              <a:latin typeface="+mj-lt"/>
            </a:endParaRPr>
          </a:p>
        </p:txBody>
      </p:sp>
      <p:sp>
        <p:nvSpPr>
          <p:cNvPr id="206" name="Shape 104">
            <a:extLst>
              <a:ext uri="{FF2B5EF4-FFF2-40B4-BE49-F238E27FC236}">
                <a16:creationId xmlns:a16="http://schemas.microsoft.com/office/drawing/2014/main" id="{065D092F-6B6E-CE60-185D-1EFCD64C2EA3}"/>
              </a:ext>
            </a:extLst>
          </p:cNvPr>
          <p:cNvSpPr/>
          <p:nvPr/>
        </p:nvSpPr>
        <p:spPr>
          <a:xfrm>
            <a:off x="6217920" y="3282315"/>
            <a:ext cx="3566160" cy="265176"/>
          </a:xfrm>
          <a:prstGeom prst="rect">
            <a:avLst/>
          </a:prstGeom>
          <a:solidFill>
            <a:srgbClr val="FFF3E0"/>
          </a:solidFill>
          <a:ln w="12700">
            <a:solidFill>
              <a:srgbClr val="D8E4EF"/>
            </a:solidFill>
            <a:prstDash val="solid"/>
          </a:ln>
        </p:spPr>
        <p:txBody>
          <a:bodyPr/>
          <a:lstStyle/>
          <a:p>
            <a:endParaRPr lang="es-MX">
              <a:latin typeface="+mj-lt"/>
            </a:endParaRPr>
          </a:p>
        </p:txBody>
      </p:sp>
      <p:sp>
        <p:nvSpPr>
          <p:cNvPr id="208" name="Shape 105">
            <a:extLst>
              <a:ext uri="{FF2B5EF4-FFF2-40B4-BE49-F238E27FC236}">
                <a16:creationId xmlns:a16="http://schemas.microsoft.com/office/drawing/2014/main" id="{BD734AFA-C44B-26AF-8C26-B2F92D44FBE2}"/>
              </a:ext>
            </a:extLst>
          </p:cNvPr>
          <p:cNvSpPr/>
          <p:nvPr/>
        </p:nvSpPr>
        <p:spPr>
          <a:xfrm>
            <a:off x="9784080" y="3282315"/>
            <a:ext cx="731520" cy="265176"/>
          </a:xfrm>
          <a:prstGeom prst="rect">
            <a:avLst/>
          </a:prstGeom>
          <a:solidFill>
            <a:srgbClr val="FFF3E0"/>
          </a:solidFill>
          <a:ln w="12700">
            <a:solidFill>
              <a:srgbClr val="D8E4EF"/>
            </a:solidFill>
            <a:prstDash val="solid"/>
          </a:ln>
        </p:spPr>
        <p:txBody>
          <a:bodyPr/>
          <a:lstStyle/>
          <a:p>
            <a:endParaRPr lang="es-MX">
              <a:latin typeface="+mj-lt"/>
            </a:endParaRPr>
          </a:p>
        </p:txBody>
      </p:sp>
      <p:sp>
        <p:nvSpPr>
          <p:cNvPr id="210" name="Shape 106">
            <a:extLst>
              <a:ext uri="{FF2B5EF4-FFF2-40B4-BE49-F238E27FC236}">
                <a16:creationId xmlns:a16="http://schemas.microsoft.com/office/drawing/2014/main" id="{7109A151-0852-E6CE-7835-9571C9ACCA89}"/>
              </a:ext>
            </a:extLst>
          </p:cNvPr>
          <p:cNvSpPr/>
          <p:nvPr/>
        </p:nvSpPr>
        <p:spPr>
          <a:xfrm>
            <a:off x="10515600" y="3282315"/>
            <a:ext cx="731520" cy="265176"/>
          </a:xfrm>
          <a:prstGeom prst="rect">
            <a:avLst/>
          </a:prstGeom>
          <a:solidFill>
            <a:srgbClr val="FFF3E0"/>
          </a:solidFill>
          <a:ln w="12700">
            <a:solidFill>
              <a:srgbClr val="D8E4EF"/>
            </a:solidFill>
            <a:prstDash val="solid"/>
          </a:ln>
        </p:spPr>
        <p:txBody>
          <a:bodyPr/>
          <a:lstStyle/>
          <a:p>
            <a:endParaRPr lang="es-MX">
              <a:latin typeface="+mj-lt"/>
            </a:endParaRPr>
          </a:p>
        </p:txBody>
      </p:sp>
      <p:sp>
        <p:nvSpPr>
          <p:cNvPr id="212" name="Text 107">
            <a:extLst>
              <a:ext uri="{FF2B5EF4-FFF2-40B4-BE49-F238E27FC236}">
                <a16:creationId xmlns:a16="http://schemas.microsoft.com/office/drawing/2014/main" id="{40AF8CAA-24C0-F950-0A5D-64CBF796C6F1}"/>
              </a:ext>
            </a:extLst>
          </p:cNvPr>
          <p:cNvSpPr/>
          <p:nvPr/>
        </p:nvSpPr>
        <p:spPr>
          <a:xfrm>
            <a:off x="1883664" y="3282315"/>
            <a:ext cx="1847088" cy="265176"/>
          </a:xfrm>
          <a:prstGeom prst="rect">
            <a:avLst/>
          </a:prstGeom>
          <a:noFill/>
          <a:ln/>
        </p:spPr>
        <p:txBody>
          <a:bodyPr wrap="square" rtlCol="0" anchor="ctr"/>
          <a:lstStyle/>
          <a:p>
            <a:pPr marL="0" indent="0">
              <a:buNone/>
            </a:pPr>
            <a:r>
              <a:rPr lang="es-MX" sz="750" b="1">
                <a:solidFill>
                  <a:srgbClr val="0E2841"/>
                </a:solidFill>
                <a:latin typeface="+mj-lt"/>
                <a:ea typeface="Calibri" pitchFamily="34" charset="-122"/>
                <a:cs typeface="Calibri" pitchFamily="34" charset="-120"/>
              </a:rPr>
              <a:t>Deep Dive APP</a:t>
            </a:r>
            <a:endParaRPr lang="es-MX" sz="750">
              <a:latin typeface="+mj-lt"/>
            </a:endParaRPr>
          </a:p>
        </p:txBody>
      </p:sp>
      <p:sp>
        <p:nvSpPr>
          <p:cNvPr id="214" name="Text 108">
            <a:extLst>
              <a:ext uri="{FF2B5EF4-FFF2-40B4-BE49-F238E27FC236}">
                <a16:creationId xmlns:a16="http://schemas.microsoft.com/office/drawing/2014/main" id="{2D7E584C-ED59-8C11-B4A6-82DF5F698723}"/>
              </a:ext>
            </a:extLst>
          </p:cNvPr>
          <p:cNvSpPr/>
          <p:nvPr/>
        </p:nvSpPr>
        <p:spPr>
          <a:xfrm>
            <a:off x="3803904" y="3282315"/>
            <a:ext cx="2395728" cy="265176"/>
          </a:xfrm>
          <a:prstGeom prst="rect">
            <a:avLst/>
          </a:prstGeom>
          <a:noFill/>
          <a:ln/>
        </p:spPr>
        <p:txBody>
          <a:bodyPr wrap="square" rtlCol="0" anchor="ctr"/>
          <a:lstStyle/>
          <a:p>
            <a:pPr marL="0" indent="0">
              <a:buNone/>
            </a:pPr>
            <a:r>
              <a:rPr lang="es-MX" sz="700">
                <a:solidFill>
                  <a:srgbClr val="444444"/>
                </a:solidFill>
                <a:latin typeface="+mj-lt"/>
                <a:ea typeface="Calibri" pitchFamily="34" charset="-122"/>
                <a:cs typeface="Calibri" pitchFamily="34" charset="-120"/>
              </a:rPr>
              <a:t>Nancy Guissel, Osvaldo Espino</a:t>
            </a:r>
            <a:endParaRPr lang="es-MX" sz="700">
              <a:latin typeface="+mj-lt"/>
            </a:endParaRPr>
          </a:p>
        </p:txBody>
      </p:sp>
      <p:sp>
        <p:nvSpPr>
          <p:cNvPr id="216" name="Text 109">
            <a:extLst>
              <a:ext uri="{FF2B5EF4-FFF2-40B4-BE49-F238E27FC236}">
                <a16:creationId xmlns:a16="http://schemas.microsoft.com/office/drawing/2014/main" id="{E1F2A63C-0A05-572E-4925-C0C3B031D80E}"/>
              </a:ext>
            </a:extLst>
          </p:cNvPr>
          <p:cNvSpPr/>
          <p:nvPr/>
        </p:nvSpPr>
        <p:spPr>
          <a:xfrm>
            <a:off x="6272784" y="3282315"/>
            <a:ext cx="3493008" cy="265176"/>
          </a:xfrm>
          <a:prstGeom prst="rect">
            <a:avLst/>
          </a:prstGeom>
          <a:noFill/>
          <a:ln/>
        </p:spPr>
        <p:txBody>
          <a:bodyPr wrap="square" rtlCol="0" anchor="ctr"/>
          <a:lstStyle/>
          <a:p>
            <a:pPr marL="0" indent="0">
              <a:buNone/>
            </a:pPr>
            <a:r>
              <a:rPr lang="es-MX" sz="700" i="1">
                <a:solidFill>
                  <a:srgbClr val="444444"/>
                </a:solidFill>
                <a:latin typeface="+mj-lt"/>
                <a:ea typeface="Calibri" pitchFamily="34" charset="-122"/>
                <a:cs typeface="Calibri" pitchFamily="34" charset="-120"/>
              </a:rPr>
              <a:t>Detalle Historias de Usuario e Integraciones</a:t>
            </a:r>
            <a:endParaRPr lang="es-MX" sz="700">
              <a:latin typeface="+mj-lt"/>
            </a:endParaRPr>
          </a:p>
        </p:txBody>
      </p:sp>
      <p:sp>
        <p:nvSpPr>
          <p:cNvPr id="218" name="Text 110">
            <a:extLst>
              <a:ext uri="{FF2B5EF4-FFF2-40B4-BE49-F238E27FC236}">
                <a16:creationId xmlns:a16="http://schemas.microsoft.com/office/drawing/2014/main" id="{DA999B04-250C-E0E4-EEC2-34CFC6D8342F}"/>
              </a:ext>
            </a:extLst>
          </p:cNvPr>
          <p:cNvSpPr/>
          <p:nvPr/>
        </p:nvSpPr>
        <p:spPr>
          <a:xfrm>
            <a:off x="9784080" y="3282315"/>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6 Ago</a:t>
            </a:r>
            <a:endParaRPr lang="es-MX" sz="750">
              <a:latin typeface="+mj-lt"/>
            </a:endParaRPr>
          </a:p>
        </p:txBody>
      </p:sp>
      <p:sp>
        <p:nvSpPr>
          <p:cNvPr id="220" name="Text 111">
            <a:extLst>
              <a:ext uri="{FF2B5EF4-FFF2-40B4-BE49-F238E27FC236}">
                <a16:creationId xmlns:a16="http://schemas.microsoft.com/office/drawing/2014/main" id="{CC0961A4-46C7-58A3-FB02-E9217AACE14C}"/>
              </a:ext>
            </a:extLst>
          </p:cNvPr>
          <p:cNvSpPr/>
          <p:nvPr/>
        </p:nvSpPr>
        <p:spPr>
          <a:xfrm>
            <a:off x="10515600" y="3282315"/>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2,0</a:t>
            </a:r>
            <a:endParaRPr lang="es-MX" sz="750">
              <a:latin typeface="+mj-lt"/>
            </a:endParaRPr>
          </a:p>
        </p:txBody>
      </p:sp>
      <p:sp>
        <p:nvSpPr>
          <p:cNvPr id="222" name="Shape 112">
            <a:extLst>
              <a:ext uri="{FF2B5EF4-FFF2-40B4-BE49-F238E27FC236}">
                <a16:creationId xmlns:a16="http://schemas.microsoft.com/office/drawing/2014/main" id="{9FB79A33-9E82-08FD-3F3C-98189369017E}"/>
              </a:ext>
            </a:extLst>
          </p:cNvPr>
          <p:cNvSpPr/>
          <p:nvPr/>
        </p:nvSpPr>
        <p:spPr>
          <a:xfrm>
            <a:off x="365760" y="3547491"/>
            <a:ext cx="1463040" cy="265176"/>
          </a:xfrm>
          <a:prstGeom prst="rect">
            <a:avLst/>
          </a:prstGeom>
          <a:solidFill>
            <a:srgbClr val="F3F0FD"/>
          </a:solidFill>
          <a:ln w="12700">
            <a:solidFill>
              <a:srgbClr val="D8E4EF"/>
            </a:solidFill>
            <a:prstDash val="solid"/>
          </a:ln>
        </p:spPr>
        <p:txBody>
          <a:bodyPr/>
          <a:lstStyle/>
          <a:p>
            <a:endParaRPr lang="es-MX">
              <a:latin typeface="+mj-lt"/>
            </a:endParaRPr>
          </a:p>
        </p:txBody>
      </p:sp>
      <p:sp>
        <p:nvSpPr>
          <p:cNvPr id="224" name="Shape 113">
            <a:extLst>
              <a:ext uri="{FF2B5EF4-FFF2-40B4-BE49-F238E27FC236}">
                <a16:creationId xmlns:a16="http://schemas.microsoft.com/office/drawing/2014/main" id="{630F1F39-2F45-E37A-04D7-B54EBEF47829}"/>
              </a:ext>
            </a:extLst>
          </p:cNvPr>
          <p:cNvSpPr/>
          <p:nvPr/>
        </p:nvSpPr>
        <p:spPr>
          <a:xfrm>
            <a:off x="1828800" y="3547491"/>
            <a:ext cx="1920240" cy="265176"/>
          </a:xfrm>
          <a:prstGeom prst="rect">
            <a:avLst/>
          </a:prstGeom>
          <a:solidFill>
            <a:srgbClr val="F3F0FD"/>
          </a:solidFill>
          <a:ln w="12700">
            <a:solidFill>
              <a:srgbClr val="D8E4EF"/>
            </a:solidFill>
            <a:prstDash val="solid"/>
          </a:ln>
        </p:spPr>
        <p:txBody>
          <a:bodyPr/>
          <a:lstStyle/>
          <a:p>
            <a:endParaRPr lang="es-MX">
              <a:latin typeface="+mj-lt"/>
            </a:endParaRPr>
          </a:p>
        </p:txBody>
      </p:sp>
      <p:sp>
        <p:nvSpPr>
          <p:cNvPr id="226" name="Shape 114">
            <a:extLst>
              <a:ext uri="{FF2B5EF4-FFF2-40B4-BE49-F238E27FC236}">
                <a16:creationId xmlns:a16="http://schemas.microsoft.com/office/drawing/2014/main" id="{EC7ED900-0915-B3F9-D2E1-A429C4BB41A1}"/>
              </a:ext>
            </a:extLst>
          </p:cNvPr>
          <p:cNvSpPr/>
          <p:nvPr/>
        </p:nvSpPr>
        <p:spPr>
          <a:xfrm>
            <a:off x="3749040" y="3547491"/>
            <a:ext cx="2468880" cy="265176"/>
          </a:xfrm>
          <a:prstGeom prst="rect">
            <a:avLst/>
          </a:prstGeom>
          <a:solidFill>
            <a:srgbClr val="F3F0FD"/>
          </a:solidFill>
          <a:ln w="12700">
            <a:solidFill>
              <a:srgbClr val="D8E4EF"/>
            </a:solidFill>
            <a:prstDash val="solid"/>
          </a:ln>
        </p:spPr>
        <p:txBody>
          <a:bodyPr/>
          <a:lstStyle/>
          <a:p>
            <a:endParaRPr lang="es-MX">
              <a:latin typeface="+mj-lt"/>
            </a:endParaRPr>
          </a:p>
        </p:txBody>
      </p:sp>
      <p:sp>
        <p:nvSpPr>
          <p:cNvPr id="228" name="Shape 115">
            <a:extLst>
              <a:ext uri="{FF2B5EF4-FFF2-40B4-BE49-F238E27FC236}">
                <a16:creationId xmlns:a16="http://schemas.microsoft.com/office/drawing/2014/main" id="{37D81726-2D98-D39B-378D-0A3A07C1AFC0}"/>
              </a:ext>
            </a:extLst>
          </p:cNvPr>
          <p:cNvSpPr/>
          <p:nvPr/>
        </p:nvSpPr>
        <p:spPr>
          <a:xfrm>
            <a:off x="6217920" y="3547491"/>
            <a:ext cx="3566160" cy="265176"/>
          </a:xfrm>
          <a:prstGeom prst="rect">
            <a:avLst/>
          </a:prstGeom>
          <a:solidFill>
            <a:srgbClr val="F3F0FD"/>
          </a:solidFill>
          <a:ln w="12700">
            <a:solidFill>
              <a:srgbClr val="D8E4EF"/>
            </a:solidFill>
            <a:prstDash val="solid"/>
          </a:ln>
        </p:spPr>
        <p:txBody>
          <a:bodyPr/>
          <a:lstStyle/>
          <a:p>
            <a:endParaRPr lang="es-MX">
              <a:latin typeface="+mj-lt"/>
            </a:endParaRPr>
          </a:p>
        </p:txBody>
      </p:sp>
      <p:sp>
        <p:nvSpPr>
          <p:cNvPr id="230" name="Shape 116">
            <a:extLst>
              <a:ext uri="{FF2B5EF4-FFF2-40B4-BE49-F238E27FC236}">
                <a16:creationId xmlns:a16="http://schemas.microsoft.com/office/drawing/2014/main" id="{5F43B8D3-C77F-868F-28E3-E2F5BE06082A}"/>
              </a:ext>
            </a:extLst>
          </p:cNvPr>
          <p:cNvSpPr/>
          <p:nvPr/>
        </p:nvSpPr>
        <p:spPr>
          <a:xfrm>
            <a:off x="9784080" y="3547491"/>
            <a:ext cx="731520" cy="265176"/>
          </a:xfrm>
          <a:prstGeom prst="rect">
            <a:avLst/>
          </a:prstGeom>
          <a:solidFill>
            <a:srgbClr val="F3F0FD"/>
          </a:solidFill>
          <a:ln w="12700">
            <a:solidFill>
              <a:srgbClr val="D8E4EF"/>
            </a:solidFill>
            <a:prstDash val="solid"/>
          </a:ln>
        </p:spPr>
        <p:txBody>
          <a:bodyPr/>
          <a:lstStyle/>
          <a:p>
            <a:endParaRPr lang="es-MX">
              <a:latin typeface="+mj-lt"/>
            </a:endParaRPr>
          </a:p>
        </p:txBody>
      </p:sp>
      <p:sp>
        <p:nvSpPr>
          <p:cNvPr id="232" name="Shape 117">
            <a:extLst>
              <a:ext uri="{FF2B5EF4-FFF2-40B4-BE49-F238E27FC236}">
                <a16:creationId xmlns:a16="http://schemas.microsoft.com/office/drawing/2014/main" id="{4FE4F37B-E29F-8101-7465-9D85034F649C}"/>
              </a:ext>
            </a:extLst>
          </p:cNvPr>
          <p:cNvSpPr/>
          <p:nvPr/>
        </p:nvSpPr>
        <p:spPr>
          <a:xfrm>
            <a:off x="10515600" y="3547491"/>
            <a:ext cx="731520" cy="265176"/>
          </a:xfrm>
          <a:prstGeom prst="rect">
            <a:avLst/>
          </a:prstGeom>
          <a:solidFill>
            <a:srgbClr val="F3F0FD"/>
          </a:solidFill>
          <a:ln w="12700">
            <a:solidFill>
              <a:srgbClr val="D8E4EF"/>
            </a:solidFill>
            <a:prstDash val="solid"/>
          </a:ln>
        </p:spPr>
        <p:txBody>
          <a:bodyPr/>
          <a:lstStyle/>
          <a:p>
            <a:endParaRPr lang="es-MX">
              <a:latin typeface="+mj-lt"/>
            </a:endParaRPr>
          </a:p>
        </p:txBody>
      </p:sp>
      <p:sp>
        <p:nvSpPr>
          <p:cNvPr id="234" name="Shape 118">
            <a:extLst>
              <a:ext uri="{FF2B5EF4-FFF2-40B4-BE49-F238E27FC236}">
                <a16:creationId xmlns:a16="http://schemas.microsoft.com/office/drawing/2014/main" id="{BCEF2685-4E8F-DFD6-6F33-417B695054A5}"/>
              </a:ext>
            </a:extLst>
          </p:cNvPr>
          <p:cNvSpPr/>
          <p:nvPr/>
        </p:nvSpPr>
        <p:spPr>
          <a:xfrm>
            <a:off x="420624" y="3593211"/>
            <a:ext cx="1353312" cy="173736"/>
          </a:xfrm>
          <a:prstGeom prst="roundRect">
            <a:avLst>
              <a:gd name="adj" fmla="val 42105"/>
            </a:avLst>
          </a:prstGeom>
          <a:solidFill>
            <a:srgbClr val="C0CCFA"/>
          </a:solidFill>
          <a:ln w="12700">
            <a:solidFill>
              <a:srgbClr val="C0CCFA"/>
            </a:solidFill>
            <a:prstDash val="solid"/>
          </a:ln>
        </p:spPr>
        <p:txBody>
          <a:bodyPr/>
          <a:lstStyle/>
          <a:p>
            <a:endParaRPr lang="es-MX">
              <a:latin typeface="+mj-lt"/>
            </a:endParaRPr>
          </a:p>
        </p:txBody>
      </p:sp>
      <p:sp>
        <p:nvSpPr>
          <p:cNvPr id="236" name="Text 119">
            <a:extLst>
              <a:ext uri="{FF2B5EF4-FFF2-40B4-BE49-F238E27FC236}">
                <a16:creationId xmlns:a16="http://schemas.microsoft.com/office/drawing/2014/main" id="{0FB75257-5D75-E8EA-5AE1-2E84B2A40FF4}"/>
              </a:ext>
            </a:extLst>
          </p:cNvPr>
          <p:cNvSpPr/>
          <p:nvPr/>
        </p:nvSpPr>
        <p:spPr>
          <a:xfrm>
            <a:off x="420624" y="3593211"/>
            <a:ext cx="1353312" cy="173736"/>
          </a:xfrm>
          <a:prstGeom prst="rect">
            <a:avLst/>
          </a:prstGeom>
          <a:noFill/>
          <a:ln/>
        </p:spPr>
        <p:txBody>
          <a:bodyPr wrap="square" rtlCol="0" anchor="ctr"/>
          <a:lstStyle/>
          <a:p>
            <a:pPr marL="0" indent="0" algn="ctr">
              <a:buNone/>
            </a:pPr>
            <a:r>
              <a:rPr lang="es-MX" sz="750" b="1">
                <a:solidFill>
                  <a:srgbClr val="1C41E8"/>
                </a:solidFill>
                <a:latin typeface="+mj-lt"/>
                <a:ea typeface="Calibri" pitchFamily="34" charset="-122"/>
                <a:cs typeface="Calibri" pitchFamily="34" charset="-120"/>
              </a:rPr>
              <a:t>Cobranza</a:t>
            </a:r>
            <a:endParaRPr lang="es-MX" sz="750">
              <a:latin typeface="+mj-lt"/>
            </a:endParaRPr>
          </a:p>
        </p:txBody>
      </p:sp>
      <p:sp>
        <p:nvSpPr>
          <p:cNvPr id="238" name="Text 120">
            <a:extLst>
              <a:ext uri="{FF2B5EF4-FFF2-40B4-BE49-F238E27FC236}">
                <a16:creationId xmlns:a16="http://schemas.microsoft.com/office/drawing/2014/main" id="{F66C5C85-6FAC-22F9-5A4E-2EF61287B618}"/>
              </a:ext>
            </a:extLst>
          </p:cNvPr>
          <p:cNvSpPr/>
          <p:nvPr/>
        </p:nvSpPr>
        <p:spPr>
          <a:xfrm>
            <a:off x="1883664" y="3547491"/>
            <a:ext cx="1847088" cy="265176"/>
          </a:xfrm>
          <a:prstGeom prst="rect">
            <a:avLst/>
          </a:prstGeom>
          <a:noFill/>
          <a:ln/>
        </p:spPr>
        <p:txBody>
          <a:bodyPr wrap="square" rtlCol="0" anchor="ctr"/>
          <a:lstStyle/>
          <a:p>
            <a:pPr marL="0" indent="0">
              <a:buNone/>
            </a:pPr>
            <a:r>
              <a:rPr lang="es-MX" sz="750" b="1">
                <a:solidFill>
                  <a:srgbClr val="0E2841"/>
                </a:solidFill>
                <a:latin typeface="+mj-lt"/>
                <a:ea typeface="Calibri" pitchFamily="34" charset="-122"/>
                <a:cs typeface="Calibri" pitchFamily="34" charset="-120"/>
              </a:rPr>
              <a:t>Contexto Cobranza</a:t>
            </a:r>
            <a:endParaRPr lang="es-MX" sz="750">
              <a:latin typeface="+mj-lt"/>
            </a:endParaRPr>
          </a:p>
        </p:txBody>
      </p:sp>
      <p:sp>
        <p:nvSpPr>
          <p:cNvPr id="240" name="Text 121">
            <a:extLst>
              <a:ext uri="{FF2B5EF4-FFF2-40B4-BE49-F238E27FC236}">
                <a16:creationId xmlns:a16="http://schemas.microsoft.com/office/drawing/2014/main" id="{EB73399D-A8CA-D21F-0657-288A794F4AA9}"/>
              </a:ext>
            </a:extLst>
          </p:cNvPr>
          <p:cNvSpPr/>
          <p:nvPr/>
        </p:nvSpPr>
        <p:spPr>
          <a:xfrm>
            <a:off x="3803904" y="3547491"/>
            <a:ext cx="2395728" cy="265176"/>
          </a:xfrm>
          <a:prstGeom prst="rect">
            <a:avLst/>
          </a:prstGeom>
          <a:noFill/>
          <a:ln/>
        </p:spPr>
        <p:txBody>
          <a:bodyPr wrap="square" rtlCol="0" anchor="ctr"/>
          <a:lstStyle/>
          <a:p>
            <a:pPr marL="0" indent="0">
              <a:buNone/>
            </a:pPr>
            <a:r>
              <a:rPr lang="es-MX" sz="700">
                <a:solidFill>
                  <a:srgbClr val="444444"/>
                </a:solidFill>
                <a:latin typeface="+mj-lt"/>
                <a:ea typeface="Calibri" pitchFamily="34" charset="-122"/>
                <a:cs typeface="Calibri" pitchFamily="34" charset="-120"/>
              </a:rPr>
              <a:t>Marksey Sanvicente</a:t>
            </a:r>
            <a:endParaRPr lang="es-MX" sz="700">
              <a:latin typeface="+mj-lt"/>
            </a:endParaRPr>
          </a:p>
        </p:txBody>
      </p:sp>
      <p:sp>
        <p:nvSpPr>
          <p:cNvPr id="242" name="Text 122">
            <a:extLst>
              <a:ext uri="{FF2B5EF4-FFF2-40B4-BE49-F238E27FC236}">
                <a16:creationId xmlns:a16="http://schemas.microsoft.com/office/drawing/2014/main" id="{848E1A8D-4CB5-CDEF-6144-3EAB011EB6B8}"/>
              </a:ext>
            </a:extLst>
          </p:cNvPr>
          <p:cNvSpPr/>
          <p:nvPr/>
        </p:nvSpPr>
        <p:spPr>
          <a:xfrm>
            <a:off x="6272784" y="3547491"/>
            <a:ext cx="3493008" cy="265176"/>
          </a:xfrm>
          <a:prstGeom prst="rect">
            <a:avLst/>
          </a:prstGeom>
          <a:noFill/>
          <a:ln/>
        </p:spPr>
        <p:txBody>
          <a:bodyPr wrap="square" rtlCol="0" anchor="ctr"/>
          <a:lstStyle/>
          <a:p>
            <a:pPr marL="0" indent="0">
              <a:buNone/>
            </a:pPr>
            <a:r>
              <a:rPr lang="es-MX" sz="700" i="1">
                <a:solidFill>
                  <a:srgbClr val="444444"/>
                </a:solidFill>
                <a:latin typeface="+mj-lt"/>
                <a:ea typeface="Calibri" pitchFamily="34" charset="-122"/>
                <a:cs typeface="Calibri" pitchFamily="34" charset="-120"/>
              </a:rPr>
              <a:t>Socialización inventarios y alcance R4</a:t>
            </a:r>
            <a:endParaRPr lang="es-MX" sz="700">
              <a:latin typeface="+mj-lt"/>
            </a:endParaRPr>
          </a:p>
        </p:txBody>
      </p:sp>
      <p:sp>
        <p:nvSpPr>
          <p:cNvPr id="244" name="Text 123">
            <a:extLst>
              <a:ext uri="{FF2B5EF4-FFF2-40B4-BE49-F238E27FC236}">
                <a16:creationId xmlns:a16="http://schemas.microsoft.com/office/drawing/2014/main" id="{2C565FCF-B69A-DC61-F7B8-B59B052772DA}"/>
              </a:ext>
            </a:extLst>
          </p:cNvPr>
          <p:cNvSpPr/>
          <p:nvPr/>
        </p:nvSpPr>
        <p:spPr>
          <a:xfrm>
            <a:off x="9784080" y="3547491"/>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6 Ago</a:t>
            </a:r>
            <a:endParaRPr lang="es-MX" sz="750">
              <a:latin typeface="+mj-lt"/>
            </a:endParaRPr>
          </a:p>
        </p:txBody>
      </p:sp>
      <p:sp>
        <p:nvSpPr>
          <p:cNvPr id="246" name="Text 124">
            <a:extLst>
              <a:ext uri="{FF2B5EF4-FFF2-40B4-BE49-F238E27FC236}">
                <a16:creationId xmlns:a16="http://schemas.microsoft.com/office/drawing/2014/main" id="{C8575A08-B9AC-1357-CF46-C2EAAEF70370}"/>
              </a:ext>
            </a:extLst>
          </p:cNvPr>
          <p:cNvSpPr/>
          <p:nvPr/>
        </p:nvSpPr>
        <p:spPr>
          <a:xfrm>
            <a:off x="10515600" y="3547491"/>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1,0</a:t>
            </a:r>
            <a:endParaRPr lang="es-MX" sz="750">
              <a:latin typeface="+mj-lt"/>
            </a:endParaRPr>
          </a:p>
        </p:txBody>
      </p:sp>
      <p:sp>
        <p:nvSpPr>
          <p:cNvPr id="248" name="Shape 125">
            <a:extLst>
              <a:ext uri="{FF2B5EF4-FFF2-40B4-BE49-F238E27FC236}">
                <a16:creationId xmlns:a16="http://schemas.microsoft.com/office/drawing/2014/main" id="{ACDCFDC6-EC2C-4B71-B230-B97CA769E247}"/>
              </a:ext>
            </a:extLst>
          </p:cNvPr>
          <p:cNvSpPr/>
          <p:nvPr/>
        </p:nvSpPr>
        <p:spPr>
          <a:xfrm>
            <a:off x="365760" y="3812667"/>
            <a:ext cx="1463040" cy="265176"/>
          </a:xfrm>
          <a:prstGeom prst="rect">
            <a:avLst/>
          </a:prstGeom>
          <a:solidFill>
            <a:srgbClr val="EEF1FD"/>
          </a:solidFill>
          <a:ln w="12700">
            <a:solidFill>
              <a:srgbClr val="D8E4EF"/>
            </a:solidFill>
            <a:prstDash val="solid"/>
          </a:ln>
        </p:spPr>
        <p:txBody>
          <a:bodyPr/>
          <a:lstStyle/>
          <a:p>
            <a:endParaRPr lang="es-MX">
              <a:latin typeface="+mj-lt"/>
            </a:endParaRPr>
          </a:p>
        </p:txBody>
      </p:sp>
      <p:sp>
        <p:nvSpPr>
          <p:cNvPr id="250" name="Shape 126">
            <a:extLst>
              <a:ext uri="{FF2B5EF4-FFF2-40B4-BE49-F238E27FC236}">
                <a16:creationId xmlns:a16="http://schemas.microsoft.com/office/drawing/2014/main" id="{70B6E6B9-7197-C3F8-3F9A-E07B4DE0DEBD}"/>
              </a:ext>
            </a:extLst>
          </p:cNvPr>
          <p:cNvSpPr/>
          <p:nvPr/>
        </p:nvSpPr>
        <p:spPr>
          <a:xfrm>
            <a:off x="1828800" y="3812667"/>
            <a:ext cx="1920240" cy="265176"/>
          </a:xfrm>
          <a:prstGeom prst="rect">
            <a:avLst/>
          </a:prstGeom>
          <a:solidFill>
            <a:srgbClr val="EEF1FD"/>
          </a:solidFill>
          <a:ln w="12700">
            <a:solidFill>
              <a:srgbClr val="D8E4EF"/>
            </a:solidFill>
            <a:prstDash val="solid"/>
          </a:ln>
        </p:spPr>
        <p:txBody>
          <a:bodyPr/>
          <a:lstStyle/>
          <a:p>
            <a:endParaRPr lang="es-MX">
              <a:latin typeface="+mj-lt"/>
            </a:endParaRPr>
          </a:p>
        </p:txBody>
      </p:sp>
      <p:sp>
        <p:nvSpPr>
          <p:cNvPr id="252" name="Shape 127">
            <a:extLst>
              <a:ext uri="{FF2B5EF4-FFF2-40B4-BE49-F238E27FC236}">
                <a16:creationId xmlns:a16="http://schemas.microsoft.com/office/drawing/2014/main" id="{9150E7BE-05D2-B967-359E-15CF50E83FF5}"/>
              </a:ext>
            </a:extLst>
          </p:cNvPr>
          <p:cNvSpPr/>
          <p:nvPr/>
        </p:nvSpPr>
        <p:spPr>
          <a:xfrm>
            <a:off x="3749040" y="3812667"/>
            <a:ext cx="2468880" cy="265176"/>
          </a:xfrm>
          <a:prstGeom prst="rect">
            <a:avLst/>
          </a:prstGeom>
          <a:solidFill>
            <a:srgbClr val="EEF1FD"/>
          </a:solidFill>
          <a:ln w="12700">
            <a:solidFill>
              <a:srgbClr val="D8E4EF"/>
            </a:solidFill>
            <a:prstDash val="solid"/>
          </a:ln>
        </p:spPr>
        <p:txBody>
          <a:bodyPr/>
          <a:lstStyle/>
          <a:p>
            <a:endParaRPr lang="es-MX">
              <a:latin typeface="+mj-lt"/>
            </a:endParaRPr>
          </a:p>
        </p:txBody>
      </p:sp>
      <p:sp>
        <p:nvSpPr>
          <p:cNvPr id="254" name="Shape 128">
            <a:extLst>
              <a:ext uri="{FF2B5EF4-FFF2-40B4-BE49-F238E27FC236}">
                <a16:creationId xmlns:a16="http://schemas.microsoft.com/office/drawing/2014/main" id="{E8F9FDAB-777D-D074-079D-A94AE4941A8B}"/>
              </a:ext>
            </a:extLst>
          </p:cNvPr>
          <p:cNvSpPr/>
          <p:nvPr/>
        </p:nvSpPr>
        <p:spPr>
          <a:xfrm>
            <a:off x="6217920" y="3812667"/>
            <a:ext cx="3566160" cy="265176"/>
          </a:xfrm>
          <a:prstGeom prst="rect">
            <a:avLst/>
          </a:prstGeom>
          <a:solidFill>
            <a:srgbClr val="EEF1FD"/>
          </a:solidFill>
          <a:ln w="12700">
            <a:solidFill>
              <a:srgbClr val="D8E4EF"/>
            </a:solidFill>
            <a:prstDash val="solid"/>
          </a:ln>
        </p:spPr>
        <p:txBody>
          <a:bodyPr/>
          <a:lstStyle/>
          <a:p>
            <a:endParaRPr lang="es-MX">
              <a:latin typeface="+mj-lt"/>
            </a:endParaRPr>
          </a:p>
        </p:txBody>
      </p:sp>
      <p:sp>
        <p:nvSpPr>
          <p:cNvPr id="256" name="Shape 129">
            <a:extLst>
              <a:ext uri="{FF2B5EF4-FFF2-40B4-BE49-F238E27FC236}">
                <a16:creationId xmlns:a16="http://schemas.microsoft.com/office/drawing/2014/main" id="{0115F195-9CB1-F0ED-98CD-6EB2BC59F3B1}"/>
              </a:ext>
            </a:extLst>
          </p:cNvPr>
          <p:cNvSpPr/>
          <p:nvPr/>
        </p:nvSpPr>
        <p:spPr>
          <a:xfrm>
            <a:off x="9784080" y="3812667"/>
            <a:ext cx="731520" cy="265176"/>
          </a:xfrm>
          <a:prstGeom prst="rect">
            <a:avLst/>
          </a:prstGeom>
          <a:solidFill>
            <a:srgbClr val="EEF1FD"/>
          </a:solidFill>
          <a:ln w="12700">
            <a:solidFill>
              <a:srgbClr val="D8E4EF"/>
            </a:solidFill>
            <a:prstDash val="solid"/>
          </a:ln>
        </p:spPr>
        <p:txBody>
          <a:bodyPr/>
          <a:lstStyle/>
          <a:p>
            <a:endParaRPr lang="es-MX">
              <a:latin typeface="+mj-lt"/>
            </a:endParaRPr>
          </a:p>
        </p:txBody>
      </p:sp>
      <p:sp>
        <p:nvSpPr>
          <p:cNvPr id="258" name="Shape 130">
            <a:extLst>
              <a:ext uri="{FF2B5EF4-FFF2-40B4-BE49-F238E27FC236}">
                <a16:creationId xmlns:a16="http://schemas.microsoft.com/office/drawing/2014/main" id="{6EA59685-C8B7-A38D-8333-018413EC8162}"/>
              </a:ext>
            </a:extLst>
          </p:cNvPr>
          <p:cNvSpPr/>
          <p:nvPr/>
        </p:nvSpPr>
        <p:spPr>
          <a:xfrm>
            <a:off x="10515600" y="3812667"/>
            <a:ext cx="731520" cy="265176"/>
          </a:xfrm>
          <a:prstGeom prst="rect">
            <a:avLst/>
          </a:prstGeom>
          <a:solidFill>
            <a:srgbClr val="EEF1FD"/>
          </a:solidFill>
          <a:ln w="12700">
            <a:solidFill>
              <a:srgbClr val="D8E4EF"/>
            </a:solidFill>
            <a:prstDash val="solid"/>
          </a:ln>
        </p:spPr>
        <p:txBody>
          <a:bodyPr/>
          <a:lstStyle/>
          <a:p>
            <a:endParaRPr lang="es-MX">
              <a:latin typeface="+mj-lt"/>
            </a:endParaRPr>
          </a:p>
        </p:txBody>
      </p:sp>
      <p:sp>
        <p:nvSpPr>
          <p:cNvPr id="260" name="Shape 131">
            <a:extLst>
              <a:ext uri="{FF2B5EF4-FFF2-40B4-BE49-F238E27FC236}">
                <a16:creationId xmlns:a16="http://schemas.microsoft.com/office/drawing/2014/main" id="{ACF3303F-3987-FA6A-B06B-53053CEFA632}"/>
              </a:ext>
            </a:extLst>
          </p:cNvPr>
          <p:cNvSpPr/>
          <p:nvPr/>
        </p:nvSpPr>
        <p:spPr>
          <a:xfrm>
            <a:off x="420624" y="3858387"/>
            <a:ext cx="1353312" cy="173736"/>
          </a:xfrm>
          <a:prstGeom prst="roundRect">
            <a:avLst>
              <a:gd name="adj" fmla="val 42105"/>
            </a:avLst>
          </a:prstGeom>
          <a:solidFill>
            <a:srgbClr val="B5D4F4"/>
          </a:solidFill>
          <a:ln w="12700">
            <a:solidFill>
              <a:srgbClr val="B5D4F4"/>
            </a:solidFill>
            <a:prstDash val="solid"/>
          </a:ln>
        </p:spPr>
        <p:txBody>
          <a:bodyPr/>
          <a:lstStyle/>
          <a:p>
            <a:endParaRPr lang="es-MX">
              <a:latin typeface="+mj-lt"/>
            </a:endParaRPr>
          </a:p>
        </p:txBody>
      </p:sp>
      <p:sp>
        <p:nvSpPr>
          <p:cNvPr id="262" name="Text 132">
            <a:extLst>
              <a:ext uri="{FF2B5EF4-FFF2-40B4-BE49-F238E27FC236}">
                <a16:creationId xmlns:a16="http://schemas.microsoft.com/office/drawing/2014/main" id="{37AC92F9-BC41-1FC4-B54F-C5E8CF329EE0}"/>
              </a:ext>
            </a:extLst>
          </p:cNvPr>
          <p:cNvSpPr/>
          <p:nvPr/>
        </p:nvSpPr>
        <p:spPr>
          <a:xfrm>
            <a:off x="420624" y="3858387"/>
            <a:ext cx="1353312" cy="173736"/>
          </a:xfrm>
          <a:prstGeom prst="rect">
            <a:avLst/>
          </a:prstGeom>
          <a:noFill/>
          <a:ln/>
        </p:spPr>
        <p:txBody>
          <a:bodyPr wrap="square" rtlCol="0" anchor="ctr"/>
          <a:lstStyle/>
          <a:p>
            <a:pPr marL="0" indent="0" algn="ctr">
              <a:buNone/>
            </a:pPr>
            <a:r>
              <a:rPr lang="es-MX" sz="750" b="1">
                <a:solidFill>
                  <a:srgbClr val="0C447C"/>
                </a:solidFill>
                <a:latin typeface="+mj-lt"/>
                <a:ea typeface="Calibri" pitchFamily="34" charset="-122"/>
                <a:cs typeface="Calibri" pitchFamily="34" charset="-120"/>
              </a:rPr>
              <a:t>SIWEB</a:t>
            </a:r>
            <a:endParaRPr lang="es-MX" sz="750">
              <a:latin typeface="+mj-lt"/>
            </a:endParaRPr>
          </a:p>
        </p:txBody>
      </p:sp>
      <p:sp>
        <p:nvSpPr>
          <p:cNvPr id="264" name="Text 133">
            <a:extLst>
              <a:ext uri="{FF2B5EF4-FFF2-40B4-BE49-F238E27FC236}">
                <a16:creationId xmlns:a16="http://schemas.microsoft.com/office/drawing/2014/main" id="{ECE2388C-1BB8-9B8F-5698-AF150BEA68B9}"/>
              </a:ext>
            </a:extLst>
          </p:cNvPr>
          <p:cNvSpPr/>
          <p:nvPr/>
        </p:nvSpPr>
        <p:spPr>
          <a:xfrm>
            <a:off x="1883664" y="3812667"/>
            <a:ext cx="1847088" cy="265176"/>
          </a:xfrm>
          <a:prstGeom prst="rect">
            <a:avLst/>
          </a:prstGeom>
          <a:noFill/>
          <a:ln/>
        </p:spPr>
        <p:txBody>
          <a:bodyPr wrap="square" rtlCol="0" anchor="ctr"/>
          <a:lstStyle/>
          <a:p>
            <a:pPr marL="0" indent="0">
              <a:buNone/>
            </a:pPr>
            <a:r>
              <a:rPr lang="es-MX" sz="750" b="1">
                <a:solidFill>
                  <a:srgbClr val="0E2841"/>
                </a:solidFill>
                <a:latin typeface="+mj-lt"/>
                <a:ea typeface="Calibri" pitchFamily="34" charset="-122"/>
                <a:cs typeface="Calibri" pitchFamily="34" charset="-120"/>
              </a:rPr>
              <a:t>Deep Dive SIWEB</a:t>
            </a:r>
            <a:endParaRPr lang="es-MX" sz="750">
              <a:latin typeface="+mj-lt"/>
            </a:endParaRPr>
          </a:p>
        </p:txBody>
      </p:sp>
      <p:sp>
        <p:nvSpPr>
          <p:cNvPr id="266" name="Text 134">
            <a:extLst>
              <a:ext uri="{FF2B5EF4-FFF2-40B4-BE49-F238E27FC236}">
                <a16:creationId xmlns:a16="http://schemas.microsoft.com/office/drawing/2014/main" id="{4C4E7518-122E-23CE-ED6E-6D756794706C}"/>
              </a:ext>
            </a:extLst>
          </p:cNvPr>
          <p:cNvSpPr/>
          <p:nvPr/>
        </p:nvSpPr>
        <p:spPr>
          <a:xfrm>
            <a:off x="3803904" y="3812667"/>
            <a:ext cx="2395728" cy="265176"/>
          </a:xfrm>
          <a:prstGeom prst="rect">
            <a:avLst/>
          </a:prstGeom>
          <a:noFill/>
          <a:ln/>
        </p:spPr>
        <p:txBody>
          <a:bodyPr wrap="square" rtlCol="0" anchor="ctr"/>
          <a:lstStyle/>
          <a:p>
            <a:pPr marL="0" indent="0">
              <a:buNone/>
            </a:pPr>
            <a:r>
              <a:rPr lang="es-MX" sz="700">
                <a:solidFill>
                  <a:srgbClr val="444444"/>
                </a:solidFill>
                <a:latin typeface="+mj-lt"/>
                <a:ea typeface="Calibri" pitchFamily="34" charset="-122"/>
                <a:cs typeface="Calibri" pitchFamily="34" charset="-120"/>
              </a:rPr>
              <a:t>Patricia Araceli Tovar</a:t>
            </a:r>
            <a:endParaRPr lang="es-MX" sz="700">
              <a:latin typeface="+mj-lt"/>
            </a:endParaRPr>
          </a:p>
        </p:txBody>
      </p:sp>
      <p:sp>
        <p:nvSpPr>
          <p:cNvPr id="268" name="Text 135">
            <a:extLst>
              <a:ext uri="{FF2B5EF4-FFF2-40B4-BE49-F238E27FC236}">
                <a16:creationId xmlns:a16="http://schemas.microsoft.com/office/drawing/2014/main" id="{03AFDEB9-162E-C4AE-B33A-B0A8253EF630}"/>
              </a:ext>
            </a:extLst>
          </p:cNvPr>
          <p:cNvSpPr/>
          <p:nvPr/>
        </p:nvSpPr>
        <p:spPr>
          <a:xfrm>
            <a:off x="6272784" y="3812667"/>
            <a:ext cx="3493008" cy="265176"/>
          </a:xfrm>
          <a:prstGeom prst="rect">
            <a:avLst/>
          </a:prstGeom>
          <a:noFill/>
          <a:ln/>
        </p:spPr>
        <p:txBody>
          <a:bodyPr wrap="square" rtlCol="0" anchor="ctr"/>
          <a:lstStyle/>
          <a:p>
            <a:pPr marL="0" indent="0">
              <a:buNone/>
            </a:pPr>
            <a:r>
              <a:rPr lang="es-MX" sz="700" i="1">
                <a:solidFill>
                  <a:srgbClr val="444444"/>
                </a:solidFill>
                <a:latin typeface="+mj-lt"/>
                <a:ea typeface="Calibri" pitchFamily="34" charset="-122"/>
                <a:cs typeface="Calibri" pitchFamily="34" charset="-120"/>
              </a:rPr>
              <a:t>Detalle Historias de Usuario e Integraciones</a:t>
            </a:r>
            <a:endParaRPr lang="es-MX" sz="700">
              <a:latin typeface="+mj-lt"/>
            </a:endParaRPr>
          </a:p>
        </p:txBody>
      </p:sp>
      <p:sp>
        <p:nvSpPr>
          <p:cNvPr id="270" name="Text 136">
            <a:extLst>
              <a:ext uri="{FF2B5EF4-FFF2-40B4-BE49-F238E27FC236}">
                <a16:creationId xmlns:a16="http://schemas.microsoft.com/office/drawing/2014/main" id="{DD4E2B8F-D627-2053-EAEF-7C3DCC5CB62F}"/>
              </a:ext>
            </a:extLst>
          </p:cNvPr>
          <p:cNvSpPr/>
          <p:nvPr/>
        </p:nvSpPr>
        <p:spPr>
          <a:xfrm>
            <a:off x="9784080" y="3812667"/>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5 Ago</a:t>
            </a:r>
            <a:endParaRPr lang="es-MX" sz="750">
              <a:latin typeface="+mj-lt"/>
            </a:endParaRPr>
          </a:p>
        </p:txBody>
      </p:sp>
      <p:sp>
        <p:nvSpPr>
          <p:cNvPr id="272" name="Text 137">
            <a:extLst>
              <a:ext uri="{FF2B5EF4-FFF2-40B4-BE49-F238E27FC236}">
                <a16:creationId xmlns:a16="http://schemas.microsoft.com/office/drawing/2014/main" id="{84DCEC15-5074-9211-24FA-BC3B0B2B54CC}"/>
              </a:ext>
            </a:extLst>
          </p:cNvPr>
          <p:cNvSpPr/>
          <p:nvPr/>
        </p:nvSpPr>
        <p:spPr>
          <a:xfrm>
            <a:off x="10515600" y="3812667"/>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1,5</a:t>
            </a:r>
            <a:endParaRPr lang="es-MX" sz="750">
              <a:latin typeface="+mj-lt"/>
            </a:endParaRPr>
          </a:p>
        </p:txBody>
      </p:sp>
      <p:sp>
        <p:nvSpPr>
          <p:cNvPr id="274" name="Shape 138">
            <a:extLst>
              <a:ext uri="{FF2B5EF4-FFF2-40B4-BE49-F238E27FC236}">
                <a16:creationId xmlns:a16="http://schemas.microsoft.com/office/drawing/2014/main" id="{F28C0653-49A0-023C-3DAD-DCE2C3D90484}"/>
              </a:ext>
            </a:extLst>
          </p:cNvPr>
          <p:cNvSpPr/>
          <p:nvPr/>
        </p:nvSpPr>
        <p:spPr>
          <a:xfrm>
            <a:off x="365760" y="4077843"/>
            <a:ext cx="1463040" cy="265176"/>
          </a:xfrm>
          <a:prstGeom prst="rect">
            <a:avLst/>
          </a:prstGeom>
          <a:solidFill>
            <a:srgbClr val="EEF1FD"/>
          </a:solidFill>
          <a:ln w="12700">
            <a:solidFill>
              <a:srgbClr val="D8E4EF"/>
            </a:solidFill>
            <a:prstDash val="solid"/>
          </a:ln>
        </p:spPr>
        <p:txBody>
          <a:bodyPr/>
          <a:lstStyle/>
          <a:p>
            <a:endParaRPr lang="es-MX">
              <a:latin typeface="+mj-lt"/>
            </a:endParaRPr>
          </a:p>
        </p:txBody>
      </p:sp>
      <p:sp>
        <p:nvSpPr>
          <p:cNvPr id="276" name="Shape 139">
            <a:extLst>
              <a:ext uri="{FF2B5EF4-FFF2-40B4-BE49-F238E27FC236}">
                <a16:creationId xmlns:a16="http://schemas.microsoft.com/office/drawing/2014/main" id="{0BE20574-6D17-9144-1A84-D13FCA2AE2CE}"/>
              </a:ext>
            </a:extLst>
          </p:cNvPr>
          <p:cNvSpPr/>
          <p:nvPr/>
        </p:nvSpPr>
        <p:spPr>
          <a:xfrm>
            <a:off x="1828800" y="4077843"/>
            <a:ext cx="1920240" cy="265176"/>
          </a:xfrm>
          <a:prstGeom prst="rect">
            <a:avLst/>
          </a:prstGeom>
          <a:solidFill>
            <a:srgbClr val="EEF1FD"/>
          </a:solidFill>
          <a:ln w="12700">
            <a:solidFill>
              <a:srgbClr val="D8E4EF"/>
            </a:solidFill>
            <a:prstDash val="solid"/>
          </a:ln>
        </p:spPr>
        <p:txBody>
          <a:bodyPr/>
          <a:lstStyle/>
          <a:p>
            <a:endParaRPr lang="es-MX">
              <a:latin typeface="+mj-lt"/>
            </a:endParaRPr>
          </a:p>
        </p:txBody>
      </p:sp>
      <p:sp>
        <p:nvSpPr>
          <p:cNvPr id="278" name="Shape 140">
            <a:extLst>
              <a:ext uri="{FF2B5EF4-FFF2-40B4-BE49-F238E27FC236}">
                <a16:creationId xmlns:a16="http://schemas.microsoft.com/office/drawing/2014/main" id="{F7CB9C28-6FF7-BFAC-8E8F-1D5D531CF6A9}"/>
              </a:ext>
            </a:extLst>
          </p:cNvPr>
          <p:cNvSpPr/>
          <p:nvPr/>
        </p:nvSpPr>
        <p:spPr>
          <a:xfrm>
            <a:off x="3749040" y="4077843"/>
            <a:ext cx="2468880" cy="265176"/>
          </a:xfrm>
          <a:prstGeom prst="rect">
            <a:avLst/>
          </a:prstGeom>
          <a:solidFill>
            <a:srgbClr val="EEF1FD"/>
          </a:solidFill>
          <a:ln w="12700">
            <a:solidFill>
              <a:srgbClr val="D8E4EF"/>
            </a:solidFill>
            <a:prstDash val="solid"/>
          </a:ln>
        </p:spPr>
        <p:txBody>
          <a:bodyPr/>
          <a:lstStyle/>
          <a:p>
            <a:endParaRPr lang="es-MX">
              <a:latin typeface="+mj-lt"/>
            </a:endParaRPr>
          </a:p>
        </p:txBody>
      </p:sp>
      <p:sp>
        <p:nvSpPr>
          <p:cNvPr id="280" name="Shape 141">
            <a:extLst>
              <a:ext uri="{FF2B5EF4-FFF2-40B4-BE49-F238E27FC236}">
                <a16:creationId xmlns:a16="http://schemas.microsoft.com/office/drawing/2014/main" id="{E2F3DA34-7E0D-96F9-3C30-00ACF185993A}"/>
              </a:ext>
            </a:extLst>
          </p:cNvPr>
          <p:cNvSpPr/>
          <p:nvPr/>
        </p:nvSpPr>
        <p:spPr>
          <a:xfrm>
            <a:off x="6217920" y="4077843"/>
            <a:ext cx="3566160" cy="265176"/>
          </a:xfrm>
          <a:prstGeom prst="rect">
            <a:avLst/>
          </a:prstGeom>
          <a:solidFill>
            <a:srgbClr val="EEF1FD"/>
          </a:solidFill>
          <a:ln w="12700">
            <a:solidFill>
              <a:srgbClr val="D8E4EF"/>
            </a:solidFill>
            <a:prstDash val="solid"/>
          </a:ln>
        </p:spPr>
        <p:txBody>
          <a:bodyPr/>
          <a:lstStyle/>
          <a:p>
            <a:endParaRPr lang="es-MX">
              <a:latin typeface="+mj-lt"/>
            </a:endParaRPr>
          </a:p>
        </p:txBody>
      </p:sp>
      <p:sp>
        <p:nvSpPr>
          <p:cNvPr id="282" name="Shape 142">
            <a:extLst>
              <a:ext uri="{FF2B5EF4-FFF2-40B4-BE49-F238E27FC236}">
                <a16:creationId xmlns:a16="http://schemas.microsoft.com/office/drawing/2014/main" id="{658C5020-6D68-077D-1F8F-F4E13C8931A1}"/>
              </a:ext>
            </a:extLst>
          </p:cNvPr>
          <p:cNvSpPr/>
          <p:nvPr/>
        </p:nvSpPr>
        <p:spPr>
          <a:xfrm>
            <a:off x="9784080" y="4077843"/>
            <a:ext cx="731520" cy="265176"/>
          </a:xfrm>
          <a:prstGeom prst="rect">
            <a:avLst/>
          </a:prstGeom>
          <a:solidFill>
            <a:srgbClr val="EEF1FD"/>
          </a:solidFill>
          <a:ln w="12700">
            <a:solidFill>
              <a:srgbClr val="D8E4EF"/>
            </a:solidFill>
            <a:prstDash val="solid"/>
          </a:ln>
        </p:spPr>
        <p:txBody>
          <a:bodyPr/>
          <a:lstStyle/>
          <a:p>
            <a:endParaRPr lang="es-MX">
              <a:latin typeface="+mj-lt"/>
            </a:endParaRPr>
          </a:p>
        </p:txBody>
      </p:sp>
      <p:sp>
        <p:nvSpPr>
          <p:cNvPr id="284" name="Shape 143">
            <a:extLst>
              <a:ext uri="{FF2B5EF4-FFF2-40B4-BE49-F238E27FC236}">
                <a16:creationId xmlns:a16="http://schemas.microsoft.com/office/drawing/2014/main" id="{2516BB94-4AFB-88F1-FD80-722279925339}"/>
              </a:ext>
            </a:extLst>
          </p:cNvPr>
          <p:cNvSpPr/>
          <p:nvPr/>
        </p:nvSpPr>
        <p:spPr>
          <a:xfrm>
            <a:off x="10515600" y="4077843"/>
            <a:ext cx="731520" cy="265176"/>
          </a:xfrm>
          <a:prstGeom prst="rect">
            <a:avLst/>
          </a:prstGeom>
          <a:solidFill>
            <a:srgbClr val="EEF1FD"/>
          </a:solidFill>
          <a:ln w="12700">
            <a:solidFill>
              <a:srgbClr val="D8E4EF"/>
            </a:solidFill>
            <a:prstDash val="solid"/>
          </a:ln>
        </p:spPr>
        <p:txBody>
          <a:bodyPr/>
          <a:lstStyle/>
          <a:p>
            <a:endParaRPr lang="es-MX">
              <a:latin typeface="+mj-lt"/>
            </a:endParaRPr>
          </a:p>
        </p:txBody>
      </p:sp>
      <p:sp>
        <p:nvSpPr>
          <p:cNvPr id="286" name="Text 144">
            <a:extLst>
              <a:ext uri="{FF2B5EF4-FFF2-40B4-BE49-F238E27FC236}">
                <a16:creationId xmlns:a16="http://schemas.microsoft.com/office/drawing/2014/main" id="{26706E59-E1DD-4E35-ED3F-339FF17C0B9D}"/>
              </a:ext>
            </a:extLst>
          </p:cNvPr>
          <p:cNvSpPr/>
          <p:nvPr/>
        </p:nvSpPr>
        <p:spPr>
          <a:xfrm>
            <a:off x="1883664" y="4077843"/>
            <a:ext cx="1847088" cy="265176"/>
          </a:xfrm>
          <a:prstGeom prst="rect">
            <a:avLst/>
          </a:prstGeom>
          <a:noFill/>
          <a:ln/>
        </p:spPr>
        <p:txBody>
          <a:bodyPr wrap="square" rtlCol="0" anchor="ctr"/>
          <a:lstStyle/>
          <a:p>
            <a:pPr marL="0" indent="0">
              <a:buNone/>
            </a:pPr>
            <a:r>
              <a:rPr lang="es-MX" sz="750" b="1">
                <a:solidFill>
                  <a:srgbClr val="0E2841"/>
                </a:solidFill>
                <a:latin typeface="+mj-lt"/>
                <a:ea typeface="Calibri" pitchFamily="34" charset="-122"/>
                <a:cs typeface="Calibri" pitchFamily="34" charset="-120"/>
              </a:rPr>
              <a:t>Integraciones SIWEB R4</a:t>
            </a:r>
            <a:endParaRPr lang="es-MX" sz="750">
              <a:latin typeface="+mj-lt"/>
            </a:endParaRPr>
          </a:p>
        </p:txBody>
      </p:sp>
      <p:sp>
        <p:nvSpPr>
          <p:cNvPr id="288" name="Text 145">
            <a:extLst>
              <a:ext uri="{FF2B5EF4-FFF2-40B4-BE49-F238E27FC236}">
                <a16:creationId xmlns:a16="http://schemas.microsoft.com/office/drawing/2014/main" id="{C5D2FA12-4069-2429-FD3E-53B3F2A01B66}"/>
              </a:ext>
            </a:extLst>
          </p:cNvPr>
          <p:cNvSpPr/>
          <p:nvPr/>
        </p:nvSpPr>
        <p:spPr>
          <a:xfrm>
            <a:off x="3803904" y="4077843"/>
            <a:ext cx="2395728" cy="265176"/>
          </a:xfrm>
          <a:prstGeom prst="rect">
            <a:avLst/>
          </a:prstGeom>
          <a:noFill/>
          <a:ln/>
        </p:spPr>
        <p:txBody>
          <a:bodyPr wrap="square" rtlCol="0" anchor="ctr"/>
          <a:lstStyle/>
          <a:p>
            <a:pPr marL="0" indent="0">
              <a:buNone/>
            </a:pPr>
            <a:r>
              <a:rPr lang="es-MX" sz="700">
                <a:solidFill>
                  <a:srgbClr val="444444"/>
                </a:solidFill>
                <a:latin typeface="+mj-lt"/>
                <a:ea typeface="Calibri" pitchFamily="34" charset="-122"/>
                <a:cs typeface="Calibri" pitchFamily="34" charset="-120"/>
              </a:rPr>
              <a:t>Daniela Ramírez</a:t>
            </a:r>
            <a:endParaRPr lang="es-MX" sz="700">
              <a:latin typeface="+mj-lt"/>
            </a:endParaRPr>
          </a:p>
        </p:txBody>
      </p:sp>
      <p:sp>
        <p:nvSpPr>
          <p:cNvPr id="290" name="Text 146">
            <a:extLst>
              <a:ext uri="{FF2B5EF4-FFF2-40B4-BE49-F238E27FC236}">
                <a16:creationId xmlns:a16="http://schemas.microsoft.com/office/drawing/2014/main" id="{6BE9757C-B112-8F1A-DFAA-A37436112988}"/>
              </a:ext>
            </a:extLst>
          </p:cNvPr>
          <p:cNvSpPr/>
          <p:nvPr/>
        </p:nvSpPr>
        <p:spPr>
          <a:xfrm>
            <a:off x="6272784" y="4077843"/>
            <a:ext cx="3493008" cy="265176"/>
          </a:xfrm>
          <a:prstGeom prst="rect">
            <a:avLst/>
          </a:prstGeom>
          <a:noFill/>
          <a:ln/>
        </p:spPr>
        <p:txBody>
          <a:bodyPr wrap="square" rtlCol="0" anchor="ctr"/>
          <a:lstStyle/>
          <a:p>
            <a:pPr marL="0" indent="0">
              <a:buNone/>
            </a:pPr>
            <a:r>
              <a:rPr lang="es-MX" sz="700" i="1">
                <a:solidFill>
                  <a:srgbClr val="444444"/>
                </a:solidFill>
                <a:latin typeface="+mj-lt"/>
                <a:ea typeface="Calibri" pitchFamily="34" charset="-122"/>
                <a:cs typeface="Calibri" pitchFamily="34" charset="-120"/>
              </a:rPr>
              <a:t>Revisión y validación de integraciones R4</a:t>
            </a:r>
            <a:endParaRPr lang="es-MX" sz="700">
              <a:latin typeface="+mj-lt"/>
            </a:endParaRPr>
          </a:p>
        </p:txBody>
      </p:sp>
      <p:sp>
        <p:nvSpPr>
          <p:cNvPr id="292" name="Text 147">
            <a:extLst>
              <a:ext uri="{FF2B5EF4-FFF2-40B4-BE49-F238E27FC236}">
                <a16:creationId xmlns:a16="http://schemas.microsoft.com/office/drawing/2014/main" id="{977182EC-E7FA-FB5E-C383-D2831C5AC2E6}"/>
              </a:ext>
            </a:extLst>
          </p:cNvPr>
          <p:cNvSpPr/>
          <p:nvPr/>
        </p:nvSpPr>
        <p:spPr>
          <a:xfrm>
            <a:off x="9784080" y="4077843"/>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10 Ago</a:t>
            </a:r>
            <a:endParaRPr lang="es-MX" sz="750">
              <a:latin typeface="+mj-lt"/>
            </a:endParaRPr>
          </a:p>
        </p:txBody>
      </p:sp>
      <p:sp>
        <p:nvSpPr>
          <p:cNvPr id="294" name="Text 148">
            <a:extLst>
              <a:ext uri="{FF2B5EF4-FFF2-40B4-BE49-F238E27FC236}">
                <a16:creationId xmlns:a16="http://schemas.microsoft.com/office/drawing/2014/main" id="{9AEE7496-8113-5FEA-C4AF-113F781FED53}"/>
              </a:ext>
            </a:extLst>
          </p:cNvPr>
          <p:cNvSpPr/>
          <p:nvPr/>
        </p:nvSpPr>
        <p:spPr>
          <a:xfrm>
            <a:off x="10515600" y="4077843"/>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0,5</a:t>
            </a:r>
            <a:endParaRPr lang="es-MX" sz="750">
              <a:latin typeface="+mj-lt"/>
            </a:endParaRPr>
          </a:p>
        </p:txBody>
      </p:sp>
      <p:sp>
        <p:nvSpPr>
          <p:cNvPr id="296" name="Shape 149">
            <a:extLst>
              <a:ext uri="{FF2B5EF4-FFF2-40B4-BE49-F238E27FC236}">
                <a16:creationId xmlns:a16="http://schemas.microsoft.com/office/drawing/2014/main" id="{4C2A9C28-211C-DB76-6A7C-E3238E1EDB54}"/>
              </a:ext>
            </a:extLst>
          </p:cNvPr>
          <p:cNvSpPr/>
          <p:nvPr/>
        </p:nvSpPr>
        <p:spPr>
          <a:xfrm>
            <a:off x="365760" y="4343019"/>
            <a:ext cx="1463040" cy="265176"/>
          </a:xfrm>
          <a:prstGeom prst="rect">
            <a:avLst/>
          </a:prstGeom>
          <a:solidFill>
            <a:srgbClr val="E8F5E9"/>
          </a:solidFill>
          <a:ln w="12700">
            <a:solidFill>
              <a:srgbClr val="D8E4EF"/>
            </a:solidFill>
            <a:prstDash val="solid"/>
          </a:ln>
        </p:spPr>
        <p:txBody>
          <a:bodyPr/>
          <a:lstStyle/>
          <a:p>
            <a:endParaRPr lang="es-MX">
              <a:latin typeface="+mj-lt"/>
            </a:endParaRPr>
          </a:p>
        </p:txBody>
      </p:sp>
      <p:sp>
        <p:nvSpPr>
          <p:cNvPr id="298" name="Shape 150">
            <a:extLst>
              <a:ext uri="{FF2B5EF4-FFF2-40B4-BE49-F238E27FC236}">
                <a16:creationId xmlns:a16="http://schemas.microsoft.com/office/drawing/2014/main" id="{4DCEFEE6-FC11-2F80-F3AC-C69297792511}"/>
              </a:ext>
            </a:extLst>
          </p:cNvPr>
          <p:cNvSpPr/>
          <p:nvPr/>
        </p:nvSpPr>
        <p:spPr>
          <a:xfrm>
            <a:off x="1828800" y="4343019"/>
            <a:ext cx="1920240" cy="265176"/>
          </a:xfrm>
          <a:prstGeom prst="rect">
            <a:avLst/>
          </a:prstGeom>
          <a:solidFill>
            <a:srgbClr val="E8F5E9"/>
          </a:solidFill>
          <a:ln w="12700">
            <a:solidFill>
              <a:srgbClr val="D8E4EF"/>
            </a:solidFill>
            <a:prstDash val="solid"/>
          </a:ln>
        </p:spPr>
        <p:txBody>
          <a:bodyPr/>
          <a:lstStyle/>
          <a:p>
            <a:endParaRPr lang="es-MX">
              <a:latin typeface="+mj-lt"/>
            </a:endParaRPr>
          </a:p>
        </p:txBody>
      </p:sp>
      <p:sp>
        <p:nvSpPr>
          <p:cNvPr id="300" name="Shape 151">
            <a:extLst>
              <a:ext uri="{FF2B5EF4-FFF2-40B4-BE49-F238E27FC236}">
                <a16:creationId xmlns:a16="http://schemas.microsoft.com/office/drawing/2014/main" id="{E393C90D-A97E-BD2C-37F5-4EDD7095E379}"/>
              </a:ext>
            </a:extLst>
          </p:cNvPr>
          <p:cNvSpPr/>
          <p:nvPr/>
        </p:nvSpPr>
        <p:spPr>
          <a:xfrm>
            <a:off x="3749040" y="4343019"/>
            <a:ext cx="2468880" cy="265176"/>
          </a:xfrm>
          <a:prstGeom prst="rect">
            <a:avLst/>
          </a:prstGeom>
          <a:solidFill>
            <a:srgbClr val="E8F5E9"/>
          </a:solidFill>
          <a:ln w="12700">
            <a:solidFill>
              <a:srgbClr val="D8E4EF"/>
            </a:solidFill>
            <a:prstDash val="solid"/>
          </a:ln>
        </p:spPr>
        <p:txBody>
          <a:bodyPr/>
          <a:lstStyle/>
          <a:p>
            <a:endParaRPr lang="es-MX">
              <a:latin typeface="+mj-lt"/>
            </a:endParaRPr>
          </a:p>
        </p:txBody>
      </p:sp>
      <p:sp>
        <p:nvSpPr>
          <p:cNvPr id="302" name="Shape 152">
            <a:extLst>
              <a:ext uri="{FF2B5EF4-FFF2-40B4-BE49-F238E27FC236}">
                <a16:creationId xmlns:a16="http://schemas.microsoft.com/office/drawing/2014/main" id="{D7D33D71-93E3-A2E7-1BA8-6EE6D0D75E2D}"/>
              </a:ext>
            </a:extLst>
          </p:cNvPr>
          <p:cNvSpPr/>
          <p:nvPr/>
        </p:nvSpPr>
        <p:spPr>
          <a:xfrm>
            <a:off x="6217920" y="4343019"/>
            <a:ext cx="3566160" cy="265176"/>
          </a:xfrm>
          <a:prstGeom prst="rect">
            <a:avLst/>
          </a:prstGeom>
          <a:solidFill>
            <a:srgbClr val="E8F5E9"/>
          </a:solidFill>
          <a:ln w="12700">
            <a:solidFill>
              <a:srgbClr val="D8E4EF"/>
            </a:solidFill>
            <a:prstDash val="solid"/>
          </a:ln>
        </p:spPr>
        <p:txBody>
          <a:bodyPr/>
          <a:lstStyle/>
          <a:p>
            <a:endParaRPr lang="es-MX">
              <a:latin typeface="+mj-lt"/>
            </a:endParaRPr>
          </a:p>
        </p:txBody>
      </p:sp>
      <p:sp>
        <p:nvSpPr>
          <p:cNvPr id="304" name="Shape 153">
            <a:extLst>
              <a:ext uri="{FF2B5EF4-FFF2-40B4-BE49-F238E27FC236}">
                <a16:creationId xmlns:a16="http://schemas.microsoft.com/office/drawing/2014/main" id="{EE91C199-23CE-DDCE-DE86-0F52DCB0DD7E}"/>
              </a:ext>
            </a:extLst>
          </p:cNvPr>
          <p:cNvSpPr/>
          <p:nvPr/>
        </p:nvSpPr>
        <p:spPr>
          <a:xfrm>
            <a:off x="9784080" y="4343019"/>
            <a:ext cx="731520" cy="265176"/>
          </a:xfrm>
          <a:prstGeom prst="rect">
            <a:avLst/>
          </a:prstGeom>
          <a:solidFill>
            <a:srgbClr val="E8F5E9"/>
          </a:solidFill>
          <a:ln w="12700">
            <a:solidFill>
              <a:srgbClr val="D8E4EF"/>
            </a:solidFill>
            <a:prstDash val="solid"/>
          </a:ln>
        </p:spPr>
        <p:txBody>
          <a:bodyPr/>
          <a:lstStyle/>
          <a:p>
            <a:endParaRPr lang="es-MX">
              <a:latin typeface="+mj-lt"/>
            </a:endParaRPr>
          </a:p>
        </p:txBody>
      </p:sp>
      <p:sp>
        <p:nvSpPr>
          <p:cNvPr id="306" name="Shape 154">
            <a:extLst>
              <a:ext uri="{FF2B5EF4-FFF2-40B4-BE49-F238E27FC236}">
                <a16:creationId xmlns:a16="http://schemas.microsoft.com/office/drawing/2014/main" id="{4C3CEFEA-21F0-CAB7-3391-F4229247840F}"/>
              </a:ext>
            </a:extLst>
          </p:cNvPr>
          <p:cNvSpPr/>
          <p:nvPr/>
        </p:nvSpPr>
        <p:spPr>
          <a:xfrm>
            <a:off x="10515600" y="4343019"/>
            <a:ext cx="731520" cy="265176"/>
          </a:xfrm>
          <a:prstGeom prst="rect">
            <a:avLst/>
          </a:prstGeom>
          <a:solidFill>
            <a:srgbClr val="E8F5E9"/>
          </a:solidFill>
          <a:ln w="12700">
            <a:solidFill>
              <a:srgbClr val="D8E4EF"/>
            </a:solidFill>
            <a:prstDash val="solid"/>
          </a:ln>
        </p:spPr>
        <p:txBody>
          <a:bodyPr/>
          <a:lstStyle/>
          <a:p>
            <a:endParaRPr lang="es-MX">
              <a:latin typeface="+mj-lt"/>
            </a:endParaRPr>
          </a:p>
        </p:txBody>
      </p:sp>
      <p:sp>
        <p:nvSpPr>
          <p:cNvPr id="308" name="Shape 155">
            <a:extLst>
              <a:ext uri="{FF2B5EF4-FFF2-40B4-BE49-F238E27FC236}">
                <a16:creationId xmlns:a16="http://schemas.microsoft.com/office/drawing/2014/main" id="{02272C2F-F020-B5D8-65B6-8B4873D73E72}"/>
              </a:ext>
            </a:extLst>
          </p:cNvPr>
          <p:cNvSpPr/>
          <p:nvPr/>
        </p:nvSpPr>
        <p:spPr>
          <a:xfrm>
            <a:off x="420624" y="4388739"/>
            <a:ext cx="1353312" cy="173736"/>
          </a:xfrm>
          <a:prstGeom prst="roundRect">
            <a:avLst>
              <a:gd name="adj" fmla="val 42105"/>
            </a:avLst>
          </a:prstGeom>
          <a:solidFill>
            <a:srgbClr val="A5D6A7"/>
          </a:solidFill>
          <a:ln w="12700">
            <a:solidFill>
              <a:srgbClr val="A5D6A7"/>
            </a:solidFill>
            <a:prstDash val="solid"/>
          </a:ln>
        </p:spPr>
        <p:txBody>
          <a:bodyPr/>
          <a:lstStyle/>
          <a:p>
            <a:endParaRPr lang="es-MX">
              <a:latin typeface="+mj-lt"/>
            </a:endParaRPr>
          </a:p>
        </p:txBody>
      </p:sp>
      <p:sp>
        <p:nvSpPr>
          <p:cNvPr id="310" name="Text 156">
            <a:extLst>
              <a:ext uri="{FF2B5EF4-FFF2-40B4-BE49-F238E27FC236}">
                <a16:creationId xmlns:a16="http://schemas.microsoft.com/office/drawing/2014/main" id="{1DDE49CD-A97F-91FA-F5B7-D4A5E9531B2E}"/>
              </a:ext>
            </a:extLst>
          </p:cNvPr>
          <p:cNvSpPr/>
          <p:nvPr/>
        </p:nvSpPr>
        <p:spPr>
          <a:xfrm>
            <a:off x="420624" y="4388739"/>
            <a:ext cx="1353312" cy="173736"/>
          </a:xfrm>
          <a:prstGeom prst="rect">
            <a:avLst/>
          </a:prstGeom>
          <a:noFill/>
          <a:ln/>
        </p:spPr>
        <p:txBody>
          <a:bodyPr wrap="square" rtlCol="0" anchor="ctr"/>
          <a:lstStyle/>
          <a:p>
            <a:pPr marL="0" indent="0" algn="ctr">
              <a:buNone/>
            </a:pPr>
            <a:r>
              <a:rPr lang="es-MX" sz="750" b="1">
                <a:solidFill>
                  <a:srgbClr val="1B5E20"/>
                </a:solidFill>
                <a:latin typeface="+mj-lt"/>
                <a:ea typeface="Calibri" pitchFamily="34" charset="-122"/>
                <a:cs typeface="Calibri" pitchFamily="34" charset="-120"/>
              </a:rPr>
              <a:t>Apificación</a:t>
            </a:r>
            <a:endParaRPr lang="es-MX" sz="750">
              <a:latin typeface="+mj-lt"/>
            </a:endParaRPr>
          </a:p>
        </p:txBody>
      </p:sp>
      <p:sp>
        <p:nvSpPr>
          <p:cNvPr id="312" name="Text 157">
            <a:extLst>
              <a:ext uri="{FF2B5EF4-FFF2-40B4-BE49-F238E27FC236}">
                <a16:creationId xmlns:a16="http://schemas.microsoft.com/office/drawing/2014/main" id="{FA73A25A-C3C2-E61F-2119-73D558B7E0F3}"/>
              </a:ext>
            </a:extLst>
          </p:cNvPr>
          <p:cNvSpPr/>
          <p:nvPr/>
        </p:nvSpPr>
        <p:spPr>
          <a:xfrm>
            <a:off x="1883664" y="4343019"/>
            <a:ext cx="1847088" cy="265176"/>
          </a:xfrm>
          <a:prstGeom prst="rect">
            <a:avLst/>
          </a:prstGeom>
          <a:noFill/>
          <a:ln/>
        </p:spPr>
        <p:txBody>
          <a:bodyPr wrap="square" rtlCol="0" anchor="ctr"/>
          <a:lstStyle/>
          <a:p>
            <a:pPr marL="0" indent="0">
              <a:buNone/>
            </a:pPr>
            <a:r>
              <a:rPr lang="es-MX" sz="750" b="1">
                <a:solidFill>
                  <a:srgbClr val="0E2841"/>
                </a:solidFill>
                <a:latin typeface="+mj-lt"/>
                <a:ea typeface="Calibri" pitchFamily="34" charset="-122"/>
                <a:cs typeface="Calibri" pitchFamily="34" charset="-120"/>
              </a:rPr>
              <a:t>Integraciones Apificación</a:t>
            </a:r>
            <a:endParaRPr lang="es-MX" sz="750">
              <a:latin typeface="+mj-lt"/>
            </a:endParaRPr>
          </a:p>
        </p:txBody>
      </p:sp>
      <p:sp>
        <p:nvSpPr>
          <p:cNvPr id="314" name="Text 158">
            <a:extLst>
              <a:ext uri="{FF2B5EF4-FFF2-40B4-BE49-F238E27FC236}">
                <a16:creationId xmlns:a16="http://schemas.microsoft.com/office/drawing/2014/main" id="{4E919AD0-F800-45B7-10E7-00E52D796EFF}"/>
              </a:ext>
            </a:extLst>
          </p:cNvPr>
          <p:cNvSpPr/>
          <p:nvPr/>
        </p:nvSpPr>
        <p:spPr>
          <a:xfrm>
            <a:off x="3803904" y="4343019"/>
            <a:ext cx="2395728" cy="265176"/>
          </a:xfrm>
          <a:prstGeom prst="rect">
            <a:avLst/>
          </a:prstGeom>
          <a:noFill/>
          <a:ln/>
        </p:spPr>
        <p:txBody>
          <a:bodyPr wrap="square" rtlCol="0" anchor="ctr"/>
          <a:lstStyle/>
          <a:p>
            <a:pPr marL="0" indent="0">
              <a:buNone/>
            </a:pPr>
            <a:r>
              <a:rPr lang="es-MX" sz="700">
                <a:solidFill>
                  <a:srgbClr val="444444"/>
                </a:solidFill>
                <a:latin typeface="+mj-lt"/>
                <a:ea typeface="Calibri" pitchFamily="34" charset="-122"/>
                <a:cs typeface="Calibri" pitchFamily="34" charset="-120"/>
              </a:rPr>
              <a:t>Oscar Melo</a:t>
            </a:r>
            <a:endParaRPr lang="es-MX" sz="700">
              <a:latin typeface="+mj-lt"/>
            </a:endParaRPr>
          </a:p>
        </p:txBody>
      </p:sp>
      <p:sp>
        <p:nvSpPr>
          <p:cNvPr id="316" name="Text 159">
            <a:extLst>
              <a:ext uri="{FF2B5EF4-FFF2-40B4-BE49-F238E27FC236}">
                <a16:creationId xmlns:a16="http://schemas.microsoft.com/office/drawing/2014/main" id="{FB7BF059-12EF-F9EE-19F2-8C6E93DB4828}"/>
              </a:ext>
            </a:extLst>
          </p:cNvPr>
          <p:cNvSpPr/>
          <p:nvPr/>
        </p:nvSpPr>
        <p:spPr>
          <a:xfrm>
            <a:off x="6272784" y="4343019"/>
            <a:ext cx="3493008" cy="265176"/>
          </a:xfrm>
          <a:prstGeom prst="rect">
            <a:avLst/>
          </a:prstGeom>
          <a:noFill/>
          <a:ln/>
        </p:spPr>
        <p:txBody>
          <a:bodyPr wrap="square" rtlCol="0" anchor="ctr"/>
          <a:lstStyle/>
          <a:p>
            <a:pPr marL="0" indent="0">
              <a:buNone/>
            </a:pPr>
            <a:r>
              <a:rPr lang="es-MX" sz="700" i="1">
                <a:solidFill>
                  <a:srgbClr val="444444"/>
                </a:solidFill>
                <a:latin typeface="+mj-lt"/>
                <a:ea typeface="Calibri" pitchFamily="34" charset="-122"/>
                <a:cs typeface="Calibri" pitchFamily="34" charset="-120"/>
              </a:rPr>
              <a:t>Revisión inventario y alcance de integraciones R4</a:t>
            </a:r>
            <a:endParaRPr lang="es-MX" sz="700">
              <a:latin typeface="+mj-lt"/>
            </a:endParaRPr>
          </a:p>
        </p:txBody>
      </p:sp>
      <p:sp>
        <p:nvSpPr>
          <p:cNvPr id="318" name="Text 160">
            <a:extLst>
              <a:ext uri="{FF2B5EF4-FFF2-40B4-BE49-F238E27FC236}">
                <a16:creationId xmlns:a16="http://schemas.microsoft.com/office/drawing/2014/main" id="{8125BA04-CC64-A0AD-83A5-90950C862418}"/>
              </a:ext>
            </a:extLst>
          </p:cNvPr>
          <p:cNvSpPr/>
          <p:nvPr/>
        </p:nvSpPr>
        <p:spPr>
          <a:xfrm>
            <a:off x="9784080" y="4343019"/>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7 Ago</a:t>
            </a:r>
            <a:endParaRPr lang="es-MX" sz="750">
              <a:latin typeface="+mj-lt"/>
            </a:endParaRPr>
          </a:p>
        </p:txBody>
      </p:sp>
      <p:sp>
        <p:nvSpPr>
          <p:cNvPr id="320" name="Text 161">
            <a:extLst>
              <a:ext uri="{FF2B5EF4-FFF2-40B4-BE49-F238E27FC236}">
                <a16:creationId xmlns:a16="http://schemas.microsoft.com/office/drawing/2014/main" id="{EC4AE490-144F-2CAC-C3C6-F5A4CDB11A62}"/>
              </a:ext>
            </a:extLst>
          </p:cNvPr>
          <p:cNvSpPr/>
          <p:nvPr/>
        </p:nvSpPr>
        <p:spPr>
          <a:xfrm>
            <a:off x="10515600" y="4343019"/>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0,5</a:t>
            </a:r>
            <a:endParaRPr lang="es-MX" sz="750">
              <a:latin typeface="+mj-lt"/>
            </a:endParaRPr>
          </a:p>
        </p:txBody>
      </p:sp>
      <p:sp>
        <p:nvSpPr>
          <p:cNvPr id="322" name="Shape 162">
            <a:extLst>
              <a:ext uri="{FF2B5EF4-FFF2-40B4-BE49-F238E27FC236}">
                <a16:creationId xmlns:a16="http://schemas.microsoft.com/office/drawing/2014/main" id="{1F66C65B-C774-ADB6-F8BF-70AAB4A4FB02}"/>
              </a:ext>
            </a:extLst>
          </p:cNvPr>
          <p:cNvSpPr/>
          <p:nvPr/>
        </p:nvSpPr>
        <p:spPr>
          <a:xfrm>
            <a:off x="365760" y="4608195"/>
            <a:ext cx="1463040" cy="265176"/>
          </a:xfrm>
          <a:prstGeom prst="rect">
            <a:avLst/>
          </a:prstGeom>
          <a:solidFill>
            <a:srgbClr val="FDE8E8"/>
          </a:solidFill>
          <a:ln w="12700">
            <a:solidFill>
              <a:srgbClr val="D8E4EF"/>
            </a:solidFill>
            <a:prstDash val="solid"/>
          </a:ln>
        </p:spPr>
        <p:txBody>
          <a:bodyPr/>
          <a:lstStyle/>
          <a:p>
            <a:endParaRPr lang="es-MX">
              <a:latin typeface="+mj-lt"/>
            </a:endParaRPr>
          </a:p>
        </p:txBody>
      </p:sp>
      <p:sp>
        <p:nvSpPr>
          <p:cNvPr id="324" name="Shape 163">
            <a:extLst>
              <a:ext uri="{FF2B5EF4-FFF2-40B4-BE49-F238E27FC236}">
                <a16:creationId xmlns:a16="http://schemas.microsoft.com/office/drawing/2014/main" id="{B5E8A2DA-5653-086D-4CDD-B379AE598838}"/>
              </a:ext>
            </a:extLst>
          </p:cNvPr>
          <p:cNvSpPr/>
          <p:nvPr/>
        </p:nvSpPr>
        <p:spPr>
          <a:xfrm>
            <a:off x="1828800" y="4608195"/>
            <a:ext cx="1920240" cy="265176"/>
          </a:xfrm>
          <a:prstGeom prst="rect">
            <a:avLst/>
          </a:prstGeom>
          <a:solidFill>
            <a:srgbClr val="FDE8E8"/>
          </a:solidFill>
          <a:ln w="12700">
            <a:solidFill>
              <a:srgbClr val="D8E4EF"/>
            </a:solidFill>
            <a:prstDash val="solid"/>
          </a:ln>
        </p:spPr>
        <p:txBody>
          <a:bodyPr/>
          <a:lstStyle/>
          <a:p>
            <a:endParaRPr lang="es-MX">
              <a:latin typeface="+mj-lt"/>
            </a:endParaRPr>
          </a:p>
        </p:txBody>
      </p:sp>
      <p:sp>
        <p:nvSpPr>
          <p:cNvPr id="326" name="Shape 164">
            <a:extLst>
              <a:ext uri="{FF2B5EF4-FFF2-40B4-BE49-F238E27FC236}">
                <a16:creationId xmlns:a16="http://schemas.microsoft.com/office/drawing/2014/main" id="{A43A7983-AF14-970C-FB43-59CEE2765EA0}"/>
              </a:ext>
            </a:extLst>
          </p:cNvPr>
          <p:cNvSpPr/>
          <p:nvPr/>
        </p:nvSpPr>
        <p:spPr>
          <a:xfrm>
            <a:off x="3749040" y="4608195"/>
            <a:ext cx="2468880" cy="265176"/>
          </a:xfrm>
          <a:prstGeom prst="rect">
            <a:avLst/>
          </a:prstGeom>
          <a:solidFill>
            <a:srgbClr val="FDE8E8"/>
          </a:solidFill>
          <a:ln w="12700">
            <a:solidFill>
              <a:srgbClr val="D8E4EF"/>
            </a:solidFill>
            <a:prstDash val="solid"/>
          </a:ln>
        </p:spPr>
        <p:txBody>
          <a:bodyPr/>
          <a:lstStyle/>
          <a:p>
            <a:endParaRPr lang="es-MX">
              <a:latin typeface="+mj-lt"/>
            </a:endParaRPr>
          </a:p>
        </p:txBody>
      </p:sp>
      <p:sp>
        <p:nvSpPr>
          <p:cNvPr id="328" name="Shape 165">
            <a:extLst>
              <a:ext uri="{FF2B5EF4-FFF2-40B4-BE49-F238E27FC236}">
                <a16:creationId xmlns:a16="http://schemas.microsoft.com/office/drawing/2014/main" id="{D62F856E-055F-FF8E-6B63-F2C45D3F3A7C}"/>
              </a:ext>
            </a:extLst>
          </p:cNvPr>
          <p:cNvSpPr/>
          <p:nvPr/>
        </p:nvSpPr>
        <p:spPr>
          <a:xfrm>
            <a:off x="6217920" y="4608195"/>
            <a:ext cx="3566160" cy="265176"/>
          </a:xfrm>
          <a:prstGeom prst="rect">
            <a:avLst/>
          </a:prstGeom>
          <a:solidFill>
            <a:srgbClr val="FDE8E8"/>
          </a:solidFill>
          <a:ln w="12700">
            <a:solidFill>
              <a:srgbClr val="D8E4EF"/>
            </a:solidFill>
            <a:prstDash val="solid"/>
          </a:ln>
        </p:spPr>
        <p:txBody>
          <a:bodyPr/>
          <a:lstStyle/>
          <a:p>
            <a:endParaRPr lang="es-MX">
              <a:latin typeface="+mj-lt"/>
            </a:endParaRPr>
          </a:p>
        </p:txBody>
      </p:sp>
      <p:sp>
        <p:nvSpPr>
          <p:cNvPr id="330" name="Shape 166">
            <a:extLst>
              <a:ext uri="{FF2B5EF4-FFF2-40B4-BE49-F238E27FC236}">
                <a16:creationId xmlns:a16="http://schemas.microsoft.com/office/drawing/2014/main" id="{5C95C50A-95BA-4EFC-1553-084DE9BE4D9C}"/>
              </a:ext>
            </a:extLst>
          </p:cNvPr>
          <p:cNvSpPr/>
          <p:nvPr/>
        </p:nvSpPr>
        <p:spPr>
          <a:xfrm>
            <a:off x="9784080" y="4608195"/>
            <a:ext cx="731520" cy="265176"/>
          </a:xfrm>
          <a:prstGeom prst="rect">
            <a:avLst/>
          </a:prstGeom>
          <a:solidFill>
            <a:srgbClr val="FDE8E8"/>
          </a:solidFill>
          <a:ln w="12700">
            <a:solidFill>
              <a:srgbClr val="D8E4EF"/>
            </a:solidFill>
            <a:prstDash val="solid"/>
          </a:ln>
        </p:spPr>
        <p:txBody>
          <a:bodyPr/>
          <a:lstStyle/>
          <a:p>
            <a:endParaRPr lang="es-MX">
              <a:latin typeface="+mj-lt"/>
            </a:endParaRPr>
          </a:p>
        </p:txBody>
      </p:sp>
      <p:sp>
        <p:nvSpPr>
          <p:cNvPr id="332" name="Shape 167">
            <a:extLst>
              <a:ext uri="{FF2B5EF4-FFF2-40B4-BE49-F238E27FC236}">
                <a16:creationId xmlns:a16="http://schemas.microsoft.com/office/drawing/2014/main" id="{E8085DCF-C45E-5B20-BCAE-11429C1FB6BB}"/>
              </a:ext>
            </a:extLst>
          </p:cNvPr>
          <p:cNvSpPr/>
          <p:nvPr/>
        </p:nvSpPr>
        <p:spPr>
          <a:xfrm>
            <a:off x="10515600" y="4608195"/>
            <a:ext cx="731520" cy="265176"/>
          </a:xfrm>
          <a:prstGeom prst="rect">
            <a:avLst/>
          </a:prstGeom>
          <a:solidFill>
            <a:srgbClr val="FDE8E8"/>
          </a:solidFill>
          <a:ln w="12700">
            <a:solidFill>
              <a:srgbClr val="D8E4EF"/>
            </a:solidFill>
            <a:prstDash val="solid"/>
          </a:ln>
        </p:spPr>
        <p:txBody>
          <a:bodyPr/>
          <a:lstStyle/>
          <a:p>
            <a:endParaRPr lang="es-MX">
              <a:latin typeface="+mj-lt"/>
            </a:endParaRPr>
          </a:p>
        </p:txBody>
      </p:sp>
      <p:sp>
        <p:nvSpPr>
          <p:cNvPr id="334" name="Shape 168">
            <a:extLst>
              <a:ext uri="{FF2B5EF4-FFF2-40B4-BE49-F238E27FC236}">
                <a16:creationId xmlns:a16="http://schemas.microsoft.com/office/drawing/2014/main" id="{1E9FC3FC-280D-CBD4-796C-9F21D19B276A}"/>
              </a:ext>
            </a:extLst>
          </p:cNvPr>
          <p:cNvSpPr/>
          <p:nvPr/>
        </p:nvSpPr>
        <p:spPr>
          <a:xfrm>
            <a:off x="420624" y="4653915"/>
            <a:ext cx="1353312" cy="173736"/>
          </a:xfrm>
          <a:prstGeom prst="roundRect">
            <a:avLst>
              <a:gd name="adj" fmla="val 42105"/>
            </a:avLst>
          </a:prstGeom>
          <a:solidFill>
            <a:srgbClr val="FFCDD2"/>
          </a:solidFill>
          <a:ln w="12700">
            <a:solidFill>
              <a:srgbClr val="FFCDD2"/>
            </a:solidFill>
            <a:prstDash val="solid"/>
          </a:ln>
        </p:spPr>
        <p:txBody>
          <a:bodyPr/>
          <a:lstStyle/>
          <a:p>
            <a:endParaRPr lang="es-MX">
              <a:latin typeface="+mj-lt"/>
            </a:endParaRPr>
          </a:p>
        </p:txBody>
      </p:sp>
      <p:sp>
        <p:nvSpPr>
          <p:cNvPr id="336" name="Text 169">
            <a:extLst>
              <a:ext uri="{FF2B5EF4-FFF2-40B4-BE49-F238E27FC236}">
                <a16:creationId xmlns:a16="http://schemas.microsoft.com/office/drawing/2014/main" id="{7CF01294-FA87-5314-ACD1-944B4841A7E4}"/>
              </a:ext>
            </a:extLst>
          </p:cNvPr>
          <p:cNvSpPr/>
          <p:nvPr/>
        </p:nvSpPr>
        <p:spPr>
          <a:xfrm>
            <a:off x="420624" y="4653915"/>
            <a:ext cx="1353312" cy="173736"/>
          </a:xfrm>
          <a:prstGeom prst="rect">
            <a:avLst/>
          </a:prstGeom>
          <a:noFill/>
          <a:ln/>
        </p:spPr>
        <p:txBody>
          <a:bodyPr wrap="square" rtlCol="0" anchor="ctr"/>
          <a:lstStyle/>
          <a:p>
            <a:pPr marL="0" indent="0" algn="ctr">
              <a:buNone/>
            </a:pPr>
            <a:r>
              <a:rPr lang="es-MX" sz="750" b="1">
                <a:solidFill>
                  <a:srgbClr val="B71C1C"/>
                </a:solidFill>
                <a:latin typeface="+mj-lt"/>
                <a:ea typeface="Calibri" pitchFamily="34" charset="-122"/>
                <a:cs typeface="Calibri" pitchFamily="34" charset="-120"/>
              </a:rPr>
              <a:t>QA / Testing</a:t>
            </a:r>
            <a:endParaRPr lang="es-MX" sz="750">
              <a:latin typeface="+mj-lt"/>
            </a:endParaRPr>
          </a:p>
        </p:txBody>
      </p:sp>
      <p:sp>
        <p:nvSpPr>
          <p:cNvPr id="338" name="Text 170">
            <a:extLst>
              <a:ext uri="{FF2B5EF4-FFF2-40B4-BE49-F238E27FC236}">
                <a16:creationId xmlns:a16="http://schemas.microsoft.com/office/drawing/2014/main" id="{EE13FAAD-3B74-7770-502C-634D9C27E50A}"/>
              </a:ext>
            </a:extLst>
          </p:cNvPr>
          <p:cNvSpPr/>
          <p:nvPr/>
        </p:nvSpPr>
        <p:spPr>
          <a:xfrm>
            <a:off x="1883664" y="4608195"/>
            <a:ext cx="1847088" cy="265176"/>
          </a:xfrm>
          <a:prstGeom prst="rect">
            <a:avLst/>
          </a:prstGeom>
          <a:noFill/>
          <a:ln/>
        </p:spPr>
        <p:txBody>
          <a:bodyPr wrap="square" rtlCol="0" anchor="ctr"/>
          <a:lstStyle/>
          <a:p>
            <a:pPr marL="0" indent="0">
              <a:buNone/>
            </a:pPr>
            <a:r>
              <a:rPr lang="es-MX" sz="750" b="1">
                <a:solidFill>
                  <a:srgbClr val="0E2841"/>
                </a:solidFill>
                <a:latin typeface="+mj-lt"/>
                <a:ea typeface="Calibri" pitchFamily="34" charset="-122"/>
                <a:cs typeface="Calibri" pitchFamily="34" charset="-120"/>
              </a:rPr>
              <a:t>Testing Integrado</a:t>
            </a:r>
            <a:endParaRPr lang="es-MX" sz="750">
              <a:latin typeface="+mj-lt"/>
            </a:endParaRPr>
          </a:p>
        </p:txBody>
      </p:sp>
      <p:sp>
        <p:nvSpPr>
          <p:cNvPr id="340" name="Text 171">
            <a:extLst>
              <a:ext uri="{FF2B5EF4-FFF2-40B4-BE49-F238E27FC236}">
                <a16:creationId xmlns:a16="http://schemas.microsoft.com/office/drawing/2014/main" id="{47DCF0E8-44DB-6506-4A2E-0FDBFE1141A9}"/>
              </a:ext>
            </a:extLst>
          </p:cNvPr>
          <p:cNvSpPr/>
          <p:nvPr/>
        </p:nvSpPr>
        <p:spPr>
          <a:xfrm>
            <a:off x="3803904" y="4608195"/>
            <a:ext cx="2395728" cy="265176"/>
          </a:xfrm>
          <a:prstGeom prst="rect">
            <a:avLst/>
          </a:prstGeom>
          <a:noFill/>
          <a:ln/>
        </p:spPr>
        <p:txBody>
          <a:bodyPr wrap="square" rtlCol="0" anchor="ctr"/>
          <a:lstStyle/>
          <a:p>
            <a:pPr marL="0" indent="0">
              <a:buNone/>
            </a:pPr>
            <a:r>
              <a:rPr lang="es-MX" sz="700">
                <a:solidFill>
                  <a:srgbClr val="444444"/>
                </a:solidFill>
                <a:latin typeface="+mj-lt"/>
                <a:ea typeface="Calibri" pitchFamily="34" charset="-122"/>
                <a:cs typeface="Calibri" pitchFamily="34" charset="-120"/>
              </a:rPr>
              <a:t>Rosa M. Ramírez, Alfredo Hernández</a:t>
            </a:r>
            <a:endParaRPr lang="es-MX" sz="700">
              <a:latin typeface="+mj-lt"/>
            </a:endParaRPr>
          </a:p>
        </p:txBody>
      </p:sp>
      <p:sp>
        <p:nvSpPr>
          <p:cNvPr id="342" name="Text 172">
            <a:extLst>
              <a:ext uri="{FF2B5EF4-FFF2-40B4-BE49-F238E27FC236}">
                <a16:creationId xmlns:a16="http://schemas.microsoft.com/office/drawing/2014/main" id="{320412F3-27B4-1437-6097-FF23DA4AAEE6}"/>
              </a:ext>
            </a:extLst>
          </p:cNvPr>
          <p:cNvSpPr/>
          <p:nvPr/>
        </p:nvSpPr>
        <p:spPr>
          <a:xfrm>
            <a:off x="6272784" y="4608195"/>
            <a:ext cx="3493008" cy="265176"/>
          </a:xfrm>
          <a:prstGeom prst="rect">
            <a:avLst/>
          </a:prstGeom>
          <a:noFill/>
          <a:ln/>
        </p:spPr>
        <p:txBody>
          <a:bodyPr wrap="square" rtlCol="0" anchor="ctr"/>
          <a:lstStyle/>
          <a:p>
            <a:pPr marL="0" indent="0">
              <a:buNone/>
            </a:pPr>
            <a:r>
              <a:rPr lang="es-MX" sz="700" i="1">
                <a:solidFill>
                  <a:srgbClr val="444444"/>
                </a:solidFill>
                <a:latin typeface="+mj-lt"/>
                <a:ea typeface="Calibri" pitchFamily="34" charset="-122"/>
                <a:cs typeface="Calibri" pitchFamily="34" charset="-120"/>
              </a:rPr>
              <a:t>Alineación estrategia de pruebas integradas R4</a:t>
            </a:r>
            <a:endParaRPr lang="es-MX" sz="700">
              <a:latin typeface="+mj-lt"/>
            </a:endParaRPr>
          </a:p>
        </p:txBody>
      </p:sp>
      <p:sp>
        <p:nvSpPr>
          <p:cNvPr id="344" name="Text 173">
            <a:extLst>
              <a:ext uri="{FF2B5EF4-FFF2-40B4-BE49-F238E27FC236}">
                <a16:creationId xmlns:a16="http://schemas.microsoft.com/office/drawing/2014/main" id="{9BECDB09-53DF-3AAB-DBBF-09D85D2270F4}"/>
              </a:ext>
            </a:extLst>
          </p:cNvPr>
          <p:cNvSpPr/>
          <p:nvPr/>
        </p:nvSpPr>
        <p:spPr>
          <a:xfrm>
            <a:off x="9784080" y="4608195"/>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10 Ago</a:t>
            </a:r>
            <a:endParaRPr lang="es-MX" sz="750">
              <a:latin typeface="+mj-lt"/>
            </a:endParaRPr>
          </a:p>
        </p:txBody>
      </p:sp>
      <p:sp>
        <p:nvSpPr>
          <p:cNvPr id="346" name="Text 174">
            <a:extLst>
              <a:ext uri="{FF2B5EF4-FFF2-40B4-BE49-F238E27FC236}">
                <a16:creationId xmlns:a16="http://schemas.microsoft.com/office/drawing/2014/main" id="{80E4A9DB-FC10-DC00-EFA4-6A33823E8297}"/>
              </a:ext>
            </a:extLst>
          </p:cNvPr>
          <p:cNvSpPr/>
          <p:nvPr/>
        </p:nvSpPr>
        <p:spPr>
          <a:xfrm>
            <a:off x="10515600" y="4608195"/>
            <a:ext cx="731520" cy="265176"/>
          </a:xfrm>
          <a:prstGeom prst="rect">
            <a:avLst/>
          </a:prstGeom>
          <a:noFill/>
          <a:ln/>
        </p:spPr>
        <p:txBody>
          <a:bodyPr wrap="square" rtlCol="0" anchor="ctr"/>
          <a:lstStyle/>
          <a:p>
            <a:pPr marL="0" indent="0" algn="ctr">
              <a:buNone/>
            </a:pPr>
            <a:r>
              <a:rPr lang="es-MX" sz="750" b="1">
                <a:solidFill>
                  <a:srgbClr val="0E2841"/>
                </a:solidFill>
                <a:latin typeface="+mj-lt"/>
                <a:ea typeface="Calibri" pitchFamily="34" charset="-122"/>
                <a:cs typeface="Calibri" pitchFamily="34" charset="-120"/>
              </a:rPr>
              <a:t>0,5</a:t>
            </a:r>
            <a:endParaRPr lang="es-MX" sz="750">
              <a:latin typeface="+mj-lt"/>
            </a:endParaRPr>
          </a:p>
        </p:txBody>
      </p:sp>
      <p:sp>
        <p:nvSpPr>
          <p:cNvPr id="348" name="Shape 175">
            <a:extLst>
              <a:ext uri="{FF2B5EF4-FFF2-40B4-BE49-F238E27FC236}">
                <a16:creationId xmlns:a16="http://schemas.microsoft.com/office/drawing/2014/main" id="{F5388F9B-9B4C-0B48-BD32-66736A697A49}"/>
              </a:ext>
            </a:extLst>
          </p:cNvPr>
          <p:cNvSpPr/>
          <p:nvPr/>
        </p:nvSpPr>
        <p:spPr>
          <a:xfrm>
            <a:off x="365760" y="4873371"/>
            <a:ext cx="10881360" cy="256032"/>
          </a:xfrm>
          <a:prstGeom prst="rect">
            <a:avLst/>
          </a:prstGeom>
          <a:solidFill>
            <a:schemeClr val="accent3"/>
          </a:solidFill>
          <a:ln w="12700">
            <a:solidFill>
              <a:srgbClr val="0E2841"/>
            </a:solidFill>
            <a:prstDash val="solid"/>
          </a:ln>
        </p:spPr>
        <p:txBody>
          <a:bodyPr/>
          <a:lstStyle/>
          <a:p>
            <a:endParaRPr lang="es-MX">
              <a:latin typeface="+mj-lt"/>
            </a:endParaRPr>
          </a:p>
        </p:txBody>
      </p:sp>
      <p:sp>
        <p:nvSpPr>
          <p:cNvPr id="350" name="Text 176">
            <a:extLst>
              <a:ext uri="{FF2B5EF4-FFF2-40B4-BE49-F238E27FC236}">
                <a16:creationId xmlns:a16="http://schemas.microsoft.com/office/drawing/2014/main" id="{5F1519DD-76BF-BAFF-9444-9153D40D7F27}"/>
              </a:ext>
            </a:extLst>
          </p:cNvPr>
          <p:cNvSpPr/>
          <p:nvPr/>
        </p:nvSpPr>
        <p:spPr>
          <a:xfrm>
            <a:off x="457200" y="4873371"/>
            <a:ext cx="8161020" cy="256032"/>
          </a:xfrm>
          <a:prstGeom prst="rect">
            <a:avLst/>
          </a:prstGeom>
          <a:noFill/>
          <a:ln/>
        </p:spPr>
        <p:txBody>
          <a:bodyPr wrap="square" rtlCol="0" anchor="ctr"/>
          <a:lstStyle/>
          <a:p>
            <a:pPr marL="0" indent="0">
              <a:buNone/>
            </a:pPr>
            <a:r>
              <a:rPr lang="es-MX" sz="800" b="1">
                <a:solidFill>
                  <a:srgbClr val="F0D224"/>
                </a:solidFill>
                <a:latin typeface="+mj-lt"/>
                <a:ea typeface="Calibri" pitchFamily="34" charset="-122"/>
                <a:cs typeface="Calibri" pitchFamily="34" charset="-120"/>
              </a:rPr>
              <a:t>Total sesiones: 13  ·  Tracks cubiertos: 8</a:t>
            </a:r>
            <a:endParaRPr lang="es-MX" sz="800">
              <a:latin typeface="+mj-lt"/>
            </a:endParaRPr>
          </a:p>
        </p:txBody>
      </p:sp>
      <p:sp>
        <p:nvSpPr>
          <p:cNvPr id="352" name="Text 177">
            <a:extLst>
              <a:ext uri="{FF2B5EF4-FFF2-40B4-BE49-F238E27FC236}">
                <a16:creationId xmlns:a16="http://schemas.microsoft.com/office/drawing/2014/main" id="{D65862E6-DF45-838E-8E8F-A439C892A388}"/>
              </a:ext>
            </a:extLst>
          </p:cNvPr>
          <p:cNvSpPr/>
          <p:nvPr/>
        </p:nvSpPr>
        <p:spPr>
          <a:xfrm>
            <a:off x="9784080" y="4873371"/>
            <a:ext cx="1463040" cy="256032"/>
          </a:xfrm>
          <a:prstGeom prst="rect">
            <a:avLst/>
          </a:prstGeom>
          <a:noFill/>
          <a:ln/>
        </p:spPr>
        <p:txBody>
          <a:bodyPr wrap="square" rtlCol="0" anchor="ctr"/>
          <a:lstStyle/>
          <a:p>
            <a:pPr marL="0" indent="0" algn="ctr">
              <a:buNone/>
            </a:pPr>
            <a:r>
              <a:rPr lang="es-MX" sz="800" b="1">
                <a:solidFill>
                  <a:srgbClr val="F0D224"/>
                </a:solidFill>
                <a:latin typeface="+mj-lt"/>
                <a:ea typeface="Calibri" pitchFamily="34" charset="-122"/>
                <a:cs typeface="Calibri" pitchFamily="34" charset="-120"/>
              </a:rPr>
              <a:t>20,5 h</a:t>
            </a:r>
            <a:endParaRPr lang="es-MX" sz="800">
              <a:latin typeface="+mj-lt"/>
            </a:endParaRPr>
          </a:p>
        </p:txBody>
      </p:sp>
      <p:sp>
        <p:nvSpPr>
          <p:cNvPr id="6" name="TextBox 5">
            <a:extLst>
              <a:ext uri="{FF2B5EF4-FFF2-40B4-BE49-F238E27FC236}">
                <a16:creationId xmlns:a16="http://schemas.microsoft.com/office/drawing/2014/main" id="{94A9A0A4-4AE4-D88B-E1A6-0AD8D1F7B6A0}"/>
              </a:ext>
            </a:extLst>
          </p:cNvPr>
          <p:cNvSpPr txBox="1"/>
          <p:nvPr/>
        </p:nvSpPr>
        <p:spPr>
          <a:xfrm>
            <a:off x="365759" y="5478327"/>
            <a:ext cx="10881361" cy="523220"/>
          </a:xfrm>
          <a:prstGeom prst="rect">
            <a:avLst/>
          </a:prstGeom>
          <a:noFill/>
        </p:spPr>
        <p:txBody>
          <a:bodyPr wrap="square">
            <a:spAutoFit/>
          </a:bodyPr>
          <a:lstStyle/>
          <a:p>
            <a:pPr algn="ctr"/>
            <a:r>
              <a:rPr lang="es-MX" sz="1400" b="1" i="1">
                <a:solidFill>
                  <a:schemeClr val="tx1"/>
                </a:solidFill>
              </a:rPr>
              <a:t>Cada sesión fue documentada en el inventario consolidado de historias de usuario e integraciones, y se socializaron minutas con objetivos, conclusiones, puntos críticos y acciones.</a:t>
            </a:r>
          </a:p>
        </p:txBody>
      </p:sp>
    </p:spTree>
    <p:extLst>
      <p:ext uri="{BB962C8B-B14F-4D97-AF65-F5344CB8AC3E}">
        <p14:creationId xmlns:p14="http://schemas.microsoft.com/office/powerpoint/2010/main" val="677543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BD089-3463-5142-ED0C-86FA8D011257}"/>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1859DD5-24E9-A5F1-0671-D1959BC99A2B}"/>
              </a:ext>
            </a:extLst>
          </p:cNvPr>
          <p:cNvGraphicFramePr>
            <a:graphicFrameLocks/>
          </p:cNvGraphicFramePr>
          <p:nvPr>
            <p:custDataLst>
              <p:tags r:id="rId1"/>
            </p:custDataLst>
            <p:extLst>
              <p:ext uri="{D42A27DB-BD31-4B8C-83A1-F6EECF244321}">
                <p14:modId xmlns:p14="http://schemas.microsoft.com/office/powerpoint/2010/main" val="6300706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3" name="think-cell data - do not delete" hidden="1">
                        <a:extLst>
                          <a:ext uri="{FF2B5EF4-FFF2-40B4-BE49-F238E27FC236}">
                            <a16:creationId xmlns:a16="http://schemas.microsoft.com/office/drawing/2014/main" id="{E1859DD5-24E9-A5F1-0671-D1959BC99A2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5" name="Table 4">
            <a:extLst>
              <a:ext uri="{FF2B5EF4-FFF2-40B4-BE49-F238E27FC236}">
                <a16:creationId xmlns:a16="http://schemas.microsoft.com/office/drawing/2014/main" id="{09124350-91D6-1A68-1A08-4781668F0BB1}"/>
              </a:ext>
            </a:extLst>
          </p:cNvPr>
          <p:cNvGraphicFramePr>
            <a:graphicFrameLocks noGrp="1"/>
          </p:cNvGraphicFramePr>
          <p:nvPr>
            <p:extLst>
              <p:ext uri="{D42A27DB-BD31-4B8C-83A1-F6EECF244321}">
                <p14:modId xmlns:p14="http://schemas.microsoft.com/office/powerpoint/2010/main" val="49159136"/>
              </p:ext>
            </p:extLst>
          </p:nvPr>
        </p:nvGraphicFramePr>
        <p:xfrm>
          <a:off x="411615" y="1060704"/>
          <a:ext cx="3794625" cy="5379793"/>
        </p:xfrm>
        <a:graphic>
          <a:graphicData uri="http://schemas.openxmlformats.org/drawingml/2006/table">
            <a:tbl>
              <a:tblPr/>
              <a:tblGrid>
                <a:gridCol w="561763">
                  <a:extLst>
                    <a:ext uri="{9D8B030D-6E8A-4147-A177-3AD203B41FA5}">
                      <a16:colId xmlns:a16="http://schemas.microsoft.com/office/drawing/2014/main" val="2468938496"/>
                    </a:ext>
                  </a:extLst>
                </a:gridCol>
                <a:gridCol w="3232862">
                  <a:extLst>
                    <a:ext uri="{9D8B030D-6E8A-4147-A177-3AD203B41FA5}">
                      <a16:colId xmlns:a16="http://schemas.microsoft.com/office/drawing/2014/main" val="1864168910"/>
                    </a:ext>
                  </a:extLst>
                </a:gridCol>
              </a:tblGrid>
              <a:tr h="231019">
                <a:tc gridSpan="2">
                  <a:txBody>
                    <a:bodyPr/>
                    <a:lstStyle/>
                    <a:p>
                      <a:pPr marL="92075" indent="0" algn="l" fontAlgn="ctr">
                        <a:buNone/>
                      </a:pPr>
                      <a:r>
                        <a:rPr lang="es-MX" sz="900" b="1" i="0" u="none" strike="noStrike">
                          <a:solidFill>
                            <a:srgbClr val="FFFFFF"/>
                          </a:solidFill>
                          <a:effectLst/>
                          <a:latin typeface="+mn-lt"/>
                        </a:rPr>
                        <a:t>Prioridad MoSCoW</a:t>
                      </a:r>
                    </a:p>
                  </a:txBody>
                  <a:tcPr marL="4746" marR="4746" marT="4746" marB="0" anchor="ctr">
                    <a:lnL w="6350" cap="flat" cmpd="sng" algn="ctr">
                      <a:solidFill>
                        <a:srgbClr val="C5CDD8"/>
                      </a:solidFill>
                      <a:prstDash val="solid"/>
                      <a:round/>
                      <a:headEnd type="none" w="med" len="med"/>
                      <a:tailEnd type="none" w="med" len="med"/>
                    </a:lnL>
                    <a:lnR>
                      <a:noFill/>
                    </a:lnR>
                    <a:lnT w="6350" cap="flat" cmpd="sng" algn="ctr">
                      <a:solidFill>
                        <a:srgbClr val="C5CDD8"/>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chemeClr val="accent1">
                        <a:lumMod val="75000"/>
                      </a:schemeClr>
                    </a:solidFill>
                  </a:tcPr>
                </a:tc>
                <a:tc hMerge="1">
                  <a:txBody>
                    <a:bodyPr/>
                    <a:lstStyle/>
                    <a:p>
                      <a:endParaRPr lang="es-MX"/>
                    </a:p>
                  </a:txBody>
                  <a:tcPr/>
                </a:tc>
                <a:extLst>
                  <a:ext uri="{0D108BD9-81ED-4DB2-BD59-A6C34878D82A}">
                    <a16:rowId xmlns:a16="http://schemas.microsoft.com/office/drawing/2014/main" val="189891029"/>
                  </a:ext>
                </a:extLst>
              </a:tr>
              <a:tr h="1692858">
                <a:tc>
                  <a:txBody>
                    <a:bodyPr/>
                    <a:lstStyle/>
                    <a:p>
                      <a:pPr algn="ctr" fontAlgn="ctr">
                        <a:buNone/>
                      </a:pPr>
                      <a:r>
                        <a:rPr lang="es-MX" sz="900" b="1" i="0" u="none" strike="noStrike">
                          <a:solidFill>
                            <a:srgbClr val="000000"/>
                          </a:solidFill>
                          <a:effectLst/>
                          <a:latin typeface="+mn-lt"/>
                        </a:rPr>
                        <a:t>Must</a:t>
                      </a:r>
                    </a:p>
                  </a:txBody>
                  <a:tcPr marL="4746" marR="4746" marT="4746"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4F7"/>
                    </a:solidFill>
                  </a:tcPr>
                </a:tc>
                <a:tc>
                  <a:txBody>
                    <a:bodyPr/>
                    <a:lstStyle/>
                    <a:p>
                      <a:pPr marL="92075" indent="0" algn="l" fontAlgn="ctr">
                        <a:buNone/>
                      </a:pPr>
                      <a:r>
                        <a:rPr lang="es-MX" sz="700" b="0" i="0" u="none" strike="noStrike">
                          <a:solidFill>
                            <a:srgbClr val="0D1B2A"/>
                          </a:solidFill>
                          <a:effectLst/>
                          <a:latin typeface="+mn-lt"/>
                        </a:rPr>
                        <a:t>La historia es absolutamente necesaria para que R4 pueda salir a producción y cumplir sus objetivos. Si esta Historia no se implementa:</a:t>
                      </a:r>
                      <a:br>
                        <a:rPr lang="es-MX" sz="700" b="0" i="0" u="none" strike="noStrike">
                          <a:solidFill>
                            <a:srgbClr val="0D1B2A"/>
                          </a:solidFill>
                          <a:effectLst/>
                          <a:latin typeface="+mn-lt"/>
                        </a:rPr>
                      </a:br>
                      <a:r>
                        <a:rPr lang="es-MX" sz="700" b="0" i="0" u="none" strike="noStrike">
                          <a:solidFill>
                            <a:srgbClr val="0D1B2A"/>
                          </a:solidFill>
                          <a:effectLst/>
                          <a:latin typeface="+mn-lt"/>
                        </a:rPr>
                        <a:t> - El release no puede desplegarse.</a:t>
                      </a:r>
                      <a:br>
                        <a:rPr lang="es-MX" sz="700" b="0" i="0" u="none" strike="noStrike">
                          <a:solidFill>
                            <a:srgbClr val="0D1B2A"/>
                          </a:solidFill>
                          <a:effectLst/>
                          <a:latin typeface="+mn-lt"/>
                        </a:rPr>
                      </a:br>
                      <a:r>
                        <a:rPr lang="es-MX" sz="700" b="0" i="0" u="none" strike="noStrike">
                          <a:solidFill>
                            <a:srgbClr val="0D1B2A"/>
                          </a:solidFill>
                          <a:effectLst/>
                          <a:latin typeface="+mn-lt"/>
                        </a:rPr>
                        <a:t> - Se incumple un requisito regulatorio.</a:t>
                      </a:r>
                      <a:br>
                        <a:rPr lang="es-MX" sz="700" b="0" i="0" u="none" strike="noStrike">
                          <a:solidFill>
                            <a:srgbClr val="0D1B2A"/>
                          </a:solidFill>
                          <a:effectLst/>
                          <a:latin typeface="+mn-lt"/>
                        </a:rPr>
                      </a:br>
                      <a:r>
                        <a:rPr lang="es-MX" sz="700" b="0" i="0" u="none" strike="noStrike">
                          <a:solidFill>
                            <a:srgbClr val="0D1B2A"/>
                          </a:solidFill>
                          <a:effectLst/>
                          <a:latin typeface="+mn-lt"/>
                        </a:rPr>
                        <a:t> - Se genera un riesgo operativo crítico.</a:t>
                      </a:r>
                      <a:br>
                        <a:rPr lang="es-MX" sz="700" b="0" i="0" u="none" strike="noStrike">
                          <a:solidFill>
                            <a:srgbClr val="0D1B2A"/>
                          </a:solidFill>
                          <a:effectLst/>
                          <a:latin typeface="+mn-lt"/>
                        </a:rPr>
                      </a:br>
                      <a:r>
                        <a:rPr lang="es-MX" sz="700" b="0" i="0" u="none" strike="noStrike">
                          <a:solidFill>
                            <a:srgbClr val="0D1B2A"/>
                          </a:solidFill>
                          <a:effectLst/>
                          <a:latin typeface="+mn-lt"/>
                        </a:rPr>
                        <a:t> - El cliente no puede utilizar el producto.</a:t>
                      </a:r>
                      <a:br>
                        <a:rPr lang="es-MX" sz="700" b="0" i="0" u="none" strike="noStrike">
                          <a:solidFill>
                            <a:srgbClr val="0D1B2A"/>
                          </a:solidFill>
                          <a:effectLst/>
                          <a:latin typeface="+mn-lt"/>
                        </a:rPr>
                      </a:br>
                      <a:r>
                        <a:rPr lang="es-MX" sz="700" b="0" i="0" u="none" strike="noStrike">
                          <a:solidFill>
                            <a:srgbClr val="0D1B2A"/>
                          </a:solidFill>
                          <a:effectLst/>
                          <a:latin typeface="+mn-lt"/>
                        </a:rPr>
                        <a:t> - Se rompe un proceso end-to-end imprescindible</a:t>
                      </a:r>
                      <a:br>
                        <a:rPr lang="es-MX" sz="700" b="0" i="0" u="none" strike="noStrike">
                          <a:solidFill>
                            <a:srgbClr val="0D1B2A"/>
                          </a:solidFill>
                          <a:effectLst/>
                          <a:latin typeface="+mn-lt"/>
                        </a:rPr>
                      </a:br>
                      <a:r>
                        <a:rPr lang="es-MX" sz="700" b="1" i="0" u="none" strike="noStrike">
                          <a:solidFill>
                            <a:srgbClr val="0D1B2A"/>
                          </a:solidFill>
                          <a:effectLst/>
                          <a:latin typeface="+mn-lt"/>
                        </a:rPr>
                        <a:t>Pregunta clave --&gt;</a:t>
                      </a:r>
                      <a:r>
                        <a:rPr lang="es-MX" sz="700" b="0" i="0" u="none" strike="noStrike">
                          <a:solidFill>
                            <a:srgbClr val="0D1B2A"/>
                          </a:solidFill>
                          <a:effectLst/>
                          <a:latin typeface="+mn-lt"/>
                        </a:rPr>
                        <a:t> ¿Cancelaríamos o retrasaríamos R4 si esta historia no estuviera disponible? Si la respuesta es "Sí", probablemente sea un MUST.</a:t>
                      </a:r>
                      <a:br>
                        <a:rPr lang="es-MX" sz="700" b="0" i="0" u="none" strike="noStrike">
                          <a:solidFill>
                            <a:srgbClr val="0D1B2A"/>
                          </a:solidFill>
                          <a:effectLst/>
                          <a:latin typeface="+mn-lt"/>
                        </a:rPr>
                      </a:br>
                      <a:br>
                        <a:rPr lang="es-MX" sz="700" b="0" i="0" u="none" strike="noStrike">
                          <a:solidFill>
                            <a:srgbClr val="0D1B2A"/>
                          </a:solidFill>
                          <a:effectLst/>
                          <a:latin typeface="+mn-lt"/>
                        </a:rPr>
                      </a:br>
                      <a:r>
                        <a:rPr lang="es-MX" sz="700" b="0" i="0" u="sng" strike="noStrike">
                          <a:solidFill>
                            <a:srgbClr val="0D1B2A"/>
                          </a:solidFill>
                          <a:effectLst/>
                          <a:latin typeface="+mn-lt"/>
                        </a:rPr>
                        <a:t>Ejemplos</a:t>
                      </a:r>
                      <a:r>
                        <a:rPr lang="es-MX" sz="700" b="0" i="0" u="none" strike="noStrike">
                          <a:solidFill>
                            <a:srgbClr val="0D1B2A"/>
                          </a:solidFill>
                          <a:effectLst/>
                          <a:latin typeface="+mn-lt"/>
                        </a:rPr>
                        <a:t>:Alta de tarjeta de crédito clásica física para nuevos clientes desde canales digitales, creación de cuenta crédito en Apolo, Interfaces obligatorias con SmartVista para creación de tarjeta, validaciones regulatorias de KYC requeridas para la contratación, Servicios críticos necesarios para autorización de transacciones.</a:t>
                      </a:r>
                    </a:p>
                  </a:txBody>
                  <a:tcPr marL="4746" marR="4746" marT="4746"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239137432"/>
                  </a:ext>
                </a:extLst>
              </a:tr>
              <a:tr h="1265029">
                <a:tc>
                  <a:txBody>
                    <a:bodyPr/>
                    <a:lstStyle/>
                    <a:p>
                      <a:pPr algn="ctr" fontAlgn="ctr">
                        <a:buNone/>
                      </a:pPr>
                      <a:r>
                        <a:rPr lang="es-MX" sz="900" b="1" i="0" u="none" strike="noStrike">
                          <a:solidFill>
                            <a:srgbClr val="000000"/>
                          </a:solidFill>
                          <a:effectLst/>
                          <a:latin typeface="+mn-lt"/>
                        </a:rPr>
                        <a:t>Should</a:t>
                      </a:r>
                    </a:p>
                  </a:txBody>
                  <a:tcPr marL="4746" marR="4746" marT="4746"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4F7"/>
                    </a:solidFill>
                  </a:tcPr>
                </a:tc>
                <a:tc>
                  <a:txBody>
                    <a:bodyPr/>
                    <a:lstStyle/>
                    <a:p>
                      <a:pPr marL="92075" indent="0" algn="l" fontAlgn="ctr">
                        <a:buNone/>
                      </a:pPr>
                      <a:r>
                        <a:rPr lang="es-MX" sz="700" b="0" i="0" u="none" strike="noStrike">
                          <a:solidFill>
                            <a:srgbClr val="0D1B2A"/>
                          </a:solidFill>
                          <a:effectLst/>
                          <a:latin typeface="+mn-lt"/>
                        </a:rPr>
                        <a:t>La historia aporta mucho valor al negocio, pero el release podría salir sin ella mediante una solución temporal o con ciertas restricciones operativas. No compromete la viabilidad del Go-Live. Debe estar en R4 si la capacidad lo permite; si no, va a R4.1</a:t>
                      </a:r>
                      <a:br>
                        <a:rPr lang="es-MX" sz="700" b="0" i="0" u="none" strike="noStrike">
                          <a:solidFill>
                            <a:srgbClr val="0D1B2A"/>
                          </a:solidFill>
                          <a:effectLst/>
                          <a:latin typeface="+mn-lt"/>
                        </a:rPr>
                      </a:br>
                      <a:r>
                        <a:rPr lang="es-MX" sz="700" b="1" i="0" u="none" strike="noStrike">
                          <a:solidFill>
                            <a:srgbClr val="0D1B2A"/>
                          </a:solidFill>
                          <a:effectLst/>
                          <a:latin typeface="+mn-lt"/>
                        </a:rPr>
                        <a:t>Pregunta clave --&gt;</a:t>
                      </a:r>
                      <a:r>
                        <a:rPr lang="es-MX" sz="700" b="0" i="0" u="none" strike="noStrike">
                          <a:solidFill>
                            <a:srgbClr val="0D1B2A"/>
                          </a:solidFill>
                          <a:effectLst/>
                          <a:latin typeface="+mn-lt"/>
                        </a:rPr>
                        <a:t> ¿Podemos salir a producción sin esta historia durante algunas semanas o meses, aunque genere incomodidades o trabajo manual? Si la respuesta es "Sí", probablemente sea un SHOULD.</a:t>
                      </a:r>
                      <a:br>
                        <a:rPr lang="es-MX" sz="700" b="0" i="0" u="none" strike="noStrike">
                          <a:solidFill>
                            <a:srgbClr val="0D1B2A"/>
                          </a:solidFill>
                          <a:effectLst/>
                          <a:latin typeface="+mn-lt"/>
                        </a:rPr>
                      </a:br>
                      <a:br>
                        <a:rPr lang="es-MX" sz="700" b="0" i="0" u="none" strike="noStrike">
                          <a:solidFill>
                            <a:srgbClr val="0D1B2A"/>
                          </a:solidFill>
                          <a:effectLst/>
                          <a:latin typeface="+mn-lt"/>
                        </a:rPr>
                      </a:br>
                      <a:r>
                        <a:rPr lang="es-MX" sz="700" b="0" i="0" u="sng" strike="noStrike">
                          <a:solidFill>
                            <a:srgbClr val="0D1B2A"/>
                          </a:solidFill>
                          <a:effectLst/>
                          <a:latin typeface="+mn-lt"/>
                        </a:rPr>
                        <a:t>Ejemplos</a:t>
                      </a:r>
                      <a:r>
                        <a:rPr lang="es-MX" sz="700" b="0" i="0" u="none" strike="noStrike">
                          <a:solidFill>
                            <a:srgbClr val="0D1B2A"/>
                          </a:solidFill>
                          <a:effectLst/>
                          <a:latin typeface="+mn-lt"/>
                        </a:rPr>
                        <a:t>: Mejoras de experiencia de usuario en la solicitud, Notificaciones push adicionales, Consultas ampliadas de estatus de tarjeta., Automatización parcial de reportes internos., Dashboard operativo para monitoreo del proceso</a:t>
                      </a:r>
                    </a:p>
                  </a:txBody>
                  <a:tcPr marL="4746" marR="4746" marT="4746"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526800161"/>
                  </a:ext>
                </a:extLst>
              </a:tr>
              <a:tr h="1080696">
                <a:tc>
                  <a:txBody>
                    <a:bodyPr/>
                    <a:lstStyle/>
                    <a:p>
                      <a:pPr algn="ctr" fontAlgn="ctr">
                        <a:buNone/>
                      </a:pPr>
                      <a:r>
                        <a:rPr lang="es-MX" sz="900" b="1" i="0" u="none" strike="noStrike">
                          <a:solidFill>
                            <a:srgbClr val="000000"/>
                          </a:solidFill>
                          <a:effectLst/>
                          <a:latin typeface="+mn-lt"/>
                        </a:rPr>
                        <a:t>Could</a:t>
                      </a:r>
                    </a:p>
                  </a:txBody>
                  <a:tcPr marL="4746" marR="4746" marT="4746"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4F7"/>
                    </a:solidFill>
                  </a:tcPr>
                </a:tc>
                <a:tc>
                  <a:txBody>
                    <a:bodyPr/>
                    <a:lstStyle/>
                    <a:p>
                      <a:pPr marL="92075" indent="0" algn="l" fontAlgn="ctr">
                        <a:buNone/>
                      </a:pPr>
                      <a:r>
                        <a:rPr lang="es-MX" sz="700" b="0" i="0" u="none" strike="noStrike">
                          <a:solidFill>
                            <a:srgbClr val="0D1B2A"/>
                          </a:solidFill>
                          <a:effectLst/>
                          <a:latin typeface="+mn-lt"/>
                        </a:rPr>
                        <a:t>Historias deseables que aportan valor incremental, pero cuyo impacto es limitado. Si no llegan a R4, prácticamente no afectan los objetivos del release.</a:t>
                      </a:r>
                      <a:br>
                        <a:rPr lang="es-MX" sz="700" b="0" i="0" u="none" strike="noStrike">
                          <a:solidFill>
                            <a:srgbClr val="0D1B2A"/>
                          </a:solidFill>
                          <a:effectLst/>
                          <a:latin typeface="+mn-lt"/>
                        </a:rPr>
                      </a:br>
                      <a:r>
                        <a:rPr lang="es-MX" sz="700" b="1" i="0" u="none" strike="noStrike">
                          <a:solidFill>
                            <a:srgbClr val="0D1B2A"/>
                          </a:solidFill>
                          <a:effectLst/>
                          <a:latin typeface="+mn-lt"/>
                        </a:rPr>
                        <a:t>Pregunta clave --&gt;</a:t>
                      </a:r>
                      <a:r>
                        <a:rPr lang="es-MX" sz="700" b="0" i="0" u="none" strike="noStrike">
                          <a:solidFill>
                            <a:srgbClr val="0D1B2A"/>
                          </a:solidFill>
                          <a:effectLst/>
                          <a:latin typeface="+mn-lt"/>
                        </a:rPr>
                        <a:t> ¿El negocio seguiría funcionando prácticamente igual si esta historia se implementa después del Go-Live? Si la respuesta es "Sí", probablemente sea un COULD.</a:t>
                      </a:r>
                      <a:br>
                        <a:rPr lang="es-MX" sz="700" b="0" i="0" u="none" strike="noStrike">
                          <a:solidFill>
                            <a:srgbClr val="0D1B2A"/>
                          </a:solidFill>
                          <a:effectLst/>
                          <a:latin typeface="+mn-lt"/>
                        </a:rPr>
                      </a:br>
                      <a:br>
                        <a:rPr lang="es-MX" sz="700" b="0" i="0" u="none" strike="noStrike">
                          <a:solidFill>
                            <a:srgbClr val="0D1B2A"/>
                          </a:solidFill>
                          <a:effectLst/>
                          <a:latin typeface="+mn-lt"/>
                        </a:rPr>
                      </a:br>
                      <a:r>
                        <a:rPr lang="es-MX" sz="700" b="0" i="0" u="sng" strike="noStrike">
                          <a:solidFill>
                            <a:srgbClr val="0D1B2A"/>
                          </a:solidFill>
                          <a:effectLst/>
                          <a:latin typeface="+mn-lt"/>
                        </a:rPr>
                        <a:t>Ejemplos</a:t>
                      </a:r>
                      <a:r>
                        <a:rPr lang="es-MX" sz="700" b="0" i="0" u="none" strike="noStrike">
                          <a:solidFill>
                            <a:srgbClr val="0D1B2A"/>
                          </a:solidFill>
                          <a:effectLst/>
                          <a:latin typeface="+mn-lt"/>
                        </a:rPr>
                        <a:t>: nuevos filtros de búsqueda, mejoras estéticas de pantalla, mensajería enriquecida al cliente, reportes complementarios, métricas avanzadas de monitoreo, funcionalidades de convivencia</a:t>
                      </a:r>
                    </a:p>
                  </a:txBody>
                  <a:tcPr marL="4746" marR="4746" marT="4746"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1111178175"/>
                  </a:ext>
                </a:extLst>
              </a:tr>
              <a:tr h="1054969">
                <a:tc>
                  <a:txBody>
                    <a:bodyPr/>
                    <a:lstStyle/>
                    <a:p>
                      <a:pPr algn="ctr" fontAlgn="ctr">
                        <a:buNone/>
                      </a:pPr>
                      <a:r>
                        <a:rPr lang="es-MX" sz="900" b="1" i="0" u="none" strike="noStrike">
                          <a:solidFill>
                            <a:srgbClr val="000000"/>
                          </a:solidFill>
                          <a:effectLst/>
                          <a:latin typeface="+mn-lt"/>
                        </a:rPr>
                        <a:t>Won't</a:t>
                      </a:r>
                    </a:p>
                  </a:txBody>
                  <a:tcPr marL="4746" marR="4746" marT="4746"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4F7"/>
                    </a:solidFill>
                  </a:tcPr>
                </a:tc>
                <a:tc>
                  <a:txBody>
                    <a:bodyPr/>
                    <a:lstStyle/>
                    <a:p>
                      <a:pPr marL="92075" indent="0" algn="l" fontAlgn="ctr">
                        <a:buNone/>
                      </a:pPr>
                      <a:r>
                        <a:rPr lang="es-MX" sz="700" b="0" i="0" u="none" strike="noStrike">
                          <a:solidFill>
                            <a:srgbClr val="0D1B2A"/>
                          </a:solidFill>
                          <a:effectLst/>
                          <a:latin typeface="+mn-lt"/>
                        </a:rPr>
                        <a:t>Historias explícitamente excluidas de R4/R4.1. No significa que sean malas ideas, significa que no forman parte del alcance comprometido para este release.</a:t>
                      </a:r>
                      <a:br>
                        <a:rPr lang="es-MX" sz="700" b="0" i="0" u="none" strike="noStrike">
                          <a:solidFill>
                            <a:srgbClr val="0D1B2A"/>
                          </a:solidFill>
                          <a:effectLst/>
                          <a:latin typeface="+mn-lt"/>
                        </a:rPr>
                      </a:br>
                      <a:r>
                        <a:rPr lang="es-MX" sz="700" b="1" i="0" u="none" strike="noStrike">
                          <a:solidFill>
                            <a:srgbClr val="0D1B2A"/>
                          </a:solidFill>
                          <a:effectLst/>
                          <a:latin typeface="+mn-lt"/>
                        </a:rPr>
                        <a:t>Pregunta clave --&gt;</a:t>
                      </a:r>
                      <a:r>
                        <a:rPr lang="es-MX" sz="700" b="0" i="0" u="none" strike="noStrike">
                          <a:solidFill>
                            <a:srgbClr val="0D1B2A"/>
                          </a:solidFill>
                          <a:effectLst/>
                          <a:latin typeface="+mn-lt"/>
                        </a:rPr>
                        <a:t> ¿Estamos de acuerdo en que esta historia se moverá a un release futuro?</a:t>
                      </a:r>
                      <a:br>
                        <a:rPr lang="es-MX" sz="700" b="0" i="0" u="none" strike="noStrike">
                          <a:solidFill>
                            <a:srgbClr val="0D1B2A"/>
                          </a:solidFill>
                          <a:effectLst/>
                          <a:latin typeface="+mn-lt"/>
                        </a:rPr>
                      </a:br>
                      <a:br>
                        <a:rPr lang="es-MX" sz="700" b="0" i="0" u="none" strike="noStrike">
                          <a:solidFill>
                            <a:srgbClr val="0D1B2A"/>
                          </a:solidFill>
                          <a:effectLst/>
                          <a:latin typeface="+mn-lt"/>
                        </a:rPr>
                      </a:br>
                      <a:r>
                        <a:rPr lang="es-MX" sz="700" b="0" i="0" u="none" strike="noStrike">
                          <a:solidFill>
                            <a:srgbClr val="0D1B2A"/>
                          </a:solidFill>
                          <a:effectLst/>
                          <a:latin typeface="+mn-lt"/>
                        </a:rPr>
                        <a:t>Ejemplos: funcionalidades previstas para R5 o posteriores, mejoras arquitectónicas no necesarias para R4, automatizaciones futuras, capacidades avanzadas que no afectan la expansión actual de TDC Física.</a:t>
                      </a:r>
                    </a:p>
                  </a:txBody>
                  <a:tcPr marL="4746" marR="4746" marT="4746"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435097633"/>
                  </a:ext>
                </a:extLst>
              </a:tr>
            </a:tbl>
          </a:graphicData>
        </a:graphic>
      </p:graphicFrame>
      <p:graphicFrame>
        <p:nvGraphicFramePr>
          <p:cNvPr id="7" name="Table 6">
            <a:extLst>
              <a:ext uri="{FF2B5EF4-FFF2-40B4-BE49-F238E27FC236}">
                <a16:creationId xmlns:a16="http://schemas.microsoft.com/office/drawing/2014/main" id="{6D5D0528-AED0-A34A-8D91-77756877B037}"/>
              </a:ext>
            </a:extLst>
          </p:cNvPr>
          <p:cNvGraphicFramePr>
            <a:graphicFrameLocks noGrp="1"/>
          </p:cNvGraphicFramePr>
          <p:nvPr>
            <p:extLst>
              <p:ext uri="{D42A27DB-BD31-4B8C-83A1-F6EECF244321}">
                <p14:modId xmlns:p14="http://schemas.microsoft.com/office/powerpoint/2010/main" val="1904636258"/>
              </p:ext>
            </p:extLst>
          </p:nvPr>
        </p:nvGraphicFramePr>
        <p:xfrm>
          <a:off x="4427101" y="1060704"/>
          <a:ext cx="3353419" cy="5363834"/>
        </p:xfrm>
        <a:graphic>
          <a:graphicData uri="http://schemas.openxmlformats.org/drawingml/2006/table">
            <a:tbl>
              <a:tblPr/>
              <a:tblGrid>
                <a:gridCol w="760305">
                  <a:extLst>
                    <a:ext uri="{9D8B030D-6E8A-4147-A177-3AD203B41FA5}">
                      <a16:colId xmlns:a16="http://schemas.microsoft.com/office/drawing/2014/main" val="2080377721"/>
                    </a:ext>
                  </a:extLst>
                </a:gridCol>
                <a:gridCol w="2593114">
                  <a:extLst>
                    <a:ext uri="{9D8B030D-6E8A-4147-A177-3AD203B41FA5}">
                      <a16:colId xmlns:a16="http://schemas.microsoft.com/office/drawing/2014/main" val="1448351293"/>
                    </a:ext>
                  </a:extLst>
                </a:gridCol>
              </a:tblGrid>
              <a:tr h="247396">
                <a:tc gridSpan="2">
                  <a:txBody>
                    <a:bodyPr/>
                    <a:lstStyle/>
                    <a:p>
                      <a:pPr marL="85725" indent="0" algn="l" fontAlgn="ctr">
                        <a:buNone/>
                      </a:pPr>
                      <a:r>
                        <a:rPr lang="es-MX" sz="900" b="1" i="0" u="none" strike="noStrike">
                          <a:solidFill>
                            <a:srgbClr val="FFFFFF"/>
                          </a:solidFill>
                          <a:effectLst/>
                          <a:latin typeface="+mn-lt"/>
                        </a:rPr>
                        <a:t>Tipo de HU Solución / Integración </a:t>
                      </a:r>
                    </a:p>
                  </a:txBody>
                  <a:tcPr marL="6350" marR="6350" marT="6350" marB="0" anchor="ctr">
                    <a:lnL w="6350" cap="flat" cmpd="sng" algn="ctr">
                      <a:solidFill>
                        <a:srgbClr val="C5CDD8"/>
                      </a:solidFill>
                      <a:prstDash val="solid"/>
                      <a:round/>
                      <a:headEnd type="none" w="med" len="med"/>
                      <a:tailEnd type="none" w="med" len="med"/>
                    </a:lnL>
                    <a:lnR>
                      <a:noFill/>
                    </a:lnR>
                    <a:lnT w="6350" cap="flat" cmpd="sng" algn="ctr">
                      <a:solidFill>
                        <a:srgbClr val="C5CDD8"/>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chemeClr val="accent3"/>
                    </a:solidFill>
                  </a:tcPr>
                </a:tc>
                <a:tc hMerge="1">
                  <a:txBody>
                    <a:bodyPr/>
                    <a:lstStyle/>
                    <a:p>
                      <a:endParaRPr lang="es-MX"/>
                    </a:p>
                  </a:txBody>
                  <a:tcPr/>
                </a:tc>
                <a:extLst>
                  <a:ext uri="{0D108BD9-81ED-4DB2-BD59-A6C34878D82A}">
                    <a16:rowId xmlns:a16="http://schemas.microsoft.com/office/drawing/2014/main" val="745329436"/>
                  </a:ext>
                </a:extLst>
              </a:tr>
              <a:tr h="1994137">
                <a:tc>
                  <a:txBody>
                    <a:bodyPr/>
                    <a:lstStyle/>
                    <a:p>
                      <a:pPr algn="ctr" fontAlgn="ctr">
                        <a:buNone/>
                      </a:pPr>
                      <a:r>
                        <a:rPr lang="es-MX" sz="900" b="1" i="0" u="none" strike="noStrike">
                          <a:solidFill>
                            <a:srgbClr val="000000"/>
                          </a:solidFill>
                          <a:effectLst/>
                          <a:latin typeface="+mn-lt"/>
                        </a:rPr>
                        <a:t>Solución</a:t>
                      </a:r>
                    </a:p>
                  </a:txBody>
                  <a:tcPr marL="6350" marR="6350" marT="635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4F7"/>
                    </a:solidFill>
                  </a:tcPr>
                </a:tc>
                <a:tc>
                  <a:txBody>
                    <a:bodyPr/>
                    <a:lstStyle/>
                    <a:p>
                      <a:pPr marL="85725" indent="0" algn="l" fontAlgn="ctr">
                        <a:buNone/>
                      </a:pPr>
                      <a:r>
                        <a:rPr lang="es-MX" sz="700" b="0" i="0" u="none" strike="noStrike">
                          <a:solidFill>
                            <a:srgbClr val="0D1B2A"/>
                          </a:solidFill>
                          <a:effectLst/>
                          <a:latin typeface="+mn-lt"/>
                        </a:rPr>
                        <a:t>Los cambios necesarios se realizan exclusivamente dentro de una o varias aplicaciones o plataformas, sin necesidad de crear nuevas integraciones ni modificar integraciones existentes.</a:t>
                      </a:r>
                      <a:br>
                        <a:rPr lang="es-MX" sz="700" b="0" i="0" u="none" strike="noStrike">
                          <a:solidFill>
                            <a:srgbClr val="0D1B2A"/>
                          </a:solidFill>
                          <a:effectLst/>
                          <a:latin typeface="+mn-lt"/>
                        </a:rPr>
                      </a:br>
                      <a:r>
                        <a:rPr lang="es-MX" sz="700" b="0" i="0" u="none" strike="noStrike">
                          <a:solidFill>
                            <a:srgbClr val="0D1B2A"/>
                          </a:solidFill>
                          <a:effectLst/>
                          <a:latin typeface="+mn-lt"/>
                        </a:rPr>
                        <a:t>La historia puede consumir información procedente de otras aplicaciones siempre que las interfaces existentes puedan reutilizarse sin cambios.</a:t>
                      </a:r>
                      <a:br>
                        <a:rPr lang="es-MX" sz="700" b="0" i="0" u="none" strike="noStrike">
                          <a:solidFill>
                            <a:srgbClr val="0D1B2A"/>
                          </a:solidFill>
                          <a:effectLst/>
                          <a:latin typeface="+mn-lt"/>
                        </a:rPr>
                      </a:br>
                      <a:r>
                        <a:rPr lang="es-MX" sz="700" b="1" i="0" u="none" strike="noStrike">
                          <a:solidFill>
                            <a:srgbClr val="0D1B2A"/>
                          </a:solidFill>
                          <a:effectLst/>
                          <a:latin typeface="+mn-lt"/>
                        </a:rPr>
                        <a:t>Pregunta guia--&gt; </a:t>
                      </a:r>
                      <a:r>
                        <a:rPr lang="es-MX" sz="700" b="0" i="0" u="none" strike="noStrike">
                          <a:solidFill>
                            <a:srgbClr val="0D1B2A"/>
                          </a:solidFill>
                          <a:effectLst/>
                          <a:latin typeface="+mn-lt"/>
                        </a:rPr>
                        <a:t>¿La historia puede implementarse sin crear ni modificar ninguna interfaz existente? Si la respuesta es Sí, la HU debe clasificarse como Solución.</a:t>
                      </a:r>
                      <a:br>
                        <a:rPr lang="es-MX" sz="700" b="0" i="0" u="none" strike="noStrike">
                          <a:solidFill>
                            <a:srgbClr val="0D1B2A"/>
                          </a:solidFill>
                          <a:effectLst/>
                          <a:latin typeface="+mn-lt"/>
                        </a:rPr>
                      </a:br>
                      <a:br>
                        <a:rPr lang="es-MX" sz="700" b="0" i="0" u="none" strike="noStrike">
                          <a:solidFill>
                            <a:srgbClr val="0D1B2A"/>
                          </a:solidFill>
                          <a:effectLst/>
                          <a:latin typeface="+mn-lt"/>
                        </a:rPr>
                      </a:br>
                      <a:r>
                        <a:rPr lang="es-MX" sz="700" b="0" i="0" u="sng" strike="noStrike">
                          <a:solidFill>
                            <a:srgbClr val="0D1B2A"/>
                          </a:solidFill>
                          <a:effectLst/>
                          <a:latin typeface="+mn-lt"/>
                        </a:rPr>
                        <a:t>Ejemplo 1</a:t>
                      </a:r>
                      <a:r>
                        <a:rPr lang="es-MX" sz="700" b="0" i="0" u="none" strike="noStrike">
                          <a:solidFill>
                            <a:srgbClr val="0D1B2A"/>
                          </a:solidFill>
                          <a:effectLst/>
                          <a:latin typeface="+mn-lt"/>
                        </a:rPr>
                        <a:t>: Nueva pantalla para visualizar información de una tarjeta utilizando APIs ya existentes (Motivo: existe desarrollo funcional, pero ninguna integración requiere cambios)</a:t>
                      </a:r>
                      <a:br>
                        <a:rPr lang="es-MX" sz="700" b="0" i="0" u="none" strike="noStrike">
                          <a:solidFill>
                            <a:srgbClr val="0D1B2A"/>
                          </a:solidFill>
                          <a:effectLst/>
                          <a:latin typeface="+mn-lt"/>
                        </a:rPr>
                      </a:br>
                      <a:r>
                        <a:rPr lang="es-MX" sz="700" b="0" i="0" u="sng" strike="noStrike">
                          <a:solidFill>
                            <a:srgbClr val="0D1B2A"/>
                          </a:solidFill>
                          <a:effectLst/>
                          <a:latin typeface="+mn-lt"/>
                        </a:rPr>
                        <a:t>Ejemplo 2</a:t>
                      </a:r>
                      <a:r>
                        <a:rPr lang="es-MX" sz="700" b="0" i="0" u="none" strike="noStrike">
                          <a:solidFill>
                            <a:srgbClr val="0D1B2A"/>
                          </a:solidFill>
                          <a:effectLst/>
                          <a:latin typeface="+mn-lt"/>
                        </a:rPr>
                        <a:t>: Nueva regla para determinar la elegibilidad de clientes para una Tarjeta de Crédito (Motivo: el cambio ocurre dentro del motor de negocio)</a:t>
                      </a:r>
                    </a:p>
                  </a:txBody>
                  <a:tcPr marL="6350" marR="6350" marT="635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1600238955"/>
                  </a:ext>
                </a:extLst>
              </a:tr>
              <a:tr h="2192410">
                <a:tc>
                  <a:txBody>
                    <a:bodyPr/>
                    <a:lstStyle/>
                    <a:p>
                      <a:pPr algn="ctr" fontAlgn="ctr">
                        <a:buNone/>
                      </a:pPr>
                      <a:r>
                        <a:rPr lang="es-MX" sz="900" b="1" i="0" u="none" strike="noStrike">
                          <a:solidFill>
                            <a:srgbClr val="000000"/>
                          </a:solidFill>
                          <a:effectLst/>
                          <a:latin typeface="+mn-lt"/>
                        </a:rPr>
                        <a:t>Integración </a:t>
                      </a:r>
                    </a:p>
                  </a:txBody>
                  <a:tcPr marL="6350" marR="6350" marT="635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4F7"/>
                    </a:solidFill>
                  </a:tcPr>
                </a:tc>
                <a:tc>
                  <a:txBody>
                    <a:bodyPr/>
                    <a:lstStyle/>
                    <a:p>
                      <a:pPr marL="85725" indent="0" algn="l" fontAlgn="ctr">
                        <a:buNone/>
                      </a:pPr>
                      <a:r>
                        <a:rPr lang="es-MX" sz="700" b="0" i="0" u="none" strike="noStrike">
                          <a:solidFill>
                            <a:srgbClr val="0D1B2A"/>
                          </a:solidFill>
                          <a:effectLst/>
                          <a:latin typeface="+mn-lt"/>
                        </a:rPr>
                        <a:t>El objetivo principal es crear una nueva integración o modificar una integración existente entre sistemas — vía API, Batch, Evento, Archivo, MQ, SOAP o REST — . El valor de la historia reside en habilitar o modificar el intercambio de información entre aplicaciones.</a:t>
                      </a:r>
                      <a:br>
                        <a:rPr lang="es-MX" sz="700" b="0" i="0" u="none" strike="noStrike">
                          <a:solidFill>
                            <a:srgbClr val="0D1B2A"/>
                          </a:solidFill>
                          <a:effectLst/>
                          <a:latin typeface="+mn-lt"/>
                        </a:rPr>
                      </a:br>
                      <a:r>
                        <a:rPr lang="es-MX" sz="700" b="1" i="0" u="none" strike="noStrike">
                          <a:solidFill>
                            <a:srgbClr val="0D1B2A"/>
                          </a:solidFill>
                          <a:effectLst/>
                          <a:latin typeface="+mn-lt"/>
                        </a:rPr>
                        <a:t>Importante</a:t>
                      </a:r>
                      <a:r>
                        <a:rPr lang="es-MX" sz="700" b="0" i="0" u="none" strike="noStrike">
                          <a:solidFill>
                            <a:srgbClr val="0D1B2A"/>
                          </a:solidFill>
                          <a:effectLst/>
                          <a:latin typeface="+mn-lt"/>
                        </a:rPr>
                        <a:t>: La simple utilización de una integración existente NO convierte una HU en Integración. Para ser considerada Integración debe existir: una nueva integración o una modificación de una interfaz existente</a:t>
                      </a:r>
                      <a:br>
                        <a:rPr lang="es-MX" sz="700" b="0" i="0" u="none" strike="noStrike">
                          <a:solidFill>
                            <a:srgbClr val="0D1B2A"/>
                          </a:solidFill>
                          <a:effectLst/>
                          <a:latin typeface="+mn-lt"/>
                        </a:rPr>
                      </a:br>
                      <a:r>
                        <a:rPr lang="es-MX" sz="700" b="1" i="0" u="none" strike="noStrike">
                          <a:solidFill>
                            <a:srgbClr val="0D1B2A"/>
                          </a:solidFill>
                          <a:effectLst/>
                          <a:latin typeface="+mn-lt"/>
                        </a:rPr>
                        <a:t>Pregunta guia--&gt;</a:t>
                      </a:r>
                      <a:r>
                        <a:rPr lang="es-MX" sz="700" b="0" i="0" u="none" strike="noStrike">
                          <a:solidFill>
                            <a:srgbClr val="0D1B2A"/>
                          </a:solidFill>
                          <a:effectLst/>
                          <a:latin typeface="+mn-lt"/>
                        </a:rPr>
                        <a:t> ¿La historia requiere crear una nueva integración o modificar una integración existente? Si la respuesta es Sí y no existen cambios funcionales relevantes, la HU debe clasificarse como Integración</a:t>
                      </a:r>
                      <a:br>
                        <a:rPr lang="es-MX" sz="700" b="0" i="0" u="none" strike="noStrike">
                          <a:solidFill>
                            <a:srgbClr val="0D1B2A"/>
                          </a:solidFill>
                          <a:effectLst/>
                          <a:latin typeface="+mn-lt"/>
                        </a:rPr>
                      </a:br>
                      <a:br>
                        <a:rPr lang="es-MX" sz="700" b="0" i="0" u="none" strike="noStrike">
                          <a:solidFill>
                            <a:srgbClr val="0D1B2A"/>
                          </a:solidFill>
                          <a:effectLst/>
                          <a:latin typeface="+mn-lt"/>
                        </a:rPr>
                      </a:br>
                      <a:r>
                        <a:rPr lang="es-MX" sz="700" b="0" i="0" u="none" strike="noStrike">
                          <a:solidFill>
                            <a:srgbClr val="0D1B2A"/>
                          </a:solidFill>
                          <a:effectLst/>
                          <a:latin typeface="+mn-lt"/>
                        </a:rPr>
                        <a:t>Ejemplo 1: Nueva API entre Apolo y SmartVista para creación de tarjetas</a:t>
                      </a:r>
                      <a:br>
                        <a:rPr lang="es-MX" sz="700" b="0" i="0" u="none" strike="noStrike">
                          <a:solidFill>
                            <a:srgbClr val="0D1B2A"/>
                          </a:solidFill>
                          <a:effectLst/>
                          <a:latin typeface="+mn-lt"/>
                        </a:rPr>
                      </a:br>
                      <a:r>
                        <a:rPr lang="es-MX" sz="700" b="0" i="0" u="none" strike="noStrike">
                          <a:solidFill>
                            <a:srgbClr val="0D1B2A"/>
                          </a:solidFill>
                          <a:effectLst/>
                          <a:latin typeface="+mn-lt"/>
                        </a:rPr>
                        <a:t>Ejemplo 2: Modificación de una interfaz existente para incorporar nuevos atributos de la Tarjeta de Crédito Clásica Física.</a:t>
                      </a:r>
                      <a:br>
                        <a:rPr lang="es-MX" sz="700" b="0" i="0" u="none" strike="noStrike">
                          <a:solidFill>
                            <a:srgbClr val="0D1B2A"/>
                          </a:solidFill>
                          <a:effectLst/>
                          <a:latin typeface="+mn-lt"/>
                        </a:rPr>
                      </a:br>
                      <a:r>
                        <a:rPr lang="es-MX" sz="700" b="0" i="0" u="none" strike="noStrike">
                          <a:solidFill>
                            <a:srgbClr val="0D1B2A"/>
                          </a:solidFill>
                          <a:effectLst/>
                          <a:latin typeface="+mn-lt"/>
                        </a:rPr>
                        <a:t>Ejemplo 3: Nuevo archivo batch diario para enviar movimientos a Contabilidad.</a:t>
                      </a:r>
                    </a:p>
                  </a:txBody>
                  <a:tcPr marL="6350" marR="6350" marT="635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026241591"/>
                  </a:ext>
                </a:extLst>
              </a:tr>
              <a:tr h="875671">
                <a:tc>
                  <a:txBody>
                    <a:bodyPr/>
                    <a:lstStyle/>
                    <a:p>
                      <a:pPr algn="ctr" fontAlgn="ctr">
                        <a:buNone/>
                      </a:pPr>
                      <a:r>
                        <a:rPr lang="es-MX" sz="900" b="1" i="0" u="none" strike="noStrike">
                          <a:solidFill>
                            <a:srgbClr val="000000"/>
                          </a:solidFill>
                          <a:effectLst/>
                          <a:latin typeface="+mn-lt"/>
                        </a:rPr>
                        <a:t>Solución e integración </a:t>
                      </a:r>
                    </a:p>
                  </a:txBody>
                  <a:tcPr marL="6350" marR="6350" marT="635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4F7"/>
                    </a:solidFill>
                  </a:tcPr>
                </a:tc>
                <a:tc>
                  <a:txBody>
                    <a:bodyPr/>
                    <a:lstStyle/>
                    <a:p>
                      <a:pPr marL="85725" indent="0" algn="l" fontAlgn="ctr">
                        <a:buNone/>
                      </a:pPr>
                      <a:r>
                        <a:rPr lang="es-MX" sz="700" b="0" i="0" u="none" strike="noStrike">
                          <a:solidFill>
                            <a:srgbClr val="0D1B2A"/>
                          </a:solidFill>
                          <a:effectLst/>
                          <a:latin typeface="+mn-lt"/>
                        </a:rPr>
                        <a:t>Requiere simultáneamente:</a:t>
                      </a:r>
                      <a:br>
                        <a:rPr lang="es-MX" sz="700" b="0" i="0" u="none" strike="noStrike">
                          <a:solidFill>
                            <a:srgbClr val="0D1B2A"/>
                          </a:solidFill>
                          <a:effectLst/>
                          <a:latin typeface="+mn-lt"/>
                        </a:rPr>
                      </a:br>
                      <a:r>
                        <a:rPr lang="es-MX" sz="700" b="0" i="0" u="none" strike="noStrike">
                          <a:solidFill>
                            <a:srgbClr val="0D1B2A"/>
                          </a:solidFill>
                          <a:effectLst/>
                          <a:latin typeface="+mn-lt"/>
                        </a:rPr>
                        <a:t>1) Cambios funcionales dentro de una aplicación.</a:t>
                      </a:r>
                      <a:br>
                        <a:rPr lang="es-MX" sz="700" b="0" i="0" u="none" strike="noStrike">
                          <a:solidFill>
                            <a:srgbClr val="0D1B2A"/>
                          </a:solidFill>
                          <a:effectLst/>
                          <a:latin typeface="+mn-lt"/>
                        </a:rPr>
                      </a:br>
                      <a:r>
                        <a:rPr lang="es-MX" sz="700" b="0" i="0" u="none" strike="noStrike">
                          <a:solidFill>
                            <a:srgbClr val="0D1B2A"/>
                          </a:solidFill>
                          <a:effectLst/>
                          <a:latin typeface="+mn-lt"/>
                        </a:rPr>
                        <a:t>2) Creación de nuevas integraciones o modificaciones de integraciones existentes.</a:t>
                      </a:r>
                      <a:br>
                        <a:rPr lang="es-MX" sz="700" b="0" i="0" u="none" strike="noStrike">
                          <a:solidFill>
                            <a:srgbClr val="0D1B2A"/>
                          </a:solidFill>
                          <a:effectLst/>
                          <a:latin typeface="+mn-lt"/>
                        </a:rPr>
                      </a:br>
                      <a:r>
                        <a:rPr lang="es-MX" sz="700" b="0" i="0" u="none" strike="noStrike">
                          <a:solidFill>
                            <a:srgbClr val="0D1B2A"/>
                          </a:solidFill>
                          <a:effectLst/>
                          <a:latin typeface="+mn-lt"/>
                        </a:rPr>
                        <a:t>Pregunta guia--&gt; ¿La funcionalidad requiere cambios en la experiencia o proceso de negocio y además intercambio de información entre sistemas? Si la respuesta es sí, estamos ante una HU de Solución + Integración.</a:t>
                      </a:r>
                    </a:p>
                  </a:txBody>
                  <a:tcPr marL="6350" marR="6350" marT="635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525954984"/>
                  </a:ext>
                </a:extLst>
              </a:tr>
            </a:tbl>
          </a:graphicData>
        </a:graphic>
      </p:graphicFrame>
      <p:graphicFrame>
        <p:nvGraphicFramePr>
          <p:cNvPr id="9" name="Table 8">
            <a:extLst>
              <a:ext uri="{FF2B5EF4-FFF2-40B4-BE49-F238E27FC236}">
                <a16:creationId xmlns:a16="http://schemas.microsoft.com/office/drawing/2014/main" id="{6D1B3173-4529-928D-D2D8-FEC1F8837957}"/>
              </a:ext>
            </a:extLst>
          </p:cNvPr>
          <p:cNvGraphicFramePr>
            <a:graphicFrameLocks noGrp="1"/>
          </p:cNvGraphicFramePr>
          <p:nvPr>
            <p:extLst>
              <p:ext uri="{D42A27DB-BD31-4B8C-83A1-F6EECF244321}">
                <p14:modId xmlns:p14="http://schemas.microsoft.com/office/powerpoint/2010/main" val="2378877161"/>
              </p:ext>
            </p:extLst>
          </p:nvPr>
        </p:nvGraphicFramePr>
        <p:xfrm>
          <a:off x="8001381" y="1060704"/>
          <a:ext cx="3648075" cy="5291405"/>
        </p:xfrm>
        <a:graphic>
          <a:graphicData uri="http://schemas.openxmlformats.org/drawingml/2006/table">
            <a:tbl>
              <a:tblPr/>
              <a:tblGrid>
                <a:gridCol w="912962">
                  <a:extLst>
                    <a:ext uri="{9D8B030D-6E8A-4147-A177-3AD203B41FA5}">
                      <a16:colId xmlns:a16="http://schemas.microsoft.com/office/drawing/2014/main" val="3207817983"/>
                    </a:ext>
                  </a:extLst>
                </a:gridCol>
                <a:gridCol w="2735113">
                  <a:extLst>
                    <a:ext uri="{9D8B030D-6E8A-4147-A177-3AD203B41FA5}">
                      <a16:colId xmlns:a16="http://schemas.microsoft.com/office/drawing/2014/main" val="3194594710"/>
                    </a:ext>
                  </a:extLst>
                </a:gridCol>
              </a:tblGrid>
              <a:tr h="266884">
                <a:tc gridSpan="2">
                  <a:txBody>
                    <a:bodyPr/>
                    <a:lstStyle/>
                    <a:p>
                      <a:pPr marL="85725" indent="0" algn="l" fontAlgn="ctr">
                        <a:buNone/>
                      </a:pPr>
                      <a:r>
                        <a:rPr lang="es-MX" sz="900" b="1" i="0" u="none" strike="noStrike">
                          <a:solidFill>
                            <a:srgbClr val="FFFFFF"/>
                          </a:solidFill>
                          <a:effectLst/>
                          <a:latin typeface="+mn-lt"/>
                        </a:rPr>
                        <a:t>Impacto Solución</a:t>
                      </a:r>
                    </a:p>
                  </a:txBody>
                  <a:tcPr marL="6350" marR="6350" marT="6350" marB="0" anchor="ctr">
                    <a:lnL w="6350" cap="flat" cmpd="sng" algn="ctr">
                      <a:solidFill>
                        <a:srgbClr val="C5CDD8"/>
                      </a:solidFill>
                      <a:prstDash val="solid"/>
                      <a:round/>
                      <a:headEnd type="none" w="med" len="med"/>
                      <a:tailEnd type="none" w="med" len="med"/>
                    </a:lnL>
                    <a:lnR>
                      <a:noFill/>
                    </a:lnR>
                    <a:lnT w="6350" cap="flat" cmpd="sng" algn="ctr">
                      <a:solidFill>
                        <a:srgbClr val="C5CDD8"/>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chemeClr val="accent4"/>
                    </a:solidFill>
                  </a:tcPr>
                </a:tc>
                <a:tc hMerge="1">
                  <a:txBody>
                    <a:bodyPr/>
                    <a:lstStyle/>
                    <a:p>
                      <a:endParaRPr lang="es-MX"/>
                    </a:p>
                  </a:txBody>
                  <a:tcPr/>
                </a:tc>
                <a:extLst>
                  <a:ext uri="{0D108BD9-81ED-4DB2-BD59-A6C34878D82A}">
                    <a16:rowId xmlns:a16="http://schemas.microsoft.com/office/drawing/2014/main" val="1439246223"/>
                  </a:ext>
                </a:extLst>
              </a:tr>
              <a:tr h="1290463">
                <a:tc>
                  <a:txBody>
                    <a:bodyPr/>
                    <a:lstStyle/>
                    <a:p>
                      <a:pPr algn="ctr" fontAlgn="ctr">
                        <a:buNone/>
                      </a:pPr>
                      <a:r>
                        <a:rPr lang="es-MX" sz="900" b="1" i="0" u="none" strike="noStrike">
                          <a:solidFill>
                            <a:srgbClr val="000000"/>
                          </a:solidFill>
                          <a:effectLst/>
                          <a:latin typeface="+mn-lt"/>
                        </a:rPr>
                        <a:t>Caja</a:t>
                      </a:r>
                    </a:p>
                  </a:txBody>
                  <a:tcPr marL="6350" marR="6350" marT="635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4F7"/>
                    </a:solidFill>
                  </a:tcPr>
                </a:tc>
                <a:tc>
                  <a:txBody>
                    <a:bodyPr/>
                    <a:lstStyle/>
                    <a:p>
                      <a:pPr marL="85725" indent="0" algn="l" fontAlgn="ctr">
                        <a:buNone/>
                      </a:pPr>
                      <a:r>
                        <a:rPr lang="es-MX" sz="700" b="0" i="0" u="none" strike="noStrike">
                          <a:solidFill>
                            <a:srgbClr val="0D1B2A"/>
                          </a:solidFill>
                          <a:effectLst/>
                          <a:latin typeface="+mn-lt"/>
                        </a:rPr>
                        <a:t>La funcionalidad requerida ya está disponible y puede utilizarse sin realizar configuraciones relevantes ni desarrollos adicionales para R4.Esto incluye dos escenarios:</a:t>
                      </a:r>
                      <a:br>
                        <a:rPr lang="es-MX" sz="700" b="0" i="0" u="none" strike="noStrike">
                          <a:solidFill>
                            <a:srgbClr val="0D1B2A"/>
                          </a:solidFill>
                          <a:effectLst/>
                          <a:latin typeface="+mn-lt"/>
                        </a:rPr>
                      </a:br>
                      <a:r>
                        <a:rPr lang="es-MX" sz="700" b="0" i="0" u="none" strike="noStrike">
                          <a:solidFill>
                            <a:srgbClr val="0D1B2A"/>
                          </a:solidFill>
                          <a:effectLst/>
                          <a:latin typeface="+mn-lt"/>
                        </a:rPr>
                        <a:t>-Funcionalidad estándar de la plataforma: la capacidad ya existe de forma nativa en la solución.</a:t>
                      </a:r>
                      <a:br>
                        <a:rPr lang="es-MX" sz="700" b="0" i="0" u="none" strike="noStrike">
                          <a:solidFill>
                            <a:srgbClr val="0D1B2A"/>
                          </a:solidFill>
                          <a:effectLst/>
                          <a:latin typeface="+mn-lt"/>
                        </a:rPr>
                      </a:br>
                      <a:r>
                        <a:rPr lang="es-MX" sz="700" b="0" i="0" u="none" strike="noStrike">
                          <a:solidFill>
                            <a:srgbClr val="0D1B2A"/>
                          </a:solidFill>
                          <a:effectLst/>
                          <a:latin typeface="+mn-lt"/>
                        </a:rPr>
                        <a:t>-Funcionalidad ya desarrollada en releases previos:Aunque originalmente requirió desarrollo, dicho desarrollo ya existe y puede reutilizarse en R4 sin cambios adicionales</a:t>
                      </a:r>
                    </a:p>
                  </a:txBody>
                  <a:tcPr marL="6350" marR="6350" marT="635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412735661"/>
                  </a:ext>
                </a:extLst>
              </a:tr>
              <a:tr h="1033709">
                <a:tc>
                  <a:txBody>
                    <a:bodyPr/>
                    <a:lstStyle/>
                    <a:p>
                      <a:pPr algn="ctr" fontAlgn="ctr">
                        <a:buNone/>
                      </a:pPr>
                      <a:r>
                        <a:rPr lang="es-MX" sz="900" b="1" i="0" u="none" strike="noStrike">
                          <a:solidFill>
                            <a:srgbClr val="000000"/>
                          </a:solidFill>
                          <a:effectLst/>
                          <a:latin typeface="+mn-lt"/>
                        </a:rPr>
                        <a:t>Configuración</a:t>
                      </a:r>
                    </a:p>
                  </a:txBody>
                  <a:tcPr marL="6350" marR="6350" marT="635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4F7"/>
                    </a:solidFill>
                  </a:tcPr>
                </a:tc>
                <a:tc>
                  <a:txBody>
                    <a:bodyPr/>
                    <a:lstStyle/>
                    <a:p>
                      <a:pPr marL="85725" indent="0" algn="l" fontAlgn="ctr">
                        <a:buNone/>
                      </a:pPr>
                      <a:r>
                        <a:rPr lang="es-MX" sz="700" b="0" i="0" u="none" strike="noStrike">
                          <a:solidFill>
                            <a:srgbClr val="0D1B2A"/>
                          </a:solidFill>
                          <a:effectLst/>
                          <a:latin typeface="+mn-lt"/>
                        </a:rPr>
                        <a:t>La funcionalidad existe en la plataforma, pero requiere parametrización o ajustes de configuración para adaptarla a las necesidades de R4. No es necesario desarrollar software nuevo, lo que cambia son los parámetros, reglas o datos maestros</a:t>
                      </a:r>
                      <a:br>
                        <a:rPr lang="es-MX" sz="700" b="0" i="0" u="none" strike="noStrike">
                          <a:solidFill>
                            <a:srgbClr val="0D1B2A"/>
                          </a:solidFill>
                          <a:effectLst/>
                          <a:latin typeface="+mn-lt"/>
                        </a:rPr>
                      </a:br>
                      <a:r>
                        <a:rPr lang="es-MX" sz="700" b="0" i="0" u="sng" strike="noStrike">
                          <a:solidFill>
                            <a:srgbClr val="0D1B2A"/>
                          </a:solidFill>
                          <a:effectLst/>
                          <a:latin typeface="+mn-lt"/>
                        </a:rPr>
                        <a:t>Ejemplos</a:t>
                      </a:r>
                      <a:r>
                        <a:rPr lang="es-MX" sz="700" b="0" i="0" u="none" strike="noStrike">
                          <a:solidFill>
                            <a:srgbClr val="0D1B2A"/>
                          </a:solidFill>
                          <a:effectLst/>
                          <a:latin typeface="+mn-lt"/>
                        </a:rPr>
                        <a:t>: parametrización de productos, configuración de tarifas/límites/perfiles/catálogos, configuración de reglas ya soportadas por la plataforma</a:t>
                      </a:r>
                    </a:p>
                  </a:txBody>
                  <a:tcPr marL="6350" marR="6350" marT="635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1941542049"/>
                  </a:ext>
                </a:extLst>
              </a:tr>
              <a:tr h="1109272">
                <a:tc>
                  <a:txBody>
                    <a:bodyPr/>
                    <a:lstStyle/>
                    <a:p>
                      <a:pPr algn="ctr" fontAlgn="ctr">
                        <a:buNone/>
                      </a:pPr>
                      <a:r>
                        <a:rPr lang="es-MX" sz="900" b="1" i="0" u="none" strike="noStrike">
                          <a:solidFill>
                            <a:srgbClr val="000000"/>
                          </a:solidFill>
                          <a:effectLst/>
                          <a:latin typeface="+mn-lt"/>
                        </a:rPr>
                        <a:t>Desarrollo</a:t>
                      </a:r>
                    </a:p>
                  </a:txBody>
                  <a:tcPr marL="6350" marR="6350" marT="635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4F7"/>
                    </a:solidFill>
                  </a:tcPr>
                </a:tc>
                <a:tc>
                  <a:txBody>
                    <a:bodyPr/>
                    <a:lstStyle/>
                    <a:p>
                      <a:pPr marL="85725" indent="0" algn="l" fontAlgn="ctr">
                        <a:buNone/>
                      </a:pPr>
                      <a:r>
                        <a:rPr lang="es-MX" sz="700" b="0" i="0" u="none" strike="noStrike">
                          <a:solidFill>
                            <a:srgbClr val="0D1B2A"/>
                          </a:solidFill>
                          <a:effectLst/>
                          <a:latin typeface="+mn-lt"/>
                        </a:rPr>
                        <a:t>Se requiere construir capacidades nuevas que actualmente no existen en la plataforma y que no pueden resolverse mediante configuración.</a:t>
                      </a:r>
                      <a:br>
                        <a:rPr lang="es-MX" sz="700" b="0" i="0" u="none" strike="noStrike">
                          <a:solidFill>
                            <a:srgbClr val="0D1B2A"/>
                          </a:solidFill>
                          <a:effectLst/>
                          <a:latin typeface="+mn-lt"/>
                        </a:rPr>
                      </a:br>
                      <a:r>
                        <a:rPr lang="es-MX" sz="700" b="0" i="0" u="none" strike="noStrike">
                          <a:solidFill>
                            <a:srgbClr val="0D1B2A"/>
                          </a:solidFill>
                          <a:effectLst/>
                          <a:latin typeface="+mn-lt"/>
                        </a:rPr>
                        <a:t>La plataforma necesita código nuevo para satisfacer el requerimiento.</a:t>
                      </a:r>
                      <a:br>
                        <a:rPr lang="es-MX" sz="700" b="0" i="0" u="none" strike="noStrike">
                          <a:solidFill>
                            <a:srgbClr val="0D1B2A"/>
                          </a:solidFill>
                          <a:effectLst/>
                          <a:latin typeface="+mn-lt"/>
                        </a:rPr>
                      </a:br>
                      <a:endParaRPr lang="es-MX" sz="700" b="0" i="0" u="none" strike="noStrike">
                        <a:solidFill>
                          <a:srgbClr val="0D1B2A"/>
                        </a:solidFill>
                        <a:effectLst/>
                        <a:latin typeface="+mn-lt"/>
                      </a:endParaRPr>
                    </a:p>
                  </a:txBody>
                  <a:tcPr marL="6350" marR="6350" marT="635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379311437"/>
                  </a:ext>
                </a:extLst>
              </a:tr>
              <a:tr h="1277343">
                <a:tc>
                  <a:txBody>
                    <a:bodyPr/>
                    <a:lstStyle/>
                    <a:p>
                      <a:pPr algn="ctr" fontAlgn="ctr">
                        <a:buNone/>
                      </a:pPr>
                      <a:r>
                        <a:rPr lang="es-MX" sz="900" b="1" i="0" u="none" strike="noStrike">
                          <a:solidFill>
                            <a:srgbClr val="000000"/>
                          </a:solidFill>
                          <a:effectLst/>
                          <a:latin typeface="+mn-lt"/>
                        </a:rPr>
                        <a:t>Desarrollo + Configuración</a:t>
                      </a:r>
                    </a:p>
                  </a:txBody>
                  <a:tcPr marL="6350" marR="6350" marT="635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4F7"/>
                    </a:solidFill>
                  </a:tcPr>
                </a:tc>
                <a:tc>
                  <a:txBody>
                    <a:bodyPr/>
                    <a:lstStyle/>
                    <a:p>
                      <a:pPr marL="85725" indent="0" algn="l" fontAlgn="ctr">
                        <a:buNone/>
                      </a:pPr>
                      <a:r>
                        <a:rPr lang="es-MX" sz="700" b="0" i="0" u="none" strike="noStrike">
                          <a:solidFill>
                            <a:srgbClr val="0D1B2A"/>
                          </a:solidFill>
                          <a:effectLst/>
                          <a:latin typeface="+mn-lt"/>
                        </a:rPr>
                        <a:t>Una Historia de Usuario se clasifica como Desarrollo + Configuración cuando requiere simultáneamente:</a:t>
                      </a:r>
                      <a:br>
                        <a:rPr lang="es-MX" sz="700" b="0" i="0" u="none" strike="noStrike">
                          <a:solidFill>
                            <a:srgbClr val="0D1B2A"/>
                          </a:solidFill>
                          <a:effectLst/>
                          <a:latin typeface="+mn-lt"/>
                        </a:rPr>
                      </a:br>
                      <a:r>
                        <a:rPr lang="es-MX" sz="700" b="0" i="0" u="none" strike="noStrike">
                          <a:solidFill>
                            <a:srgbClr val="0D1B2A"/>
                          </a:solidFill>
                          <a:effectLst/>
                          <a:latin typeface="+mn-lt"/>
                        </a:rPr>
                        <a:t> - Construcción de nuevas capacidades.</a:t>
                      </a:r>
                      <a:br>
                        <a:rPr lang="es-MX" sz="700" b="0" i="0" u="none" strike="noStrike">
                          <a:solidFill>
                            <a:srgbClr val="0D1B2A"/>
                          </a:solidFill>
                          <a:effectLst/>
                          <a:latin typeface="+mn-lt"/>
                        </a:rPr>
                      </a:br>
                      <a:r>
                        <a:rPr lang="es-MX" sz="700" b="0" i="0" u="none" strike="noStrike">
                          <a:solidFill>
                            <a:srgbClr val="0D1B2A"/>
                          </a:solidFill>
                          <a:effectLst/>
                          <a:latin typeface="+mn-lt"/>
                        </a:rPr>
                        <a:t> - Parametrización de funcionalidades.</a:t>
                      </a:r>
                      <a:br>
                        <a:rPr lang="es-MX" sz="700" b="0" i="0" u="none" strike="noStrike">
                          <a:solidFill>
                            <a:srgbClr val="0D1B2A"/>
                          </a:solidFill>
                          <a:effectLst/>
                          <a:latin typeface="+mn-lt"/>
                        </a:rPr>
                      </a:br>
                      <a:r>
                        <a:rPr lang="es-MX" sz="700" b="0" i="0" u="none" strike="noStrike">
                          <a:solidFill>
                            <a:srgbClr val="0D1B2A"/>
                          </a:solidFill>
                          <a:effectLst/>
                          <a:latin typeface="+mn-lt"/>
                        </a:rPr>
                        <a:t> - Configuración de productos o reglas.</a:t>
                      </a:r>
                      <a:br>
                        <a:rPr lang="es-MX" sz="700" b="0" i="0" u="none" strike="noStrike">
                          <a:solidFill>
                            <a:srgbClr val="0D1B2A"/>
                          </a:solidFill>
                          <a:effectLst/>
                          <a:latin typeface="+mn-lt"/>
                        </a:rPr>
                      </a:br>
                      <a:r>
                        <a:rPr lang="es-MX" sz="700" b="0" i="0" u="none" strike="noStrike">
                          <a:solidFill>
                            <a:srgbClr val="0D1B2A"/>
                          </a:solidFill>
                          <a:effectLst/>
                          <a:latin typeface="+mn-lt"/>
                        </a:rPr>
                        <a:t> - Ajustes de la solución para habilitar el funcionamiento final.</a:t>
                      </a:r>
                    </a:p>
                  </a:txBody>
                  <a:tcPr marL="6350" marR="6350" marT="635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501501185"/>
                  </a:ext>
                </a:extLst>
              </a:tr>
              <a:tr h="313734">
                <a:tc>
                  <a:txBody>
                    <a:bodyPr/>
                    <a:lstStyle/>
                    <a:p>
                      <a:pPr algn="ctr" fontAlgn="ctr">
                        <a:buNone/>
                      </a:pPr>
                      <a:r>
                        <a:rPr lang="es-MX" sz="900" b="1" i="0" u="none" strike="noStrike">
                          <a:solidFill>
                            <a:srgbClr val="000000"/>
                          </a:solidFill>
                          <a:effectLst/>
                          <a:latin typeface="+mn-lt"/>
                        </a:rPr>
                        <a:t>No Aplica</a:t>
                      </a:r>
                    </a:p>
                  </a:txBody>
                  <a:tcPr marL="6350" marR="6350" marT="635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4F7"/>
                    </a:solidFill>
                  </a:tcPr>
                </a:tc>
                <a:tc>
                  <a:txBody>
                    <a:bodyPr/>
                    <a:lstStyle/>
                    <a:p>
                      <a:pPr marL="85725" indent="0" algn="l" fontAlgn="ctr">
                        <a:buNone/>
                      </a:pPr>
                      <a:r>
                        <a:rPr lang="es-MX" sz="700" b="0" i="0" u="none" strike="noStrike">
                          <a:solidFill>
                            <a:srgbClr val="0D1B2A"/>
                          </a:solidFill>
                          <a:effectLst/>
                          <a:latin typeface="+mn-lt"/>
                        </a:rPr>
                        <a:t>La HU es de integración pura, por lo que el impacto de la solución no aplica como categoría de clasificación.</a:t>
                      </a:r>
                    </a:p>
                  </a:txBody>
                  <a:tcPr marL="6350" marR="6350" marT="635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3176714526"/>
                  </a:ext>
                </a:extLst>
              </a:tr>
            </a:tbl>
          </a:graphicData>
        </a:graphic>
      </p:graphicFrame>
      <p:sp>
        <p:nvSpPr>
          <p:cNvPr id="17" name="Title 1">
            <a:extLst>
              <a:ext uri="{FF2B5EF4-FFF2-40B4-BE49-F238E27FC236}">
                <a16:creationId xmlns:a16="http://schemas.microsoft.com/office/drawing/2014/main" id="{75BD0EB5-5167-9C58-9AA6-865D5F2E1463}"/>
              </a:ext>
            </a:extLst>
          </p:cNvPr>
          <p:cNvSpPr>
            <a:spLocks noGrp="1"/>
          </p:cNvSpPr>
          <p:nvPr>
            <p:ph type="title"/>
          </p:nvPr>
        </p:nvSpPr>
        <p:spPr>
          <a:xfrm>
            <a:off x="286748" y="250048"/>
            <a:ext cx="11143252" cy="428576"/>
          </a:xfrm>
        </p:spPr>
        <p:txBody>
          <a:bodyPr vert="horz" rIns="91440">
            <a:normAutofit/>
          </a:bodyPr>
          <a:lstStyle/>
          <a:p>
            <a:r>
              <a:rPr lang="es-MX" sz="2400"/>
              <a:t>Apéndice 2 – Detalle de Inventario de HUs e Inventario de integraciones</a:t>
            </a:r>
          </a:p>
        </p:txBody>
      </p:sp>
      <p:sp>
        <p:nvSpPr>
          <p:cNvPr id="19" name="TextBox 18">
            <a:extLst>
              <a:ext uri="{FF2B5EF4-FFF2-40B4-BE49-F238E27FC236}">
                <a16:creationId xmlns:a16="http://schemas.microsoft.com/office/drawing/2014/main" id="{A2590DEF-7561-EFF3-F52F-802A9838BA7D}"/>
              </a:ext>
            </a:extLst>
          </p:cNvPr>
          <p:cNvSpPr txBox="1"/>
          <p:nvPr/>
        </p:nvSpPr>
        <p:spPr>
          <a:xfrm>
            <a:off x="286748" y="660594"/>
            <a:ext cx="11380877" cy="400110"/>
          </a:xfrm>
          <a:prstGeom prst="rect">
            <a:avLst/>
          </a:prstGeom>
          <a:noFill/>
        </p:spPr>
        <p:txBody>
          <a:bodyPr wrap="square">
            <a:spAutoFit/>
          </a:bodyPr>
          <a:lstStyle/>
          <a:p>
            <a:r>
              <a:rPr lang="es-MX" sz="2000" b="1">
                <a:solidFill>
                  <a:schemeClr val="accent3"/>
                </a:solidFill>
              </a:rPr>
              <a:t>Definición de criterios de priorización y tipos de solución para inventario de HUs</a:t>
            </a:r>
          </a:p>
        </p:txBody>
      </p:sp>
    </p:spTree>
    <p:extLst>
      <p:ext uri="{BB962C8B-B14F-4D97-AF65-F5344CB8AC3E}">
        <p14:creationId xmlns:p14="http://schemas.microsoft.com/office/powerpoint/2010/main" val="3083193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D327437-41C9-0F0E-E7AA-28C8FF2730EE}"/>
              </a:ext>
            </a:extLst>
          </p:cNvPr>
          <p:cNvGraphicFramePr>
            <a:graphicFrameLocks/>
          </p:cNvGraphicFramePr>
          <p:nvPr>
            <p:custDataLst>
              <p:tags r:id="rId1"/>
            </p:custDataLst>
            <p:extLst>
              <p:ext uri="{D42A27DB-BD31-4B8C-83A1-F6EECF244321}">
                <p14:modId xmlns:p14="http://schemas.microsoft.com/office/powerpoint/2010/main" val="30924307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3" name="think-cell data - do not delete" hidden="1">
                        <a:extLst>
                          <a:ext uri="{FF2B5EF4-FFF2-40B4-BE49-F238E27FC236}">
                            <a16:creationId xmlns:a16="http://schemas.microsoft.com/office/drawing/2014/main" id="{4D327437-41C9-0F0E-E7AA-28C8FF2730E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294A633-322F-AAC2-0E48-1AC14B8A9E31}"/>
              </a:ext>
            </a:extLst>
          </p:cNvPr>
          <p:cNvSpPr>
            <a:spLocks noGrp="1"/>
          </p:cNvSpPr>
          <p:nvPr>
            <p:ph type="title"/>
          </p:nvPr>
        </p:nvSpPr>
        <p:spPr>
          <a:xfrm>
            <a:off x="286748" y="250048"/>
            <a:ext cx="11143252" cy="428576"/>
          </a:xfrm>
        </p:spPr>
        <p:txBody>
          <a:bodyPr vert="horz" rIns="91440">
            <a:normAutofit/>
          </a:bodyPr>
          <a:lstStyle/>
          <a:p>
            <a:r>
              <a:rPr lang="es-MX" sz="2400"/>
              <a:t>Apéndice 2 – Detalle de Inventario de HUs e Inventario de integraciones</a:t>
            </a:r>
          </a:p>
        </p:txBody>
      </p:sp>
      <p:graphicFrame>
        <p:nvGraphicFramePr>
          <p:cNvPr id="4" name="Table 3">
            <a:extLst>
              <a:ext uri="{FF2B5EF4-FFF2-40B4-BE49-F238E27FC236}">
                <a16:creationId xmlns:a16="http://schemas.microsoft.com/office/drawing/2014/main" id="{C4E05BB0-72F7-49FD-7CAE-EF9675993228}"/>
              </a:ext>
            </a:extLst>
          </p:cNvPr>
          <p:cNvGraphicFramePr>
            <a:graphicFrameLocks noGrp="1"/>
          </p:cNvGraphicFramePr>
          <p:nvPr>
            <p:extLst>
              <p:ext uri="{D42A27DB-BD31-4B8C-83A1-F6EECF244321}">
                <p14:modId xmlns:p14="http://schemas.microsoft.com/office/powerpoint/2010/main" val="2884973885"/>
              </p:ext>
            </p:extLst>
          </p:nvPr>
        </p:nvGraphicFramePr>
        <p:xfrm>
          <a:off x="524374" y="1045290"/>
          <a:ext cx="11143251" cy="5348374"/>
        </p:xfrm>
        <a:graphic>
          <a:graphicData uri="http://schemas.openxmlformats.org/drawingml/2006/table">
            <a:tbl>
              <a:tblPr firstRow="1" bandRow="1">
                <a:tableStyleId>{1FECB4D8-DB02-4DC6-A0A2-4F2EBAE1DC90}</a:tableStyleId>
              </a:tblPr>
              <a:tblGrid>
                <a:gridCol w="1726610">
                  <a:extLst>
                    <a:ext uri="{9D8B030D-6E8A-4147-A177-3AD203B41FA5}">
                      <a16:colId xmlns:a16="http://schemas.microsoft.com/office/drawing/2014/main" val="2612846728"/>
                    </a:ext>
                  </a:extLst>
                </a:gridCol>
                <a:gridCol w="1871330">
                  <a:extLst>
                    <a:ext uri="{9D8B030D-6E8A-4147-A177-3AD203B41FA5}">
                      <a16:colId xmlns:a16="http://schemas.microsoft.com/office/drawing/2014/main" val="1505507086"/>
                    </a:ext>
                  </a:extLst>
                </a:gridCol>
                <a:gridCol w="7545311">
                  <a:extLst>
                    <a:ext uri="{9D8B030D-6E8A-4147-A177-3AD203B41FA5}">
                      <a16:colId xmlns:a16="http://schemas.microsoft.com/office/drawing/2014/main" val="1586783761"/>
                    </a:ext>
                  </a:extLst>
                </a:gridCol>
              </a:tblGrid>
              <a:tr h="212358">
                <a:tc>
                  <a:txBody>
                    <a:bodyPr/>
                    <a:lstStyle/>
                    <a:p>
                      <a:r>
                        <a:rPr lang="es-MX" sz="900"/>
                        <a:t>Categoría</a:t>
                      </a:r>
                    </a:p>
                  </a:txBody>
                  <a:tcPr/>
                </a:tc>
                <a:tc>
                  <a:txBody>
                    <a:bodyPr/>
                    <a:lstStyle/>
                    <a:p>
                      <a:r>
                        <a:rPr lang="es-MX" sz="900"/>
                        <a:t>Sub-categoría</a:t>
                      </a:r>
                    </a:p>
                  </a:txBody>
                  <a:tcPr/>
                </a:tc>
                <a:tc>
                  <a:txBody>
                    <a:bodyPr/>
                    <a:lstStyle/>
                    <a:p>
                      <a:r>
                        <a:rPr lang="es-MX" sz="900"/>
                        <a:t>Descripción</a:t>
                      </a:r>
                    </a:p>
                  </a:txBody>
                  <a:tcPr/>
                </a:tc>
                <a:extLst>
                  <a:ext uri="{0D108BD9-81ED-4DB2-BD59-A6C34878D82A}">
                    <a16:rowId xmlns:a16="http://schemas.microsoft.com/office/drawing/2014/main" val="124183599"/>
                  </a:ext>
                </a:extLst>
              </a:tr>
              <a:tr h="212358">
                <a:tc rowSpan="5">
                  <a:txBody>
                    <a:bodyPr/>
                    <a:lstStyle/>
                    <a:p>
                      <a:r>
                        <a:rPr lang="es-MX" sz="900" b="1"/>
                        <a:t>Identifiación de Historia de Usuario</a:t>
                      </a:r>
                    </a:p>
                  </a:txBody>
                  <a:tcPr anchor="ctr">
                    <a:lnR w="12700" cap="flat" cmpd="sng" algn="ctr">
                      <a:solidFill>
                        <a:schemeClr val="bg1">
                          <a:lumMod val="75000"/>
                        </a:schemeClr>
                      </a:solidFill>
                      <a:prstDash val="solid"/>
                      <a:round/>
                      <a:headEnd type="none" w="med" len="med"/>
                      <a:tailEnd type="none" w="med" len="med"/>
                    </a:lnR>
                    <a:solidFill>
                      <a:srgbClr val="DFE4F7"/>
                    </a:solidFill>
                  </a:tcPr>
                </a:tc>
                <a:tc>
                  <a:txBody>
                    <a:bodyPr/>
                    <a:lstStyle/>
                    <a:p>
                      <a:pPr>
                        <a:buNone/>
                      </a:pPr>
                      <a:r>
                        <a:rPr lang="es-MX" sz="900"/>
                        <a:t>ID HU</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DFE4F7"/>
                    </a:solidFill>
                  </a:tcPr>
                </a:tc>
                <a:tc>
                  <a:txBody>
                    <a:bodyPr/>
                    <a:lstStyle/>
                    <a:p>
                      <a:pPr>
                        <a:buNone/>
                      </a:pPr>
                      <a:r>
                        <a:rPr lang="es-MX" sz="900"/>
                        <a:t>Identificador único de la Historia de Usuario</a:t>
                      </a:r>
                    </a:p>
                  </a:txBody>
                  <a:tcPr anchor="ctr">
                    <a:lnL w="12700" cap="flat" cmpd="sng" algn="ctr">
                      <a:solidFill>
                        <a:schemeClr val="bg1">
                          <a:lumMod val="75000"/>
                        </a:schemeClr>
                      </a:solidFill>
                      <a:prstDash val="solid"/>
                      <a:round/>
                      <a:headEnd type="none" w="med" len="med"/>
                      <a:tailEnd type="none" w="med" len="med"/>
                    </a:lnL>
                    <a:solidFill>
                      <a:srgbClr val="DFE4F7"/>
                    </a:solidFill>
                  </a:tcPr>
                </a:tc>
                <a:extLst>
                  <a:ext uri="{0D108BD9-81ED-4DB2-BD59-A6C34878D82A}">
                    <a16:rowId xmlns:a16="http://schemas.microsoft.com/office/drawing/2014/main" val="2467705337"/>
                  </a:ext>
                </a:extLst>
              </a:tr>
              <a:tr h="212358">
                <a:tc vMerge="1">
                  <a:txBody>
                    <a:bodyPr/>
                    <a:lstStyle/>
                    <a:p>
                      <a:endParaRPr lang="es-MX" sz="1100"/>
                    </a:p>
                  </a:txBody>
                  <a:tcPr/>
                </a:tc>
                <a:tc>
                  <a:txBody>
                    <a:bodyPr/>
                    <a:lstStyle/>
                    <a:p>
                      <a:pPr>
                        <a:buNone/>
                      </a:pPr>
                      <a:r>
                        <a:rPr lang="es-MX" sz="900"/>
                        <a:t>Track / Plataforma</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DFE4F7"/>
                    </a:solidFill>
                  </a:tcPr>
                </a:tc>
                <a:tc>
                  <a:txBody>
                    <a:bodyPr/>
                    <a:lstStyle/>
                    <a:p>
                      <a:pPr>
                        <a:buNone/>
                      </a:pPr>
                      <a:r>
                        <a:rPr lang="es-MX" sz="900"/>
                        <a:t>Plataforma o canal responsable de la entrega (SmartVista, Apolo, App Digital, CAT, Cobranza, SIWEB)</a:t>
                      </a:r>
                    </a:p>
                  </a:txBody>
                  <a:tcPr anchor="ctr">
                    <a:lnL w="12700" cap="flat" cmpd="sng" algn="ctr">
                      <a:solidFill>
                        <a:schemeClr val="bg1">
                          <a:lumMod val="75000"/>
                        </a:schemeClr>
                      </a:solidFill>
                      <a:prstDash val="solid"/>
                      <a:round/>
                      <a:headEnd type="none" w="med" len="med"/>
                      <a:tailEnd type="none" w="med" len="med"/>
                    </a:lnL>
                    <a:solidFill>
                      <a:srgbClr val="DFE4F7"/>
                    </a:solidFill>
                  </a:tcPr>
                </a:tc>
                <a:extLst>
                  <a:ext uri="{0D108BD9-81ED-4DB2-BD59-A6C34878D82A}">
                    <a16:rowId xmlns:a16="http://schemas.microsoft.com/office/drawing/2014/main" val="155997875"/>
                  </a:ext>
                </a:extLst>
              </a:tr>
              <a:tr h="212358">
                <a:tc vMerge="1">
                  <a:txBody>
                    <a:bodyPr/>
                    <a:lstStyle/>
                    <a:p>
                      <a:endParaRPr lang="es-MX" sz="1100"/>
                    </a:p>
                  </a:txBody>
                  <a:tcPr/>
                </a:tc>
                <a:tc>
                  <a:txBody>
                    <a:bodyPr/>
                    <a:lstStyle/>
                    <a:p>
                      <a:pPr>
                        <a:buNone/>
                      </a:pPr>
                      <a:r>
                        <a:rPr lang="es-MX" sz="900"/>
                        <a:t>Descripción corta</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DFE4F7"/>
                    </a:solidFill>
                  </a:tcPr>
                </a:tc>
                <a:tc>
                  <a:txBody>
                    <a:bodyPr/>
                    <a:lstStyle/>
                    <a:p>
                      <a:pPr>
                        <a:buNone/>
                      </a:pPr>
                      <a:r>
                        <a:rPr lang="es-MX" sz="900"/>
                        <a:t>Nombre funcional breve de la HU — qué hace en una línea</a:t>
                      </a:r>
                    </a:p>
                  </a:txBody>
                  <a:tcPr anchor="ctr">
                    <a:lnL w="12700" cap="flat" cmpd="sng" algn="ctr">
                      <a:solidFill>
                        <a:schemeClr val="bg1">
                          <a:lumMod val="75000"/>
                        </a:schemeClr>
                      </a:solidFill>
                      <a:prstDash val="solid"/>
                      <a:round/>
                      <a:headEnd type="none" w="med" len="med"/>
                      <a:tailEnd type="none" w="med" len="med"/>
                    </a:lnL>
                    <a:solidFill>
                      <a:srgbClr val="DFE4F7"/>
                    </a:solidFill>
                  </a:tcPr>
                </a:tc>
                <a:extLst>
                  <a:ext uri="{0D108BD9-81ED-4DB2-BD59-A6C34878D82A}">
                    <a16:rowId xmlns:a16="http://schemas.microsoft.com/office/drawing/2014/main" val="514797181"/>
                  </a:ext>
                </a:extLst>
              </a:tr>
              <a:tr h="212358">
                <a:tc vMerge="1">
                  <a:txBody>
                    <a:bodyPr/>
                    <a:lstStyle/>
                    <a:p>
                      <a:endParaRPr lang="es-MX" sz="1100"/>
                    </a:p>
                  </a:txBody>
                  <a:tcPr/>
                </a:tc>
                <a:tc>
                  <a:txBody>
                    <a:bodyPr/>
                    <a:lstStyle/>
                    <a:p>
                      <a:pPr>
                        <a:buNone/>
                      </a:pPr>
                      <a:r>
                        <a:rPr lang="es-MX" sz="900"/>
                        <a:t>Producto</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DFE4F7"/>
                    </a:solidFill>
                  </a:tcPr>
                </a:tc>
                <a:tc>
                  <a:txBody>
                    <a:bodyPr/>
                    <a:lstStyle/>
                    <a:p>
                      <a:pPr>
                        <a:buNone/>
                      </a:pPr>
                      <a:r>
                        <a:rPr lang="es-MX" sz="900"/>
                        <a:t>Producto bancario al que aplica (TDC Clásica, TDD, Coppel Pay, Crédito al Consumo)</a:t>
                      </a:r>
                    </a:p>
                  </a:txBody>
                  <a:tcPr anchor="ctr">
                    <a:lnL w="12700" cap="flat" cmpd="sng" algn="ctr">
                      <a:solidFill>
                        <a:schemeClr val="bg1">
                          <a:lumMod val="75000"/>
                        </a:schemeClr>
                      </a:solidFill>
                      <a:prstDash val="solid"/>
                      <a:round/>
                      <a:headEnd type="none" w="med" len="med"/>
                      <a:tailEnd type="none" w="med" len="med"/>
                    </a:lnL>
                    <a:solidFill>
                      <a:srgbClr val="DFE4F7"/>
                    </a:solidFill>
                  </a:tcPr>
                </a:tc>
                <a:extLst>
                  <a:ext uri="{0D108BD9-81ED-4DB2-BD59-A6C34878D82A}">
                    <a16:rowId xmlns:a16="http://schemas.microsoft.com/office/drawing/2014/main" val="3411216453"/>
                  </a:ext>
                </a:extLst>
              </a:tr>
              <a:tr h="212358">
                <a:tc vMerge="1">
                  <a:txBody>
                    <a:bodyPr/>
                    <a:lstStyle/>
                    <a:p>
                      <a:endParaRPr lang="es-MX" sz="1100"/>
                    </a:p>
                  </a:txBody>
                  <a:tcPr/>
                </a:tc>
                <a:tc>
                  <a:txBody>
                    <a:bodyPr/>
                    <a:lstStyle/>
                    <a:p>
                      <a:pPr>
                        <a:buNone/>
                      </a:pPr>
                      <a:r>
                        <a:rPr lang="es-MX" sz="900"/>
                        <a:t>Funcionalidad / BB</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DFE4F7"/>
                    </a:solidFill>
                  </a:tcPr>
                </a:tc>
                <a:tc>
                  <a:txBody>
                    <a:bodyPr/>
                    <a:lstStyle/>
                    <a:p>
                      <a:pPr>
                        <a:buNone/>
                      </a:pPr>
                      <a:r>
                        <a:rPr lang="es-MX" sz="900"/>
                        <a:t>Agrupador funcional o Building Block al que pertenece la HU</a:t>
                      </a:r>
                    </a:p>
                  </a:txBody>
                  <a:tcPr anchor="ctr">
                    <a:lnL w="12700" cap="flat" cmpd="sng" algn="ctr">
                      <a:solidFill>
                        <a:schemeClr val="bg1">
                          <a:lumMod val="75000"/>
                        </a:schemeClr>
                      </a:solidFill>
                      <a:prstDash val="solid"/>
                      <a:round/>
                      <a:headEnd type="none" w="med" len="med"/>
                      <a:tailEnd type="none" w="med" len="med"/>
                    </a:lnL>
                    <a:solidFill>
                      <a:srgbClr val="DFE4F7"/>
                    </a:solidFill>
                  </a:tcPr>
                </a:tc>
                <a:extLst>
                  <a:ext uri="{0D108BD9-81ED-4DB2-BD59-A6C34878D82A}">
                    <a16:rowId xmlns:a16="http://schemas.microsoft.com/office/drawing/2014/main" val="3651567423"/>
                  </a:ext>
                </a:extLst>
              </a:tr>
              <a:tr h="212358">
                <a:tc rowSpan="4">
                  <a:txBody>
                    <a:bodyPr/>
                    <a:lstStyle/>
                    <a:p>
                      <a:r>
                        <a:rPr lang="es-MX" sz="900" b="1"/>
                        <a:t>Alcance</a:t>
                      </a:r>
                    </a:p>
                  </a:txBody>
                  <a:tcPr anchor="ctr">
                    <a:lnR w="12700" cap="flat" cmpd="sng" algn="ctr">
                      <a:solidFill>
                        <a:schemeClr val="bg1">
                          <a:lumMod val="75000"/>
                        </a:schemeClr>
                      </a:solidFill>
                      <a:prstDash val="solid"/>
                      <a:round/>
                      <a:headEnd type="none" w="med" len="med"/>
                      <a:tailEnd type="none" w="med" len="med"/>
                    </a:lnR>
                    <a:solidFill>
                      <a:srgbClr val="FFFFFF"/>
                    </a:solidFill>
                  </a:tcPr>
                </a:tc>
                <a:tc>
                  <a:txBody>
                    <a:bodyPr/>
                    <a:lstStyle/>
                    <a:p>
                      <a:pPr>
                        <a:buNone/>
                      </a:pPr>
                      <a:r>
                        <a:rPr lang="es-MX" sz="900"/>
                        <a:t>Descripción Funcional</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FFFFFF"/>
                    </a:solidFill>
                  </a:tcPr>
                </a:tc>
                <a:tc>
                  <a:txBody>
                    <a:bodyPr/>
                    <a:lstStyle/>
                    <a:p>
                      <a:pPr>
                        <a:buNone/>
                      </a:pPr>
                      <a:r>
                        <a:rPr lang="es-MX" sz="900"/>
                        <a:t>Explicación detallada de qué hace la HU, incluyendo flujos, condiciones y restricciones clave</a:t>
                      </a:r>
                    </a:p>
                  </a:txBody>
                  <a:tcPr anchor="ctr">
                    <a:lnL w="12700" cap="flat" cmpd="sng" algn="ctr">
                      <a:solidFill>
                        <a:schemeClr val="bg1">
                          <a:lumMod val="75000"/>
                        </a:schemeClr>
                      </a:solidFill>
                      <a:prstDash val="solid"/>
                      <a:round/>
                      <a:headEnd type="none" w="med" len="med"/>
                      <a:tailEnd type="none" w="med" len="med"/>
                    </a:lnL>
                    <a:solidFill>
                      <a:srgbClr val="FFFFFF"/>
                    </a:solidFill>
                  </a:tcPr>
                </a:tc>
                <a:extLst>
                  <a:ext uri="{0D108BD9-81ED-4DB2-BD59-A6C34878D82A}">
                    <a16:rowId xmlns:a16="http://schemas.microsoft.com/office/drawing/2014/main" val="4127855247"/>
                  </a:ext>
                </a:extLst>
              </a:tr>
              <a:tr h="212358">
                <a:tc vMerge="1">
                  <a:txBody>
                    <a:bodyPr/>
                    <a:lstStyle/>
                    <a:p>
                      <a:endParaRPr lang="es-MX" sz="1100"/>
                    </a:p>
                  </a:txBody>
                  <a:tcPr/>
                </a:tc>
                <a:tc>
                  <a:txBody>
                    <a:bodyPr/>
                    <a:lstStyle/>
                    <a:p>
                      <a:pPr>
                        <a:buNone/>
                      </a:pPr>
                      <a:r>
                        <a:rPr lang="es-MX" sz="900"/>
                        <a:t>Reglas de Negocio Clave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FFFFFF"/>
                    </a:solidFill>
                  </a:tcPr>
                </a:tc>
                <a:tc>
                  <a:txBody>
                    <a:bodyPr/>
                    <a:lstStyle/>
                    <a:p>
                      <a:pPr>
                        <a:buNone/>
                      </a:pPr>
                      <a:r>
                        <a:rPr lang="es-MX" sz="900"/>
                        <a:t>Reglas y restricciones de negocio que la HU debe cumplir en producción</a:t>
                      </a:r>
                    </a:p>
                  </a:txBody>
                  <a:tcPr anchor="ctr">
                    <a:lnL w="12700" cap="flat" cmpd="sng" algn="ctr">
                      <a:solidFill>
                        <a:schemeClr val="bg1">
                          <a:lumMod val="75000"/>
                        </a:schemeClr>
                      </a:solidFill>
                      <a:prstDash val="solid"/>
                      <a:round/>
                      <a:headEnd type="none" w="med" len="med"/>
                      <a:tailEnd type="none" w="med" len="med"/>
                    </a:lnL>
                    <a:solidFill>
                      <a:srgbClr val="FFFFFF"/>
                    </a:solidFill>
                  </a:tcPr>
                </a:tc>
                <a:extLst>
                  <a:ext uri="{0D108BD9-81ED-4DB2-BD59-A6C34878D82A}">
                    <a16:rowId xmlns:a16="http://schemas.microsoft.com/office/drawing/2014/main" val="2488268892"/>
                  </a:ext>
                </a:extLst>
              </a:tr>
              <a:tr h="212358">
                <a:tc vMerge="1">
                  <a:txBody>
                    <a:bodyPr/>
                    <a:lstStyle/>
                    <a:p>
                      <a:endParaRPr lang="es-MX" sz="1100"/>
                    </a:p>
                  </a:txBody>
                  <a:tcPr/>
                </a:tc>
                <a:tc>
                  <a:txBody>
                    <a:bodyPr/>
                    <a:lstStyle/>
                    <a:p>
                      <a:pPr>
                        <a:buNone/>
                      </a:pPr>
                      <a:r>
                        <a:rPr lang="es-MX" sz="900"/>
                        <a:t>Canal(es) Afectado(s)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FFFFFF"/>
                    </a:solidFill>
                  </a:tcPr>
                </a:tc>
                <a:tc>
                  <a:txBody>
                    <a:bodyPr/>
                    <a:lstStyle/>
                    <a:p>
                      <a:pPr>
                        <a:buNone/>
                      </a:pPr>
                      <a:r>
                        <a:rPr lang="es-MX" sz="900"/>
                        <a:t>Canales de atención o plataformas impactadas (App, SIWEB, ATM, BPI, Sucursal, IVR)</a:t>
                      </a:r>
                    </a:p>
                  </a:txBody>
                  <a:tcPr anchor="ctr">
                    <a:lnL w="12700" cap="flat" cmpd="sng" algn="ctr">
                      <a:solidFill>
                        <a:schemeClr val="bg1">
                          <a:lumMod val="75000"/>
                        </a:schemeClr>
                      </a:solidFill>
                      <a:prstDash val="solid"/>
                      <a:round/>
                      <a:headEnd type="none" w="med" len="med"/>
                      <a:tailEnd type="none" w="med" len="med"/>
                    </a:lnL>
                    <a:solidFill>
                      <a:srgbClr val="FFFFFF"/>
                    </a:solidFill>
                  </a:tcPr>
                </a:tc>
                <a:extLst>
                  <a:ext uri="{0D108BD9-81ED-4DB2-BD59-A6C34878D82A}">
                    <a16:rowId xmlns:a16="http://schemas.microsoft.com/office/drawing/2014/main" val="361016980"/>
                  </a:ext>
                </a:extLst>
              </a:tr>
              <a:tr h="212358">
                <a:tc vMerge="1">
                  <a:txBody>
                    <a:bodyPr/>
                    <a:lstStyle/>
                    <a:p>
                      <a:endParaRPr lang="es-MX" sz="1100"/>
                    </a:p>
                  </a:txBody>
                  <a:tcPr/>
                </a:tc>
                <a:tc>
                  <a:txBody>
                    <a:bodyPr/>
                    <a:lstStyle/>
                    <a:p>
                      <a:pPr>
                        <a:buNone/>
                      </a:pPr>
                      <a:r>
                        <a:rPr lang="es-MX" sz="900"/>
                        <a:t>Usuario Final / Actor Principal</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FFFFFF"/>
                    </a:solidFill>
                  </a:tcPr>
                </a:tc>
                <a:tc>
                  <a:txBody>
                    <a:bodyPr/>
                    <a:lstStyle/>
                    <a:p>
                      <a:pPr>
                        <a:buNone/>
                      </a:pPr>
                      <a:r>
                        <a:rPr lang="es-MX" sz="900"/>
                        <a:t>Rol o sistema que ejecuta o es impactado por la HU</a:t>
                      </a:r>
                    </a:p>
                  </a:txBody>
                  <a:tcPr anchor="ctr">
                    <a:lnL w="12700" cap="flat" cmpd="sng" algn="ctr">
                      <a:solidFill>
                        <a:schemeClr val="bg1">
                          <a:lumMod val="75000"/>
                        </a:schemeClr>
                      </a:solidFill>
                      <a:prstDash val="solid"/>
                      <a:round/>
                      <a:headEnd type="none" w="med" len="med"/>
                      <a:tailEnd type="none" w="med" len="med"/>
                    </a:lnL>
                    <a:solidFill>
                      <a:srgbClr val="FFFFFF"/>
                    </a:solidFill>
                  </a:tcPr>
                </a:tc>
                <a:extLst>
                  <a:ext uri="{0D108BD9-81ED-4DB2-BD59-A6C34878D82A}">
                    <a16:rowId xmlns:a16="http://schemas.microsoft.com/office/drawing/2014/main" val="169335871"/>
                  </a:ext>
                </a:extLst>
              </a:tr>
              <a:tr h="339773">
                <a:tc rowSpan="7">
                  <a:txBody>
                    <a:bodyPr/>
                    <a:lstStyle/>
                    <a:p>
                      <a:r>
                        <a:rPr lang="es-MX" sz="900" b="1"/>
                        <a:t>Prioridad e Impacto</a:t>
                      </a:r>
                    </a:p>
                  </a:txBody>
                  <a:tcPr anchor="ctr">
                    <a:lnR w="12700" cap="flat" cmpd="sng" algn="ctr">
                      <a:solidFill>
                        <a:schemeClr val="bg1">
                          <a:lumMod val="75000"/>
                        </a:schemeClr>
                      </a:solidFill>
                      <a:prstDash val="solid"/>
                      <a:round/>
                      <a:headEnd type="none" w="med" len="med"/>
                      <a:tailEnd type="none" w="med" len="med"/>
                    </a:lnR>
                    <a:solidFill>
                      <a:srgbClr val="DFE4F7"/>
                    </a:solidFill>
                  </a:tcPr>
                </a:tc>
                <a:tc>
                  <a:txBody>
                    <a:bodyPr/>
                    <a:lstStyle/>
                    <a:p>
                      <a:pPr>
                        <a:buNone/>
                      </a:pPr>
                      <a:r>
                        <a:rPr lang="es-MX" sz="900"/>
                        <a:t>Prioridad MoSCoW</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DFE4F7"/>
                    </a:solidFill>
                  </a:tcPr>
                </a:tc>
                <a:tc>
                  <a:txBody>
                    <a:bodyPr/>
                    <a:lstStyle/>
                    <a:p>
                      <a:pPr>
                        <a:buNone/>
                      </a:pPr>
                      <a:r>
                        <a:rPr lang="es-MX" sz="900"/>
                        <a:t>Clasificación de obligatoriedad para Go-live: Must / Should / Could / Won’t. </a:t>
                      </a:r>
                      <a:r>
                        <a:rPr lang="es-MX" sz="900" i="1"/>
                        <a:t>(Detalle de definición incluida en criterios de definición)</a:t>
                      </a:r>
                    </a:p>
                  </a:txBody>
                  <a:tcPr anchor="ctr">
                    <a:lnL w="12700" cap="flat" cmpd="sng" algn="ctr">
                      <a:solidFill>
                        <a:schemeClr val="bg1">
                          <a:lumMod val="75000"/>
                        </a:schemeClr>
                      </a:solidFill>
                      <a:prstDash val="solid"/>
                      <a:round/>
                      <a:headEnd type="none" w="med" len="med"/>
                      <a:tailEnd type="none" w="med" len="med"/>
                    </a:lnL>
                    <a:solidFill>
                      <a:srgbClr val="DFE4F7"/>
                    </a:solidFill>
                  </a:tcPr>
                </a:tc>
                <a:extLst>
                  <a:ext uri="{0D108BD9-81ED-4DB2-BD59-A6C34878D82A}">
                    <a16:rowId xmlns:a16="http://schemas.microsoft.com/office/drawing/2014/main" val="1580597337"/>
                  </a:ext>
                </a:extLst>
              </a:tr>
              <a:tr h="339773">
                <a:tc vMerge="1">
                  <a:txBody>
                    <a:bodyPr/>
                    <a:lstStyle/>
                    <a:p>
                      <a:endParaRPr lang="es-MX" sz="1100"/>
                    </a:p>
                  </a:txBody>
                  <a:tcPr/>
                </a:tc>
                <a:tc>
                  <a:txBody>
                    <a:bodyPr/>
                    <a:lstStyle/>
                    <a:p>
                      <a:pPr>
                        <a:buNone/>
                      </a:pPr>
                      <a:r>
                        <a:rPr lang="es-MX" sz="900"/>
                        <a:t>Solución / Integración</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DFE4F7"/>
                    </a:solidFill>
                  </a:tcPr>
                </a:tc>
                <a:tc>
                  <a:txBody>
                    <a:bodyPr/>
                    <a:lstStyle/>
                    <a:p>
                      <a:pPr>
                        <a:buNone/>
                      </a:pPr>
                      <a:r>
                        <a:rPr lang="es-MX" sz="900"/>
                        <a:t>Naturaleza del desarrollo: Solución / Integración / Solución e Integración. </a:t>
                      </a:r>
                      <a:r>
                        <a:rPr lang="es-MX" sz="900" i="1"/>
                        <a:t>(Detalle de definición incluida en criterios de definición)</a:t>
                      </a:r>
                      <a:endParaRPr lang="es-MX" sz="900"/>
                    </a:p>
                  </a:txBody>
                  <a:tcPr anchor="ctr">
                    <a:lnL w="12700" cap="flat" cmpd="sng" algn="ctr">
                      <a:solidFill>
                        <a:schemeClr val="bg1">
                          <a:lumMod val="75000"/>
                        </a:schemeClr>
                      </a:solidFill>
                      <a:prstDash val="solid"/>
                      <a:round/>
                      <a:headEnd type="none" w="med" len="med"/>
                      <a:tailEnd type="none" w="med" len="med"/>
                    </a:lnL>
                    <a:solidFill>
                      <a:srgbClr val="DFE4F7"/>
                    </a:solidFill>
                  </a:tcPr>
                </a:tc>
                <a:extLst>
                  <a:ext uri="{0D108BD9-81ED-4DB2-BD59-A6C34878D82A}">
                    <a16:rowId xmlns:a16="http://schemas.microsoft.com/office/drawing/2014/main" val="4196366037"/>
                  </a:ext>
                </a:extLst>
              </a:tr>
              <a:tr h="212358">
                <a:tc vMerge="1">
                  <a:txBody>
                    <a:bodyPr/>
                    <a:lstStyle/>
                    <a:p>
                      <a:endParaRPr lang="es-MX" sz="1100"/>
                    </a:p>
                  </a:txBody>
                  <a:tcPr/>
                </a:tc>
                <a:tc>
                  <a:txBody>
                    <a:bodyPr/>
                    <a:lstStyle/>
                    <a:p>
                      <a:pPr>
                        <a:buNone/>
                      </a:pPr>
                      <a:r>
                        <a:rPr lang="es-MX" sz="900"/>
                        <a:t># Integraciones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DFE4F7"/>
                    </a:solidFill>
                  </a:tcPr>
                </a:tc>
                <a:tc>
                  <a:txBody>
                    <a:bodyPr/>
                    <a:lstStyle/>
                    <a:p>
                      <a:pPr>
                        <a:buNone/>
                      </a:pPr>
                      <a:r>
                        <a:rPr lang="es-MX" sz="900"/>
                        <a:t>Número de integraciones entre sistemas — tipo API, Batch, Evento, Archivo, MQ, SOAP o REST.</a:t>
                      </a:r>
                    </a:p>
                  </a:txBody>
                  <a:tcPr anchor="ctr">
                    <a:lnL w="12700" cap="flat" cmpd="sng" algn="ctr">
                      <a:solidFill>
                        <a:schemeClr val="bg1">
                          <a:lumMod val="75000"/>
                        </a:schemeClr>
                      </a:solidFill>
                      <a:prstDash val="solid"/>
                      <a:round/>
                      <a:headEnd type="none" w="med" len="med"/>
                      <a:tailEnd type="none" w="med" len="med"/>
                    </a:lnL>
                    <a:solidFill>
                      <a:srgbClr val="DFE4F7"/>
                    </a:solidFill>
                  </a:tcPr>
                </a:tc>
                <a:extLst>
                  <a:ext uri="{0D108BD9-81ED-4DB2-BD59-A6C34878D82A}">
                    <a16:rowId xmlns:a16="http://schemas.microsoft.com/office/drawing/2014/main" val="122634746"/>
                  </a:ext>
                </a:extLst>
              </a:tr>
              <a:tr h="339773">
                <a:tc vMerge="1">
                  <a:txBody>
                    <a:bodyPr/>
                    <a:lstStyle/>
                    <a:p>
                      <a:endParaRPr lang="es-MX" sz="1100"/>
                    </a:p>
                  </a:txBody>
                  <a:tcPr/>
                </a:tc>
                <a:tc>
                  <a:txBody>
                    <a:bodyPr/>
                    <a:lstStyle/>
                    <a:p>
                      <a:pPr>
                        <a:buNone/>
                      </a:pPr>
                      <a:r>
                        <a:rPr lang="es-MX" sz="900"/>
                        <a:t>Impacto Solución</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DFE4F7"/>
                    </a:solidFill>
                  </a:tcPr>
                </a:tc>
                <a:tc>
                  <a:txBody>
                    <a:bodyPr/>
                    <a:lstStyle/>
                    <a:p>
                      <a:pPr>
                        <a:buNone/>
                      </a:pPr>
                      <a:r>
                        <a:rPr lang="es-MX" sz="900"/>
                        <a:t>Impacto de la solución requerido en la plataforma: Caja / Configuración / Desarrollo / Desarrollo + Configuración. </a:t>
                      </a:r>
                      <a:r>
                        <a:rPr lang="es-MX" sz="900" i="1"/>
                        <a:t>(Detalle de definición incluida en criterios de definición)</a:t>
                      </a:r>
                      <a:endParaRPr lang="es-MX" sz="900"/>
                    </a:p>
                  </a:txBody>
                  <a:tcPr anchor="ctr">
                    <a:lnL w="12700" cap="flat" cmpd="sng" algn="ctr">
                      <a:solidFill>
                        <a:schemeClr val="bg1">
                          <a:lumMod val="75000"/>
                        </a:schemeClr>
                      </a:solidFill>
                      <a:prstDash val="solid"/>
                      <a:round/>
                      <a:headEnd type="none" w="med" len="med"/>
                      <a:tailEnd type="none" w="med" len="med"/>
                    </a:lnL>
                    <a:solidFill>
                      <a:srgbClr val="DFE4F7"/>
                    </a:solidFill>
                  </a:tcPr>
                </a:tc>
                <a:extLst>
                  <a:ext uri="{0D108BD9-81ED-4DB2-BD59-A6C34878D82A}">
                    <a16:rowId xmlns:a16="http://schemas.microsoft.com/office/drawing/2014/main" val="3379548630"/>
                  </a:ext>
                </a:extLst>
              </a:tr>
              <a:tr h="279708">
                <a:tc vMerge="1">
                  <a:txBody>
                    <a:bodyPr/>
                    <a:lstStyle/>
                    <a:p>
                      <a:endParaRPr lang="es-MX" sz="1100"/>
                    </a:p>
                  </a:txBody>
                  <a:tcPr/>
                </a:tc>
                <a:tc>
                  <a:txBody>
                    <a:bodyPr/>
                    <a:lstStyle/>
                    <a:p>
                      <a:pPr>
                        <a:buNone/>
                      </a:pPr>
                      <a:r>
                        <a:rPr lang="es-MX" sz="900"/>
                        <a:t>Reusabilidad de Solución</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DFE4F7"/>
                    </a:solidFill>
                  </a:tcPr>
                </a:tc>
                <a:tc>
                  <a:txBody>
                    <a:bodyPr/>
                    <a:lstStyle/>
                    <a:p>
                      <a:pPr>
                        <a:buNone/>
                      </a:pPr>
                      <a:r>
                        <a:rPr lang="es-MX" sz="900"/>
                        <a:t>Porcentaje de componentes, servicios o flujos existentes que la HU puede aprovechar sin desarrollo nuevo</a:t>
                      </a:r>
                    </a:p>
                  </a:txBody>
                  <a:tcPr anchor="ctr">
                    <a:lnL w="12700" cap="flat" cmpd="sng" algn="ctr">
                      <a:solidFill>
                        <a:schemeClr val="bg1">
                          <a:lumMod val="75000"/>
                        </a:schemeClr>
                      </a:solidFill>
                      <a:prstDash val="solid"/>
                      <a:round/>
                      <a:headEnd type="none" w="med" len="med"/>
                      <a:tailEnd type="none" w="med" len="med"/>
                    </a:lnL>
                    <a:solidFill>
                      <a:srgbClr val="DFE4F7"/>
                    </a:solidFill>
                  </a:tcPr>
                </a:tc>
                <a:extLst>
                  <a:ext uri="{0D108BD9-81ED-4DB2-BD59-A6C34878D82A}">
                    <a16:rowId xmlns:a16="http://schemas.microsoft.com/office/drawing/2014/main" val="445349935"/>
                  </a:ext>
                </a:extLst>
              </a:tr>
              <a:tr h="212358">
                <a:tc vMerge="1">
                  <a:txBody>
                    <a:bodyPr/>
                    <a:lstStyle/>
                    <a:p>
                      <a:endParaRPr lang="es-MX" sz="1100"/>
                    </a:p>
                  </a:txBody>
                  <a:tcPr/>
                </a:tc>
                <a:tc>
                  <a:txBody>
                    <a:bodyPr/>
                    <a:lstStyle/>
                    <a:p>
                      <a:pPr>
                        <a:buNone/>
                      </a:pPr>
                      <a:r>
                        <a:rPr lang="es-MX" sz="900"/>
                        <a:t># Criterios de Aceptación</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DFE4F7"/>
                    </a:solidFill>
                  </a:tcPr>
                </a:tc>
                <a:tc>
                  <a:txBody>
                    <a:bodyPr/>
                    <a:lstStyle/>
                    <a:p>
                      <a:pPr>
                        <a:buNone/>
                      </a:pPr>
                      <a:r>
                        <a:rPr lang="es-MX" sz="900"/>
                        <a:t>Número de criterios de aceptación documentados en la HU</a:t>
                      </a:r>
                    </a:p>
                  </a:txBody>
                  <a:tcPr anchor="ctr">
                    <a:lnL w="12700" cap="flat" cmpd="sng" algn="ctr">
                      <a:solidFill>
                        <a:schemeClr val="bg1">
                          <a:lumMod val="75000"/>
                        </a:schemeClr>
                      </a:solidFill>
                      <a:prstDash val="solid"/>
                      <a:round/>
                      <a:headEnd type="none" w="med" len="med"/>
                      <a:tailEnd type="none" w="med" len="med"/>
                    </a:lnL>
                    <a:solidFill>
                      <a:srgbClr val="DFE4F7"/>
                    </a:solidFill>
                  </a:tcPr>
                </a:tc>
                <a:extLst>
                  <a:ext uri="{0D108BD9-81ED-4DB2-BD59-A6C34878D82A}">
                    <a16:rowId xmlns:a16="http://schemas.microsoft.com/office/drawing/2014/main" val="42041673"/>
                  </a:ext>
                </a:extLst>
              </a:tr>
              <a:tr h="212358">
                <a:tc vMerge="1">
                  <a:txBody>
                    <a:bodyPr/>
                    <a:lstStyle/>
                    <a:p>
                      <a:endParaRPr lang="es-MX" sz="1100"/>
                    </a:p>
                  </a:txBody>
                  <a:tcPr/>
                </a:tc>
                <a:tc>
                  <a:txBody>
                    <a:bodyPr/>
                    <a:lstStyle/>
                    <a:p>
                      <a:pPr>
                        <a:buNone/>
                      </a:pPr>
                      <a:r>
                        <a:rPr lang="es-MX" sz="900"/>
                        <a:t># Pantallas </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DFE4F7"/>
                    </a:solidFill>
                  </a:tcPr>
                </a:tc>
                <a:tc>
                  <a:txBody>
                    <a:bodyPr/>
                    <a:lstStyle/>
                    <a:p>
                      <a:pPr>
                        <a:buNone/>
                      </a:pPr>
                      <a:r>
                        <a:rPr lang="es-MX" sz="900"/>
                        <a:t>Número de pantallas o vistas UI nuevas o modificadas que requiere la HU</a:t>
                      </a:r>
                    </a:p>
                  </a:txBody>
                  <a:tcPr anchor="ctr">
                    <a:lnL w="12700" cap="flat" cmpd="sng" algn="ctr">
                      <a:solidFill>
                        <a:schemeClr val="bg1">
                          <a:lumMod val="75000"/>
                        </a:schemeClr>
                      </a:solidFill>
                      <a:prstDash val="solid"/>
                      <a:round/>
                      <a:headEnd type="none" w="med" len="med"/>
                      <a:tailEnd type="none" w="med" len="med"/>
                    </a:lnL>
                    <a:solidFill>
                      <a:srgbClr val="DFE4F7"/>
                    </a:solidFill>
                  </a:tcPr>
                </a:tc>
                <a:extLst>
                  <a:ext uri="{0D108BD9-81ED-4DB2-BD59-A6C34878D82A}">
                    <a16:rowId xmlns:a16="http://schemas.microsoft.com/office/drawing/2014/main" val="637025778"/>
                  </a:ext>
                </a:extLst>
              </a:tr>
              <a:tr h="339773">
                <a:tc>
                  <a:txBody>
                    <a:bodyPr/>
                    <a:lstStyle/>
                    <a:p>
                      <a:r>
                        <a:rPr lang="es-MX" sz="900" b="1"/>
                        <a:t>Complejidad</a:t>
                      </a:r>
                    </a:p>
                  </a:txBody>
                  <a:tcPr anchor="ctr">
                    <a:lnR w="12700" cap="flat" cmpd="sng" algn="ctr">
                      <a:solidFill>
                        <a:schemeClr val="bg1">
                          <a:lumMod val="75000"/>
                        </a:schemeClr>
                      </a:solidFill>
                      <a:prstDash val="solid"/>
                      <a:round/>
                      <a:headEnd type="none" w="med" len="med"/>
                      <a:tailEnd type="none" w="med" len="med"/>
                    </a:lnR>
                    <a:solidFill>
                      <a:schemeClr val="bg1"/>
                    </a:solidFill>
                  </a:tcPr>
                </a:tc>
                <a:tc>
                  <a:txBody>
                    <a:bodyPr/>
                    <a:lstStyle/>
                    <a:p>
                      <a:pPr>
                        <a:buNone/>
                      </a:pPr>
                      <a:r>
                        <a:rPr lang="es-MX" sz="900"/>
                        <a:t>Complejidad</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chemeClr val="bg1"/>
                    </a:solidFill>
                  </a:tcPr>
                </a:tc>
                <a:tc>
                  <a:txBody>
                    <a:bodyPr/>
                    <a:lstStyle/>
                    <a:p>
                      <a:pPr>
                        <a:buNone/>
                      </a:pPr>
                      <a:r>
                        <a:rPr lang="es-MX" sz="900"/>
                        <a:t> Complejidad alta, media y baja basada en reglas que involucran número de integraciones, impacto y reusabilidad de la solución, número de pantallas y criterios de aceptación de la solución.</a:t>
                      </a:r>
                    </a:p>
                  </a:txBody>
                  <a:tcPr anchor="ctr">
                    <a:lnL w="12700" cap="flat" cmpd="sng" algn="ctr">
                      <a:solidFill>
                        <a:schemeClr val="bg1">
                          <a:lumMod val="75000"/>
                        </a:schemeClr>
                      </a:solidFill>
                      <a:prstDash val="solid"/>
                      <a:round/>
                      <a:headEnd type="none" w="med" len="med"/>
                      <a:tailEnd type="none" w="med" len="med"/>
                    </a:lnL>
                    <a:solidFill>
                      <a:schemeClr val="bg1"/>
                    </a:solidFill>
                  </a:tcPr>
                </a:tc>
                <a:extLst>
                  <a:ext uri="{0D108BD9-81ED-4DB2-BD59-A6C34878D82A}">
                    <a16:rowId xmlns:a16="http://schemas.microsoft.com/office/drawing/2014/main" val="4171620812"/>
                  </a:ext>
                </a:extLst>
              </a:tr>
              <a:tr h="212358">
                <a:tc rowSpan="3">
                  <a:txBody>
                    <a:bodyPr/>
                    <a:lstStyle/>
                    <a:p>
                      <a:r>
                        <a:rPr lang="es-MX" sz="900" b="1"/>
                        <a:t>Fechas de inicio y fin por fase de desarrollo</a:t>
                      </a:r>
                    </a:p>
                  </a:txBody>
                  <a:tcPr anchor="ctr">
                    <a:lnR w="12700" cap="flat" cmpd="sng" algn="ctr">
                      <a:solidFill>
                        <a:schemeClr val="bg1">
                          <a:lumMod val="75000"/>
                        </a:schemeClr>
                      </a:solidFill>
                      <a:prstDash val="solid"/>
                      <a:round/>
                      <a:headEnd type="none" w="med" len="med"/>
                      <a:tailEnd type="none" w="med" len="med"/>
                    </a:lnR>
                    <a:solidFill>
                      <a:srgbClr val="DFE4F7"/>
                    </a:solidFill>
                  </a:tcPr>
                </a:tc>
                <a:tc>
                  <a:txBody>
                    <a:bodyPr/>
                    <a:lstStyle/>
                    <a:p>
                      <a:pPr>
                        <a:buNone/>
                      </a:pPr>
                      <a:r>
                        <a:rPr lang="es-MX" sz="900"/>
                        <a:t>Análisis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DFE4F7"/>
                    </a:solidFill>
                  </a:tcPr>
                </a:tc>
                <a:tc>
                  <a:txBody>
                    <a:bodyPr/>
                    <a:lstStyle/>
                    <a:p>
                      <a:pPr>
                        <a:buNone/>
                      </a:pPr>
                      <a:r>
                        <a:rPr lang="es-MX" sz="900"/>
                        <a:t>Ventana de ejecución de actividades de análisis: DEF, mesas de trabajo, refinamiento, VoBo</a:t>
                      </a:r>
                    </a:p>
                  </a:txBody>
                  <a:tcPr anchor="ctr">
                    <a:lnL w="12700" cap="flat" cmpd="sng" algn="ctr">
                      <a:solidFill>
                        <a:schemeClr val="bg1">
                          <a:lumMod val="75000"/>
                        </a:schemeClr>
                      </a:solidFill>
                      <a:prstDash val="solid"/>
                      <a:round/>
                      <a:headEnd type="none" w="med" len="med"/>
                      <a:tailEnd type="none" w="med" len="med"/>
                    </a:lnL>
                    <a:solidFill>
                      <a:srgbClr val="DFE4F7"/>
                    </a:solidFill>
                  </a:tcPr>
                </a:tc>
                <a:extLst>
                  <a:ext uri="{0D108BD9-81ED-4DB2-BD59-A6C34878D82A}">
                    <a16:rowId xmlns:a16="http://schemas.microsoft.com/office/drawing/2014/main" val="2433542315"/>
                  </a:ext>
                </a:extLst>
              </a:tr>
              <a:tr h="212358">
                <a:tc vMerge="1">
                  <a:txBody>
                    <a:bodyPr/>
                    <a:lstStyle/>
                    <a:p>
                      <a:endParaRPr lang="es-MX" sz="1100"/>
                    </a:p>
                  </a:txBody>
                  <a:tcPr/>
                </a:tc>
                <a:tc>
                  <a:txBody>
                    <a:bodyPr/>
                    <a:lstStyle/>
                    <a:p>
                      <a:pPr>
                        <a:buNone/>
                      </a:pPr>
                      <a:r>
                        <a:rPr lang="es-MX" sz="900"/>
                        <a:t>Diseño</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DFE4F7"/>
                    </a:solidFill>
                  </a:tcPr>
                </a:tc>
                <a:tc>
                  <a:txBody>
                    <a:bodyPr/>
                    <a:lstStyle/>
                    <a:p>
                      <a:pPr>
                        <a:buNone/>
                      </a:pPr>
                      <a:r>
                        <a:rPr lang="es-MX" sz="900"/>
                        <a:t>Ventana de ejecución de actividades de diseño: DTM, DTC, certificaciones, diagramas de flujo</a:t>
                      </a:r>
                    </a:p>
                  </a:txBody>
                  <a:tcPr anchor="ctr">
                    <a:lnL w="12700" cap="flat" cmpd="sng" algn="ctr">
                      <a:solidFill>
                        <a:schemeClr val="bg1">
                          <a:lumMod val="75000"/>
                        </a:schemeClr>
                      </a:solidFill>
                      <a:prstDash val="solid"/>
                      <a:round/>
                      <a:headEnd type="none" w="med" len="med"/>
                      <a:tailEnd type="none" w="med" len="med"/>
                    </a:lnL>
                    <a:solidFill>
                      <a:srgbClr val="DFE4F7"/>
                    </a:solidFill>
                  </a:tcPr>
                </a:tc>
                <a:extLst>
                  <a:ext uri="{0D108BD9-81ED-4DB2-BD59-A6C34878D82A}">
                    <a16:rowId xmlns:a16="http://schemas.microsoft.com/office/drawing/2014/main" val="1940014498"/>
                  </a:ext>
                </a:extLst>
              </a:tr>
              <a:tr h="212358">
                <a:tc vMerge="1">
                  <a:txBody>
                    <a:bodyPr/>
                    <a:lstStyle/>
                    <a:p>
                      <a:endParaRPr lang="es-MX" sz="1100"/>
                    </a:p>
                  </a:txBody>
                  <a:tcPr/>
                </a:tc>
                <a:tc>
                  <a:txBody>
                    <a:bodyPr/>
                    <a:lstStyle/>
                    <a:p>
                      <a:pPr>
                        <a:buNone/>
                      </a:pPr>
                      <a:r>
                        <a:rPr lang="es-MX" sz="900"/>
                        <a:t>Implementación</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DFE4F7"/>
                    </a:solidFill>
                  </a:tcPr>
                </a:tc>
                <a:tc>
                  <a:txBody>
                    <a:bodyPr/>
                    <a:lstStyle/>
                    <a:p>
                      <a:pPr>
                        <a:buNone/>
                      </a:pPr>
                      <a:r>
                        <a:rPr lang="es-MX" sz="900"/>
                        <a:t>Ventana de construcción, pruebas unitarias y Product Test</a:t>
                      </a:r>
                    </a:p>
                  </a:txBody>
                  <a:tcPr anchor="ctr">
                    <a:lnL w="12700" cap="flat" cmpd="sng" algn="ctr">
                      <a:solidFill>
                        <a:schemeClr val="bg1">
                          <a:lumMod val="75000"/>
                        </a:schemeClr>
                      </a:solidFill>
                      <a:prstDash val="solid"/>
                      <a:round/>
                      <a:headEnd type="none" w="med" len="med"/>
                      <a:tailEnd type="none" w="med" len="med"/>
                    </a:lnL>
                    <a:solidFill>
                      <a:srgbClr val="DFE4F7"/>
                    </a:solidFill>
                  </a:tcPr>
                </a:tc>
                <a:extLst>
                  <a:ext uri="{0D108BD9-81ED-4DB2-BD59-A6C34878D82A}">
                    <a16:rowId xmlns:a16="http://schemas.microsoft.com/office/drawing/2014/main" val="3721557250"/>
                  </a:ext>
                </a:extLst>
              </a:tr>
            </a:tbl>
          </a:graphicData>
        </a:graphic>
      </p:graphicFrame>
      <p:sp>
        <p:nvSpPr>
          <p:cNvPr id="6" name="TextBox 5">
            <a:extLst>
              <a:ext uri="{FF2B5EF4-FFF2-40B4-BE49-F238E27FC236}">
                <a16:creationId xmlns:a16="http://schemas.microsoft.com/office/drawing/2014/main" id="{135CF03A-C6EB-22D8-6C2B-AC963F14F4A4}"/>
              </a:ext>
            </a:extLst>
          </p:cNvPr>
          <p:cNvSpPr txBox="1"/>
          <p:nvPr/>
        </p:nvSpPr>
        <p:spPr>
          <a:xfrm>
            <a:off x="286748" y="645180"/>
            <a:ext cx="11380877" cy="400110"/>
          </a:xfrm>
          <a:prstGeom prst="rect">
            <a:avLst/>
          </a:prstGeom>
          <a:noFill/>
        </p:spPr>
        <p:txBody>
          <a:bodyPr wrap="square">
            <a:spAutoFit/>
          </a:bodyPr>
          <a:lstStyle/>
          <a:p>
            <a:r>
              <a:rPr lang="es-MX" sz="2000" b="1">
                <a:solidFill>
                  <a:schemeClr val="accent3"/>
                </a:solidFill>
              </a:rPr>
              <a:t>Elementos y criterios de clasificación del Inventario consolidado de HUs</a:t>
            </a:r>
          </a:p>
        </p:txBody>
      </p:sp>
    </p:spTree>
    <p:extLst>
      <p:ext uri="{BB962C8B-B14F-4D97-AF65-F5344CB8AC3E}">
        <p14:creationId xmlns:p14="http://schemas.microsoft.com/office/powerpoint/2010/main" val="2884422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A8DC727-554F-3997-FEEF-D0ED95D4864A}"/>
              </a:ext>
            </a:extLst>
          </p:cNvPr>
          <p:cNvGraphicFramePr>
            <a:graphicFrameLocks/>
          </p:cNvGraphicFramePr>
          <p:nvPr>
            <p:custDataLst>
              <p:tags r:id="rId1"/>
            </p:custDataLst>
            <p:extLst>
              <p:ext uri="{D42A27DB-BD31-4B8C-83A1-F6EECF244321}">
                <p14:modId xmlns:p14="http://schemas.microsoft.com/office/powerpoint/2010/main" val="20472942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3" name="think-cell data - do not delete" hidden="1">
                        <a:extLst>
                          <a:ext uri="{FF2B5EF4-FFF2-40B4-BE49-F238E27FC236}">
                            <a16:creationId xmlns:a16="http://schemas.microsoft.com/office/drawing/2014/main" id="{CA8DC727-554F-3997-FEEF-D0ED95D4864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B72EFF07-79E1-5D4A-EF4D-C9A75C07EF61}"/>
              </a:ext>
            </a:extLst>
          </p:cNvPr>
          <p:cNvSpPr txBox="1"/>
          <p:nvPr/>
        </p:nvSpPr>
        <p:spPr>
          <a:xfrm>
            <a:off x="761999" y="1109938"/>
            <a:ext cx="6097772" cy="307777"/>
          </a:xfrm>
          <a:prstGeom prst="rect">
            <a:avLst/>
          </a:prstGeom>
          <a:noFill/>
        </p:spPr>
        <p:txBody>
          <a:bodyPr wrap="square">
            <a:spAutoFit/>
          </a:bodyPr>
          <a:lstStyle/>
          <a:p>
            <a:r>
              <a:rPr lang="es-MX" sz="1400" b="1">
                <a:latin typeface="+mj-lt"/>
              </a:rPr>
              <a:t>Factores de medición</a:t>
            </a:r>
          </a:p>
        </p:txBody>
      </p:sp>
      <p:sp>
        <p:nvSpPr>
          <p:cNvPr id="6" name="Oval 5">
            <a:extLst>
              <a:ext uri="{FF2B5EF4-FFF2-40B4-BE49-F238E27FC236}">
                <a16:creationId xmlns:a16="http://schemas.microsoft.com/office/drawing/2014/main" id="{FB12789E-CF53-EAD8-5D83-2560885D7116}"/>
              </a:ext>
            </a:extLst>
          </p:cNvPr>
          <p:cNvSpPr/>
          <p:nvPr/>
        </p:nvSpPr>
        <p:spPr>
          <a:xfrm>
            <a:off x="473999" y="1119826"/>
            <a:ext cx="288000" cy="288000"/>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MX" sz="1600" b="1">
                <a:latin typeface="+mj-lt"/>
              </a:rPr>
              <a:t>1</a:t>
            </a:r>
          </a:p>
        </p:txBody>
      </p:sp>
      <p:graphicFrame>
        <p:nvGraphicFramePr>
          <p:cNvPr id="8" name="Table 7">
            <a:extLst>
              <a:ext uri="{FF2B5EF4-FFF2-40B4-BE49-F238E27FC236}">
                <a16:creationId xmlns:a16="http://schemas.microsoft.com/office/drawing/2014/main" id="{B87D79D5-78F7-C7FE-FF35-EEE6AAB77310}"/>
              </a:ext>
            </a:extLst>
          </p:cNvPr>
          <p:cNvGraphicFramePr>
            <a:graphicFrameLocks noGrp="1"/>
          </p:cNvGraphicFramePr>
          <p:nvPr>
            <p:extLst>
              <p:ext uri="{D42A27DB-BD31-4B8C-83A1-F6EECF244321}">
                <p14:modId xmlns:p14="http://schemas.microsoft.com/office/powerpoint/2010/main" val="3873853725"/>
              </p:ext>
            </p:extLst>
          </p:nvPr>
        </p:nvGraphicFramePr>
        <p:xfrm>
          <a:off x="761999" y="1467294"/>
          <a:ext cx="9855200" cy="2339162"/>
        </p:xfrm>
        <a:graphic>
          <a:graphicData uri="http://schemas.openxmlformats.org/drawingml/2006/table">
            <a:tbl>
              <a:tblPr/>
              <a:tblGrid>
                <a:gridCol w="1816100">
                  <a:extLst>
                    <a:ext uri="{9D8B030D-6E8A-4147-A177-3AD203B41FA5}">
                      <a16:colId xmlns:a16="http://schemas.microsoft.com/office/drawing/2014/main" val="2476523474"/>
                    </a:ext>
                  </a:extLst>
                </a:gridCol>
                <a:gridCol w="3111500">
                  <a:extLst>
                    <a:ext uri="{9D8B030D-6E8A-4147-A177-3AD203B41FA5}">
                      <a16:colId xmlns:a16="http://schemas.microsoft.com/office/drawing/2014/main" val="2942835326"/>
                    </a:ext>
                  </a:extLst>
                </a:gridCol>
                <a:gridCol w="1257300">
                  <a:extLst>
                    <a:ext uri="{9D8B030D-6E8A-4147-A177-3AD203B41FA5}">
                      <a16:colId xmlns:a16="http://schemas.microsoft.com/office/drawing/2014/main" val="420449886"/>
                    </a:ext>
                  </a:extLst>
                </a:gridCol>
                <a:gridCol w="1155700">
                  <a:extLst>
                    <a:ext uri="{9D8B030D-6E8A-4147-A177-3AD203B41FA5}">
                      <a16:colId xmlns:a16="http://schemas.microsoft.com/office/drawing/2014/main" val="491634356"/>
                    </a:ext>
                  </a:extLst>
                </a:gridCol>
                <a:gridCol w="1257300">
                  <a:extLst>
                    <a:ext uri="{9D8B030D-6E8A-4147-A177-3AD203B41FA5}">
                      <a16:colId xmlns:a16="http://schemas.microsoft.com/office/drawing/2014/main" val="435430663"/>
                    </a:ext>
                  </a:extLst>
                </a:gridCol>
                <a:gridCol w="1257300">
                  <a:extLst>
                    <a:ext uri="{9D8B030D-6E8A-4147-A177-3AD203B41FA5}">
                      <a16:colId xmlns:a16="http://schemas.microsoft.com/office/drawing/2014/main" val="390767198"/>
                    </a:ext>
                  </a:extLst>
                </a:gridCol>
              </a:tblGrid>
              <a:tr h="263880">
                <a:tc>
                  <a:txBody>
                    <a:bodyPr/>
                    <a:lstStyle/>
                    <a:p>
                      <a:pPr algn="ctr" fontAlgn="ctr">
                        <a:buNone/>
                      </a:pPr>
                      <a:r>
                        <a:rPr lang="es-MX" sz="900" b="1" i="0" u="none" strike="noStrike">
                          <a:solidFill>
                            <a:srgbClr val="FFFFFF"/>
                          </a:solidFill>
                          <a:effectLst/>
                          <a:latin typeface="+mj-lt"/>
                        </a:rPr>
                        <a:t>FACTOR</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000000"/>
                    </a:solidFill>
                  </a:tcPr>
                </a:tc>
                <a:tc>
                  <a:txBody>
                    <a:bodyPr/>
                    <a:lstStyle/>
                    <a:p>
                      <a:pPr algn="ctr" fontAlgn="ctr">
                        <a:buNone/>
                      </a:pPr>
                      <a:r>
                        <a:rPr lang="es-MX" sz="900" b="1" i="0" u="none" strike="noStrike">
                          <a:solidFill>
                            <a:srgbClr val="FFFFFF"/>
                          </a:solidFill>
                          <a:effectLst/>
                          <a:latin typeface="+mj-lt"/>
                        </a:rPr>
                        <a:t>DESCRIPCIÓN</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000000"/>
                    </a:solidFill>
                  </a:tcPr>
                </a:tc>
                <a:tc>
                  <a:txBody>
                    <a:bodyPr/>
                    <a:lstStyle/>
                    <a:p>
                      <a:pPr algn="ctr" fontAlgn="ctr">
                        <a:buNone/>
                      </a:pPr>
                      <a:r>
                        <a:rPr lang="es-MX" sz="900" b="1" i="0" u="none" strike="noStrike">
                          <a:solidFill>
                            <a:srgbClr val="FFFFFF"/>
                          </a:solidFill>
                          <a:effectLst/>
                          <a:latin typeface="+mj-lt"/>
                        </a:rPr>
                        <a:t>PESO</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000000"/>
                    </a:solidFill>
                  </a:tcPr>
                </a:tc>
                <a:tc>
                  <a:txBody>
                    <a:bodyPr/>
                    <a:lstStyle/>
                    <a:p>
                      <a:pPr algn="ctr" fontAlgn="ctr">
                        <a:buNone/>
                      </a:pPr>
                      <a:r>
                        <a:rPr lang="es-MX" sz="900" b="1" i="0" u="none" strike="noStrike">
                          <a:solidFill>
                            <a:srgbClr val="FFFFFF"/>
                          </a:solidFill>
                          <a:effectLst/>
                          <a:latin typeface="+mj-lt"/>
                        </a:rPr>
                        <a:t>BAJA  →  Score 1</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000000"/>
                    </a:solidFill>
                  </a:tcPr>
                </a:tc>
                <a:tc>
                  <a:txBody>
                    <a:bodyPr/>
                    <a:lstStyle/>
                    <a:p>
                      <a:pPr algn="ctr" fontAlgn="ctr">
                        <a:buNone/>
                      </a:pPr>
                      <a:r>
                        <a:rPr lang="es-MX" sz="900" b="1" i="0" u="none" strike="noStrike">
                          <a:solidFill>
                            <a:srgbClr val="FFFFFF"/>
                          </a:solidFill>
                          <a:effectLst/>
                          <a:latin typeface="+mj-lt"/>
                        </a:rPr>
                        <a:t>MEDIA  →  Score 2</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000000"/>
                    </a:solidFill>
                  </a:tcPr>
                </a:tc>
                <a:tc>
                  <a:txBody>
                    <a:bodyPr/>
                    <a:lstStyle/>
                    <a:p>
                      <a:pPr algn="ctr" fontAlgn="ctr">
                        <a:buNone/>
                      </a:pPr>
                      <a:r>
                        <a:rPr lang="es-MX" sz="900" b="1" i="0" u="none" strike="noStrike">
                          <a:solidFill>
                            <a:srgbClr val="FFFFFF"/>
                          </a:solidFill>
                          <a:effectLst/>
                          <a:latin typeface="+mj-lt"/>
                        </a:rPr>
                        <a:t>ALTA  →  Score 3</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000000"/>
                    </a:solidFill>
                  </a:tcPr>
                </a:tc>
                <a:extLst>
                  <a:ext uri="{0D108BD9-81ED-4DB2-BD59-A6C34878D82A}">
                    <a16:rowId xmlns:a16="http://schemas.microsoft.com/office/drawing/2014/main" val="2406231589"/>
                  </a:ext>
                </a:extLst>
              </a:tr>
              <a:tr h="369432">
                <a:tc>
                  <a:txBody>
                    <a:bodyPr/>
                    <a:lstStyle/>
                    <a:p>
                      <a:pPr algn="l" fontAlgn="ctr">
                        <a:buNone/>
                      </a:pPr>
                      <a:r>
                        <a:rPr lang="es-MX" sz="900" b="1" i="0" u="none" strike="noStrike">
                          <a:solidFill>
                            <a:srgbClr val="000000"/>
                          </a:solidFill>
                          <a:effectLst/>
                          <a:latin typeface="+mj-lt"/>
                        </a:rPr>
                        <a:t># Integraciones</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FFFFF"/>
                    </a:solidFill>
                  </a:tcPr>
                </a:tc>
                <a:tc>
                  <a:txBody>
                    <a:bodyPr/>
                    <a:lstStyle/>
                    <a:p>
                      <a:pPr algn="l" fontAlgn="ctr">
                        <a:buNone/>
                      </a:pPr>
                      <a:r>
                        <a:rPr lang="es-MX" sz="900" b="0" i="0" u="none" strike="noStrike">
                          <a:solidFill>
                            <a:srgbClr val="000000"/>
                          </a:solidFill>
                          <a:effectLst/>
                          <a:latin typeface="+mj-lt"/>
                        </a:rPr>
                        <a:t>Número de integraciones entre sistemas — tipo API, Batch, Evento, Archivo, MQ, SOAP o REST.</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FFFFF"/>
                    </a:solidFill>
                  </a:tcPr>
                </a:tc>
                <a:tc>
                  <a:txBody>
                    <a:bodyPr/>
                    <a:lstStyle/>
                    <a:p>
                      <a:pPr algn="ctr" fontAlgn="ctr">
                        <a:buNone/>
                      </a:pPr>
                      <a:r>
                        <a:rPr lang="es-MX" sz="1000" b="1" i="0" u="none" strike="noStrike">
                          <a:solidFill>
                            <a:srgbClr val="000000"/>
                          </a:solidFill>
                          <a:effectLst/>
                          <a:latin typeface="+mj-lt"/>
                        </a:rPr>
                        <a:t>30%</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FFFFF"/>
                    </a:solidFill>
                  </a:tcPr>
                </a:tc>
                <a:tc>
                  <a:txBody>
                    <a:bodyPr/>
                    <a:lstStyle/>
                    <a:p>
                      <a:pPr algn="ctr" fontAlgn="ctr">
                        <a:buNone/>
                      </a:pPr>
                      <a:r>
                        <a:rPr lang="es-MX" sz="900" b="0" i="0" u="none" strike="noStrike">
                          <a:solidFill>
                            <a:srgbClr val="000000"/>
                          </a:solidFill>
                          <a:effectLst/>
                          <a:latin typeface="+mj-lt"/>
                        </a:rPr>
                        <a:t>No hay integración</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2EFDA"/>
                    </a:solidFill>
                  </a:tcPr>
                </a:tc>
                <a:tc>
                  <a:txBody>
                    <a:bodyPr/>
                    <a:lstStyle/>
                    <a:p>
                      <a:pPr algn="ctr" fontAlgn="ctr">
                        <a:buNone/>
                      </a:pPr>
                      <a:r>
                        <a:rPr lang="es-MX" sz="900" b="0" i="0" u="none" strike="noStrike">
                          <a:solidFill>
                            <a:srgbClr val="000000"/>
                          </a:solidFill>
                          <a:effectLst/>
                          <a:latin typeface="+mj-lt"/>
                        </a:rPr>
                        <a:t>1 a 2 integraciones</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FE5B4"/>
                    </a:solidFill>
                  </a:tcPr>
                </a:tc>
                <a:tc>
                  <a:txBody>
                    <a:bodyPr/>
                    <a:lstStyle/>
                    <a:p>
                      <a:pPr algn="ctr" fontAlgn="ctr">
                        <a:buNone/>
                      </a:pPr>
                      <a:r>
                        <a:rPr lang="es-MX" sz="900" b="0" i="0" u="none" strike="noStrike">
                          <a:solidFill>
                            <a:srgbClr val="000000"/>
                          </a:solidFill>
                          <a:effectLst/>
                          <a:latin typeface="+mj-lt"/>
                        </a:rPr>
                        <a:t>3 ó más</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FE0E0"/>
                    </a:solidFill>
                  </a:tcPr>
                </a:tc>
                <a:extLst>
                  <a:ext uri="{0D108BD9-81ED-4DB2-BD59-A6C34878D82A}">
                    <a16:rowId xmlns:a16="http://schemas.microsoft.com/office/drawing/2014/main" val="1902468325"/>
                  </a:ext>
                </a:extLst>
              </a:tr>
              <a:tr h="483493">
                <a:tc>
                  <a:txBody>
                    <a:bodyPr/>
                    <a:lstStyle/>
                    <a:p>
                      <a:pPr algn="l" fontAlgn="ctr">
                        <a:buNone/>
                      </a:pPr>
                      <a:r>
                        <a:rPr lang="es-MX" sz="900" b="1" i="0" u="none" strike="noStrike">
                          <a:solidFill>
                            <a:srgbClr val="000000"/>
                          </a:solidFill>
                          <a:effectLst/>
                          <a:latin typeface="+mj-lt"/>
                        </a:rPr>
                        <a:t>Impacto Solución</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2F2F2"/>
                    </a:solidFill>
                  </a:tcPr>
                </a:tc>
                <a:tc>
                  <a:txBody>
                    <a:bodyPr/>
                    <a:lstStyle/>
                    <a:p>
                      <a:pPr algn="l" fontAlgn="ctr">
                        <a:buNone/>
                      </a:pPr>
                      <a:r>
                        <a:rPr lang="es-MX" sz="900" b="0" i="0" u="none" strike="noStrike">
                          <a:solidFill>
                            <a:srgbClr val="000000"/>
                          </a:solidFill>
                          <a:effectLst/>
                          <a:latin typeface="+mj-lt"/>
                        </a:rPr>
                        <a:t>Impacto de la solución requerido en la plataforma: Caja, Configuración = parametrización | Desarrollo = código nuevo | Des+Config = ambos.</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2F2F2"/>
                    </a:solidFill>
                  </a:tcPr>
                </a:tc>
                <a:tc>
                  <a:txBody>
                    <a:bodyPr/>
                    <a:lstStyle/>
                    <a:p>
                      <a:pPr algn="ctr" fontAlgn="ctr">
                        <a:buNone/>
                      </a:pPr>
                      <a:r>
                        <a:rPr lang="es-MX" sz="1000" b="1" i="0" u="none" strike="noStrike">
                          <a:solidFill>
                            <a:srgbClr val="000000"/>
                          </a:solidFill>
                          <a:effectLst/>
                          <a:latin typeface="+mj-lt"/>
                        </a:rPr>
                        <a:t>25%</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2F2F2"/>
                    </a:solidFill>
                  </a:tcPr>
                </a:tc>
                <a:tc>
                  <a:txBody>
                    <a:bodyPr/>
                    <a:lstStyle/>
                    <a:p>
                      <a:pPr algn="ctr" fontAlgn="ctr">
                        <a:buNone/>
                      </a:pPr>
                      <a:r>
                        <a:rPr lang="es-MX" sz="900" b="0" i="0" u="none" strike="noStrike">
                          <a:solidFill>
                            <a:srgbClr val="000000"/>
                          </a:solidFill>
                          <a:effectLst/>
                          <a:latin typeface="+mj-lt"/>
                        </a:rPr>
                        <a:t>Caja</a:t>
                      </a:r>
                      <a:br>
                        <a:rPr lang="es-MX" sz="900" b="0" i="0" u="none" strike="noStrike">
                          <a:solidFill>
                            <a:srgbClr val="000000"/>
                          </a:solidFill>
                          <a:effectLst/>
                          <a:latin typeface="+mj-lt"/>
                        </a:rPr>
                      </a:br>
                      <a:endParaRPr lang="es-MX" sz="900" b="0" i="0" u="none" strike="noStrike">
                        <a:solidFill>
                          <a:srgbClr val="000000"/>
                        </a:solidFill>
                        <a:effectLst/>
                        <a:latin typeface="+mj-lt"/>
                      </a:endParaRP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2EFDA"/>
                    </a:solidFill>
                  </a:tcPr>
                </a:tc>
                <a:tc>
                  <a:txBody>
                    <a:bodyPr/>
                    <a:lstStyle/>
                    <a:p>
                      <a:pPr algn="ctr" fontAlgn="ctr">
                        <a:buNone/>
                      </a:pPr>
                      <a:r>
                        <a:rPr lang="es-MX" sz="900" b="0" i="0" u="none" strike="noStrike">
                          <a:solidFill>
                            <a:srgbClr val="000000"/>
                          </a:solidFill>
                          <a:effectLst/>
                          <a:latin typeface="+mj-lt"/>
                        </a:rPr>
                        <a:t>Configuración</a:t>
                      </a:r>
                      <a:br>
                        <a:rPr lang="es-MX" sz="900" b="0" i="0" u="none" strike="noStrike">
                          <a:solidFill>
                            <a:srgbClr val="000000"/>
                          </a:solidFill>
                          <a:effectLst/>
                          <a:latin typeface="+mj-lt"/>
                        </a:rPr>
                      </a:br>
                      <a:endParaRPr lang="es-MX" sz="900" b="0" i="0" u="none" strike="noStrike">
                        <a:solidFill>
                          <a:srgbClr val="000000"/>
                        </a:solidFill>
                        <a:effectLst/>
                        <a:latin typeface="+mj-lt"/>
                      </a:endParaRP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FE5B4"/>
                    </a:solidFill>
                  </a:tcPr>
                </a:tc>
                <a:tc>
                  <a:txBody>
                    <a:bodyPr/>
                    <a:lstStyle/>
                    <a:p>
                      <a:pPr algn="ctr" fontAlgn="ctr">
                        <a:buNone/>
                      </a:pPr>
                      <a:r>
                        <a:rPr lang="es-MX" sz="900" b="0" i="0" u="none" strike="noStrike">
                          <a:solidFill>
                            <a:srgbClr val="000000"/>
                          </a:solidFill>
                          <a:effectLst/>
                          <a:latin typeface="+mj-lt"/>
                        </a:rPr>
                        <a:t>Desarrollo o</a:t>
                      </a:r>
                      <a:br>
                        <a:rPr lang="es-MX" sz="900" b="0" i="0" u="none" strike="noStrike">
                          <a:solidFill>
                            <a:srgbClr val="000000"/>
                          </a:solidFill>
                          <a:effectLst/>
                          <a:latin typeface="+mj-lt"/>
                        </a:rPr>
                      </a:br>
                      <a:r>
                        <a:rPr lang="es-MX" sz="900" b="0" i="0" u="none" strike="noStrike">
                          <a:solidFill>
                            <a:srgbClr val="000000"/>
                          </a:solidFill>
                          <a:effectLst/>
                          <a:latin typeface="+mj-lt"/>
                        </a:rPr>
                        <a:t>Des+Config</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FE0E0"/>
                    </a:solidFill>
                  </a:tcPr>
                </a:tc>
                <a:extLst>
                  <a:ext uri="{0D108BD9-81ED-4DB2-BD59-A6C34878D82A}">
                    <a16:rowId xmlns:a16="http://schemas.microsoft.com/office/drawing/2014/main" val="3019838243"/>
                  </a:ext>
                </a:extLst>
              </a:tr>
              <a:tr h="483493">
                <a:tc>
                  <a:txBody>
                    <a:bodyPr/>
                    <a:lstStyle/>
                    <a:p>
                      <a:pPr algn="l" fontAlgn="ctr">
                        <a:buNone/>
                      </a:pPr>
                      <a:r>
                        <a:rPr lang="es-MX" sz="900" b="1" i="0" u="none" strike="noStrike">
                          <a:solidFill>
                            <a:srgbClr val="000000"/>
                          </a:solidFill>
                          <a:effectLst/>
                          <a:latin typeface="+mj-lt"/>
                        </a:rPr>
                        <a:t>Reusabilidad de solución</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FFFFF"/>
                    </a:solidFill>
                  </a:tcPr>
                </a:tc>
                <a:tc>
                  <a:txBody>
                    <a:bodyPr/>
                    <a:lstStyle/>
                    <a:p>
                      <a:pPr algn="l" fontAlgn="ctr">
                        <a:buNone/>
                      </a:pPr>
                      <a:r>
                        <a:rPr lang="es-MX" sz="900" b="0" i="0" u="none" strike="noStrike">
                          <a:solidFill>
                            <a:srgbClr val="000000"/>
                          </a:solidFill>
                          <a:effectLst/>
                          <a:latin typeface="+mj-lt"/>
                        </a:rPr>
                        <a:t>Porcentaje de componentes, servicios o flujos existentes que la HU puede aprovechar sin desarrollo nuevo.</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FFFFF"/>
                    </a:solidFill>
                  </a:tcPr>
                </a:tc>
                <a:tc>
                  <a:txBody>
                    <a:bodyPr/>
                    <a:lstStyle/>
                    <a:p>
                      <a:pPr algn="ctr" fontAlgn="ctr">
                        <a:buNone/>
                      </a:pPr>
                      <a:r>
                        <a:rPr lang="es-MX" sz="1000" b="1" i="0" u="none" strike="noStrike">
                          <a:solidFill>
                            <a:srgbClr val="000000"/>
                          </a:solidFill>
                          <a:effectLst/>
                          <a:latin typeface="+mj-lt"/>
                        </a:rPr>
                        <a:t>20%</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FFFFF"/>
                    </a:solidFill>
                  </a:tcPr>
                </a:tc>
                <a:tc>
                  <a:txBody>
                    <a:bodyPr/>
                    <a:lstStyle/>
                    <a:p>
                      <a:pPr algn="ctr" fontAlgn="ctr">
                        <a:buNone/>
                      </a:pPr>
                      <a:r>
                        <a:rPr lang="es-MX" sz="900" b="0" i="0" u="none" strike="noStrike">
                          <a:solidFill>
                            <a:srgbClr val="000000"/>
                          </a:solidFill>
                          <a:effectLst/>
                          <a:latin typeface="+mj-lt"/>
                        </a:rPr>
                        <a:t>Componentes existentes</a:t>
                      </a:r>
                      <a:br>
                        <a:rPr lang="es-MX" sz="900" b="0" i="0" u="none" strike="noStrike">
                          <a:solidFill>
                            <a:srgbClr val="000000"/>
                          </a:solidFill>
                          <a:effectLst/>
                          <a:latin typeface="+mj-lt"/>
                        </a:rPr>
                      </a:br>
                      <a:r>
                        <a:rPr lang="es-MX" sz="900" b="0" i="0" u="none" strike="noStrike">
                          <a:solidFill>
                            <a:srgbClr val="000000"/>
                          </a:solidFill>
                          <a:effectLst/>
                          <a:latin typeface="+mj-lt"/>
                        </a:rPr>
                        <a:t>reutilizables &gt; 80%</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2EFDA"/>
                    </a:solidFill>
                  </a:tcPr>
                </a:tc>
                <a:tc>
                  <a:txBody>
                    <a:bodyPr/>
                    <a:lstStyle/>
                    <a:p>
                      <a:pPr algn="ctr" fontAlgn="ctr">
                        <a:buNone/>
                      </a:pPr>
                      <a:r>
                        <a:rPr lang="es-MX" sz="900" b="0" i="0" u="none" strike="noStrike">
                          <a:solidFill>
                            <a:srgbClr val="000000"/>
                          </a:solidFill>
                          <a:effectLst/>
                          <a:latin typeface="+mj-lt"/>
                        </a:rPr>
                        <a:t>Reutilización parcial</a:t>
                      </a:r>
                      <a:br>
                        <a:rPr lang="es-MX" sz="900" b="0" i="0" u="none" strike="noStrike">
                          <a:solidFill>
                            <a:srgbClr val="000000"/>
                          </a:solidFill>
                          <a:effectLst/>
                          <a:latin typeface="+mj-lt"/>
                        </a:rPr>
                      </a:br>
                      <a:r>
                        <a:rPr lang="es-MX" sz="900" b="0" i="0" u="none" strike="noStrike">
                          <a:solidFill>
                            <a:srgbClr val="000000"/>
                          </a:solidFill>
                          <a:effectLst/>
                          <a:latin typeface="+mj-lt"/>
                        </a:rPr>
                        <a:t>30 – 70%</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FE5B4"/>
                    </a:solidFill>
                  </a:tcPr>
                </a:tc>
                <a:tc>
                  <a:txBody>
                    <a:bodyPr/>
                    <a:lstStyle/>
                    <a:p>
                      <a:pPr algn="ctr" fontAlgn="ctr">
                        <a:buNone/>
                      </a:pPr>
                      <a:r>
                        <a:rPr lang="es-MX" sz="900" b="0" i="0" u="none" strike="noStrike">
                          <a:solidFill>
                            <a:srgbClr val="000000"/>
                          </a:solidFill>
                          <a:effectLst/>
                          <a:latin typeface="+mj-lt"/>
                        </a:rPr>
                        <a:t>Reutilización</a:t>
                      </a:r>
                      <a:br>
                        <a:rPr lang="es-MX" sz="900" b="0" i="0" u="none" strike="noStrike">
                          <a:solidFill>
                            <a:srgbClr val="000000"/>
                          </a:solidFill>
                          <a:effectLst/>
                          <a:latin typeface="+mj-lt"/>
                        </a:rPr>
                      </a:br>
                      <a:r>
                        <a:rPr lang="es-MX" sz="900" b="0" i="0" u="none" strike="noStrike">
                          <a:solidFill>
                            <a:srgbClr val="000000"/>
                          </a:solidFill>
                          <a:effectLst/>
                          <a:latin typeface="+mj-lt"/>
                        </a:rPr>
                        <a:t>&lt; 20%</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FE0E0"/>
                    </a:solidFill>
                  </a:tcPr>
                </a:tc>
                <a:extLst>
                  <a:ext uri="{0D108BD9-81ED-4DB2-BD59-A6C34878D82A}">
                    <a16:rowId xmlns:a16="http://schemas.microsoft.com/office/drawing/2014/main" val="91067014"/>
                  </a:ext>
                </a:extLst>
              </a:tr>
              <a:tr h="369432">
                <a:tc>
                  <a:txBody>
                    <a:bodyPr/>
                    <a:lstStyle/>
                    <a:p>
                      <a:pPr algn="l" fontAlgn="ctr">
                        <a:buNone/>
                      </a:pPr>
                      <a:r>
                        <a:rPr lang="es-MX" sz="900" b="1" i="0" u="none" strike="noStrike">
                          <a:solidFill>
                            <a:srgbClr val="000000"/>
                          </a:solidFill>
                          <a:effectLst/>
                          <a:latin typeface="+mj-lt"/>
                        </a:rPr>
                        <a:t>Criterios de Aceptación (CA)</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2F2F2"/>
                    </a:solidFill>
                  </a:tcPr>
                </a:tc>
                <a:tc>
                  <a:txBody>
                    <a:bodyPr/>
                    <a:lstStyle/>
                    <a:p>
                      <a:pPr algn="l" fontAlgn="ctr">
                        <a:buNone/>
                      </a:pPr>
                      <a:r>
                        <a:rPr lang="es-MX" sz="900" b="0" i="0" u="none" strike="noStrike">
                          <a:solidFill>
                            <a:srgbClr val="000000"/>
                          </a:solidFill>
                          <a:effectLst/>
                          <a:latin typeface="+mj-lt"/>
                        </a:rPr>
                        <a:t>Nº de criterios de aceptación documentados en la HU. </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2F2F2"/>
                    </a:solidFill>
                  </a:tcPr>
                </a:tc>
                <a:tc>
                  <a:txBody>
                    <a:bodyPr/>
                    <a:lstStyle/>
                    <a:p>
                      <a:pPr algn="ctr" fontAlgn="ctr">
                        <a:buNone/>
                      </a:pPr>
                      <a:r>
                        <a:rPr lang="es-MX" sz="1000" b="1" i="0" u="none" strike="noStrike">
                          <a:solidFill>
                            <a:srgbClr val="000000"/>
                          </a:solidFill>
                          <a:effectLst/>
                          <a:latin typeface="+mj-lt"/>
                        </a:rPr>
                        <a:t>15%</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2F2F2"/>
                    </a:solidFill>
                  </a:tcPr>
                </a:tc>
                <a:tc>
                  <a:txBody>
                    <a:bodyPr/>
                    <a:lstStyle/>
                    <a:p>
                      <a:pPr algn="ctr" fontAlgn="ctr">
                        <a:buNone/>
                      </a:pPr>
                      <a:r>
                        <a:rPr lang="es-MX" sz="900" b="0" i="0" u="none" strike="noStrike">
                          <a:solidFill>
                            <a:srgbClr val="000000"/>
                          </a:solidFill>
                          <a:effectLst/>
                          <a:latin typeface="+mj-lt"/>
                        </a:rPr>
                        <a:t>1 criterio</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2EFDA"/>
                    </a:solidFill>
                  </a:tcPr>
                </a:tc>
                <a:tc>
                  <a:txBody>
                    <a:bodyPr/>
                    <a:lstStyle/>
                    <a:p>
                      <a:pPr algn="ctr" fontAlgn="ctr">
                        <a:buNone/>
                      </a:pPr>
                      <a:r>
                        <a:rPr lang="es-MX" sz="900" b="0" i="0" u="none" strike="noStrike">
                          <a:solidFill>
                            <a:srgbClr val="000000"/>
                          </a:solidFill>
                          <a:effectLst/>
                          <a:latin typeface="+mj-lt"/>
                        </a:rPr>
                        <a:t>2 – 3 criterios</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FE5B4"/>
                    </a:solidFill>
                  </a:tcPr>
                </a:tc>
                <a:tc>
                  <a:txBody>
                    <a:bodyPr/>
                    <a:lstStyle/>
                    <a:p>
                      <a:pPr algn="ctr" fontAlgn="ctr">
                        <a:buNone/>
                      </a:pPr>
                      <a:r>
                        <a:rPr lang="es-MX" sz="900" b="0" i="0" u="none" strike="noStrike">
                          <a:solidFill>
                            <a:srgbClr val="000000"/>
                          </a:solidFill>
                          <a:effectLst/>
                          <a:latin typeface="+mj-lt"/>
                        </a:rPr>
                        <a:t>&gt; 3 criterios</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FE0E0"/>
                    </a:solidFill>
                  </a:tcPr>
                </a:tc>
                <a:extLst>
                  <a:ext uri="{0D108BD9-81ED-4DB2-BD59-A6C34878D82A}">
                    <a16:rowId xmlns:a16="http://schemas.microsoft.com/office/drawing/2014/main" val="3859897199"/>
                  </a:ext>
                </a:extLst>
              </a:tr>
              <a:tr h="369432">
                <a:tc>
                  <a:txBody>
                    <a:bodyPr/>
                    <a:lstStyle/>
                    <a:p>
                      <a:pPr algn="l" fontAlgn="ctr">
                        <a:buNone/>
                      </a:pPr>
                      <a:r>
                        <a:rPr lang="es-MX" sz="900" b="1" i="0" u="none" strike="noStrike">
                          <a:solidFill>
                            <a:srgbClr val="000000"/>
                          </a:solidFill>
                          <a:effectLst/>
                          <a:latin typeface="+mj-lt"/>
                        </a:rPr>
                        <a:t>Pantallas Asociadas (PA)</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FFFFF"/>
                    </a:solidFill>
                  </a:tcPr>
                </a:tc>
                <a:tc>
                  <a:txBody>
                    <a:bodyPr/>
                    <a:lstStyle/>
                    <a:p>
                      <a:pPr algn="l" fontAlgn="ctr">
                        <a:buNone/>
                      </a:pPr>
                      <a:r>
                        <a:rPr lang="es-MX" sz="900" b="0" i="0" u="none" strike="noStrike">
                          <a:solidFill>
                            <a:srgbClr val="000000"/>
                          </a:solidFill>
                          <a:effectLst/>
                          <a:latin typeface="+mj-lt"/>
                        </a:rPr>
                        <a:t>Nº de pantallas o vistas UI impactadas (nuevas o modificadas) por la HU.</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FFFFF"/>
                    </a:solidFill>
                  </a:tcPr>
                </a:tc>
                <a:tc>
                  <a:txBody>
                    <a:bodyPr/>
                    <a:lstStyle/>
                    <a:p>
                      <a:pPr algn="ctr" fontAlgn="ctr">
                        <a:buNone/>
                      </a:pPr>
                      <a:r>
                        <a:rPr lang="es-MX" sz="1000" b="1" i="0" u="none" strike="noStrike">
                          <a:solidFill>
                            <a:srgbClr val="000000"/>
                          </a:solidFill>
                          <a:effectLst/>
                          <a:latin typeface="+mj-lt"/>
                        </a:rPr>
                        <a:t>10%</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FFFFF"/>
                    </a:solidFill>
                  </a:tcPr>
                </a:tc>
                <a:tc>
                  <a:txBody>
                    <a:bodyPr/>
                    <a:lstStyle/>
                    <a:p>
                      <a:pPr algn="ctr" fontAlgn="ctr">
                        <a:buNone/>
                      </a:pPr>
                      <a:r>
                        <a:rPr lang="es-MX" sz="900" b="0" i="0" u="none" strike="noStrike">
                          <a:solidFill>
                            <a:srgbClr val="000000"/>
                          </a:solidFill>
                          <a:effectLst/>
                          <a:latin typeface="+mj-lt"/>
                        </a:rPr>
                        <a:t>Sin pantallas</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2EFDA"/>
                    </a:solidFill>
                  </a:tcPr>
                </a:tc>
                <a:tc>
                  <a:txBody>
                    <a:bodyPr/>
                    <a:lstStyle/>
                    <a:p>
                      <a:pPr algn="ctr" fontAlgn="ctr">
                        <a:buNone/>
                      </a:pPr>
                      <a:r>
                        <a:rPr lang="es-MX" sz="900" b="0" i="0" u="none" strike="noStrike">
                          <a:solidFill>
                            <a:srgbClr val="000000"/>
                          </a:solidFill>
                          <a:effectLst/>
                          <a:latin typeface="+mj-lt"/>
                        </a:rPr>
                        <a:t>1 – 2 pantallas</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FE5B4"/>
                    </a:solidFill>
                  </a:tcPr>
                </a:tc>
                <a:tc>
                  <a:txBody>
                    <a:bodyPr/>
                    <a:lstStyle/>
                    <a:p>
                      <a:pPr algn="ctr" fontAlgn="ctr">
                        <a:buNone/>
                      </a:pPr>
                      <a:r>
                        <a:rPr lang="es-MX" sz="900" b="0" i="0" u="none" strike="noStrike">
                          <a:solidFill>
                            <a:srgbClr val="000000"/>
                          </a:solidFill>
                          <a:effectLst/>
                          <a:latin typeface="+mj-lt"/>
                        </a:rPr>
                        <a:t>&gt; 2 pantallas</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FE0E0"/>
                    </a:solidFill>
                  </a:tcPr>
                </a:tc>
                <a:extLst>
                  <a:ext uri="{0D108BD9-81ED-4DB2-BD59-A6C34878D82A}">
                    <a16:rowId xmlns:a16="http://schemas.microsoft.com/office/drawing/2014/main" val="2314673333"/>
                  </a:ext>
                </a:extLst>
              </a:tr>
            </a:tbl>
          </a:graphicData>
        </a:graphic>
      </p:graphicFrame>
      <p:sp>
        <p:nvSpPr>
          <p:cNvPr id="10" name="TextBox 9">
            <a:extLst>
              <a:ext uri="{FF2B5EF4-FFF2-40B4-BE49-F238E27FC236}">
                <a16:creationId xmlns:a16="http://schemas.microsoft.com/office/drawing/2014/main" id="{A6A13D6A-970F-7E8D-A8FB-EF5059443BAF}"/>
              </a:ext>
            </a:extLst>
          </p:cNvPr>
          <p:cNvSpPr txBox="1"/>
          <p:nvPr/>
        </p:nvSpPr>
        <p:spPr>
          <a:xfrm>
            <a:off x="761999" y="3862406"/>
            <a:ext cx="6097772" cy="307777"/>
          </a:xfrm>
          <a:prstGeom prst="rect">
            <a:avLst/>
          </a:prstGeom>
          <a:noFill/>
        </p:spPr>
        <p:txBody>
          <a:bodyPr wrap="square">
            <a:spAutoFit/>
          </a:bodyPr>
          <a:lstStyle/>
          <a:p>
            <a:r>
              <a:rPr lang="es-MX" sz="1400" b="1">
                <a:latin typeface="+mj-lt"/>
              </a:rPr>
              <a:t>Fórmula del score ponderado</a:t>
            </a:r>
          </a:p>
        </p:txBody>
      </p:sp>
      <p:sp>
        <p:nvSpPr>
          <p:cNvPr id="12" name="Oval 11">
            <a:extLst>
              <a:ext uri="{FF2B5EF4-FFF2-40B4-BE49-F238E27FC236}">
                <a16:creationId xmlns:a16="http://schemas.microsoft.com/office/drawing/2014/main" id="{69DAD76B-3E08-76CF-9A45-0D141B918495}"/>
              </a:ext>
            </a:extLst>
          </p:cNvPr>
          <p:cNvSpPr/>
          <p:nvPr/>
        </p:nvSpPr>
        <p:spPr>
          <a:xfrm>
            <a:off x="473999" y="3872294"/>
            <a:ext cx="288000" cy="288000"/>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MX" sz="1600" b="1">
                <a:latin typeface="+mj-lt"/>
              </a:rPr>
              <a:t>2</a:t>
            </a:r>
          </a:p>
        </p:txBody>
      </p:sp>
      <p:sp>
        <p:nvSpPr>
          <p:cNvPr id="14" name="TextBox 13">
            <a:extLst>
              <a:ext uri="{FF2B5EF4-FFF2-40B4-BE49-F238E27FC236}">
                <a16:creationId xmlns:a16="http://schemas.microsoft.com/office/drawing/2014/main" id="{D9AB5EEB-1B95-0D53-5FA8-6FF2FD6AB8A5}"/>
              </a:ext>
            </a:extLst>
          </p:cNvPr>
          <p:cNvSpPr txBox="1"/>
          <p:nvPr/>
        </p:nvSpPr>
        <p:spPr>
          <a:xfrm>
            <a:off x="761999" y="4279300"/>
            <a:ext cx="9855200" cy="276999"/>
          </a:xfrm>
          <a:prstGeom prst="rect">
            <a:avLst/>
          </a:prstGeom>
          <a:solidFill>
            <a:schemeClr val="accent2">
              <a:lumMod val="20000"/>
              <a:lumOff val="80000"/>
            </a:schemeClr>
          </a:solidFill>
        </p:spPr>
        <p:txBody>
          <a:bodyPr wrap="square">
            <a:spAutoFit/>
          </a:bodyPr>
          <a:lstStyle/>
          <a:p>
            <a:pPr algn="ctr"/>
            <a:r>
              <a:rPr lang="es-MX" sz="1200" b="1">
                <a:latin typeface="+mj-lt"/>
              </a:rPr>
              <a:t>Score = </a:t>
            </a:r>
            <a:r>
              <a:rPr lang="es-MX" sz="1200">
                <a:latin typeface="+mj-lt"/>
              </a:rPr>
              <a:t>(# de Integraciones × 30%) + (Impacto Solución × 25%) + (Reusabilidad de solución × 20%) + (CA × 15%) + (PA × 10%)</a:t>
            </a:r>
          </a:p>
        </p:txBody>
      </p:sp>
      <p:sp>
        <p:nvSpPr>
          <p:cNvPr id="16" name="TextBox 15">
            <a:extLst>
              <a:ext uri="{FF2B5EF4-FFF2-40B4-BE49-F238E27FC236}">
                <a16:creationId xmlns:a16="http://schemas.microsoft.com/office/drawing/2014/main" id="{E23F7B68-7FEF-E360-8EDD-5975DDFD46D5}"/>
              </a:ext>
            </a:extLst>
          </p:cNvPr>
          <p:cNvSpPr txBox="1"/>
          <p:nvPr/>
        </p:nvSpPr>
        <p:spPr>
          <a:xfrm>
            <a:off x="761999" y="4993327"/>
            <a:ext cx="6097772" cy="307777"/>
          </a:xfrm>
          <a:prstGeom prst="rect">
            <a:avLst/>
          </a:prstGeom>
          <a:noFill/>
        </p:spPr>
        <p:txBody>
          <a:bodyPr wrap="square">
            <a:spAutoFit/>
          </a:bodyPr>
          <a:lstStyle/>
          <a:p>
            <a:r>
              <a:rPr lang="es-MX" sz="1400" b="1">
                <a:latin typeface="+mj-lt"/>
              </a:rPr>
              <a:t>Score ponderado</a:t>
            </a:r>
          </a:p>
        </p:txBody>
      </p:sp>
      <p:sp>
        <p:nvSpPr>
          <p:cNvPr id="18" name="Oval 17">
            <a:extLst>
              <a:ext uri="{FF2B5EF4-FFF2-40B4-BE49-F238E27FC236}">
                <a16:creationId xmlns:a16="http://schemas.microsoft.com/office/drawing/2014/main" id="{075F6C35-3760-64CE-45E1-0370D81E8468}"/>
              </a:ext>
            </a:extLst>
          </p:cNvPr>
          <p:cNvSpPr/>
          <p:nvPr/>
        </p:nvSpPr>
        <p:spPr>
          <a:xfrm>
            <a:off x="473999" y="5003215"/>
            <a:ext cx="288000" cy="288000"/>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MX" sz="1600" b="1">
                <a:latin typeface="+mj-lt"/>
              </a:rPr>
              <a:t>3</a:t>
            </a:r>
          </a:p>
        </p:txBody>
      </p:sp>
      <p:sp>
        <p:nvSpPr>
          <p:cNvPr id="20" name="TextBox 19">
            <a:extLst>
              <a:ext uri="{FF2B5EF4-FFF2-40B4-BE49-F238E27FC236}">
                <a16:creationId xmlns:a16="http://schemas.microsoft.com/office/drawing/2014/main" id="{98675406-84B5-A5B6-7899-6BABCA386B0F}"/>
              </a:ext>
            </a:extLst>
          </p:cNvPr>
          <p:cNvSpPr txBox="1"/>
          <p:nvPr/>
        </p:nvSpPr>
        <p:spPr>
          <a:xfrm>
            <a:off x="761999" y="4602349"/>
            <a:ext cx="10178016" cy="246221"/>
          </a:xfrm>
          <a:prstGeom prst="rect">
            <a:avLst/>
          </a:prstGeom>
          <a:noFill/>
        </p:spPr>
        <p:txBody>
          <a:bodyPr wrap="square">
            <a:spAutoFit/>
          </a:bodyPr>
          <a:lstStyle/>
          <a:p>
            <a:r>
              <a:rPr lang="es-MX" sz="1000">
                <a:latin typeface="+mj-lt"/>
              </a:rPr>
              <a:t>Rango mínimo: 1.00  (todos los factores en Baja)     |     Rango máximo: 3.00  (todos los factores en Alta)     |     Cada factor puntúa: Baja=1  /  Media=2  /  Alta=3</a:t>
            </a:r>
          </a:p>
        </p:txBody>
      </p:sp>
      <p:graphicFrame>
        <p:nvGraphicFramePr>
          <p:cNvPr id="22" name="Table 21">
            <a:extLst>
              <a:ext uri="{FF2B5EF4-FFF2-40B4-BE49-F238E27FC236}">
                <a16:creationId xmlns:a16="http://schemas.microsoft.com/office/drawing/2014/main" id="{C29A147A-AD29-2FDA-0BD6-C8273B4E6AC0}"/>
              </a:ext>
            </a:extLst>
          </p:cNvPr>
          <p:cNvGraphicFramePr>
            <a:graphicFrameLocks noGrp="1"/>
          </p:cNvGraphicFramePr>
          <p:nvPr>
            <p:extLst>
              <p:ext uri="{D42A27DB-BD31-4B8C-83A1-F6EECF244321}">
                <p14:modId xmlns:p14="http://schemas.microsoft.com/office/powerpoint/2010/main" val="4011814841"/>
              </p:ext>
            </p:extLst>
          </p:nvPr>
        </p:nvGraphicFramePr>
        <p:xfrm>
          <a:off x="2941084" y="5235339"/>
          <a:ext cx="4927600" cy="1025446"/>
        </p:xfrm>
        <a:graphic>
          <a:graphicData uri="http://schemas.openxmlformats.org/drawingml/2006/table">
            <a:tbl>
              <a:tblPr/>
              <a:tblGrid>
                <a:gridCol w="2098748">
                  <a:extLst>
                    <a:ext uri="{9D8B030D-6E8A-4147-A177-3AD203B41FA5}">
                      <a16:colId xmlns:a16="http://schemas.microsoft.com/office/drawing/2014/main" val="2444301996"/>
                    </a:ext>
                  </a:extLst>
                </a:gridCol>
                <a:gridCol w="2828852">
                  <a:extLst>
                    <a:ext uri="{9D8B030D-6E8A-4147-A177-3AD203B41FA5}">
                      <a16:colId xmlns:a16="http://schemas.microsoft.com/office/drawing/2014/main" val="4101090157"/>
                    </a:ext>
                  </a:extLst>
                </a:gridCol>
              </a:tblGrid>
              <a:tr h="247096">
                <a:tc>
                  <a:txBody>
                    <a:bodyPr/>
                    <a:lstStyle/>
                    <a:p>
                      <a:pPr algn="ctr" fontAlgn="ctr">
                        <a:buNone/>
                      </a:pPr>
                      <a:r>
                        <a:rPr lang="es-MX" sz="900" b="1" i="0" u="none" strike="noStrike" cap="small" baseline="0">
                          <a:solidFill>
                            <a:srgbClr val="FFFFFF"/>
                          </a:solidFill>
                          <a:effectLst/>
                          <a:latin typeface="Arial" panose="020B0604020202020204" pitchFamily="34" charset="0"/>
                        </a:rPr>
                        <a:t>Score ponderado</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chemeClr val="tx1"/>
                    </a:solidFill>
                  </a:tcPr>
                </a:tc>
                <a:tc>
                  <a:txBody>
                    <a:bodyPr/>
                    <a:lstStyle/>
                    <a:p>
                      <a:pPr algn="ctr" fontAlgn="ctr">
                        <a:buNone/>
                      </a:pPr>
                      <a:r>
                        <a:rPr lang="es-MX" sz="900" b="1" i="0" u="none" strike="noStrike">
                          <a:solidFill>
                            <a:srgbClr val="FFFFFF"/>
                          </a:solidFill>
                          <a:effectLst/>
                          <a:latin typeface="Arial" panose="020B0604020202020204" pitchFamily="34" charset="0"/>
                        </a:rPr>
                        <a:t>Complejidad Total</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chemeClr val="tx1"/>
                    </a:solidFill>
                  </a:tcPr>
                </a:tc>
                <a:extLst>
                  <a:ext uri="{0D108BD9-81ED-4DB2-BD59-A6C34878D82A}">
                    <a16:rowId xmlns:a16="http://schemas.microsoft.com/office/drawing/2014/main" val="3759491639"/>
                  </a:ext>
                </a:extLst>
              </a:tr>
              <a:tr h="259450">
                <a:tc>
                  <a:txBody>
                    <a:bodyPr/>
                    <a:lstStyle/>
                    <a:p>
                      <a:pPr algn="ctr" fontAlgn="ctr">
                        <a:buNone/>
                      </a:pPr>
                      <a:r>
                        <a:rPr lang="es-MX" sz="1000" b="1" i="0" u="none" strike="noStrike">
                          <a:solidFill>
                            <a:srgbClr val="000000"/>
                          </a:solidFill>
                          <a:effectLst/>
                          <a:latin typeface="Arial" panose="020B0604020202020204" pitchFamily="34" charset="0"/>
                        </a:rPr>
                        <a:t>1.00  –  1.69</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noFill/>
                  </a:tcPr>
                </a:tc>
                <a:tc>
                  <a:txBody>
                    <a:bodyPr/>
                    <a:lstStyle/>
                    <a:p>
                      <a:pPr algn="ctr" fontAlgn="ctr">
                        <a:buNone/>
                      </a:pPr>
                      <a:r>
                        <a:rPr lang="es-MX" sz="1100" b="1" i="0" u="none" strike="noStrike">
                          <a:solidFill>
                            <a:schemeClr val="accent2"/>
                          </a:solidFill>
                          <a:effectLst/>
                          <a:latin typeface="Arial" panose="020B0604020202020204" pitchFamily="34" charset="0"/>
                        </a:rPr>
                        <a:t>Baja</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noFill/>
                  </a:tcPr>
                </a:tc>
                <a:extLst>
                  <a:ext uri="{0D108BD9-81ED-4DB2-BD59-A6C34878D82A}">
                    <a16:rowId xmlns:a16="http://schemas.microsoft.com/office/drawing/2014/main" val="1970532457"/>
                  </a:ext>
                </a:extLst>
              </a:tr>
              <a:tr h="259450">
                <a:tc>
                  <a:txBody>
                    <a:bodyPr/>
                    <a:lstStyle/>
                    <a:p>
                      <a:pPr algn="ctr" fontAlgn="ctr">
                        <a:buNone/>
                      </a:pPr>
                      <a:r>
                        <a:rPr lang="es-MX" sz="1000" b="1" i="0" u="none" strike="noStrike">
                          <a:solidFill>
                            <a:srgbClr val="000000"/>
                          </a:solidFill>
                          <a:effectLst/>
                          <a:latin typeface="Arial" panose="020B0604020202020204" pitchFamily="34" charset="0"/>
                        </a:rPr>
                        <a:t>1.70  –  2.29</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noFill/>
                  </a:tcPr>
                </a:tc>
                <a:tc>
                  <a:txBody>
                    <a:bodyPr/>
                    <a:lstStyle/>
                    <a:p>
                      <a:pPr algn="ctr" fontAlgn="ctr">
                        <a:buNone/>
                      </a:pPr>
                      <a:r>
                        <a:rPr lang="es-MX" sz="1100" b="1" i="0" u="none" strike="noStrike">
                          <a:solidFill>
                            <a:srgbClr val="E8894F"/>
                          </a:solidFill>
                          <a:effectLst/>
                          <a:latin typeface="Arial" panose="020B0604020202020204" pitchFamily="34" charset="0"/>
                        </a:rPr>
                        <a:t>Media</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noFill/>
                  </a:tcPr>
                </a:tc>
                <a:extLst>
                  <a:ext uri="{0D108BD9-81ED-4DB2-BD59-A6C34878D82A}">
                    <a16:rowId xmlns:a16="http://schemas.microsoft.com/office/drawing/2014/main" val="2294615073"/>
                  </a:ext>
                </a:extLst>
              </a:tr>
              <a:tr h="259450">
                <a:tc>
                  <a:txBody>
                    <a:bodyPr/>
                    <a:lstStyle/>
                    <a:p>
                      <a:pPr algn="ctr" fontAlgn="ctr">
                        <a:buNone/>
                      </a:pPr>
                      <a:r>
                        <a:rPr lang="es-MX" sz="1000" b="1" i="0" u="none" strike="noStrike">
                          <a:solidFill>
                            <a:srgbClr val="000000"/>
                          </a:solidFill>
                          <a:effectLst/>
                          <a:latin typeface="Arial" panose="020B0604020202020204" pitchFamily="34" charset="0"/>
                        </a:rPr>
                        <a:t>2.30  –  3.00</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noFill/>
                  </a:tcPr>
                </a:tc>
                <a:tc>
                  <a:txBody>
                    <a:bodyPr/>
                    <a:lstStyle/>
                    <a:p>
                      <a:pPr algn="ctr" fontAlgn="ctr">
                        <a:buNone/>
                      </a:pPr>
                      <a:r>
                        <a:rPr lang="es-MX" sz="1100" b="1" i="0" u="none" strike="noStrike">
                          <a:solidFill>
                            <a:srgbClr val="FF0000"/>
                          </a:solidFill>
                          <a:effectLst/>
                          <a:latin typeface="Arial" panose="020B0604020202020204" pitchFamily="34" charset="0"/>
                        </a:rPr>
                        <a:t>Alta</a:t>
                      </a:r>
                    </a:p>
                  </a:txBody>
                  <a:tcPr marL="6350" marR="6350" marT="6350" marB="0"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noFill/>
                  </a:tcPr>
                </a:tc>
                <a:extLst>
                  <a:ext uri="{0D108BD9-81ED-4DB2-BD59-A6C34878D82A}">
                    <a16:rowId xmlns:a16="http://schemas.microsoft.com/office/drawing/2014/main" val="4291892738"/>
                  </a:ext>
                </a:extLst>
              </a:tr>
            </a:tbl>
          </a:graphicData>
        </a:graphic>
      </p:graphicFrame>
      <p:sp>
        <p:nvSpPr>
          <p:cNvPr id="23" name="Title 1">
            <a:extLst>
              <a:ext uri="{FF2B5EF4-FFF2-40B4-BE49-F238E27FC236}">
                <a16:creationId xmlns:a16="http://schemas.microsoft.com/office/drawing/2014/main" id="{154845E1-B154-7CA3-D5A7-4030A4269B2A}"/>
              </a:ext>
            </a:extLst>
          </p:cNvPr>
          <p:cNvSpPr txBox="1">
            <a:spLocks/>
          </p:cNvSpPr>
          <p:nvPr/>
        </p:nvSpPr>
        <p:spPr>
          <a:xfrm>
            <a:off x="286748" y="250048"/>
            <a:ext cx="11143252" cy="428576"/>
          </a:xfrm>
        </p:spPr>
        <p:txBody>
          <a:bodyPr vert="horz" rIns="91440" anchor="ctr">
            <a:norm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r>
              <a:rPr lang="es-MX" sz="2400"/>
              <a:t>Apéndice 2 – Detalle de Inventario de HUs e Inventario de integraciones</a:t>
            </a:r>
          </a:p>
        </p:txBody>
      </p:sp>
      <p:sp>
        <p:nvSpPr>
          <p:cNvPr id="24" name="TextBox 23">
            <a:extLst>
              <a:ext uri="{FF2B5EF4-FFF2-40B4-BE49-F238E27FC236}">
                <a16:creationId xmlns:a16="http://schemas.microsoft.com/office/drawing/2014/main" id="{7273CA28-B479-C280-625A-981D98D1F317}"/>
              </a:ext>
            </a:extLst>
          </p:cNvPr>
          <p:cNvSpPr txBox="1"/>
          <p:nvPr/>
        </p:nvSpPr>
        <p:spPr>
          <a:xfrm>
            <a:off x="286748" y="660594"/>
            <a:ext cx="11380877" cy="400110"/>
          </a:xfrm>
          <a:prstGeom prst="rect">
            <a:avLst/>
          </a:prstGeom>
          <a:noFill/>
        </p:spPr>
        <p:txBody>
          <a:bodyPr wrap="square">
            <a:spAutoFit/>
          </a:bodyPr>
          <a:lstStyle/>
          <a:p>
            <a:r>
              <a:rPr lang="da-DK" sz="2000" b="1">
                <a:solidFill>
                  <a:schemeClr val="accent3"/>
                </a:solidFill>
              </a:rPr>
              <a:t>Scoring de complejidad de HUs</a:t>
            </a:r>
            <a:endParaRPr lang="es-MX" sz="2000" b="1">
              <a:solidFill>
                <a:schemeClr val="accent3"/>
              </a:solidFill>
            </a:endParaRPr>
          </a:p>
        </p:txBody>
      </p:sp>
    </p:spTree>
    <p:extLst>
      <p:ext uri="{BB962C8B-B14F-4D97-AF65-F5344CB8AC3E}">
        <p14:creationId xmlns:p14="http://schemas.microsoft.com/office/powerpoint/2010/main" val="1386639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45028-DC9D-DEB2-AA20-6C6779D83C78}"/>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C43EBDA-F118-0119-43AD-C7160EC8E0B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3" name="think-cell data - do not delete" hidden="1">
                        <a:extLst>
                          <a:ext uri="{FF2B5EF4-FFF2-40B4-BE49-F238E27FC236}">
                            <a16:creationId xmlns:a16="http://schemas.microsoft.com/office/drawing/2014/main" id="{BC43EBDA-F118-0119-43AD-C7160EC8E0B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4" name="Table 3">
            <a:extLst>
              <a:ext uri="{FF2B5EF4-FFF2-40B4-BE49-F238E27FC236}">
                <a16:creationId xmlns:a16="http://schemas.microsoft.com/office/drawing/2014/main" id="{4EDD65FA-48A2-CE39-40B6-D9669B975527}"/>
              </a:ext>
            </a:extLst>
          </p:cNvPr>
          <p:cNvGraphicFramePr>
            <a:graphicFrameLocks noGrp="1"/>
          </p:cNvGraphicFramePr>
          <p:nvPr>
            <p:extLst>
              <p:ext uri="{D42A27DB-BD31-4B8C-83A1-F6EECF244321}">
                <p14:modId xmlns:p14="http://schemas.microsoft.com/office/powerpoint/2010/main" val="1954990513"/>
              </p:ext>
            </p:extLst>
          </p:nvPr>
        </p:nvGraphicFramePr>
        <p:xfrm>
          <a:off x="524374" y="1183516"/>
          <a:ext cx="11143251" cy="4928042"/>
        </p:xfrm>
        <a:graphic>
          <a:graphicData uri="http://schemas.openxmlformats.org/drawingml/2006/table">
            <a:tbl>
              <a:tblPr firstRow="1" bandRow="1">
                <a:tableStyleId>{B301B821-A1FF-4177-AEE7-76D212191A09}</a:tableStyleId>
              </a:tblPr>
              <a:tblGrid>
                <a:gridCol w="1726610">
                  <a:extLst>
                    <a:ext uri="{9D8B030D-6E8A-4147-A177-3AD203B41FA5}">
                      <a16:colId xmlns:a16="http://schemas.microsoft.com/office/drawing/2014/main" val="2612846728"/>
                    </a:ext>
                  </a:extLst>
                </a:gridCol>
                <a:gridCol w="1871330">
                  <a:extLst>
                    <a:ext uri="{9D8B030D-6E8A-4147-A177-3AD203B41FA5}">
                      <a16:colId xmlns:a16="http://schemas.microsoft.com/office/drawing/2014/main" val="1505507086"/>
                    </a:ext>
                  </a:extLst>
                </a:gridCol>
                <a:gridCol w="7545311">
                  <a:extLst>
                    <a:ext uri="{9D8B030D-6E8A-4147-A177-3AD203B41FA5}">
                      <a16:colId xmlns:a16="http://schemas.microsoft.com/office/drawing/2014/main" val="1586783761"/>
                    </a:ext>
                  </a:extLst>
                </a:gridCol>
              </a:tblGrid>
              <a:tr h="189494">
                <a:tc>
                  <a:txBody>
                    <a:bodyPr/>
                    <a:lstStyle/>
                    <a:p>
                      <a:r>
                        <a:rPr lang="es-MX" sz="900"/>
                        <a:t>Categoría</a:t>
                      </a:r>
                      <a:endParaRPr lang="es-MX" sz="900">
                        <a:latin typeface="+mn-lt"/>
                      </a:endParaRPr>
                    </a:p>
                  </a:txBody>
                  <a:tcPr>
                    <a:lnR w="12700" cap="flat" cmpd="sng" algn="ctr">
                      <a:solidFill>
                        <a:schemeClr val="bg1">
                          <a:lumMod val="75000"/>
                        </a:schemeClr>
                      </a:solidFill>
                      <a:prstDash val="solid"/>
                      <a:round/>
                      <a:headEnd type="none" w="med" len="med"/>
                      <a:tailEnd type="none" w="med" len="med"/>
                    </a:lnR>
                  </a:tcPr>
                </a:tc>
                <a:tc>
                  <a:txBody>
                    <a:bodyPr/>
                    <a:lstStyle/>
                    <a:p>
                      <a:r>
                        <a:rPr lang="es-MX" sz="900" err="1"/>
                        <a:t>Sub-categoría</a:t>
                      </a:r>
                      <a:endParaRPr lang="es-MX" sz="900">
                        <a:latin typeface="+mn-lt"/>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tcPr>
                </a:tc>
                <a:tc>
                  <a:txBody>
                    <a:bodyPr/>
                    <a:lstStyle/>
                    <a:p>
                      <a:r>
                        <a:rPr lang="es-MX" sz="900"/>
                        <a:t>Descripción</a:t>
                      </a:r>
                      <a:endParaRPr lang="es-MX" sz="900">
                        <a:latin typeface="+mn-lt"/>
                      </a:endParaRPr>
                    </a:p>
                  </a:txBody>
                  <a:tcPr>
                    <a:lnL w="12700" cap="flat" cmpd="sng" algn="ctr">
                      <a:solidFill>
                        <a:schemeClr val="bg1">
                          <a:lumMod val="75000"/>
                        </a:schemeClr>
                      </a:solidFill>
                      <a:prstDash val="solid"/>
                      <a:round/>
                      <a:headEnd type="none" w="med" len="med"/>
                      <a:tailEnd type="none" w="med" len="med"/>
                    </a:lnL>
                  </a:tcPr>
                </a:tc>
                <a:extLst>
                  <a:ext uri="{0D108BD9-81ED-4DB2-BD59-A6C34878D82A}">
                    <a16:rowId xmlns:a16="http://schemas.microsoft.com/office/drawing/2014/main" val="124183599"/>
                  </a:ext>
                </a:extLst>
              </a:tr>
              <a:tr h="189494">
                <a:tc rowSpan="4">
                  <a:txBody>
                    <a:bodyPr/>
                    <a:lstStyle/>
                    <a:p>
                      <a:r>
                        <a:rPr lang="es-MX" sz="900" b="1"/>
                        <a:t>Historia de usuario en relación a la integración</a:t>
                      </a:r>
                      <a:endParaRPr lang="es-MX" sz="900" b="1">
                        <a:latin typeface="+mn-lt"/>
                      </a:endParaRPr>
                    </a:p>
                  </a:txBody>
                  <a:tcPr anchor="ctr">
                    <a:lnR w="12700" cap="flat" cmpd="sng" algn="ctr">
                      <a:solidFill>
                        <a:schemeClr val="bg1">
                          <a:lumMod val="75000"/>
                        </a:schemeClr>
                      </a:solidFill>
                      <a:prstDash val="solid"/>
                      <a:round/>
                      <a:headEnd type="none" w="med" len="med"/>
                      <a:tailEnd type="none" w="med" len="med"/>
                    </a:lnR>
                    <a:solidFill>
                      <a:srgbClr val="E7E8FB"/>
                    </a:solidFill>
                  </a:tcPr>
                </a:tc>
                <a:tc>
                  <a:txBody>
                    <a:bodyPr/>
                    <a:lstStyle/>
                    <a:p>
                      <a:pPr>
                        <a:buNone/>
                      </a:pPr>
                      <a:r>
                        <a:rPr lang="es-MX" sz="900"/>
                        <a:t>ID HU</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E7E8FB"/>
                    </a:solidFill>
                  </a:tcPr>
                </a:tc>
                <a:tc>
                  <a:txBody>
                    <a:bodyPr/>
                    <a:lstStyle/>
                    <a:p>
                      <a:pPr>
                        <a:buNone/>
                      </a:pPr>
                      <a:r>
                        <a:rPr lang="es-MX" sz="900"/>
                        <a:t>Identificador único de la Historia de Usuario</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solidFill>
                      <a:srgbClr val="E7E8FB"/>
                    </a:solidFill>
                  </a:tcPr>
                </a:tc>
                <a:extLst>
                  <a:ext uri="{0D108BD9-81ED-4DB2-BD59-A6C34878D82A}">
                    <a16:rowId xmlns:a16="http://schemas.microsoft.com/office/drawing/2014/main" val="2467705337"/>
                  </a:ext>
                </a:extLst>
              </a:tr>
              <a:tr h="189494">
                <a:tc vMerge="1">
                  <a:txBody>
                    <a:bodyPr/>
                    <a:lstStyle/>
                    <a:p>
                      <a:endParaRPr lang="es-MX" sz="1100"/>
                    </a:p>
                  </a:txBody>
                  <a:tcPr/>
                </a:tc>
                <a:tc>
                  <a:txBody>
                    <a:bodyPr/>
                    <a:lstStyle/>
                    <a:p>
                      <a:pPr>
                        <a:buNone/>
                      </a:pPr>
                      <a:r>
                        <a:rPr lang="es-MX" sz="900"/>
                        <a:t>Track / Plataforma</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E7E8FB"/>
                    </a:solidFill>
                  </a:tcPr>
                </a:tc>
                <a:tc>
                  <a:txBody>
                    <a:bodyPr/>
                    <a:lstStyle/>
                    <a:p>
                      <a:pPr>
                        <a:buNone/>
                      </a:pPr>
                      <a:r>
                        <a:rPr lang="es-MX" sz="900"/>
                        <a:t>Plataforma o canal responsable de la entrega (</a:t>
                      </a:r>
                      <a:r>
                        <a:rPr lang="es-MX" sz="900" err="1"/>
                        <a:t>SmartVista</a:t>
                      </a:r>
                      <a:r>
                        <a:rPr lang="es-MX" sz="900"/>
                        <a:t>, Apolo, App Digital, CAT, Cobranza, SIWEB)</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solidFill>
                      <a:srgbClr val="E7E8FB"/>
                    </a:solidFill>
                  </a:tcPr>
                </a:tc>
                <a:extLst>
                  <a:ext uri="{0D108BD9-81ED-4DB2-BD59-A6C34878D82A}">
                    <a16:rowId xmlns:a16="http://schemas.microsoft.com/office/drawing/2014/main" val="155997875"/>
                  </a:ext>
                </a:extLst>
              </a:tr>
              <a:tr h="189494">
                <a:tc vMerge="1">
                  <a:txBody>
                    <a:bodyPr/>
                    <a:lstStyle/>
                    <a:p>
                      <a:endParaRPr lang="es-MX" sz="1100"/>
                    </a:p>
                  </a:txBody>
                  <a:tcPr/>
                </a:tc>
                <a:tc>
                  <a:txBody>
                    <a:bodyPr/>
                    <a:lstStyle/>
                    <a:p>
                      <a:pPr>
                        <a:buNone/>
                      </a:pPr>
                      <a:r>
                        <a:rPr lang="es-MX" sz="900"/>
                        <a:t>Descripción corta</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E7E8FB"/>
                    </a:solidFill>
                  </a:tcPr>
                </a:tc>
                <a:tc>
                  <a:txBody>
                    <a:bodyPr/>
                    <a:lstStyle/>
                    <a:p>
                      <a:pPr>
                        <a:buNone/>
                      </a:pPr>
                      <a:r>
                        <a:rPr lang="es-MX" sz="900"/>
                        <a:t>Nombre funcional breve de la HU — qué hace en una línea</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solidFill>
                      <a:srgbClr val="E7E8FB"/>
                    </a:solidFill>
                  </a:tcPr>
                </a:tc>
                <a:extLst>
                  <a:ext uri="{0D108BD9-81ED-4DB2-BD59-A6C34878D82A}">
                    <a16:rowId xmlns:a16="http://schemas.microsoft.com/office/drawing/2014/main" val="514797181"/>
                  </a:ext>
                </a:extLst>
              </a:tr>
              <a:tr h="189494">
                <a:tc vMerge="1">
                  <a:txBody>
                    <a:bodyPr/>
                    <a:lstStyle/>
                    <a:p>
                      <a:endParaRPr lang="es-MX" sz="1100"/>
                    </a:p>
                  </a:txBody>
                  <a:tcPr/>
                </a:tc>
                <a:tc>
                  <a:txBody>
                    <a:bodyPr/>
                    <a:lstStyle/>
                    <a:p>
                      <a:pPr>
                        <a:buNone/>
                      </a:pPr>
                      <a:r>
                        <a:rPr lang="es-MX" sz="900"/>
                        <a:t>Producto</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E7E8FB"/>
                    </a:solidFill>
                  </a:tcPr>
                </a:tc>
                <a:tc>
                  <a:txBody>
                    <a:bodyPr/>
                    <a:lstStyle/>
                    <a:p>
                      <a:pPr>
                        <a:buNone/>
                      </a:pPr>
                      <a:r>
                        <a:rPr lang="es-MX" sz="900"/>
                        <a:t>Producto bancario al que aplica (TDC Clásica, TDD, Coppel Pay, Crédito al Consumo)</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solidFill>
                      <a:srgbClr val="E7E8FB"/>
                    </a:solidFill>
                  </a:tcPr>
                </a:tc>
                <a:extLst>
                  <a:ext uri="{0D108BD9-81ED-4DB2-BD59-A6C34878D82A}">
                    <a16:rowId xmlns:a16="http://schemas.microsoft.com/office/drawing/2014/main" val="3411216453"/>
                  </a:ext>
                </a:extLst>
              </a:tr>
              <a:tr h="189494">
                <a:tc rowSpan="11">
                  <a:txBody>
                    <a:bodyPr/>
                    <a:lstStyle/>
                    <a:p>
                      <a:r>
                        <a:rPr lang="es-MX" sz="900" b="1"/>
                        <a:t>Integración – Información Técnica</a:t>
                      </a:r>
                      <a:endParaRPr lang="es-MX" sz="900" b="1">
                        <a:latin typeface="+mn-lt"/>
                      </a:endParaRPr>
                    </a:p>
                  </a:txBody>
                  <a:tcPr anchor="ctr">
                    <a:lnR w="12700" cap="flat" cmpd="sng" algn="ctr">
                      <a:solidFill>
                        <a:schemeClr val="bg1">
                          <a:lumMod val="75000"/>
                        </a:schemeClr>
                      </a:solidFill>
                      <a:prstDash val="solid"/>
                      <a:round/>
                      <a:headEnd type="none" w="med" len="med"/>
                      <a:tailEnd type="none" w="med" len="med"/>
                    </a:lnR>
                    <a:solidFill>
                      <a:schemeClr val="bg1"/>
                    </a:solidFill>
                  </a:tcPr>
                </a:tc>
                <a:tc>
                  <a:txBody>
                    <a:bodyPr/>
                    <a:lstStyle/>
                    <a:p>
                      <a:pPr>
                        <a:buNone/>
                      </a:pPr>
                      <a:r>
                        <a:rPr lang="es-MX" sz="900"/>
                        <a:t>ID Integración</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chemeClr val="bg1"/>
                    </a:solidFill>
                  </a:tcPr>
                </a:tc>
                <a:tc>
                  <a:txBody>
                    <a:bodyPr/>
                    <a:lstStyle/>
                    <a:p>
                      <a:pPr>
                        <a:buNone/>
                      </a:pPr>
                      <a:r>
                        <a:rPr lang="es-MX" sz="900"/>
                        <a:t>Identificador único de la integración</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solidFill>
                      <a:schemeClr val="bg1"/>
                    </a:solidFill>
                  </a:tcPr>
                </a:tc>
                <a:extLst>
                  <a:ext uri="{0D108BD9-81ED-4DB2-BD59-A6C34878D82A}">
                    <a16:rowId xmlns:a16="http://schemas.microsoft.com/office/drawing/2014/main" val="4127855247"/>
                  </a:ext>
                </a:extLst>
              </a:tr>
              <a:tr h="189494">
                <a:tc vMerge="1">
                  <a:txBody>
                    <a:bodyPr/>
                    <a:lstStyle/>
                    <a:p>
                      <a:endParaRPr lang="es-MX" sz="1100"/>
                    </a:p>
                  </a:txBody>
                  <a:tcPr/>
                </a:tc>
                <a:tc>
                  <a:txBody>
                    <a:bodyPr/>
                    <a:lstStyle/>
                    <a:p>
                      <a:pPr>
                        <a:buNone/>
                      </a:pPr>
                      <a:r>
                        <a:rPr lang="es-MX" sz="900"/>
                        <a:t>Nombre</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chemeClr val="bg1"/>
                    </a:solidFill>
                  </a:tcPr>
                </a:tc>
                <a:tc>
                  <a:txBody>
                    <a:bodyPr/>
                    <a:lstStyle/>
                    <a:p>
                      <a:pPr>
                        <a:buNone/>
                      </a:pPr>
                      <a:r>
                        <a:rPr lang="es-MX" sz="900"/>
                        <a:t>Nombre técnico o funcional de la integración</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solidFill>
                      <a:schemeClr val="bg1"/>
                    </a:solidFill>
                  </a:tcPr>
                </a:tc>
                <a:extLst>
                  <a:ext uri="{0D108BD9-81ED-4DB2-BD59-A6C34878D82A}">
                    <a16:rowId xmlns:a16="http://schemas.microsoft.com/office/drawing/2014/main" val="2488268892"/>
                  </a:ext>
                </a:extLst>
              </a:tr>
              <a:tr h="189494">
                <a:tc vMerge="1">
                  <a:txBody>
                    <a:bodyPr/>
                    <a:lstStyle/>
                    <a:p>
                      <a:endParaRPr lang="es-MX" sz="1100"/>
                    </a:p>
                  </a:txBody>
                  <a:tcPr/>
                </a:tc>
                <a:tc>
                  <a:txBody>
                    <a:bodyPr/>
                    <a:lstStyle/>
                    <a:p>
                      <a:pPr>
                        <a:buNone/>
                      </a:pPr>
                      <a:r>
                        <a:rPr lang="es-MX" sz="900"/>
                        <a:t>Descripción alto nivel</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chemeClr val="bg1"/>
                    </a:solidFill>
                  </a:tcPr>
                </a:tc>
                <a:tc>
                  <a:txBody>
                    <a:bodyPr/>
                    <a:lstStyle/>
                    <a:p>
                      <a:pPr>
                        <a:buNone/>
                      </a:pPr>
                      <a:r>
                        <a:rPr lang="es-MX" sz="900"/>
                        <a:t>Explicación breve de qué datos fluyen, entre qué sistemas y con qué propósito</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solidFill>
                      <a:schemeClr val="bg1"/>
                    </a:solidFill>
                  </a:tcPr>
                </a:tc>
                <a:extLst>
                  <a:ext uri="{0D108BD9-81ED-4DB2-BD59-A6C34878D82A}">
                    <a16:rowId xmlns:a16="http://schemas.microsoft.com/office/drawing/2014/main" val="361016980"/>
                  </a:ext>
                </a:extLst>
              </a:tr>
              <a:tr h="189494">
                <a:tc vMerge="1">
                  <a:txBody>
                    <a:bodyPr/>
                    <a:lstStyle/>
                    <a:p>
                      <a:endParaRPr lang="es-MX" sz="1100"/>
                    </a:p>
                  </a:txBody>
                  <a:tcPr/>
                </a:tc>
                <a:tc>
                  <a:txBody>
                    <a:bodyPr/>
                    <a:lstStyle/>
                    <a:p>
                      <a:pPr>
                        <a:buNone/>
                      </a:pPr>
                      <a:r>
                        <a:rPr lang="es-MX" sz="900"/>
                        <a:t>Sistema Origen</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chemeClr val="bg1"/>
                    </a:solidFill>
                  </a:tcPr>
                </a:tc>
                <a:tc>
                  <a:txBody>
                    <a:bodyPr/>
                    <a:lstStyle/>
                    <a:p>
                      <a:pPr>
                        <a:buNone/>
                      </a:pPr>
                      <a:r>
                        <a:rPr lang="es-MX" sz="900"/>
                        <a:t>Sistema o componente que produce o envía los datos</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solidFill>
                      <a:schemeClr val="bg1"/>
                    </a:solidFill>
                  </a:tcPr>
                </a:tc>
                <a:extLst>
                  <a:ext uri="{0D108BD9-81ED-4DB2-BD59-A6C34878D82A}">
                    <a16:rowId xmlns:a16="http://schemas.microsoft.com/office/drawing/2014/main" val="169335871"/>
                  </a:ext>
                </a:extLst>
              </a:tr>
              <a:tr h="247821">
                <a:tc vMerge="1">
                  <a:txBody>
                    <a:bodyPr/>
                    <a:lstStyle/>
                    <a:p>
                      <a:endParaRPr lang="es-MX" sz="900" b="1">
                        <a:latin typeface="+mn-lt"/>
                      </a:endParaRPr>
                    </a:p>
                  </a:txBody>
                  <a:tcPr anchor="ctr">
                    <a:lnR w="12700" cap="flat" cmpd="sng" algn="ctr">
                      <a:solidFill>
                        <a:schemeClr val="bg1">
                          <a:lumMod val="75000"/>
                        </a:schemeClr>
                      </a:solidFill>
                      <a:prstDash val="solid"/>
                      <a:round/>
                      <a:headEnd type="none" w="med" len="med"/>
                      <a:tailEnd type="none" w="med" len="med"/>
                    </a:lnR>
                    <a:solidFill>
                      <a:srgbClr val="DFE4F7"/>
                    </a:solidFill>
                  </a:tcPr>
                </a:tc>
                <a:tc>
                  <a:txBody>
                    <a:bodyPr/>
                    <a:lstStyle/>
                    <a:p>
                      <a:pPr>
                        <a:buNone/>
                      </a:pPr>
                      <a:r>
                        <a:rPr lang="es-MX" sz="900"/>
                        <a:t>Sistema Destino</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chemeClr val="bg1"/>
                    </a:solidFill>
                  </a:tcPr>
                </a:tc>
                <a:tc>
                  <a:txBody>
                    <a:bodyPr/>
                    <a:lstStyle/>
                    <a:p>
                      <a:pPr>
                        <a:buNone/>
                      </a:pPr>
                      <a:r>
                        <a:rPr lang="es-MX" sz="900"/>
                        <a:t>Sistema o componente que consume o recibe los datos</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solidFill>
                      <a:schemeClr val="bg1"/>
                    </a:solidFill>
                  </a:tcPr>
                </a:tc>
                <a:extLst>
                  <a:ext uri="{0D108BD9-81ED-4DB2-BD59-A6C34878D82A}">
                    <a16:rowId xmlns:a16="http://schemas.microsoft.com/office/drawing/2014/main" val="1580597337"/>
                  </a:ext>
                </a:extLst>
              </a:tr>
              <a:tr h="247821">
                <a:tc vMerge="1">
                  <a:txBody>
                    <a:bodyPr/>
                    <a:lstStyle/>
                    <a:p>
                      <a:endParaRPr lang="es-MX" sz="1100"/>
                    </a:p>
                  </a:txBody>
                  <a:tcPr/>
                </a:tc>
                <a:tc>
                  <a:txBody>
                    <a:bodyPr/>
                    <a:lstStyle/>
                    <a:p>
                      <a:pPr>
                        <a:buNone/>
                      </a:pPr>
                      <a:r>
                        <a:rPr lang="es-MX" sz="900"/>
                        <a:t>Tipo</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chemeClr val="bg1"/>
                    </a:solidFill>
                  </a:tcPr>
                </a:tc>
                <a:tc>
                  <a:txBody>
                    <a:bodyPr/>
                    <a:lstStyle/>
                    <a:p>
                      <a:pPr>
                        <a:buNone/>
                      </a:pPr>
                      <a:r>
                        <a:rPr lang="es-MX" sz="900"/>
                        <a:t>Tipo de integración: API / Batch / Evento / Archivo / MQ / SOAP / REST</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solidFill>
                      <a:schemeClr val="bg1"/>
                    </a:solidFill>
                  </a:tcPr>
                </a:tc>
                <a:extLst>
                  <a:ext uri="{0D108BD9-81ED-4DB2-BD59-A6C34878D82A}">
                    <a16:rowId xmlns:a16="http://schemas.microsoft.com/office/drawing/2014/main" val="4196366037"/>
                  </a:ext>
                </a:extLst>
              </a:tr>
              <a:tr h="189494">
                <a:tc vMerge="1">
                  <a:txBody>
                    <a:bodyPr/>
                    <a:lstStyle/>
                    <a:p>
                      <a:endParaRPr lang="es-MX" sz="1100"/>
                    </a:p>
                  </a:txBody>
                  <a:tcPr/>
                </a:tc>
                <a:tc>
                  <a:txBody>
                    <a:bodyPr/>
                    <a:lstStyle/>
                    <a:p>
                      <a:pPr>
                        <a:buNone/>
                      </a:pPr>
                      <a:r>
                        <a:rPr lang="es-MX" sz="900"/>
                        <a:t>Formato</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chemeClr val="bg1"/>
                    </a:solidFill>
                  </a:tcPr>
                </a:tc>
                <a:tc>
                  <a:txBody>
                    <a:bodyPr/>
                    <a:lstStyle/>
                    <a:p>
                      <a:pPr>
                        <a:buNone/>
                      </a:pPr>
                      <a:r>
                        <a:rPr lang="es-MX" sz="900"/>
                        <a:t>Formato del mensaje o archivo intercambiado, si aplica: JSON / XML / CSV / TXT / </a:t>
                      </a:r>
                      <a:r>
                        <a:rPr lang="es-MX" sz="900" err="1"/>
                        <a:t>Fixed-Width</a:t>
                      </a:r>
                      <a:r>
                        <a:rPr lang="es-MX" sz="900"/>
                        <a:t> / Binario / XLSX / PGP / Otro</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solidFill>
                      <a:schemeClr val="bg1"/>
                    </a:solidFill>
                  </a:tcPr>
                </a:tc>
                <a:extLst>
                  <a:ext uri="{0D108BD9-81ED-4DB2-BD59-A6C34878D82A}">
                    <a16:rowId xmlns:a16="http://schemas.microsoft.com/office/drawing/2014/main" val="122634746"/>
                  </a:ext>
                </a:extLst>
              </a:tr>
              <a:tr h="247821">
                <a:tc vMerge="1">
                  <a:txBody>
                    <a:bodyPr/>
                    <a:lstStyle/>
                    <a:p>
                      <a:endParaRPr lang="es-MX" sz="1100"/>
                    </a:p>
                  </a:txBody>
                  <a:tcPr/>
                </a:tc>
                <a:tc>
                  <a:txBody>
                    <a:bodyPr/>
                    <a:lstStyle/>
                    <a:p>
                      <a:pPr>
                        <a:buNone/>
                      </a:pPr>
                      <a:r>
                        <a:rPr lang="es-MX" sz="900"/>
                        <a:t>Volúmenes</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chemeClr val="bg1"/>
                    </a:solidFill>
                  </a:tcPr>
                </a:tc>
                <a:tc>
                  <a:txBody>
                    <a:bodyPr/>
                    <a:lstStyle/>
                    <a:p>
                      <a:pPr>
                        <a:buNone/>
                      </a:pPr>
                      <a:r>
                        <a:rPr lang="es-MX" sz="900"/>
                        <a:t>Número estimado de registros o transacciones por ejecución o por día</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solidFill>
                      <a:schemeClr val="bg1"/>
                    </a:solidFill>
                  </a:tcPr>
                </a:tc>
                <a:extLst>
                  <a:ext uri="{0D108BD9-81ED-4DB2-BD59-A6C34878D82A}">
                    <a16:rowId xmlns:a16="http://schemas.microsoft.com/office/drawing/2014/main" val="3379548630"/>
                  </a:ext>
                </a:extLst>
              </a:tr>
              <a:tr h="204011">
                <a:tc vMerge="1">
                  <a:txBody>
                    <a:bodyPr/>
                    <a:lstStyle/>
                    <a:p>
                      <a:endParaRPr lang="es-MX" sz="1100"/>
                    </a:p>
                  </a:txBody>
                  <a:tcPr/>
                </a:tc>
                <a:tc>
                  <a:txBody>
                    <a:bodyPr/>
                    <a:lstStyle/>
                    <a:p>
                      <a:pPr>
                        <a:buNone/>
                      </a:pPr>
                      <a:r>
                        <a:rPr lang="es-MX" sz="900"/>
                        <a:t>Tiempo de respuesta</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chemeClr val="bg1"/>
                    </a:solidFill>
                  </a:tcPr>
                </a:tc>
                <a:tc>
                  <a:txBody>
                    <a:bodyPr/>
                    <a:lstStyle/>
                    <a:p>
                      <a:pPr>
                        <a:buNone/>
                      </a:pPr>
                      <a:r>
                        <a:rPr lang="es-MX" sz="900"/>
                        <a:t>Latencia esperada o SLA de respuesta (ej. &lt;500ms, &lt;2s, sin SLA para </a:t>
                      </a:r>
                      <a:r>
                        <a:rPr lang="es-MX" sz="900" err="1"/>
                        <a:t>batch</a:t>
                      </a:r>
                      <a:r>
                        <a:rPr lang="es-MX" sz="900"/>
                        <a:t>)</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solidFill>
                      <a:schemeClr val="bg1"/>
                    </a:solidFill>
                  </a:tcPr>
                </a:tc>
                <a:extLst>
                  <a:ext uri="{0D108BD9-81ED-4DB2-BD59-A6C34878D82A}">
                    <a16:rowId xmlns:a16="http://schemas.microsoft.com/office/drawing/2014/main" val="445349935"/>
                  </a:ext>
                </a:extLst>
              </a:tr>
              <a:tr h="189494">
                <a:tc vMerge="1">
                  <a:txBody>
                    <a:bodyPr/>
                    <a:lstStyle/>
                    <a:p>
                      <a:endParaRPr lang="es-MX" sz="1100"/>
                    </a:p>
                  </a:txBody>
                  <a:tcPr/>
                </a:tc>
                <a:tc>
                  <a:txBody>
                    <a:bodyPr/>
                    <a:lstStyle/>
                    <a:p>
                      <a:pPr>
                        <a:buNone/>
                      </a:pPr>
                      <a:r>
                        <a:rPr lang="es-MX" sz="900"/>
                        <a:t># Campos</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chemeClr val="bg1"/>
                    </a:solidFill>
                  </a:tcPr>
                </a:tc>
                <a:tc>
                  <a:txBody>
                    <a:bodyPr/>
                    <a:lstStyle/>
                    <a:p>
                      <a:pPr>
                        <a:buNone/>
                      </a:pPr>
                      <a:r>
                        <a:rPr lang="es-MX" sz="900"/>
                        <a:t>Número de campos que componen el contrato de interfaz</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solidFill>
                      <a:schemeClr val="bg1"/>
                    </a:solidFill>
                  </a:tcPr>
                </a:tc>
                <a:extLst>
                  <a:ext uri="{0D108BD9-81ED-4DB2-BD59-A6C34878D82A}">
                    <a16:rowId xmlns:a16="http://schemas.microsoft.com/office/drawing/2014/main" val="42041673"/>
                  </a:ext>
                </a:extLst>
              </a:tr>
              <a:tr h="189494">
                <a:tc vMerge="1">
                  <a:txBody>
                    <a:bodyPr/>
                    <a:lstStyle/>
                    <a:p>
                      <a:endParaRPr lang="es-MX" sz="1100"/>
                    </a:p>
                  </a:txBody>
                  <a:tcPr/>
                </a:tc>
                <a:tc>
                  <a:txBody>
                    <a:bodyPr/>
                    <a:lstStyle/>
                    <a:p>
                      <a:pPr>
                        <a:buNone/>
                      </a:pPr>
                      <a:r>
                        <a:rPr lang="es-MX" sz="900"/>
                        <a:t>Frecuencia</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chemeClr val="bg1"/>
                    </a:solidFill>
                  </a:tcPr>
                </a:tc>
                <a:tc>
                  <a:txBody>
                    <a:bodyPr/>
                    <a:lstStyle/>
                    <a:p>
                      <a:pPr>
                        <a:buNone/>
                      </a:pPr>
                      <a:r>
                        <a:rPr lang="es-MX" sz="900"/>
                        <a:t>Periodicidad de ejecución: Tiempo real / </a:t>
                      </a:r>
                      <a:r>
                        <a:rPr lang="es-MX" sz="900" err="1"/>
                        <a:t>Intraday</a:t>
                      </a:r>
                      <a:r>
                        <a:rPr lang="es-MX" sz="900"/>
                        <a:t> / Diaria-EOD / Periódica / Ad hoc</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solidFill>
                      <a:schemeClr val="bg1"/>
                    </a:solidFill>
                  </a:tcPr>
                </a:tc>
                <a:extLst>
                  <a:ext uri="{0D108BD9-81ED-4DB2-BD59-A6C34878D82A}">
                    <a16:rowId xmlns:a16="http://schemas.microsoft.com/office/drawing/2014/main" val="637025778"/>
                  </a:ext>
                </a:extLst>
              </a:tr>
              <a:tr h="252659">
                <a:tc rowSpan="4">
                  <a:txBody>
                    <a:bodyPr/>
                    <a:lstStyle/>
                    <a:p>
                      <a:r>
                        <a:rPr lang="es-MX" sz="900" b="1"/>
                        <a:t>Integración - Transformación</a:t>
                      </a:r>
                      <a:endParaRPr lang="es-MX" sz="900" b="1">
                        <a:latin typeface="+mn-lt"/>
                      </a:endParaRPr>
                    </a:p>
                  </a:txBody>
                  <a:tcPr anchor="ctr">
                    <a:lnR w="12700" cap="flat" cmpd="sng" algn="ctr">
                      <a:solidFill>
                        <a:schemeClr val="bg1">
                          <a:lumMod val="75000"/>
                        </a:schemeClr>
                      </a:solidFill>
                      <a:prstDash val="solid"/>
                      <a:round/>
                      <a:headEnd type="none" w="med" len="med"/>
                      <a:tailEnd type="none" w="med" len="med"/>
                    </a:lnR>
                    <a:solidFill>
                      <a:srgbClr val="E7E8FB"/>
                    </a:solidFill>
                  </a:tcPr>
                </a:tc>
                <a:tc>
                  <a:txBody>
                    <a:bodyPr/>
                    <a:lstStyle/>
                    <a:p>
                      <a:pPr>
                        <a:buNone/>
                      </a:pPr>
                      <a:r>
                        <a:rPr lang="es-MX" sz="900"/>
                        <a:t>Criticidad</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E7E8FB"/>
                    </a:solidFill>
                  </a:tcPr>
                </a:tc>
                <a:tc>
                  <a:txBody>
                    <a:bodyPr/>
                    <a:lstStyle/>
                    <a:p>
                      <a:pPr>
                        <a:buNone/>
                      </a:pPr>
                      <a:r>
                        <a:rPr lang="es-MX" sz="900"/>
                        <a:t>Impacto ante falla de la integración en producción: Alta (bloquea operación) / Media (</a:t>
                      </a:r>
                      <a:r>
                        <a:rPr lang="es-MX" sz="900" err="1"/>
                        <a:t>workaround</a:t>
                      </a:r>
                      <a:r>
                        <a:rPr lang="es-MX" sz="900"/>
                        <a:t> disponible) / Baja (impacto acotado)</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solidFill>
                      <a:srgbClr val="E7E8FB"/>
                    </a:solidFill>
                  </a:tcPr>
                </a:tc>
                <a:extLst>
                  <a:ext uri="{0D108BD9-81ED-4DB2-BD59-A6C34878D82A}">
                    <a16:rowId xmlns:a16="http://schemas.microsoft.com/office/drawing/2014/main" val="2433542315"/>
                  </a:ext>
                </a:extLst>
              </a:tr>
              <a:tr h="189494">
                <a:tc vMerge="1">
                  <a:txBody>
                    <a:bodyPr/>
                    <a:lstStyle/>
                    <a:p>
                      <a:endParaRPr lang="es-MX" sz="1100"/>
                    </a:p>
                  </a:txBody>
                  <a:tcPr/>
                </a:tc>
                <a:tc>
                  <a:txBody>
                    <a:bodyPr/>
                    <a:lstStyle/>
                    <a:p>
                      <a:pPr>
                        <a:buNone/>
                      </a:pPr>
                      <a:r>
                        <a:rPr lang="es-MX" sz="900"/>
                        <a:t>Complejidad</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E7E8FB"/>
                    </a:solidFill>
                  </a:tcPr>
                </a:tc>
                <a:tc>
                  <a:txBody>
                    <a:bodyPr/>
                    <a:lstStyle/>
                    <a:p>
                      <a:pPr>
                        <a:buNone/>
                      </a:pPr>
                      <a:r>
                        <a:rPr lang="es-MX" sz="900"/>
                        <a:t>Esfuerzo técnico de construcción o modificación de la integración: Alta (nueva interfaz síncrona con transformación de datos o mapeo complejo entre sistemas) / Media (nueva interfaz asíncrona o modificación que implica cambios estructurales en el contrato) / Baja (modificación menor o control de cambios sobre una integración existente sin impacto en el contrato)</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solidFill>
                      <a:srgbClr val="E7E8FB"/>
                    </a:solidFill>
                  </a:tcPr>
                </a:tc>
                <a:extLst>
                  <a:ext uri="{0D108BD9-81ED-4DB2-BD59-A6C34878D82A}">
                    <a16:rowId xmlns:a16="http://schemas.microsoft.com/office/drawing/2014/main" val="1940014498"/>
                  </a:ext>
                </a:extLst>
              </a:tr>
              <a:tr h="189494">
                <a:tc vMerge="1">
                  <a:txBody>
                    <a:bodyPr/>
                    <a:lstStyle/>
                    <a:p>
                      <a:endParaRPr lang="es-MX" sz="1100"/>
                    </a:p>
                  </a:txBody>
                  <a:tcPr/>
                </a:tc>
                <a:tc>
                  <a:txBody>
                    <a:bodyPr/>
                    <a:lstStyle/>
                    <a:p>
                      <a:pPr>
                        <a:buNone/>
                      </a:pPr>
                      <a:r>
                        <a:rPr lang="es-MX" sz="900"/>
                        <a:t>Existe Hoy</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E7E8FB"/>
                    </a:solidFill>
                  </a:tcPr>
                </a:tc>
                <a:tc>
                  <a:txBody>
                    <a:bodyPr/>
                    <a:lstStyle/>
                    <a:p>
                      <a:pPr>
                        <a:buNone/>
                      </a:pPr>
                      <a:r>
                        <a:rPr lang="es-MX" sz="900"/>
                        <a:t>Indica si la integración ya existe en el ecosistema actual: Sí / No</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solidFill>
                      <a:srgbClr val="E7E8FB"/>
                    </a:solidFill>
                  </a:tcPr>
                </a:tc>
                <a:extLst>
                  <a:ext uri="{0D108BD9-81ED-4DB2-BD59-A6C34878D82A}">
                    <a16:rowId xmlns:a16="http://schemas.microsoft.com/office/drawing/2014/main" val="3721557250"/>
                  </a:ext>
                </a:extLst>
              </a:tr>
              <a:tr h="189494">
                <a:tc vMerge="1">
                  <a:txBody>
                    <a:bodyPr/>
                    <a:lstStyle/>
                    <a:p>
                      <a:endParaRPr lang="es-MX" sz="900" b="1">
                        <a:latin typeface="+mn-lt"/>
                      </a:endParaRPr>
                    </a:p>
                  </a:txBody>
                  <a:tcPr anchor="ctr">
                    <a:lnR w="12700" cap="flat" cmpd="sng" algn="ctr">
                      <a:solidFill>
                        <a:schemeClr val="bg1">
                          <a:lumMod val="75000"/>
                        </a:schemeClr>
                      </a:solidFill>
                      <a:prstDash val="solid"/>
                      <a:round/>
                      <a:headEnd type="none" w="med" len="med"/>
                      <a:tailEnd type="none" w="med" len="med"/>
                    </a:lnR>
                    <a:solidFill>
                      <a:srgbClr val="DFE4F7"/>
                    </a:solidFill>
                  </a:tcPr>
                </a:tc>
                <a:tc>
                  <a:txBody>
                    <a:bodyPr/>
                    <a:lstStyle/>
                    <a:p>
                      <a:pPr>
                        <a:buNone/>
                      </a:pPr>
                      <a:r>
                        <a:rPr lang="es-MX" sz="900"/>
                        <a:t>Estado</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solidFill>
                      <a:srgbClr val="E7E8FB"/>
                    </a:solidFill>
                  </a:tcPr>
                </a:tc>
                <a:tc>
                  <a:txBody>
                    <a:bodyPr/>
                    <a:lstStyle/>
                    <a:p>
                      <a:pPr>
                        <a:buNone/>
                      </a:pPr>
                      <a:r>
                        <a:rPr lang="es-MX" sz="900"/>
                        <a:t>Acción requerida sobre la integración en R4: Nueva / Modificar / Temporal-táctico / Retirar</a:t>
                      </a:r>
                      <a:endParaRPr lang="es-MX" sz="900">
                        <a:latin typeface="+mn-lt"/>
                      </a:endParaRPr>
                    </a:p>
                  </a:txBody>
                  <a:tcPr anchor="ctr">
                    <a:lnL w="12700" cap="flat" cmpd="sng" algn="ctr">
                      <a:solidFill>
                        <a:schemeClr val="bg1">
                          <a:lumMod val="75000"/>
                        </a:schemeClr>
                      </a:solidFill>
                      <a:prstDash val="solid"/>
                      <a:round/>
                      <a:headEnd type="none" w="med" len="med"/>
                      <a:tailEnd type="none" w="med" len="med"/>
                    </a:lnL>
                    <a:solidFill>
                      <a:srgbClr val="E7E8FB"/>
                    </a:solidFill>
                  </a:tcPr>
                </a:tc>
                <a:extLst>
                  <a:ext uri="{0D108BD9-81ED-4DB2-BD59-A6C34878D82A}">
                    <a16:rowId xmlns:a16="http://schemas.microsoft.com/office/drawing/2014/main" val="712187241"/>
                  </a:ext>
                </a:extLst>
              </a:tr>
            </a:tbl>
          </a:graphicData>
        </a:graphic>
      </p:graphicFrame>
      <p:sp>
        <p:nvSpPr>
          <p:cNvPr id="6" name="Title 1">
            <a:extLst>
              <a:ext uri="{FF2B5EF4-FFF2-40B4-BE49-F238E27FC236}">
                <a16:creationId xmlns:a16="http://schemas.microsoft.com/office/drawing/2014/main" id="{A0076022-2391-1467-1D3D-EE0512A4612C}"/>
              </a:ext>
            </a:extLst>
          </p:cNvPr>
          <p:cNvSpPr txBox="1">
            <a:spLocks/>
          </p:cNvSpPr>
          <p:nvPr/>
        </p:nvSpPr>
        <p:spPr>
          <a:xfrm>
            <a:off x="286748" y="250048"/>
            <a:ext cx="11143252" cy="428576"/>
          </a:xfrm>
        </p:spPr>
        <p:txBody>
          <a:bodyPr vert="horz" rIns="91440" anchor="ctr">
            <a:norm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r>
              <a:rPr lang="es-MX" sz="2400"/>
              <a:t>Apéndice 2 – Detalle de Inventario de HUs e Inventario de integraciones</a:t>
            </a:r>
          </a:p>
        </p:txBody>
      </p:sp>
      <p:sp>
        <p:nvSpPr>
          <p:cNvPr id="8" name="TextBox 7">
            <a:extLst>
              <a:ext uri="{FF2B5EF4-FFF2-40B4-BE49-F238E27FC236}">
                <a16:creationId xmlns:a16="http://schemas.microsoft.com/office/drawing/2014/main" id="{52D4E707-1456-EE73-1541-1F657BE529E0}"/>
              </a:ext>
            </a:extLst>
          </p:cNvPr>
          <p:cNvSpPr txBox="1"/>
          <p:nvPr/>
        </p:nvSpPr>
        <p:spPr>
          <a:xfrm>
            <a:off x="286748" y="660594"/>
            <a:ext cx="11380877" cy="400110"/>
          </a:xfrm>
          <a:prstGeom prst="rect">
            <a:avLst/>
          </a:prstGeom>
          <a:noFill/>
        </p:spPr>
        <p:txBody>
          <a:bodyPr wrap="square">
            <a:spAutoFit/>
          </a:bodyPr>
          <a:lstStyle/>
          <a:p>
            <a:r>
              <a:rPr lang="es-MX" sz="2000" b="1">
                <a:solidFill>
                  <a:schemeClr val="accent3"/>
                </a:solidFill>
              </a:rPr>
              <a:t>Elementos y criterios de evaluación del Inventario de integraciones</a:t>
            </a:r>
          </a:p>
        </p:txBody>
      </p:sp>
    </p:spTree>
    <p:extLst>
      <p:ext uri="{BB962C8B-B14F-4D97-AF65-F5344CB8AC3E}">
        <p14:creationId xmlns:p14="http://schemas.microsoft.com/office/powerpoint/2010/main" val="762070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85055-B0E0-5607-2F63-9D7A78BC21DA}"/>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344256A-1B26-2663-C092-DBA3A2CA9DA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3" name="think-cell data - do not delete" hidden="1">
                        <a:extLst>
                          <a:ext uri="{FF2B5EF4-FFF2-40B4-BE49-F238E27FC236}">
                            <a16:creationId xmlns:a16="http://schemas.microsoft.com/office/drawing/2014/main" id="{7344256A-1B26-2663-C092-DBA3A2CA9DA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F2605B2-87E8-0EF2-7069-A07FE7730BF3}"/>
              </a:ext>
            </a:extLst>
          </p:cNvPr>
          <p:cNvSpPr>
            <a:spLocks noGrp="1"/>
          </p:cNvSpPr>
          <p:nvPr>
            <p:ph type="title"/>
          </p:nvPr>
        </p:nvSpPr>
        <p:spPr/>
        <p:txBody>
          <a:bodyPr vert="horz" rIns="91440">
            <a:normAutofit/>
          </a:bodyPr>
          <a:lstStyle/>
          <a:p>
            <a:r>
              <a:rPr lang="es-MX" sz="2400"/>
              <a:t>Apéndice 3 – Detalle por track — alcance, plan y RAID</a:t>
            </a:r>
          </a:p>
        </p:txBody>
      </p:sp>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83CB9EBA-F136-E3EC-5B6A-73AC07FA9BE9}"/>
                  </a:ext>
                </a:extLst>
              </p:cNvPr>
              <p:cNvGraphicFramePr>
                <a:graphicFrameLocks noChangeAspect="1"/>
              </p:cNvGraphicFramePr>
              <p:nvPr>
                <p:extLst>
                  <p:ext uri="{D42A27DB-BD31-4B8C-83A1-F6EECF244321}">
                    <p14:modId xmlns:p14="http://schemas.microsoft.com/office/powerpoint/2010/main" val="4113803224"/>
                  </p:ext>
                </p:extLst>
              </p:nvPr>
            </p:nvGraphicFramePr>
            <p:xfrm>
              <a:off x="2476855" y="1143096"/>
              <a:ext cx="3048000" cy="1714500"/>
            </p:xfrm>
            <a:graphic>
              <a:graphicData uri="http://schemas.microsoft.com/office/powerpoint/2016/slidezoom">
                <pslz:sldZm>
                  <pslz:sldZmObj sldId="257" cId="4293145146">
                    <pslz:zmPr id="{F69D7C28-6C83-4C95-A2FD-7F94D9BD9720}" returnToParent="0" transitionDur="1000">
                      <p166:blipFill xmlns:p166="http://schemas.microsoft.com/office/powerpoint/2016/6/main">
                        <a:blip r:embed="rId6"/>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6" name="Slide Zoom 5">
                <a:hlinkClick r:id="rId7" action="ppaction://hlinksldjump"/>
                <a:extLst>
                  <a:ext uri="{FF2B5EF4-FFF2-40B4-BE49-F238E27FC236}">
                    <a16:creationId xmlns:a16="http://schemas.microsoft.com/office/drawing/2014/main" id="{83CB9EBA-F136-E3EC-5B6A-73AC07FA9BE9}"/>
                  </a:ext>
                </a:extLst>
              </p:cNvPr>
              <p:cNvPicPr>
                <a:picLocks noGrp="1" noRot="1" noChangeAspect="1" noMove="1" noResize="1" noEditPoints="1" noAdjustHandles="1" noChangeArrowheads="1" noChangeShapeType="1"/>
              </p:cNvPicPr>
              <p:nvPr/>
            </p:nvPicPr>
            <p:blipFill>
              <a:blip r:embed="rId8"/>
              <a:stretch>
                <a:fillRect/>
              </a:stretch>
            </p:blipFill>
            <p:spPr>
              <a:xfrm>
                <a:off x="2476855" y="1143096"/>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2" name="Slide Zoom 11">
                <a:extLst>
                  <a:ext uri="{FF2B5EF4-FFF2-40B4-BE49-F238E27FC236}">
                    <a16:creationId xmlns:a16="http://schemas.microsoft.com/office/drawing/2014/main" id="{C572D87C-9C37-4A69-B272-E976DD77304C}"/>
                  </a:ext>
                </a:extLst>
              </p:cNvPr>
              <p:cNvGraphicFramePr>
                <a:graphicFrameLocks noChangeAspect="1"/>
              </p:cNvGraphicFramePr>
              <p:nvPr>
                <p:extLst>
                  <p:ext uri="{D42A27DB-BD31-4B8C-83A1-F6EECF244321}">
                    <p14:modId xmlns:p14="http://schemas.microsoft.com/office/powerpoint/2010/main" val="1301239012"/>
                  </p:ext>
                </p:extLst>
              </p:nvPr>
            </p:nvGraphicFramePr>
            <p:xfrm>
              <a:off x="573931" y="3488750"/>
              <a:ext cx="3048000" cy="1714500"/>
            </p:xfrm>
            <a:graphic>
              <a:graphicData uri="http://schemas.microsoft.com/office/powerpoint/2016/slidezoom">
                <pslz:sldZm>
                  <pslz:sldZmObj sldId="259" cId="1660529370">
                    <pslz:zmPr id="{81CE0B6F-B750-4D25-B051-BA959C1DD173}" returnToParent="0" transitionDur="1000">
                      <p166:blipFill xmlns:p166="http://schemas.microsoft.com/office/powerpoint/2016/6/main">
                        <a:blip r:embed="rId9"/>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2" name="Slide Zoom 11">
                <a:hlinkClick r:id="rId11" action="ppaction://hlinksldjump"/>
                <a:extLst>
                  <a:ext uri="{FF2B5EF4-FFF2-40B4-BE49-F238E27FC236}">
                    <a16:creationId xmlns:a16="http://schemas.microsoft.com/office/drawing/2014/main" id="{C572D87C-9C37-4A69-B272-E976DD77304C}"/>
                  </a:ext>
                </a:extLst>
              </p:cNvPr>
              <p:cNvPicPr>
                <a:picLocks noGrp="1" noRot="1" noChangeAspect="1" noMove="1" noResize="1" noEditPoints="1" noAdjustHandles="1" noChangeArrowheads="1" noChangeShapeType="1"/>
              </p:cNvPicPr>
              <p:nvPr/>
            </p:nvPicPr>
            <p:blipFill>
              <a:blip r:embed="rId10"/>
              <a:stretch>
                <a:fillRect/>
              </a:stretch>
            </p:blipFill>
            <p:spPr>
              <a:xfrm>
                <a:off x="573931" y="3488750"/>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6" name="Slide Zoom 15">
                <a:extLst>
                  <a:ext uri="{FF2B5EF4-FFF2-40B4-BE49-F238E27FC236}">
                    <a16:creationId xmlns:a16="http://schemas.microsoft.com/office/drawing/2014/main" id="{2B8A8930-3B4E-FDF7-A3A1-8965CF96D01D}"/>
                  </a:ext>
                </a:extLst>
              </p:cNvPr>
              <p:cNvGraphicFramePr>
                <a:graphicFrameLocks noChangeAspect="1"/>
              </p:cNvGraphicFramePr>
              <p:nvPr>
                <p:extLst>
                  <p:ext uri="{D42A27DB-BD31-4B8C-83A1-F6EECF244321}">
                    <p14:modId xmlns:p14="http://schemas.microsoft.com/office/powerpoint/2010/main" val="2526978418"/>
                  </p:ext>
                </p:extLst>
              </p:nvPr>
            </p:nvGraphicFramePr>
            <p:xfrm>
              <a:off x="4379779" y="3488750"/>
              <a:ext cx="3048000" cy="1714500"/>
            </p:xfrm>
            <a:graphic>
              <a:graphicData uri="http://schemas.microsoft.com/office/powerpoint/2016/slidezoom">
                <pslz:sldZm>
                  <pslz:sldZmObj sldId="262" cId="788646734">
                    <pslz:zmPr id="{872CE1A0-DC03-4F27-8329-C433D0A666CC}" returnToParent="0" transitionDur="1000">
                      <p166:blipFill xmlns:p166="http://schemas.microsoft.com/office/powerpoint/2016/6/main">
                        <a:blip r:embed="rId12"/>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6" name="Slide Zoom 15">
                <a:hlinkClick r:id="rId13" action="ppaction://hlinksldjump"/>
                <a:extLst>
                  <a:ext uri="{FF2B5EF4-FFF2-40B4-BE49-F238E27FC236}">
                    <a16:creationId xmlns:a16="http://schemas.microsoft.com/office/drawing/2014/main" id="{2B8A8930-3B4E-FDF7-A3A1-8965CF96D01D}"/>
                  </a:ext>
                </a:extLst>
              </p:cNvPr>
              <p:cNvPicPr>
                <a:picLocks noGrp="1" noRot="1" noChangeAspect="1" noMove="1" noResize="1" noEditPoints="1" noAdjustHandles="1" noChangeArrowheads="1" noChangeShapeType="1"/>
              </p:cNvPicPr>
              <p:nvPr/>
            </p:nvPicPr>
            <p:blipFill>
              <a:blip r:embed="rId14"/>
              <a:stretch>
                <a:fillRect/>
              </a:stretch>
            </p:blipFill>
            <p:spPr>
              <a:xfrm>
                <a:off x="4379779" y="3488750"/>
                <a:ext cx="3048000" cy="17145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8" name="Slide Zoom 17">
                <a:extLst>
                  <a:ext uri="{FF2B5EF4-FFF2-40B4-BE49-F238E27FC236}">
                    <a16:creationId xmlns:a16="http://schemas.microsoft.com/office/drawing/2014/main" id="{C33D5FBF-18CC-59D9-1C65-3022678CA196}"/>
                  </a:ext>
                </a:extLst>
              </p:cNvPr>
              <p:cNvGraphicFramePr>
                <a:graphicFrameLocks noChangeAspect="1"/>
              </p:cNvGraphicFramePr>
              <p:nvPr>
                <p:extLst>
                  <p:ext uri="{D42A27DB-BD31-4B8C-83A1-F6EECF244321}">
                    <p14:modId xmlns:p14="http://schemas.microsoft.com/office/powerpoint/2010/main" val="3596231644"/>
                  </p:ext>
                </p:extLst>
              </p:nvPr>
            </p:nvGraphicFramePr>
            <p:xfrm>
              <a:off x="6953428" y="1380550"/>
              <a:ext cx="3048000" cy="1714500"/>
            </p:xfrm>
            <a:graphic>
              <a:graphicData uri="http://schemas.microsoft.com/office/powerpoint/2016/slidezoom">
                <pslz:sldZm>
                  <pslz:sldZmObj sldId="271" cId="3290279220">
                    <pslz:zmPr id="{10161FE1-02DC-4E35-90A2-9DD98640AA57}" returnToParent="0" transitionDur="1000">
                      <p166:blipFill xmlns:p166="http://schemas.microsoft.com/office/powerpoint/2016/6/main">
                        <a:blip r:embed="rId15"/>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18" name="Slide Zoom 17">
                <a:extLst>
                  <a:ext uri="{FF2B5EF4-FFF2-40B4-BE49-F238E27FC236}">
                    <a16:creationId xmlns:a16="http://schemas.microsoft.com/office/drawing/2014/main" id="{C33D5FBF-18CC-59D9-1C65-3022678CA196}"/>
                  </a:ext>
                </a:extLst>
              </p:cNvPr>
              <p:cNvPicPr>
                <a:picLocks noGrp="1" noRot="1" noChangeAspect="1" noMove="1" noResize="1" noEditPoints="1" noAdjustHandles="1" noChangeArrowheads="1" noChangeShapeType="1"/>
              </p:cNvPicPr>
              <p:nvPr/>
            </p:nvPicPr>
            <p:blipFill>
              <a:blip r:embed="rId15"/>
              <a:stretch>
                <a:fillRect/>
              </a:stretch>
            </p:blipFill>
            <p:spPr>
              <a:xfrm>
                <a:off x="6953428" y="1380550"/>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16075099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D9DEB-94E4-AC95-D9F6-218D4646BC50}"/>
            </a:ext>
          </a:extLst>
        </p:cNvPr>
        <p:cNvGrpSpPr/>
        <p:nvPr/>
      </p:nvGrpSpPr>
      <p:grpSpPr>
        <a:xfrm>
          <a:off x="0" y="0"/>
          <a:ext cx="0" cy="0"/>
          <a:chOff x="0" y="0"/>
          <a:chExt cx="0" cy="0"/>
        </a:xfrm>
      </p:grpSpPr>
      <p:graphicFrame>
        <p:nvGraphicFramePr>
          <p:cNvPr id="326" name="think-cell data - do not delete" hidden="1">
            <a:extLst>
              <a:ext uri="{FF2B5EF4-FFF2-40B4-BE49-F238E27FC236}">
                <a16:creationId xmlns:a16="http://schemas.microsoft.com/office/drawing/2014/main" id="{C26BF01E-F90E-581D-F404-A9303619FE1B}"/>
              </a:ext>
            </a:extLst>
          </p:cNvPr>
          <p:cNvGraphicFramePr>
            <a:graphicFrameLocks/>
          </p:cNvGraphicFramePr>
          <p:nvPr>
            <p:custDataLst>
              <p:tags r:id="rId1"/>
            </p:custDataLst>
            <p:extLst>
              <p:ext uri="{D42A27DB-BD31-4B8C-83A1-F6EECF244321}">
                <p14:modId xmlns:p14="http://schemas.microsoft.com/office/powerpoint/2010/main" val="3884148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326" name="think-cell data - do not delete" hidden="1">
                        <a:extLst>
                          <a:ext uri="{FF2B5EF4-FFF2-40B4-BE49-F238E27FC236}">
                            <a16:creationId xmlns:a16="http://schemas.microsoft.com/office/drawing/2014/main" id="{C26BF01E-F90E-581D-F404-A9303619FE1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 3">
            <a:extLst>
              <a:ext uri="{FF2B5EF4-FFF2-40B4-BE49-F238E27FC236}">
                <a16:creationId xmlns:a16="http://schemas.microsoft.com/office/drawing/2014/main" id="{EA584336-A40B-6D1C-89A4-07D710FC68F6}"/>
              </a:ext>
            </a:extLst>
          </p:cNvPr>
          <p:cNvSpPr/>
          <p:nvPr/>
        </p:nvSpPr>
        <p:spPr>
          <a:xfrm>
            <a:off x="365760" y="274320"/>
            <a:ext cx="8138160" cy="5120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2400" b="1" i="0" u="none" strike="noStrike" kern="1200" cap="none" spc="0" normalizeH="0" baseline="0" noProof="0">
                <a:ln>
                  <a:noFill/>
                </a:ln>
                <a:solidFill>
                  <a:schemeClr val="accent1"/>
                </a:solidFill>
                <a:effectLst/>
                <a:uLnTx/>
                <a:uFillTx/>
                <a:latin typeface="Poppins" panose="00000500000000000000" pitchFamily="2" charset="0"/>
                <a:ea typeface="Arial" pitchFamily="34" charset="-122"/>
                <a:cs typeface="Poppins" panose="00000500000000000000" pitchFamily="2" charset="0"/>
              </a:rPr>
              <a:t>SMART VISTA</a:t>
            </a:r>
          </a:p>
        </p:txBody>
      </p:sp>
      <p:sp>
        <p:nvSpPr>
          <p:cNvPr id="124" name="Shape 5">
            <a:extLst>
              <a:ext uri="{FF2B5EF4-FFF2-40B4-BE49-F238E27FC236}">
                <a16:creationId xmlns:a16="http://schemas.microsoft.com/office/drawing/2014/main" id="{CA1739FB-D26C-658E-1BCE-27D3F268BCB9}"/>
              </a:ext>
            </a:extLst>
          </p:cNvPr>
          <p:cNvSpPr/>
          <p:nvPr/>
        </p:nvSpPr>
        <p:spPr>
          <a:xfrm>
            <a:off x="164592" y="731520"/>
            <a:ext cx="2926080" cy="201168"/>
          </a:xfrm>
          <a:prstGeom prst="rect">
            <a:avLst/>
          </a:prstGeom>
          <a:solidFill>
            <a:srgbClr val="0D1F5C"/>
          </a:solidFill>
          <a:ln w="12700">
            <a:solidFill>
              <a:srgbClr val="0D1F5C"/>
            </a:solidFill>
            <a:prstDash val="solid"/>
          </a:ln>
        </p:spPr>
        <p:txBody>
          <a:bodyPr/>
          <a:lstStyle/>
          <a:p>
            <a:endParaRPr lang="es-MX">
              <a:solidFill>
                <a:prstClr val="black"/>
              </a:solidFill>
              <a:latin typeface="Calibri" panose="020F0502020204030204"/>
            </a:endParaRPr>
          </a:p>
        </p:txBody>
      </p:sp>
      <p:sp>
        <p:nvSpPr>
          <p:cNvPr id="125" name="Text 6">
            <a:extLst>
              <a:ext uri="{FF2B5EF4-FFF2-40B4-BE49-F238E27FC236}">
                <a16:creationId xmlns:a16="http://schemas.microsoft.com/office/drawing/2014/main" id="{82C76A57-1878-A44E-DE03-5A02539A4932}"/>
              </a:ext>
            </a:extLst>
          </p:cNvPr>
          <p:cNvSpPr/>
          <p:nvPr/>
        </p:nvSpPr>
        <p:spPr>
          <a:xfrm>
            <a:off x="219456" y="731520"/>
            <a:ext cx="2834640" cy="201168"/>
          </a:xfrm>
          <a:prstGeom prst="rect">
            <a:avLst/>
          </a:prstGeom>
          <a:noFill/>
          <a:ln/>
        </p:spPr>
        <p:txBody>
          <a:bodyPr wrap="square" lIns="0" tIns="0" rIns="0" bIns="0" rtlCol="0" anchor="ctr"/>
          <a:lstStyle/>
          <a:p>
            <a:r>
              <a:rPr lang="es-MX" sz="750" b="1">
                <a:solidFill>
                  <a:srgbClr val="FFFFFF"/>
                </a:solidFill>
                <a:latin typeface="Calibri" panose="020F0502020204030204"/>
              </a:rPr>
              <a:t>RAG DEL TRACK</a:t>
            </a:r>
            <a:endParaRPr lang="es-MX" sz="750">
              <a:solidFill>
                <a:prstClr val="black"/>
              </a:solidFill>
              <a:latin typeface="Calibri" panose="020F0502020204030204"/>
            </a:endParaRPr>
          </a:p>
        </p:txBody>
      </p:sp>
      <p:sp>
        <p:nvSpPr>
          <p:cNvPr id="126" name="Shape 7">
            <a:extLst>
              <a:ext uri="{FF2B5EF4-FFF2-40B4-BE49-F238E27FC236}">
                <a16:creationId xmlns:a16="http://schemas.microsoft.com/office/drawing/2014/main" id="{15D8E935-C125-5138-3249-FF098AA3EDE3}"/>
              </a:ext>
            </a:extLst>
          </p:cNvPr>
          <p:cNvSpPr/>
          <p:nvPr/>
        </p:nvSpPr>
        <p:spPr>
          <a:xfrm>
            <a:off x="201168" y="996696"/>
            <a:ext cx="182880" cy="182880"/>
          </a:xfrm>
          <a:prstGeom prst="ellipse">
            <a:avLst/>
          </a:prstGeom>
          <a:solidFill>
            <a:schemeClr val="accent2"/>
          </a:solidFill>
          <a:ln w="12700">
            <a:solidFill>
              <a:schemeClr val="accent2"/>
            </a:solidFill>
            <a:prstDash val="solid"/>
          </a:ln>
        </p:spPr>
        <p:txBody>
          <a:bodyPr/>
          <a:lstStyle/>
          <a:p>
            <a:endParaRPr lang="es-MX">
              <a:solidFill>
                <a:prstClr val="black"/>
              </a:solidFill>
              <a:latin typeface="Calibri" panose="020F0502020204030204"/>
            </a:endParaRPr>
          </a:p>
        </p:txBody>
      </p:sp>
      <p:sp>
        <p:nvSpPr>
          <p:cNvPr id="127" name="Text 8">
            <a:extLst>
              <a:ext uri="{FF2B5EF4-FFF2-40B4-BE49-F238E27FC236}">
                <a16:creationId xmlns:a16="http://schemas.microsoft.com/office/drawing/2014/main" id="{C7F38B7E-A83C-8AEE-1CB0-E820CD3516C1}"/>
              </a:ext>
            </a:extLst>
          </p:cNvPr>
          <p:cNvSpPr/>
          <p:nvPr/>
        </p:nvSpPr>
        <p:spPr>
          <a:xfrm>
            <a:off x="429768" y="960120"/>
            <a:ext cx="822960" cy="256032"/>
          </a:xfrm>
          <a:prstGeom prst="rect">
            <a:avLst/>
          </a:prstGeom>
          <a:noFill/>
          <a:ln/>
        </p:spPr>
        <p:txBody>
          <a:bodyPr wrap="square" lIns="0" tIns="0" rIns="0" bIns="0" rtlCol="0" anchor="ctr"/>
          <a:lstStyle/>
          <a:p>
            <a:r>
              <a:rPr lang="es-MX" sz="750" b="1">
                <a:solidFill>
                  <a:srgbClr val="0D1F5C"/>
                </a:solidFill>
                <a:latin typeface="Calibri" panose="020F0502020204030204"/>
              </a:rPr>
              <a:t>GENERAL</a:t>
            </a:r>
            <a:endParaRPr lang="es-MX" sz="750">
              <a:solidFill>
                <a:prstClr val="black"/>
              </a:solidFill>
              <a:latin typeface="Calibri" panose="020F0502020204030204"/>
            </a:endParaRPr>
          </a:p>
        </p:txBody>
      </p:sp>
      <p:sp>
        <p:nvSpPr>
          <p:cNvPr id="128" name="Text 9">
            <a:extLst>
              <a:ext uri="{FF2B5EF4-FFF2-40B4-BE49-F238E27FC236}">
                <a16:creationId xmlns:a16="http://schemas.microsoft.com/office/drawing/2014/main" id="{0D37DBA9-55C0-9944-A357-F2D2C278C1C3}"/>
              </a:ext>
            </a:extLst>
          </p:cNvPr>
          <p:cNvSpPr/>
          <p:nvPr/>
        </p:nvSpPr>
        <p:spPr>
          <a:xfrm>
            <a:off x="1261872" y="960120"/>
            <a:ext cx="1810512" cy="256032"/>
          </a:xfrm>
          <a:prstGeom prst="rect">
            <a:avLst/>
          </a:prstGeom>
          <a:noFill/>
          <a:ln/>
        </p:spPr>
        <p:txBody>
          <a:bodyPr wrap="square" lIns="0" tIns="0" rIns="0" bIns="0" rtlCol="0" anchor="ctr"/>
          <a:lstStyle/>
          <a:p>
            <a:r>
              <a:rPr lang="es-MX" sz="680">
                <a:solidFill>
                  <a:srgbClr val="3A3A3A"/>
                </a:solidFill>
                <a:latin typeface="Calibri" panose="020F0502020204030204"/>
              </a:rPr>
              <a:t>Maquila y Homologación de Comisiones omnicanal no cierran antes del 15-Oct. </a:t>
            </a:r>
            <a:endParaRPr lang="es-MX" sz="680">
              <a:solidFill>
                <a:prstClr val="black"/>
              </a:solidFill>
              <a:latin typeface="Calibri" panose="020F0502020204030204"/>
            </a:endParaRPr>
          </a:p>
        </p:txBody>
      </p:sp>
      <p:sp>
        <p:nvSpPr>
          <p:cNvPr id="129" name="Shape 10">
            <a:extLst>
              <a:ext uri="{FF2B5EF4-FFF2-40B4-BE49-F238E27FC236}">
                <a16:creationId xmlns:a16="http://schemas.microsoft.com/office/drawing/2014/main" id="{A3343368-B697-FE02-2823-E5C8CA02F0AF}"/>
              </a:ext>
            </a:extLst>
          </p:cNvPr>
          <p:cNvSpPr/>
          <p:nvPr/>
        </p:nvSpPr>
        <p:spPr>
          <a:xfrm>
            <a:off x="201168" y="1289304"/>
            <a:ext cx="182880" cy="182880"/>
          </a:xfrm>
          <a:prstGeom prst="ellipse">
            <a:avLst/>
          </a:prstGeom>
          <a:solidFill>
            <a:schemeClr val="accent2"/>
          </a:solidFill>
          <a:ln w="12700">
            <a:solidFill>
              <a:schemeClr val="accent2"/>
            </a:solidFill>
            <a:prstDash val="solid"/>
          </a:ln>
        </p:spPr>
        <p:txBody>
          <a:bodyPr/>
          <a:lstStyle/>
          <a:p>
            <a:endParaRPr lang="es-MX">
              <a:solidFill>
                <a:prstClr val="black"/>
              </a:solidFill>
              <a:latin typeface="Calibri" panose="020F0502020204030204"/>
            </a:endParaRPr>
          </a:p>
        </p:txBody>
      </p:sp>
      <p:sp>
        <p:nvSpPr>
          <p:cNvPr id="130" name="Text 11">
            <a:extLst>
              <a:ext uri="{FF2B5EF4-FFF2-40B4-BE49-F238E27FC236}">
                <a16:creationId xmlns:a16="http://schemas.microsoft.com/office/drawing/2014/main" id="{00125344-4C7A-31AD-2C14-F9616ADE9382}"/>
              </a:ext>
            </a:extLst>
          </p:cNvPr>
          <p:cNvSpPr/>
          <p:nvPr/>
        </p:nvSpPr>
        <p:spPr>
          <a:xfrm>
            <a:off x="429768" y="1252728"/>
            <a:ext cx="822960" cy="256032"/>
          </a:xfrm>
          <a:prstGeom prst="rect">
            <a:avLst/>
          </a:prstGeom>
          <a:noFill/>
          <a:ln/>
        </p:spPr>
        <p:txBody>
          <a:bodyPr wrap="square" lIns="0" tIns="0" rIns="0" bIns="0" rtlCol="0" anchor="ctr"/>
          <a:lstStyle/>
          <a:p>
            <a:r>
              <a:rPr lang="es-MX" sz="750" b="1">
                <a:solidFill>
                  <a:srgbClr val="0D1F5C"/>
                </a:solidFill>
                <a:latin typeface="Calibri" panose="020F0502020204030204"/>
              </a:rPr>
              <a:t>SOLUCIÓN</a:t>
            </a:r>
            <a:endParaRPr lang="es-MX" sz="750">
              <a:solidFill>
                <a:prstClr val="black"/>
              </a:solidFill>
              <a:latin typeface="Calibri" panose="020F0502020204030204"/>
            </a:endParaRPr>
          </a:p>
        </p:txBody>
      </p:sp>
      <p:sp>
        <p:nvSpPr>
          <p:cNvPr id="131" name="Text 12">
            <a:extLst>
              <a:ext uri="{FF2B5EF4-FFF2-40B4-BE49-F238E27FC236}">
                <a16:creationId xmlns:a16="http://schemas.microsoft.com/office/drawing/2014/main" id="{E50B81EF-3790-33E9-6330-70F54CD907EA}"/>
              </a:ext>
            </a:extLst>
          </p:cNvPr>
          <p:cNvSpPr/>
          <p:nvPr/>
        </p:nvSpPr>
        <p:spPr>
          <a:xfrm>
            <a:off x="1261872" y="1252728"/>
            <a:ext cx="1810512" cy="256032"/>
          </a:xfrm>
          <a:prstGeom prst="rect">
            <a:avLst/>
          </a:prstGeom>
          <a:noFill/>
          <a:ln/>
        </p:spPr>
        <p:txBody>
          <a:bodyPr wrap="square" lIns="0" tIns="0" rIns="0" bIns="0" rtlCol="0" anchor="ctr"/>
          <a:lstStyle/>
          <a:p>
            <a:r>
              <a:rPr lang="es-MX" sz="680">
                <a:solidFill>
                  <a:srgbClr val="3A3A3A"/>
                </a:solidFill>
                <a:latin typeface="Calibri" panose="020F0502020204030204"/>
              </a:rPr>
              <a:t>18 HUs con fechas comprometidas. Diferimiento MCI al 27-Nov sin impacto en SIT. </a:t>
            </a:r>
            <a:endParaRPr lang="es-MX" sz="680">
              <a:solidFill>
                <a:prstClr val="black"/>
              </a:solidFill>
              <a:latin typeface="Calibri" panose="020F0502020204030204"/>
            </a:endParaRPr>
          </a:p>
        </p:txBody>
      </p:sp>
      <p:sp>
        <p:nvSpPr>
          <p:cNvPr id="132" name="Shape 13">
            <a:extLst>
              <a:ext uri="{FF2B5EF4-FFF2-40B4-BE49-F238E27FC236}">
                <a16:creationId xmlns:a16="http://schemas.microsoft.com/office/drawing/2014/main" id="{5CA93625-89B5-B898-95D3-3115048E512C}"/>
              </a:ext>
            </a:extLst>
          </p:cNvPr>
          <p:cNvSpPr/>
          <p:nvPr/>
        </p:nvSpPr>
        <p:spPr>
          <a:xfrm>
            <a:off x="201168" y="1581912"/>
            <a:ext cx="182880" cy="182880"/>
          </a:xfrm>
          <a:prstGeom prst="ellipse">
            <a:avLst/>
          </a:prstGeom>
          <a:solidFill>
            <a:schemeClr val="accent2"/>
          </a:solidFill>
          <a:ln w="12700">
            <a:solidFill>
              <a:schemeClr val="accent2"/>
            </a:solidFill>
            <a:prstDash val="solid"/>
          </a:ln>
        </p:spPr>
        <p:txBody>
          <a:bodyPr/>
          <a:lstStyle/>
          <a:p>
            <a:endParaRPr lang="es-MX">
              <a:solidFill>
                <a:prstClr val="black"/>
              </a:solidFill>
              <a:latin typeface="Calibri" panose="020F0502020204030204"/>
            </a:endParaRPr>
          </a:p>
        </p:txBody>
      </p:sp>
      <p:sp>
        <p:nvSpPr>
          <p:cNvPr id="133" name="Text 14">
            <a:extLst>
              <a:ext uri="{FF2B5EF4-FFF2-40B4-BE49-F238E27FC236}">
                <a16:creationId xmlns:a16="http://schemas.microsoft.com/office/drawing/2014/main" id="{16706A5A-A505-C093-4479-8C1DEA2F16C0}"/>
              </a:ext>
            </a:extLst>
          </p:cNvPr>
          <p:cNvSpPr/>
          <p:nvPr/>
        </p:nvSpPr>
        <p:spPr>
          <a:xfrm>
            <a:off x="429768" y="1545336"/>
            <a:ext cx="822960" cy="256032"/>
          </a:xfrm>
          <a:prstGeom prst="rect">
            <a:avLst/>
          </a:prstGeom>
          <a:noFill/>
          <a:ln/>
        </p:spPr>
        <p:txBody>
          <a:bodyPr wrap="square" lIns="0" tIns="0" rIns="0" bIns="0" rtlCol="0" anchor="ctr"/>
          <a:lstStyle/>
          <a:p>
            <a:r>
              <a:rPr lang="es-MX" sz="750" b="1">
                <a:solidFill>
                  <a:srgbClr val="0D1F5C"/>
                </a:solidFill>
                <a:latin typeface="Calibri" panose="020F0502020204030204"/>
              </a:rPr>
              <a:t>INTEGRACIONES</a:t>
            </a:r>
            <a:endParaRPr lang="es-MX" sz="750">
              <a:solidFill>
                <a:prstClr val="black"/>
              </a:solidFill>
              <a:latin typeface="Calibri" panose="020F0502020204030204"/>
            </a:endParaRPr>
          </a:p>
        </p:txBody>
      </p:sp>
      <p:sp>
        <p:nvSpPr>
          <p:cNvPr id="134" name="Text 15">
            <a:extLst>
              <a:ext uri="{FF2B5EF4-FFF2-40B4-BE49-F238E27FC236}">
                <a16:creationId xmlns:a16="http://schemas.microsoft.com/office/drawing/2014/main" id="{52371AEB-B169-7019-E1FD-72986D11928F}"/>
              </a:ext>
            </a:extLst>
          </p:cNvPr>
          <p:cNvSpPr/>
          <p:nvPr/>
        </p:nvSpPr>
        <p:spPr>
          <a:xfrm>
            <a:off x="1261872" y="1545336"/>
            <a:ext cx="1810512" cy="256032"/>
          </a:xfrm>
          <a:prstGeom prst="rect">
            <a:avLst/>
          </a:prstGeom>
          <a:noFill/>
          <a:ln/>
        </p:spPr>
        <p:txBody>
          <a:bodyPr wrap="square" lIns="0" tIns="0" rIns="0" bIns="0" rtlCol="0" anchor="ctr"/>
          <a:lstStyle/>
          <a:p>
            <a:r>
              <a:rPr lang="es-MX" sz="680">
                <a:solidFill>
                  <a:srgbClr val="3A3A3A"/>
                </a:solidFill>
                <a:latin typeface="Calibri" panose="020F0502020204030204"/>
              </a:rPr>
              <a:t>Inventario pendiente de Validar y completar con APIficación y SIWEB. DTMs Comisiones sin fecha. </a:t>
            </a:r>
            <a:endParaRPr lang="es-MX" sz="680">
              <a:solidFill>
                <a:prstClr val="black"/>
              </a:solidFill>
              <a:latin typeface="Calibri" panose="020F0502020204030204"/>
            </a:endParaRPr>
          </a:p>
        </p:txBody>
      </p:sp>
      <p:sp>
        <p:nvSpPr>
          <p:cNvPr id="135" name="Shape 16">
            <a:extLst>
              <a:ext uri="{FF2B5EF4-FFF2-40B4-BE49-F238E27FC236}">
                <a16:creationId xmlns:a16="http://schemas.microsoft.com/office/drawing/2014/main" id="{F1563087-F483-CAF0-213C-AFDC463DD345}"/>
              </a:ext>
            </a:extLst>
          </p:cNvPr>
          <p:cNvSpPr/>
          <p:nvPr/>
        </p:nvSpPr>
        <p:spPr>
          <a:xfrm>
            <a:off x="164592" y="2029968"/>
            <a:ext cx="2926080" cy="201168"/>
          </a:xfrm>
          <a:prstGeom prst="rect">
            <a:avLst/>
          </a:prstGeom>
          <a:solidFill>
            <a:srgbClr val="0D1F5C"/>
          </a:solidFill>
          <a:ln w="12700">
            <a:solidFill>
              <a:srgbClr val="0D1F5C"/>
            </a:solidFill>
            <a:prstDash val="solid"/>
          </a:ln>
        </p:spPr>
        <p:txBody>
          <a:bodyPr anchor="ctr"/>
          <a:lstStyle/>
          <a:p>
            <a:endParaRPr lang="es-MX">
              <a:solidFill>
                <a:prstClr val="black"/>
              </a:solidFill>
              <a:latin typeface="Calibri" panose="020F0502020204030204"/>
            </a:endParaRPr>
          </a:p>
        </p:txBody>
      </p:sp>
      <p:sp>
        <p:nvSpPr>
          <p:cNvPr id="136" name="Text 17">
            <a:extLst>
              <a:ext uri="{FF2B5EF4-FFF2-40B4-BE49-F238E27FC236}">
                <a16:creationId xmlns:a16="http://schemas.microsoft.com/office/drawing/2014/main" id="{632D04C5-3B55-2695-2C60-002D2473CEB6}"/>
              </a:ext>
            </a:extLst>
          </p:cNvPr>
          <p:cNvSpPr/>
          <p:nvPr/>
        </p:nvSpPr>
        <p:spPr>
          <a:xfrm>
            <a:off x="219075" y="2029797"/>
            <a:ext cx="2834640" cy="201168"/>
          </a:xfrm>
          <a:prstGeom prst="rect">
            <a:avLst/>
          </a:prstGeom>
          <a:noFill/>
          <a:ln/>
        </p:spPr>
        <p:txBody>
          <a:bodyPr wrap="square" lIns="0" tIns="0" rIns="0" bIns="0" rtlCol="0" anchor="ctr"/>
          <a:lstStyle/>
          <a:p>
            <a:r>
              <a:rPr lang="es-MX" sz="750" b="1">
                <a:solidFill>
                  <a:srgbClr val="FFFFFF"/>
                </a:solidFill>
                <a:latin typeface="Calibri" panose="020F0502020204030204"/>
              </a:rPr>
              <a:t>RESUMEN DEL ALCANCE</a:t>
            </a:r>
            <a:endParaRPr lang="es-MX" sz="750">
              <a:solidFill>
                <a:prstClr val="black"/>
              </a:solidFill>
              <a:latin typeface="Calibri" panose="020F0502020204030204"/>
            </a:endParaRPr>
          </a:p>
        </p:txBody>
      </p:sp>
      <p:sp>
        <p:nvSpPr>
          <p:cNvPr id="137" name="Shape 18">
            <a:extLst>
              <a:ext uri="{FF2B5EF4-FFF2-40B4-BE49-F238E27FC236}">
                <a16:creationId xmlns:a16="http://schemas.microsoft.com/office/drawing/2014/main" id="{E3FC809E-360F-90FF-9B27-93F71FB79F07}"/>
              </a:ext>
            </a:extLst>
          </p:cNvPr>
          <p:cNvSpPr/>
          <p:nvPr/>
        </p:nvSpPr>
        <p:spPr>
          <a:xfrm>
            <a:off x="164592" y="2258568"/>
            <a:ext cx="2926080" cy="274320"/>
          </a:xfrm>
          <a:prstGeom prst="rect">
            <a:avLst/>
          </a:prstGeom>
          <a:solidFill>
            <a:srgbClr val="FFFFFF"/>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138" name="Text 19">
            <a:extLst>
              <a:ext uri="{FF2B5EF4-FFF2-40B4-BE49-F238E27FC236}">
                <a16:creationId xmlns:a16="http://schemas.microsoft.com/office/drawing/2014/main" id="{A1176860-BDC1-8EA5-FDDA-87EDEA39BDF2}"/>
              </a:ext>
            </a:extLst>
          </p:cNvPr>
          <p:cNvSpPr/>
          <p:nvPr/>
        </p:nvSpPr>
        <p:spPr>
          <a:xfrm>
            <a:off x="219456" y="2286000"/>
            <a:ext cx="914400" cy="219456"/>
          </a:xfrm>
          <a:prstGeom prst="rect">
            <a:avLst/>
          </a:prstGeom>
          <a:noFill/>
          <a:ln/>
        </p:spPr>
        <p:txBody>
          <a:bodyPr wrap="square" lIns="0" tIns="0" rIns="0" bIns="0" rtlCol="0" anchor="ctr"/>
          <a:lstStyle/>
          <a:p>
            <a:r>
              <a:rPr lang="es-MX" sz="720" b="1">
                <a:solidFill>
                  <a:srgbClr val="0D1F5C"/>
                </a:solidFill>
                <a:latin typeface="Calibri" panose="020F0502020204030204"/>
              </a:rPr>
              <a:t>HUs validadas</a:t>
            </a:r>
            <a:endParaRPr lang="es-MX" sz="720">
              <a:solidFill>
                <a:prstClr val="black"/>
              </a:solidFill>
              <a:latin typeface="Calibri" panose="020F0502020204030204"/>
            </a:endParaRPr>
          </a:p>
        </p:txBody>
      </p:sp>
      <p:sp>
        <p:nvSpPr>
          <p:cNvPr id="139" name="Text 20">
            <a:extLst>
              <a:ext uri="{FF2B5EF4-FFF2-40B4-BE49-F238E27FC236}">
                <a16:creationId xmlns:a16="http://schemas.microsoft.com/office/drawing/2014/main" id="{00B05BE2-BE90-BD6C-74FB-B8459B796CF9}"/>
              </a:ext>
            </a:extLst>
          </p:cNvPr>
          <p:cNvSpPr/>
          <p:nvPr/>
        </p:nvSpPr>
        <p:spPr>
          <a:xfrm>
            <a:off x="822960" y="2286000"/>
            <a:ext cx="256032" cy="219456"/>
          </a:xfrm>
          <a:prstGeom prst="rect">
            <a:avLst/>
          </a:prstGeom>
          <a:noFill/>
          <a:ln/>
        </p:spPr>
        <p:txBody>
          <a:bodyPr wrap="square" lIns="0" tIns="0" rIns="0" bIns="0" rtlCol="0" anchor="ctr"/>
          <a:lstStyle/>
          <a:p>
            <a:pPr algn="ctr"/>
            <a:r>
              <a:rPr lang="es-MX" sz="1100" b="1">
                <a:solidFill>
                  <a:srgbClr val="1B3A8C"/>
                </a:solidFill>
                <a:latin typeface="Calibri" panose="020F0502020204030204"/>
              </a:rPr>
              <a:t>22</a:t>
            </a:r>
            <a:endParaRPr lang="es-MX" sz="1100">
              <a:solidFill>
                <a:prstClr val="black"/>
              </a:solidFill>
              <a:latin typeface="Calibri" panose="020F0502020204030204"/>
            </a:endParaRPr>
          </a:p>
        </p:txBody>
      </p:sp>
      <p:sp>
        <p:nvSpPr>
          <p:cNvPr id="140" name="Text 21">
            <a:extLst>
              <a:ext uri="{FF2B5EF4-FFF2-40B4-BE49-F238E27FC236}">
                <a16:creationId xmlns:a16="http://schemas.microsoft.com/office/drawing/2014/main" id="{B44889B7-EF76-4535-630F-376F5F856D6F}"/>
              </a:ext>
            </a:extLst>
          </p:cNvPr>
          <p:cNvSpPr/>
          <p:nvPr/>
        </p:nvSpPr>
        <p:spPr>
          <a:xfrm>
            <a:off x="1169078" y="2286000"/>
            <a:ext cx="1609344" cy="219456"/>
          </a:xfrm>
          <a:prstGeom prst="rect">
            <a:avLst/>
          </a:prstGeom>
          <a:noFill/>
          <a:ln/>
        </p:spPr>
        <p:txBody>
          <a:bodyPr wrap="square" lIns="0" tIns="0" rIns="0" bIns="0" rtlCol="0" anchor="ctr"/>
          <a:lstStyle/>
          <a:p>
            <a:r>
              <a:rPr lang="es-MX" sz="700" b="1">
                <a:solidFill>
                  <a:srgbClr val="3A3A3A"/>
                </a:solidFill>
                <a:latin typeface="Calibri" panose="020F0502020204030204"/>
              </a:rPr>
              <a:t>11 Must · </a:t>
            </a:r>
            <a:r>
              <a:rPr lang="es-MX" sz="700">
                <a:solidFill>
                  <a:srgbClr val="3A3A3A"/>
                </a:solidFill>
                <a:latin typeface="Calibri" panose="020F0502020204030204"/>
              </a:rPr>
              <a:t>10 Should · 1 Won't</a:t>
            </a:r>
            <a:endParaRPr lang="es-MX" sz="700">
              <a:solidFill>
                <a:prstClr val="black"/>
              </a:solidFill>
              <a:latin typeface="Calibri" panose="020F0502020204030204"/>
            </a:endParaRPr>
          </a:p>
        </p:txBody>
      </p:sp>
      <p:sp>
        <p:nvSpPr>
          <p:cNvPr id="141" name="Shape 22">
            <a:extLst>
              <a:ext uri="{FF2B5EF4-FFF2-40B4-BE49-F238E27FC236}">
                <a16:creationId xmlns:a16="http://schemas.microsoft.com/office/drawing/2014/main" id="{A80FC3DC-26BB-8DE9-64BE-A946FD969309}"/>
              </a:ext>
            </a:extLst>
          </p:cNvPr>
          <p:cNvSpPr/>
          <p:nvPr/>
        </p:nvSpPr>
        <p:spPr>
          <a:xfrm>
            <a:off x="164592" y="2532888"/>
            <a:ext cx="2926080" cy="274320"/>
          </a:xfrm>
          <a:prstGeom prst="rect">
            <a:avLst/>
          </a:prstGeom>
          <a:solidFill>
            <a:srgbClr val="E8EBF4"/>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142" name="Text 23">
            <a:extLst>
              <a:ext uri="{FF2B5EF4-FFF2-40B4-BE49-F238E27FC236}">
                <a16:creationId xmlns:a16="http://schemas.microsoft.com/office/drawing/2014/main" id="{44057E98-4666-A2A9-DE74-BF18426CC266}"/>
              </a:ext>
            </a:extLst>
          </p:cNvPr>
          <p:cNvSpPr/>
          <p:nvPr/>
        </p:nvSpPr>
        <p:spPr>
          <a:xfrm>
            <a:off x="219456" y="2560320"/>
            <a:ext cx="914400" cy="219456"/>
          </a:xfrm>
          <a:prstGeom prst="rect">
            <a:avLst/>
          </a:prstGeom>
          <a:noFill/>
          <a:ln/>
        </p:spPr>
        <p:txBody>
          <a:bodyPr wrap="square" lIns="0" tIns="0" rIns="0" bIns="0" rtlCol="0" anchor="ctr"/>
          <a:lstStyle/>
          <a:p>
            <a:r>
              <a:rPr lang="es-MX" sz="720" b="1">
                <a:solidFill>
                  <a:srgbClr val="0D1F5C"/>
                </a:solidFill>
                <a:latin typeface="Calibri" panose="020F0502020204030204"/>
              </a:rPr>
              <a:t>Tipo de HU</a:t>
            </a:r>
            <a:endParaRPr lang="es-MX" sz="720">
              <a:solidFill>
                <a:prstClr val="black"/>
              </a:solidFill>
              <a:latin typeface="Calibri" panose="020F0502020204030204"/>
            </a:endParaRPr>
          </a:p>
        </p:txBody>
      </p:sp>
      <p:sp>
        <p:nvSpPr>
          <p:cNvPr id="143" name="Text 24">
            <a:extLst>
              <a:ext uri="{FF2B5EF4-FFF2-40B4-BE49-F238E27FC236}">
                <a16:creationId xmlns:a16="http://schemas.microsoft.com/office/drawing/2014/main" id="{FEE3CEC4-B85C-A05F-0514-033AB2B33A7A}"/>
              </a:ext>
            </a:extLst>
          </p:cNvPr>
          <p:cNvSpPr/>
          <p:nvPr/>
        </p:nvSpPr>
        <p:spPr>
          <a:xfrm>
            <a:off x="1169078" y="2560320"/>
            <a:ext cx="1938528" cy="219456"/>
          </a:xfrm>
          <a:prstGeom prst="rect">
            <a:avLst/>
          </a:prstGeom>
          <a:noFill/>
          <a:ln/>
        </p:spPr>
        <p:txBody>
          <a:bodyPr wrap="square" lIns="0" tIns="0" rIns="0" bIns="0" rtlCol="0" anchor="ctr"/>
          <a:lstStyle/>
          <a:p>
            <a:r>
              <a:rPr lang="es-MX" sz="700" b="1">
                <a:solidFill>
                  <a:srgbClr val="3A3A3A"/>
                </a:solidFill>
                <a:latin typeface="Calibri" panose="020F0502020204030204"/>
              </a:rPr>
              <a:t>15 Solución </a:t>
            </a:r>
            <a:r>
              <a:rPr lang="es-MX" sz="700">
                <a:solidFill>
                  <a:srgbClr val="3A3A3A"/>
                </a:solidFill>
                <a:latin typeface="Calibri" panose="020F0502020204030204"/>
              </a:rPr>
              <a:t>· 6 Solución + Integración · 1 Integración</a:t>
            </a:r>
            <a:endParaRPr lang="es-MX" sz="700">
              <a:solidFill>
                <a:prstClr val="black"/>
              </a:solidFill>
              <a:latin typeface="Calibri" panose="020F0502020204030204"/>
            </a:endParaRPr>
          </a:p>
        </p:txBody>
      </p:sp>
      <p:sp>
        <p:nvSpPr>
          <p:cNvPr id="144" name="Shape 25">
            <a:extLst>
              <a:ext uri="{FF2B5EF4-FFF2-40B4-BE49-F238E27FC236}">
                <a16:creationId xmlns:a16="http://schemas.microsoft.com/office/drawing/2014/main" id="{55A040E5-8395-39EC-9DE9-A0576EF9F214}"/>
              </a:ext>
            </a:extLst>
          </p:cNvPr>
          <p:cNvSpPr/>
          <p:nvPr/>
        </p:nvSpPr>
        <p:spPr>
          <a:xfrm>
            <a:off x="164592" y="2807208"/>
            <a:ext cx="2926080" cy="274320"/>
          </a:xfrm>
          <a:prstGeom prst="rect">
            <a:avLst/>
          </a:prstGeom>
          <a:solidFill>
            <a:srgbClr val="FFFFFF"/>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145" name="Text 26">
            <a:extLst>
              <a:ext uri="{FF2B5EF4-FFF2-40B4-BE49-F238E27FC236}">
                <a16:creationId xmlns:a16="http://schemas.microsoft.com/office/drawing/2014/main" id="{A06AA7C7-D2AF-5F46-3239-C95F13DF7619}"/>
              </a:ext>
            </a:extLst>
          </p:cNvPr>
          <p:cNvSpPr/>
          <p:nvPr/>
        </p:nvSpPr>
        <p:spPr>
          <a:xfrm>
            <a:off x="219456" y="2834640"/>
            <a:ext cx="914400" cy="219456"/>
          </a:xfrm>
          <a:prstGeom prst="rect">
            <a:avLst/>
          </a:prstGeom>
          <a:noFill/>
          <a:ln/>
        </p:spPr>
        <p:txBody>
          <a:bodyPr wrap="square" lIns="0" tIns="0" rIns="0" bIns="0" rtlCol="0" anchor="ctr"/>
          <a:lstStyle/>
          <a:p>
            <a:r>
              <a:rPr lang="es-MX" sz="720" b="1">
                <a:solidFill>
                  <a:srgbClr val="0D1F5C"/>
                </a:solidFill>
                <a:latin typeface="Calibri" panose="020F0502020204030204"/>
              </a:rPr>
              <a:t>Impacto solución</a:t>
            </a:r>
            <a:endParaRPr lang="es-MX" sz="720">
              <a:solidFill>
                <a:prstClr val="black"/>
              </a:solidFill>
              <a:latin typeface="Calibri" panose="020F0502020204030204"/>
            </a:endParaRPr>
          </a:p>
        </p:txBody>
      </p:sp>
      <p:sp>
        <p:nvSpPr>
          <p:cNvPr id="146" name="Text 27">
            <a:extLst>
              <a:ext uri="{FF2B5EF4-FFF2-40B4-BE49-F238E27FC236}">
                <a16:creationId xmlns:a16="http://schemas.microsoft.com/office/drawing/2014/main" id="{943AD633-CC38-FC4B-8864-B3EC4C789E25}"/>
              </a:ext>
            </a:extLst>
          </p:cNvPr>
          <p:cNvSpPr/>
          <p:nvPr/>
        </p:nvSpPr>
        <p:spPr>
          <a:xfrm>
            <a:off x="1169078" y="2834640"/>
            <a:ext cx="1609344" cy="219456"/>
          </a:xfrm>
          <a:prstGeom prst="rect">
            <a:avLst/>
          </a:prstGeom>
          <a:noFill/>
          <a:ln/>
        </p:spPr>
        <p:txBody>
          <a:bodyPr wrap="square" lIns="0" tIns="0" rIns="0" bIns="0" rtlCol="0" anchor="ctr"/>
          <a:lstStyle/>
          <a:p>
            <a:r>
              <a:rPr lang="es-MX" sz="700">
                <a:solidFill>
                  <a:srgbClr val="3A3A3A"/>
                </a:solidFill>
                <a:latin typeface="Calibri" panose="020F0502020204030204"/>
              </a:rPr>
              <a:t>3 Desarrollo · </a:t>
            </a:r>
            <a:r>
              <a:rPr lang="es-MX" sz="700" b="1">
                <a:solidFill>
                  <a:srgbClr val="3A3A3A"/>
                </a:solidFill>
                <a:latin typeface="Calibri" panose="020F0502020204030204"/>
              </a:rPr>
              <a:t>18 Desarrollo+Config.</a:t>
            </a:r>
            <a:endParaRPr lang="es-MX" sz="700" b="1">
              <a:solidFill>
                <a:prstClr val="black"/>
              </a:solidFill>
              <a:latin typeface="Calibri" panose="020F0502020204030204"/>
            </a:endParaRPr>
          </a:p>
        </p:txBody>
      </p:sp>
      <p:sp>
        <p:nvSpPr>
          <p:cNvPr id="147" name="Shape 28">
            <a:extLst>
              <a:ext uri="{FF2B5EF4-FFF2-40B4-BE49-F238E27FC236}">
                <a16:creationId xmlns:a16="http://schemas.microsoft.com/office/drawing/2014/main" id="{E7A7F067-8C82-F19D-C4D3-FADC3CC4B11C}"/>
              </a:ext>
            </a:extLst>
          </p:cNvPr>
          <p:cNvSpPr/>
          <p:nvPr/>
        </p:nvSpPr>
        <p:spPr>
          <a:xfrm>
            <a:off x="164592" y="3081528"/>
            <a:ext cx="2926080" cy="274320"/>
          </a:xfrm>
          <a:prstGeom prst="rect">
            <a:avLst/>
          </a:prstGeom>
          <a:solidFill>
            <a:srgbClr val="E8EBF4"/>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148" name="Text 29">
            <a:extLst>
              <a:ext uri="{FF2B5EF4-FFF2-40B4-BE49-F238E27FC236}">
                <a16:creationId xmlns:a16="http://schemas.microsoft.com/office/drawing/2014/main" id="{0208751C-4816-94C6-4AEE-ACFDE0ED2366}"/>
              </a:ext>
            </a:extLst>
          </p:cNvPr>
          <p:cNvSpPr/>
          <p:nvPr/>
        </p:nvSpPr>
        <p:spPr>
          <a:xfrm>
            <a:off x="219456" y="3108960"/>
            <a:ext cx="914400" cy="219456"/>
          </a:xfrm>
          <a:prstGeom prst="rect">
            <a:avLst/>
          </a:prstGeom>
          <a:noFill/>
          <a:ln/>
        </p:spPr>
        <p:txBody>
          <a:bodyPr wrap="square" lIns="0" tIns="0" rIns="0" bIns="0" rtlCol="0" anchor="ctr"/>
          <a:lstStyle/>
          <a:p>
            <a:r>
              <a:rPr lang="es-MX" sz="720" b="1">
                <a:solidFill>
                  <a:srgbClr val="0D1F5C"/>
                </a:solidFill>
                <a:latin typeface="Calibri" panose="020F0502020204030204"/>
              </a:rPr>
              <a:t>Complejidad</a:t>
            </a:r>
            <a:endParaRPr lang="es-MX" sz="720">
              <a:solidFill>
                <a:prstClr val="black"/>
              </a:solidFill>
              <a:latin typeface="Calibri" panose="020F0502020204030204"/>
            </a:endParaRPr>
          </a:p>
        </p:txBody>
      </p:sp>
      <p:sp>
        <p:nvSpPr>
          <p:cNvPr id="149" name="Text 30">
            <a:extLst>
              <a:ext uri="{FF2B5EF4-FFF2-40B4-BE49-F238E27FC236}">
                <a16:creationId xmlns:a16="http://schemas.microsoft.com/office/drawing/2014/main" id="{9955DAA5-B6CF-680D-5238-CB922D120330}"/>
              </a:ext>
            </a:extLst>
          </p:cNvPr>
          <p:cNvSpPr/>
          <p:nvPr/>
        </p:nvSpPr>
        <p:spPr>
          <a:xfrm>
            <a:off x="1169078" y="3108960"/>
            <a:ext cx="1609344" cy="219456"/>
          </a:xfrm>
          <a:prstGeom prst="rect">
            <a:avLst/>
          </a:prstGeom>
          <a:noFill/>
          <a:ln/>
        </p:spPr>
        <p:txBody>
          <a:bodyPr wrap="square" lIns="0" tIns="0" rIns="0" bIns="0" rtlCol="0" anchor="ctr"/>
          <a:lstStyle/>
          <a:p>
            <a:r>
              <a:rPr lang="es-MX" sz="700">
                <a:solidFill>
                  <a:srgbClr val="3A3A3A"/>
                </a:solidFill>
                <a:latin typeface="Calibri" panose="020F0502020204030204"/>
              </a:rPr>
              <a:t>4 Alta · </a:t>
            </a:r>
            <a:r>
              <a:rPr lang="es-MX" sz="700" b="1">
                <a:solidFill>
                  <a:srgbClr val="3A3A3A"/>
                </a:solidFill>
                <a:latin typeface="Calibri" panose="020F0502020204030204"/>
              </a:rPr>
              <a:t>16 Media </a:t>
            </a:r>
            <a:r>
              <a:rPr lang="es-MX" sz="700">
                <a:solidFill>
                  <a:srgbClr val="3A3A3A"/>
                </a:solidFill>
                <a:latin typeface="Calibri" panose="020F0502020204030204"/>
              </a:rPr>
              <a:t>·  2 Baja </a:t>
            </a:r>
            <a:endParaRPr lang="es-MX" sz="700">
              <a:solidFill>
                <a:prstClr val="black"/>
              </a:solidFill>
              <a:latin typeface="Calibri" panose="020F0502020204030204"/>
            </a:endParaRPr>
          </a:p>
        </p:txBody>
      </p:sp>
      <p:sp>
        <p:nvSpPr>
          <p:cNvPr id="150" name="Shape 31">
            <a:extLst>
              <a:ext uri="{FF2B5EF4-FFF2-40B4-BE49-F238E27FC236}">
                <a16:creationId xmlns:a16="http://schemas.microsoft.com/office/drawing/2014/main" id="{221EDDB1-986A-D9AE-EF19-F4B53A4BC694}"/>
              </a:ext>
            </a:extLst>
          </p:cNvPr>
          <p:cNvSpPr/>
          <p:nvPr/>
        </p:nvSpPr>
        <p:spPr>
          <a:xfrm>
            <a:off x="164592" y="3355848"/>
            <a:ext cx="2926080" cy="274320"/>
          </a:xfrm>
          <a:prstGeom prst="rect">
            <a:avLst/>
          </a:prstGeom>
          <a:solidFill>
            <a:srgbClr val="FFFFFF"/>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151" name="Text 32">
            <a:extLst>
              <a:ext uri="{FF2B5EF4-FFF2-40B4-BE49-F238E27FC236}">
                <a16:creationId xmlns:a16="http://schemas.microsoft.com/office/drawing/2014/main" id="{DD8D0662-38A6-34B7-C666-7B8A5DE5C035}"/>
              </a:ext>
            </a:extLst>
          </p:cNvPr>
          <p:cNvSpPr/>
          <p:nvPr/>
        </p:nvSpPr>
        <p:spPr>
          <a:xfrm>
            <a:off x="219456" y="3383280"/>
            <a:ext cx="914400" cy="219456"/>
          </a:xfrm>
          <a:prstGeom prst="rect">
            <a:avLst/>
          </a:prstGeom>
          <a:noFill/>
          <a:ln/>
        </p:spPr>
        <p:txBody>
          <a:bodyPr wrap="square" lIns="0" tIns="0" rIns="0" bIns="0" rtlCol="0" anchor="ctr"/>
          <a:lstStyle/>
          <a:p>
            <a:r>
              <a:rPr lang="es-MX" sz="720" b="1">
                <a:solidFill>
                  <a:srgbClr val="0D1F5C"/>
                </a:solidFill>
                <a:latin typeface="Calibri" panose="020F0502020204030204"/>
              </a:rPr>
              <a:t>Integraciones</a:t>
            </a:r>
            <a:endParaRPr lang="es-MX" sz="720">
              <a:solidFill>
                <a:prstClr val="black"/>
              </a:solidFill>
              <a:latin typeface="Calibri" panose="020F0502020204030204"/>
            </a:endParaRPr>
          </a:p>
        </p:txBody>
      </p:sp>
      <p:sp>
        <p:nvSpPr>
          <p:cNvPr id="152" name="Text 33">
            <a:extLst>
              <a:ext uri="{FF2B5EF4-FFF2-40B4-BE49-F238E27FC236}">
                <a16:creationId xmlns:a16="http://schemas.microsoft.com/office/drawing/2014/main" id="{20F89ACD-5B7A-0BE8-A2E0-BC24F000FCCD}"/>
              </a:ext>
            </a:extLst>
          </p:cNvPr>
          <p:cNvSpPr/>
          <p:nvPr/>
        </p:nvSpPr>
        <p:spPr>
          <a:xfrm>
            <a:off x="822960" y="3383280"/>
            <a:ext cx="256032" cy="219456"/>
          </a:xfrm>
          <a:prstGeom prst="rect">
            <a:avLst/>
          </a:prstGeom>
          <a:noFill/>
          <a:ln/>
        </p:spPr>
        <p:txBody>
          <a:bodyPr wrap="square" lIns="0" tIns="0" rIns="0" bIns="0" rtlCol="0" anchor="ctr"/>
          <a:lstStyle/>
          <a:p>
            <a:pPr algn="ctr"/>
            <a:r>
              <a:rPr lang="es-MX" sz="1100" b="1">
                <a:solidFill>
                  <a:srgbClr val="1B3A8C"/>
                </a:solidFill>
                <a:latin typeface="Calibri" panose="020F0502020204030204"/>
              </a:rPr>
              <a:t>7</a:t>
            </a:r>
            <a:endParaRPr lang="es-MX" sz="1100">
              <a:solidFill>
                <a:prstClr val="black"/>
              </a:solidFill>
              <a:latin typeface="Calibri" panose="020F0502020204030204"/>
            </a:endParaRPr>
          </a:p>
        </p:txBody>
      </p:sp>
      <p:sp>
        <p:nvSpPr>
          <p:cNvPr id="153" name="Text 34">
            <a:extLst>
              <a:ext uri="{FF2B5EF4-FFF2-40B4-BE49-F238E27FC236}">
                <a16:creationId xmlns:a16="http://schemas.microsoft.com/office/drawing/2014/main" id="{AB9FB080-6B23-19B2-D62D-FE8E7CFCA9ED}"/>
              </a:ext>
            </a:extLst>
          </p:cNvPr>
          <p:cNvSpPr/>
          <p:nvPr/>
        </p:nvSpPr>
        <p:spPr>
          <a:xfrm>
            <a:off x="1169078" y="3383280"/>
            <a:ext cx="1609344" cy="219456"/>
          </a:xfrm>
          <a:prstGeom prst="rect">
            <a:avLst/>
          </a:prstGeom>
          <a:noFill/>
          <a:ln/>
        </p:spPr>
        <p:txBody>
          <a:bodyPr wrap="square" lIns="0" tIns="0" rIns="0" bIns="0" rtlCol="0" anchor="ctr"/>
          <a:lstStyle/>
          <a:p>
            <a:r>
              <a:rPr lang="es-MX" sz="700">
                <a:solidFill>
                  <a:srgbClr val="3A3A3A"/>
                </a:solidFill>
                <a:latin typeface="Calibri" panose="020F0502020204030204"/>
              </a:rPr>
              <a:t>5 API · 2 Batch PGP</a:t>
            </a:r>
            <a:endParaRPr lang="es-MX" sz="700">
              <a:solidFill>
                <a:prstClr val="black"/>
              </a:solidFill>
              <a:latin typeface="Calibri" panose="020F0502020204030204"/>
            </a:endParaRPr>
          </a:p>
        </p:txBody>
      </p:sp>
      <p:sp>
        <p:nvSpPr>
          <p:cNvPr id="266" name="Shape 35">
            <a:extLst>
              <a:ext uri="{FF2B5EF4-FFF2-40B4-BE49-F238E27FC236}">
                <a16:creationId xmlns:a16="http://schemas.microsoft.com/office/drawing/2014/main" id="{32E8E038-8818-4039-1813-CAED4A536E22}"/>
              </a:ext>
            </a:extLst>
          </p:cNvPr>
          <p:cNvSpPr/>
          <p:nvPr/>
        </p:nvSpPr>
        <p:spPr>
          <a:xfrm>
            <a:off x="3230880" y="728134"/>
            <a:ext cx="8796528" cy="201168"/>
          </a:xfrm>
          <a:prstGeom prst="rect">
            <a:avLst/>
          </a:prstGeom>
          <a:solidFill>
            <a:srgbClr val="0D1F5C"/>
          </a:solidFill>
          <a:ln w="12700">
            <a:solidFill>
              <a:srgbClr val="0D1F5C"/>
            </a:solidFill>
            <a:prstDash val="solid"/>
          </a:ln>
        </p:spPr>
        <p:txBody>
          <a:bodyPr/>
          <a:lstStyle/>
          <a:p>
            <a:endParaRPr lang="es-MX">
              <a:solidFill>
                <a:prstClr val="black"/>
              </a:solidFill>
              <a:latin typeface="Calibri" panose="020F0502020204030204"/>
            </a:endParaRPr>
          </a:p>
        </p:txBody>
      </p:sp>
      <p:sp>
        <p:nvSpPr>
          <p:cNvPr id="267" name="Text 36">
            <a:extLst>
              <a:ext uri="{FF2B5EF4-FFF2-40B4-BE49-F238E27FC236}">
                <a16:creationId xmlns:a16="http://schemas.microsoft.com/office/drawing/2014/main" id="{2ED454B4-6995-2467-DC54-656D8EFD7A46}"/>
              </a:ext>
            </a:extLst>
          </p:cNvPr>
          <p:cNvSpPr/>
          <p:nvPr/>
        </p:nvSpPr>
        <p:spPr>
          <a:xfrm>
            <a:off x="3285744" y="728134"/>
            <a:ext cx="8705088" cy="201168"/>
          </a:xfrm>
          <a:prstGeom prst="rect">
            <a:avLst/>
          </a:prstGeom>
          <a:noFill/>
          <a:ln/>
        </p:spPr>
        <p:txBody>
          <a:bodyPr wrap="square" lIns="0" tIns="0" rIns="0" bIns="0" rtlCol="0" anchor="ctr"/>
          <a:lstStyle/>
          <a:p>
            <a:r>
              <a:rPr lang="es-MX" sz="750" b="1">
                <a:solidFill>
                  <a:srgbClr val="FFFFFF"/>
                </a:solidFill>
                <a:latin typeface="Calibri" panose="020F0502020204030204"/>
              </a:rPr>
              <a:t>CRONOGRAMA POR FUNCIONALIDAD </a:t>
            </a:r>
            <a:endParaRPr lang="es-MX" sz="750">
              <a:solidFill>
                <a:prstClr val="black"/>
              </a:solidFill>
              <a:latin typeface="Calibri" panose="020F0502020204030204"/>
            </a:endParaRPr>
          </a:p>
        </p:txBody>
      </p:sp>
      <p:sp>
        <p:nvSpPr>
          <p:cNvPr id="268" name="Shape 37">
            <a:extLst>
              <a:ext uri="{FF2B5EF4-FFF2-40B4-BE49-F238E27FC236}">
                <a16:creationId xmlns:a16="http://schemas.microsoft.com/office/drawing/2014/main" id="{9691EC71-B6CC-39C0-0895-DFC3B9AFA58E}"/>
              </a:ext>
            </a:extLst>
          </p:cNvPr>
          <p:cNvSpPr/>
          <p:nvPr/>
        </p:nvSpPr>
        <p:spPr>
          <a:xfrm>
            <a:off x="3230880" y="929302"/>
            <a:ext cx="8796528" cy="201168"/>
          </a:xfrm>
          <a:prstGeom prst="rect">
            <a:avLst/>
          </a:prstGeom>
          <a:solidFill>
            <a:srgbClr val="1B3A8C"/>
          </a:solidFill>
          <a:ln w="12700">
            <a:solidFill>
              <a:srgbClr val="1B3A8C"/>
            </a:solidFill>
            <a:prstDash val="solid"/>
          </a:ln>
        </p:spPr>
        <p:txBody>
          <a:bodyPr/>
          <a:lstStyle/>
          <a:p>
            <a:endParaRPr lang="es-MX">
              <a:solidFill>
                <a:prstClr val="black"/>
              </a:solidFill>
              <a:latin typeface="Calibri" panose="020F0502020204030204"/>
            </a:endParaRPr>
          </a:p>
        </p:txBody>
      </p:sp>
      <p:sp>
        <p:nvSpPr>
          <p:cNvPr id="269" name="Text 38">
            <a:extLst>
              <a:ext uri="{FF2B5EF4-FFF2-40B4-BE49-F238E27FC236}">
                <a16:creationId xmlns:a16="http://schemas.microsoft.com/office/drawing/2014/main" id="{B9D8536F-8CF0-DFA8-C729-1C5248725898}"/>
              </a:ext>
            </a:extLst>
          </p:cNvPr>
          <p:cNvSpPr/>
          <p:nvPr/>
        </p:nvSpPr>
        <p:spPr>
          <a:xfrm>
            <a:off x="3276600" y="929302"/>
            <a:ext cx="1920240" cy="201168"/>
          </a:xfrm>
          <a:prstGeom prst="rect">
            <a:avLst/>
          </a:prstGeom>
          <a:noFill/>
          <a:ln/>
        </p:spPr>
        <p:txBody>
          <a:bodyPr wrap="square" lIns="0" tIns="0" rIns="0" bIns="0" rtlCol="0" anchor="ctr"/>
          <a:lstStyle/>
          <a:p>
            <a:r>
              <a:rPr lang="es-MX" sz="750" b="1">
                <a:solidFill>
                  <a:srgbClr val="FFFFFF"/>
                </a:solidFill>
                <a:latin typeface="Calibri" panose="020F0502020204030204"/>
              </a:rPr>
              <a:t>Funcionalidad</a:t>
            </a:r>
            <a:endParaRPr lang="es-MX" sz="750">
              <a:solidFill>
                <a:prstClr val="black"/>
              </a:solidFill>
              <a:latin typeface="Calibri" panose="020F0502020204030204"/>
            </a:endParaRPr>
          </a:p>
        </p:txBody>
      </p:sp>
      <p:sp>
        <p:nvSpPr>
          <p:cNvPr id="270" name="Text 39">
            <a:extLst>
              <a:ext uri="{FF2B5EF4-FFF2-40B4-BE49-F238E27FC236}">
                <a16:creationId xmlns:a16="http://schemas.microsoft.com/office/drawing/2014/main" id="{D0B486A7-5F85-886A-6E8C-A54FA819FCF7}"/>
              </a:ext>
            </a:extLst>
          </p:cNvPr>
          <p:cNvSpPr/>
          <p:nvPr/>
        </p:nvSpPr>
        <p:spPr>
          <a:xfrm>
            <a:off x="5083047" y="928258"/>
            <a:ext cx="576000" cy="201168"/>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Jun</a:t>
            </a:r>
            <a:endParaRPr lang="es-MX" sz="750">
              <a:solidFill>
                <a:prstClr val="black"/>
              </a:solidFill>
              <a:latin typeface="Calibri" panose="020F0502020204030204"/>
            </a:endParaRPr>
          </a:p>
        </p:txBody>
      </p:sp>
      <p:sp>
        <p:nvSpPr>
          <p:cNvPr id="271" name="Text 40">
            <a:extLst>
              <a:ext uri="{FF2B5EF4-FFF2-40B4-BE49-F238E27FC236}">
                <a16:creationId xmlns:a16="http://schemas.microsoft.com/office/drawing/2014/main" id="{0EA3A8F9-B534-7A35-39BA-E81601D0D759}"/>
              </a:ext>
            </a:extLst>
          </p:cNvPr>
          <p:cNvSpPr/>
          <p:nvPr/>
        </p:nvSpPr>
        <p:spPr>
          <a:xfrm>
            <a:off x="6107337" y="928258"/>
            <a:ext cx="576000" cy="201168"/>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Jul</a:t>
            </a:r>
            <a:endParaRPr lang="es-MX" sz="750">
              <a:solidFill>
                <a:prstClr val="black"/>
              </a:solidFill>
              <a:latin typeface="Calibri" panose="020F0502020204030204"/>
            </a:endParaRPr>
          </a:p>
        </p:txBody>
      </p:sp>
      <p:sp>
        <p:nvSpPr>
          <p:cNvPr id="272" name="Text 41">
            <a:extLst>
              <a:ext uri="{FF2B5EF4-FFF2-40B4-BE49-F238E27FC236}">
                <a16:creationId xmlns:a16="http://schemas.microsoft.com/office/drawing/2014/main" id="{CCD134E9-B367-8180-BC55-3AAAFF606433}"/>
              </a:ext>
            </a:extLst>
          </p:cNvPr>
          <p:cNvSpPr/>
          <p:nvPr/>
        </p:nvSpPr>
        <p:spPr>
          <a:xfrm>
            <a:off x="7131627" y="928258"/>
            <a:ext cx="576000" cy="201168"/>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Ago</a:t>
            </a:r>
            <a:endParaRPr lang="es-MX" sz="750">
              <a:solidFill>
                <a:prstClr val="black"/>
              </a:solidFill>
              <a:latin typeface="Calibri" panose="020F0502020204030204"/>
            </a:endParaRPr>
          </a:p>
        </p:txBody>
      </p:sp>
      <p:sp>
        <p:nvSpPr>
          <p:cNvPr id="273" name="Text 42">
            <a:extLst>
              <a:ext uri="{FF2B5EF4-FFF2-40B4-BE49-F238E27FC236}">
                <a16:creationId xmlns:a16="http://schemas.microsoft.com/office/drawing/2014/main" id="{7BE2A33B-3464-CE0A-A1E4-FF682B3A5A29}"/>
              </a:ext>
            </a:extLst>
          </p:cNvPr>
          <p:cNvSpPr/>
          <p:nvPr/>
        </p:nvSpPr>
        <p:spPr>
          <a:xfrm>
            <a:off x="8155917" y="928258"/>
            <a:ext cx="576000" cy="201168"/>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Sep</a:t>
            </a:r>
            <a:endParaRPr lang="es-MX" sz="750">
              <a:solidFill>
                <a:prstClr val="black"/>
              </a:solidFill>
              <a:latin typeface="Calibri" panose="020F0502020204030204"/>
            </a:endParaRPr>
          </a:p>
        </p:txBody>
      </p:sp>
      <p:sp>
        <p:nvSpPr>
          <p:cNvPr id="274" name="Text 43">
            <a:extLst>
              <a:ext uri="{FF2B5EF4-FFF2-40B4-BE49-F238E27FC236}">
                <a16:creationId xmlns:a16="http://schemas.microsoft.com/office/drawing/2014/main" id="{1AA87F5E-E404-08DD-034C-BC99E6AB4259}"/>
              </a:ext>
            </a:extLst>
          </p:cNvPr>
          <p:cNvSpPr/>
          <p:nvPr/>
        </p:nvSpPr>
        <p:spPr>
          <a:xfrm>
            <a:off x="9180207" y="928258"/>
            <a:ext cx="576000" cy="201168"/>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Oct</a:t>
            </a:r>
            <a:endParaRPr lang="es-MX" sz="750">
              <a:solidFill>
                <a:prstClr val="black"/>
              </a:solidFill>
              <a:latin typeface="Calibri" panose="020F0502020204030204"/>
            </a:endParaRPr>
          </a:p>
        </p:txBody>
      </p:sp>
      <p:sp>
        <p:nvSpPr>
          <p:cNvPr id="275" name="Text 44">
            <a:extLst>
              <a:ext uri="{FF2B5EF4-FFF2-40B4-BE49-F238E27FC236}">
                <a16:creationId xmlns:a16="http://schemas.microsoft.com/office/drawing/2014/main" id="{1005B09D-7E10-892B-536A-AE25CE6A3C3C}"/>
              </a:ext>
            </a:extLst>
          </p:cNvPr>
          <p:cNvSpPr/>
          <p:nvPr/>
        </p:nvSpPr>
        <p:spPr>
          <a:xfrm>
            <a:off x="10204497" y="928258"/>
            <a:ext cx="576000" cy="201168"/>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Nov</a:t>
            </a:r>
            <a:endParaRPr lang="es-MX" sz="750">
              <a:solidFill>
                <a:prstClr val="black"/>
              </a:solidFill>
              <a:latin typeface="Calibri" panose="020F0502020204030204"/>
            </a:endParaRPr>
          </a:p>
        </p:txBody>
      </p:sp>
      <p:sp>
        <p:nvSpPr>
          <p:cNvPr id="276" name="Shape 45">
            <a:extLst>
              <a:ext uri="{FF2B5EF4-FFF2-40B4-BE49-F238E27FC236}">
                <a16:creationId xmlns:a16="http://schemas.microsoft.com/office/drawing/2014/main" id="{632402D7-DC8A-2F48-CEDF-E953AC26CECA}"/>
              </a:ext>
            </a:extLst>
          </p:cNvPr>
          <p:cNvSpPr/>
          <p:nvPr/>
        </p:nvSpPr>
        <p:spPr>
          <a:xfrm>
            <a:off x="3230880" y="1130470"/>
            <a:ext cx="8796528" cy="334893"/>
          </a:xfrm>
          <a:prstGeom prst="rect">
            <a:avLst/>
          </a:prstGeom>
          <a:solidFill>
            <a:srgbClr val="FFFFFF"/>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277" name="Text 46">
            <a:extLst>
              <a:ext uri="{FF2B5EF4-FFF2-40B4-BE49-F238E27FC236}">
                <a16:creationId xmlns:a16="http://schemas.microsoft.com/office/drawing/2014/main" id="{E5A00B1A-E3A9-BFAD-8719-9792A945FACC}"/>
              </a:ext>
            </a:extLst>
          </p:cNvPr>
          <p:cNvSpPr/>
          <p:nvPr/>
        </p:nvSpPr>
        <p:spPr>
          <a:xfrm>
            <a:off x="3276600" y="1150170"/>
            <a:ext cx="1874520" cy="295494"/>
          </a:xfrm>
          <a:prstGeom prst="rect">
            <a:avLst/>
          </a:prstGeom>
          <a:noFill/>
          <a:ln/>
        </p:spPr>
        <p:txBody>
          <a:bodyPr wrap="square" lIns="0" tIns="0" rIns="0" bIns="0" rtlCol="0" anchor="ctr"/>
          <a:lstStyle/>
          <a:p>
            <a:r>
              <a:rPr lang="es-MX" sz="700" b="1">
                <a:solidFill>
                  <a:srgbClr val="0D1F5C"/>
                </a:solidFill>
                <a:latin typeface="Calibri" panose="020F0502020204030204"/>
              </a:rPr>
              <a:t>Automz. Maquila (8 Hus -63% M)</a:t>
            </a:r>
            <a:endParaRPr lang="es-MX" sz="700">
              <a:solidFill>
                <a:prstClr val="black"/>
              </a:solidFill>
              <a:latin typeface="Calibri" panose="020F0502020204030204"/>
            </a:endParaRPr>
          </a:p>
        </p:txBody>
      </p:sp>
      <p:sp>
        <p:nvSpPr>
          <p:cNvPr id="282" name="Shape 51">
            <a:extLst>
              <a:ext uri="{FF2B5EF4-FFF2-40B4-BE49-F238E27FC236}">
                <a16:creationId xmlns:a16="http://schemas.microsoft.com/office/drawing/2014/main" id="{C0E1014E-9F4A-FE74-C08E-68BE193DA308}"/>
              </a:ext>
            </a:extLst>
          </p:cNvPr>
          <p:cNvSpPr/>
          <p:nvPr/>
        </p:nvSpPr>
        <p:spPr>
          <a:xfrm>
            <a:off x="3230880" y="1465363"/>
            <a:ext cx="8796528" cy="334893"/>
          </a:xfrm>
          <a:prstGeom prst="rect">
            <a:avLst/>
          </a:prstGeom>
          <a:solidFill>
            <a:srgbClr val="E8EBF4"/>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283" name="Text 52">
            <a:extLst>
              <a:ext uri="{FF2B5EF4-FFF2-40B4-BE49-F238E27FC236}">
                <a16:creationId xmlns:a16="http://schemas.microsoft.com/office/drawing/2014/main" id="{B4A1BDA9-343D-7400-B1CC-F7732739A2CE}"/>
              </a:ext>
            </a:extLst>
          </p:cNvPr>
          <p:cNvSpPr/>
          <p:nvPr/>
        </p:nvSpPr>
        <p:spPr>
          <a:xfrm>
            <a:off x="3276600" y="1485062"/>
            <a:ext cx="1874520" cy="295494"/>
          </a:xfrm>
          <a:prstGeom prst="rect">
            <a:avLst/>
          </a:prstGeom>
          <a:noFill/>
          <a:ln/>
        </p:spPr>
        <p:txBody>
          <a:bodyPr wrap="square" lIns="0" tIns="0" rIns="0" bIns="0" rtlCol="0" anchor="ctr"/>
          <a:lstStyle/>
          <a:p>
            <a:r>
              <a:rPr lang="es-MX" sz="700" b="1">
                <a:solidFill>
                  <a:srgbClr val="0D1F5C"/>
                </a:solidFill>
                <a:latin typeface="Calibri" panose="020F0502020204030204"/>
              </a:rPr>
              <a:t>Homol. Comisiones (2 Hus- 100% M)</a:t>
            </a:r>
            <a:endParaRPr lang="es-MX" sz="700">
              <a:solidFill>
                <a:prstClr val="black"/>
              </a:solidFill>
              <a:latin typeface="Calibri" panose="020F0502020204030204"/>
            </a:endParaRPr>
          </a:p>
        </p:txBody>
      </p:sp>
      <p:sp>
        <p:nvSpPr>
          <p:cNvPr id="287" name="Shape 56">
            <a:extLst>
              <a:ext uri="{FF2B5EF4-FFF2-40B4-BE49-F238E27FC236}">
                <a16:creationId xmlns:a16="http://schemas.microsoft.com/office/drawing/2014/main" id="{835E1631-8BC0-BF84-A4CB-52A83284CAB1}"/>
              </a:ext>
            </a:extLst>
          </p:cNvPr>
          <p:cNvSpPr/>
          <p:nvPr/>
        </p:nvSpPr>
        <p:spPr>
          <a:xfrm>
            <a:off x="3230880" y="1800256"/>
            <a:ext cx="8796528" cy="334893"/>
          </a:xfrm>
          <a:prstGeom prst="rect">
            <a:avLst/>
          </a:prstGeom>
          <a:solidFill>
            <a:srgbClr val="FFFFFF"/>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288" name="Text 57">
            <a:extLst>
              <a:ext uri="{FF2B5EF4-FFF2-40B4-BE49-F238E27FC236}">
                <a16:creationId xmlns:a16="http://schemas.microsoft.com/office/drawing/2014/main" id="{56BD9F40-513D-E476-F77B-12C28C76ECB6}"/>
              </a:ext>
            </a:extLst>
          </p:cNvPr>
          <p:cNvSpPr/>
          <p:nvPr/>
        </p:nvSpPr>
        <p:spPr>
          <a:xfrm>
            <a:off x="3276600" y="1819955"/>
            <a:ext cx="1874520" cy="295494"/>
          </a:xfrm>
          <a:prstGeom prst="rect">
            <a:avLst/>
          </a:prstGeom>
          <a:noFill/>
          <a:ln/>
        </p:spPr>
        <p:txBody>
          <a:bodyPr wrap="square" lIns="0" tIns="0" rIns="0" bIns="0" rtlCol="0" anchor="ctr"/>
          <a:lstStyle/>
          <a:p>
            <a:r>
              <a:rPr lang="es-MX" sz="700" b="1">
                <a:solidFill>
                  <a:srgbClr val="0D1F5C"/>
                </a:solidFill>
                <a:latin typeface="Calibri" panose="020F0502020204030204"/>
              </a:rPr>
              <a:t>88 Reglas Autorizador (1 HU -100% M)</a:t>
            </a:r>
            <a:endParaRPr lang="es-MX" sz="700">
              <a:solidFill>
                <a:prstClr val="black"/>
              </a:solidFill>
              <a:latin typeface="Calibri" panose="020F0502020204030204"/>
            </a:endParaRPr>
          </a:p>
        </p:txBody>
      </p:sp>
      <p:sp>
        <p:nvSpPr>
          <p:cNvPr id="292" name="Shape 61">
            <a:extLst>
              <a:ext uri="{FF2B5EF4-FFF2-40B4-BE49-F238E27FC236}">
                <a16:creationId xmlns:a16="http://schemas.microsoft.com/office/drawing/2014/main" id="{7313CB47-2CFC-06BC-2CC6-3309D1577976}"/>
              </a:ext>
            </a:extLst>
          </p:cNvPr>
          <p:cNvSpPr/>
          <p:nvPr/>
        </p:nvSpPr>
        <p:spPr>
          <a:xfrm>
            <a:off x="3230880" y="2135149"/>
            <a:ext cx="8796528" cy="334893"/>
          </a:xfrm>
          <a:prstGeom prst="rect">
            <a:avLst/>
          </a:prstGeom>
          <a:solidFill>
            <a:srgbClr val="E8EBF4"/>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293" name="Text 62">
            <a:extLst>
              <a:ext uri="{FF2B5EF4-FFF2-40B4-BE49-F238E27FC236}">
                <a16:creationId xmlns:a16="http://schemas.microsoft.com/office/drawing/2014/main" id="{F4D83471-8B53-691E-1BA5-825AA242C1DC}"/>
              </a:ext>
            </a:extLst>
          </p:cNvPr>
          <p:cNvSpPr/>
          <p:nvPr/>
        </p:nvSpPr>
        <p:spPr>
          <a:xfrm>
            <a:off x="3276600" y="2154848"/>
            <a:ext cx="1874520" cy="295494"/>
          </a:xfrm>
          <a:prstGeom prst="rect">
            <a:avLst/>
          </a:prstGeom>
          <a:noFill/>
          <a:ln/>
        </p:spPr>
        <p:txBody>
          <a:bodyPr wrap="square" lIns="0" tIns="0" rIns="0" bIns="0" rtlCol="0" anchor="ctr"/>
          <a:lstStyle/>
          <a:p>
            <a:r>
              <a:rPr lang="es-MX" sz="700" b="1">
                <a:solidFill>
                  <a:srgbClr val="0D1F5C"/>
                </a:solidFill>
                <a:latin typeface="Calibri" panose="020F0502020204030204"/>
              </a:rPr>
              <a:t>Control Saldo a Favor (3 Hus – 100%M)</a:t>
            </a:r>
            <a:endParaRPr lang="es-MX" sz="700">
              <a:solidFill>
                <a:prstClr val="black"/>
              </a:solidFill>
              <a:latin typeface="Calibri" panose="020F0502020204030204"/>
            </a:endParaRPr>
          </a:p>
        </p:txBody>
      </p:sp>
      <p:sp>
        <p:nvSpPr>
          <p:cNvPr id="297" name="Shape 66">
            <a:extLst>
              <a:ext uri="{FF2B5EF4-FFF2-40B4-BE49-F238E27FC236}">
                <a16:creationId xmlns:a16="http://schemas.microsoft.com/office/drawing/2014/main" id="{3BB6B338-8CBE-83F5-0631-5A8BB880F4EA}"/>
              </a:ext>
            </a:extLst>
          </p:cNvPr>
          <p:cNvSpPr/>
          <p:nvPr/>
        </p:nvSpPr>
        <p:spPr>
          <a:xfrm>
            <a:off x="3230880" y="2470041"/>
            <a:ext cx="8796528" cy="334893"/>
          </a:xfrm>
          <a:prstGeom prst="rect">
            <a:avLst/>
          </a:prstGeom>
          <a:solidFill>
            <a:srgbClr val="FFFFFF"/>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298" name="Text 67">
            <a:extLst>
              <a:ext uri="{FF2B5EF4-FFF2-40B4-BE49-F238E27FC236}">
                <a16:creationId xmlns:a16="http://schemas.microsoft.com/office/drawing/2014/main" id="{E0E8DB82-E69A-B299-6345-DE7F03C969CB}"/>
              </a:ext>
            </a:extLst>
          </p:cNvPr>
          <p:cNvSpPr/>
          <p:nvPr/>
        </p:nvSpPr>
        <p:spPr>
          <a:xfrm>
            <a:off x="3276600" y="2489741"/>
            <a:ext cx="1874520" cy="295494"/>
          </a:xfrm>
          <a:prstGeom prst="rect">
            <a:avLst/>
          </a:prstGeom>
          <a:noFill/>
          <a:ln/>
        </p:spPr>
        <p:txBody>
          <a:bodyPr wrap="square" lIns="0" tIns="0" rIns="0" bIns="0" rtlCol="0" anchor="ctr"/>
          <a:lstStyle/>
          <a:p>
            <a:r>
              <a:rPr lang="es-MX" sz="700" b="1">
                <a:solidFill>
                  <a:schemeClr val="accent3"/>
                </a:solidFill>
                <a:latin typeface="Calibri" panose="020F0502020204030204"/>
              </a:rPr>
              <a:t>Diferimiento MCI (3 Hus- 0% M</a:t>
            </a:r>
            <a:r>
              <a:rPr lang="es-MX" sz="700">
                <a:solidFill>
                  <a:schemeClr val="accent3"/>
                </a:solidFill>
                <a:latin typeface="Calibri" panose="020F0502020204030204"/>
              </a:rPr>
              <a:t>)</a:t>
            </a:r>
          </a:p>
        </p:txBody>
      </p:sp>
      <p:sp>
        <p:nvSpPr>
          <p:cNvPr id="302" name="Shape 71">
            <a:extLst>
              <a:ext uri="{FF2B5EF4-FFF2-40B4-BE49-F238E27FC236}">
                <a16:creationId xmlns:a16="http://schemas.microsoft.com/office/drawing/2014/main" id="{0E609110-C662-921A-4A4C-1C7C7F24BADC}"/>
              </a:ext>
            </a:extLst>
          </p:cNvPr>
          <p:cNvSpPr/>
          <p:nvPr/>
        </p:nvSpPr>
        <p:spPr>
          <a:xfrm>
            <a:off x="3230880" y="2804934"/>
            <a:ext cx="8796528" cy="334893"/>
          </a:xfrm>
          <a:prstGeom prst="rect">
            <a:avLst/>
          </a:prstGeom>
          <a:solidFill>
            <a:srgbClr val="E8EBF4"/>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303" name="Text 72">
            <a:extLst>
              <a:ext uri="{FF2B5EF4-FFF2-40B4-BE49-F238E27FC236}">
                <a16:creationId xmlns:a16="http://schemas.microsoft.com/office/drawing/2014/main" id="{23A9CBC1-A60D-5EFF-93B8-D3F4AFBB4643}"/>
              </a:ext>
            </a:extLst>
          </p:cNvPr>
          <p:cNvSpPr/>
          <p:nvPr/>
        </p:nvSpPr>
        <p:spPr>
          <a:xfrm>
            <a:off x="3276600" y="2824634"/>
            <a:ext cx="1874520" cy="295494"/>
          </a:xfrm>
          <a:prstGeom prst="rect">
            <a:avLst/>
          </a:prstGeom>
          <a:noFill/>
          <a:ln/>
        </p:spPr>
        <p:txBody>
          <a:bodyPr wrap="square" lIns="0" tIns="0" rIns="0" bIns="0" rtlCol="0" anchor="ctr"/>
          <a:lstStyle/>
          <a:p>
            <a:r>
              <a:rPr lang="es-MX" sz="700" b="1">
                <a:solidFill>
                  <a:schemeClr val="accent3"/>
                </a:solidFill>
                <a:latin typeface="Calibri" panose="020F0502020204030204"/>
              </a:rPr>
              <a:t>Pagos Anticip./Liquid. (3 Hus -0% M)</a:t>
            </a:r>
          </a:p>
        </p:txBody>
      </p:sp>
      <p:sp>
        <p:nvSpPr>
          <p:cNvPr id="307" name="Shape 76">
            <a:extLst>
              <a:ext uri="{FF2B5EF4-FFF2-40B4-BE49-F238E27FC236}">
                <a16:creationId xmlns:a16="http://schemas.microsoft.com/office/drawing/2014/main" id="{DCE7B546-DFBB-CF29-4D8B-7F78EE68D177}"/>
              </a:ext>
            </a:extLst>
          </p:cNvPr>
          <p:cNvSpPr/>
          <p:nvPr/>
        </p:nvSpPr>
        <p:spPr>
          <a:xfrm>
            <a:off x="3230880" y="3139827"/>
            <a:ext cx="8796528" cy="501419"/>
          </a:xfrm>
          <a:prstGeom prst="rect">
            <a:avLst/>
          </a:prstGeom>
          <a:solidFill>
            <a:srgbClr val="FFFFFF"/>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308" name="Text 77">
            <a:extLst>
              <a:ext uri="{FF2B5EF4-FFF2-40B4-BE49-F238E27FC236}">
                <a16:creationId xmlns:a16="http://schemas.microsoft.com/office/drawing/2014/main" id="{5AB31735-069C-CB8D-B8EE-F1A0BB910AEA}"/>
              </a:ext>
            </a:extLst>
          </p:cNvPr>
          <p:cNvSpPr/>
          <p:nvPr/>
        </p:nvSpPr>
        <p:spPr>
          <a:xfrm>
            <a:off x="3276600" y="3242789"/>
            <a:ext cx="1874520" cy="295494"/>
          </a:xfrm>
          <a:prstGeom prst="rect">
            <a:avLst/>
          </a:prstGeom>
          <a:noFill/>
          <a:ln/>
        </p:spPr>
        <p:txBody>
          <a:bodyPr wrap="square" lIns="0" tIns="0" rIns="0" bIns="0" rtlCol="0" anchor="ctr"/>
          <a:lstStyle/>
          <a:p>
            <a:r>
              <a:rPr lang="es-MX" sz="700" b="1">
                <a:solidFill>
                  <a:schemeClr val="accent3"/>
                </a:solidFill>
                <a:latin typeface="Calibri" panose="020F0502020204030204"/>
              </a:rPr>
              <a:t>Disposición Efectivo (1 HU - 0% M)</a:t>
            </a:r>
          </a:p>
        </p:txBody>
      </p:sp>
      <p:sp>
        <p:nvSpPr>
          <p:cNvPr id="314" name="Text 83">
            <a:extLst>
              <a:ext uri="{FF2B5EF4-FFF2-40B4-BE49-F238E27FC236}">
                <a16:creationId xmlns:a16="http://schemas.microsoft.com/office/drawing/2014/main" id="{65F960FC-F07C-CFD1-445E-45F9C5670C54}"/>
              </a:ext>
            </a:extLst>
          </p:cNvPr>
          <p:cNvSpPr/>
          <p:nvPr/>
        </p:nvSpPr>
        <p:spPr>
          <a:xfrm>
            <a:off x="9385992" y="3419411"/>
            <a:ext cx="594360" cy="237744"/>
          </a:xfrm>
          <a:prstGeom prst="rect">
            <a:avLst/>
          </a:prstGeom>
          <a:noFill/>
          <a:ln/>
        </p:spPr>
        <p:txBody>
          <a:bodyPr wrap="square" lIns="0" tIns="0" rIns="0" bIns="0" rtlCol="0" anchor="ctr"/>
          <a:lstStyle/>
          <a:p>
            <a:pPr algn="ctr"/>
            <a:r>
              <a:rPr lang="es-MX" sz="600" b="1">
                <a:solidFill>
                  <a:srgbClr val="C0392B"/>
                </a:solidFill>
                <a:latin typeface="Calibri" panose="020F0502020204030204"/>
              </a:rPr>
              <a:t>15-Oct</a:t>
            </a:r>
            <a:endParaRPr lang="es-MX" sz="600" b="1">
              <a:solidFill>
                <a:prstClr val="black"/>
              </a:solidFill>
              <a:latin typeface="Calibri" panose="020F0502020204030204"/>
            </a:endParaRPr>
          </a:p>
          <a:p>
            <a:pPr algn="ctr"/>
            <a:r>
              <a:rPr lang="es-MX" sz="600" b="1">
                <a:solidFill>
                  <a:srgbClr val="C0392B"/>
                </a:solidFill>
                <a:latin typeface="Calibri" panose="020F0502020204030204"/>
              </a:rPr>
              <a:t>Inicio SIT</a:t>
            </a:r>
            <a:endParaRPr lang="es-MX" sz="600" b="1">
              <a:solidFill>
                <a:prstClr val="black"/>
              </a:solidFill>
              <a:latin typeface="Calibri" panose="020F0502020204030204"/>
            </a:endParaRPr>
          </a:p>
        </p:txBody>
      </p:sp>
      <p:sp>
        <p:nvSpPr>
          <p:cNvPr id="315" name="Shape 84">
            <a:extLst>
              <a:ext uri="{FF2B5EF4-FFF2-40B4-BE49-F238E27FC236}">
                <a16:creationId xmlns:a16="http://schemas.microsoft.com/office/drawing/2014/main" id="{C74A9B10-04DC-D530-7C39-AF73A194C1EB}"/>
              </a:ext>
            </a:extLst>
          </p:cNvPr>
          <p:cNvSpPr/>
          <p:nvPr/>
        </p:nvSpPr>
        <p:spPr>
          <a:xfrm>
            <a:off x="7711440" y="544732"/>
            <a:ext cx="182880" cy="91440"/>
          </a:xfrm>
          <a:prstGeom prst="rect">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316" name="Text 85">
            <a:extLst>
              <a:ext uri="{FF2B5EF4-FFF2-40B4-BE49-F238E27FC236}">
                <a16:creationId xmlns:a16="http://schemas.microsoft.com/office/drawing/2014/main" id="{554857FA-260D-D93F-434C-7E201403DEBE}"/>
              </a:ext>
            </a:extLst>
          </p:cNvPr>
          <p:cNvSpPr/>
          <p:nvPr/>
        </p:nvSpPr>
        <p:spPr>
          <a:xfrm>
            <a:off x="7921752" y="508156"/>
            <a:ext cx="914400" cy="182880"/>
          </a:xfrm>
          <a:prstGeom prst="rect">
            <a:avLst/>
          </a:prstGeom>
          <a:noFill/>
          <a:ln/>
        </p:spPr>
        <p:txBody>
          <a:bodyPr wrap="square" lIns="0" tIns="0" rIns="0" bIns="0" rtlCol="0" anchor="ctr"/>
          <a:lstStyle/>
          <a:p>
            <a:r>
              <a:rPr lang="es-MX" sz="650">
                <a:solidFill>
                  <a:srgbClr val="3A3A3A"/>
                </a:solidFill>
                <a:latin typeface="Calibri" panose="020F0502020204030204"/>
              </a:rPr>
              <a:t>Análisis</a:t>
            </a:r>
            <a:endParaRPr lang="es-MX" sz="650">
              <a:solidFill>
                <a:prstClr val="black"/>
              </a:solidFill>
              <a:latin typeface="Calibri" panose="020F0502020204030204"/>
            </a:endParaRPr>
          </a:p>
        </p:txBody>
      </p:sp>
      <p:sp>
        <p:nvSpPr>
          <p:cNvPr id="317" name="Shape 86">
            <a:extLst>
              <a:ext uri="{FF2B5EF4-FFF2-40B4-BE49-F238E27FC236}">
                <a16:creationId xmlns:a16="http://schemas.microsoft.com/office/drawing/2014/main" id="{DA01F152-23DC-79B3-B333-4149E0B4EA19}"/>
              </a:ext>
            </a:extLst>
          </p:cNvPr>
          <p:cNvSpPr/>
          <p:nvPr/>
        </p:nvSpPr>
        <p:spPr>
          <a:xfrm>
            <a:off x="8808720" y="544732"/>
            <a:ext cx="182880" cy="91440"/>
          </a:xfrm>
          <a:prstGeom prst="rect">
            <a:avLst/>
          </a:prstGeom>
          <a:solidFill>
            <a:srgbClr val="F5C800"/>
          </a:solidFill>
          <a:ln w="12700">
            <a:solidFill>
              <a:srgbClr val="F5C800"/>
            </a:solidFill>
            <a:prstDash val="solid"/>
          </a:ln>
        </p:spPr>
        <p:txBody>
          <a:bodyPr/>
          <a:lstStyle/>
          <a:p>
            <a:endParaRPr lang="es-MX">
              <a:solidFill>
                <a:prstClr val="black"/>
              </a:solidFill>
              <a:latin typeface="Calibri" panose="020F0502020204030204"/>
            </a:endParaRPr>
          </a:p>
        </p:txBody>
      </p:sp>
      <p:sp>
        <p:nvSpPr>
          <p:cNvPr id="318" name="Text 87">
            <a:extLst>
              <a:ext uri="{FF2B5EF4-FFF2-40B4-BE49-F238E27FC236}">
                <a16:creationId xmlns:a16="http://schemas.microsoft.com/office/drawing/2014/main" id="{0F3AA630-7D20-58C9-7D25-63CED023D8ED}"/>
              </a:ext>
            </a:extLst>
          </p:cNvPr>
          <p:cNvSpPr/>
          <p:nvPr/>
        </p:nvSpPr>
        <p:spPr>
          <a:xfrm>
            <a:off x="9019032" y="508156"/>
            <a:ext cx="914400" cy="182880"/>
          </a:xfrm>
          <a:prstGeom prst="rect">
            <a:avLst/>
          </a:prstGeom>
          <a:noFill/>
          <a:ln/>
        </p:spPr>
        <p:txBody>
          <a:bodyPr wrap="square" lIns="0" tIns="0" rIns="0" bIns="0" rtlCol="0" anchor="ctr"/>
          <a:lstStyle/>
          <a:p>
            <a:r>
              <a:rPr lang="es-MX" sz="650">
                <a:solidFill>
                  <a:srgbClr val="3A3A3A"/>
                </a:solidFill>
                <a:latin typeface="Calibri" panose="020F0502020204030204"/>
              </a:rPr>
              <a:t>Diseño</a:t>
            </a:r>
            <a:endParaRPr lang="es-MX" sz="650">
              <a:solidFill>
                <a:prstClr val="black"/>
              </a:solidFill>
              <a:latin typeface="Calibri" panose="020F0502020204030204"/>
            </a:endParaRPr>
          </a:p>
        </p:txBody>
      </p:sp>
      <p:sp>
        <p:nvSpPr>
          <p:cNvPr id="319" name="Shape 88">
            <a:extLst>
              <a:ext uri="{FF2B5EF4-FFF2-40B4-BE49-F238E27FC236}">
                <a16:creationId xmlns:a16="http://schemas.microsoft.com/office/drawing/2014/main" id="{9FA5BD86-1717-92A8-06CD-563F95616138}"/>
              </a:ext>
            </a:extLst>
          </p:cNvPr>
          <p:cNvSpPr/>
          <p:nvPr/>
        </p:nvSpPr>
        <p:spPr>
          <a:xfrm>
            <a:off x="9906000" y="544732"/>
            <a:ext cx="182880" cy="91440"/>
          </a:xfrm>
          <a:prstGeom prst="rect">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320" name="Text 89">
            <a:extLst>
              <a:ext uri="{FF2B5EF4-FFF2-40B4-BE49-F238E27FC236}">
                <a16:creationId xmlns:a16="http://schemas.microsoft.com/office/drawing/2014/main" id="{CA3B60B9-6EF4-A721-5833-799739485AC2}"/>
              </a:ext>
            </a:extLst>
          </p:cNvPr>
          <p:cNvSpPr/>
          <p:nvPr/>
        </p:nvSpPr>
        <p:spPr>
          <a:xfrm>
            <a:off x="10116312" y="508156"/>
            <a:ext cx="914400" cy="182880"/>
          </a:xfrm>
          <a:prstGeom prst="rect">
            <a:avLst/>
          </a:prstGeom>
          <a:noFill/>
          <a:ln/>
        </p:spPr>
        <p:txBody>
          <a:bodyPr wrap="square" lIns="0" tIns="0" rIns="0" bIns="0" rtlCol="0" anchor="ctr"/>
          <a:lstStyle/>
          <a:p>
            <a:r>
              <a:rPr lang="es-MX" sz="650">
                <a:solidFill>
                  <a:srgbClr val="3A3A3A"/>
                </a:solidFill>
                <a:latin typeface="Calibri" panose="020F0502020204030204"/>
              </a:rPr>
              <a:t>Implementación</a:t>
            </a:r>
            <a:endParaRPr lang="es-MX" sz="650">
              <a:solidFill>
                <a:prstClr val="black"/>
              </a:solidFill>
              <a:latin typeface="Calibri" panose="020F0502020204030204"/>
            </a:endParaRPr>
          </a:p>
        </p:txBody>
      </p:sp>
      <p:cxnSp>
        <p:nvCxnSpPr>
          <p:cNvPr id="324" name="Straight Connector 323">
            <a:extLst>
              <a:ext uri="{FF2B5EF4-FFF2-40B4-BE49-F238E27FC236}">
                <a16:creationId xmlns:a16="http://schemas.microsoft.com/office/drawing/2014/main" id="{F79FCF5F-9E05-0CA5-211B-40F097BF2C3A}"/>
              </a:ext>
            </a:extLst>
          </p:cNvPr>
          <p:cNvCxnSpPr>
            <a:cxnSpLocks/>
          </p:cNvCxnSpPr>
          <p:nvPr/>
        </p:nvCxnSpPr>
        <p:spPr>
          <a:xfrm>
            <a:off x="4858902" y="968261"/>
            <a:ext cx="0" cy="2664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321" name="Text 90">
            <a:extLst>
              <a:ext uri="{FF2B5EF4-FFF2-40B4-BE49-F238E27FC236}">
                <a16:creationId xmlns:a16="http://schemas.microsoft.com/office/drawing/2014/main" id="{021F3757-043B-4894-D3CB-A67E6207CB50}"/>
              </a:ext>
            </a:extLst>
          </p:cNvPr>
          <p:cNvSpPr/>
          <p:nvPr/>
        </p:nvSpPr>
        <p:spPr>
          <a:xfrm>
            <a:off x="11003280" y="508156"/>
            <a:ext cx="1188720" cy="182880"/>
          </a:xfrm>
          <a:prstGeom prst="rect">
            <a:avLst/>
          </a:prstGeom>
          <a:noFill/>
          <a:ln/>
        </p:spPr>
        <p:txBody>
          <a:bodyPr wrap="square" lIns="0" tIns="0" rIns="0" bIns="0" rtlCol="0" anchor="ctr"/>
          <a:lstStyle/>
          <a:p>
            <a:r>
              <a:rPr lang="es-MX" sz="650" b="1">
                <a:solidFill>
                  <a:srgbClr val="0D1F5C"/>
                </a:solidFill>
                <a:latin typeface="Calibri" panose="020F0502020204030204"/>
              </a:rPr>
              <a:t>% HU Must Have</a:t>
            </a:r>
            <a:endParaRPr lang="es-MX" sz="650">
              <a:solidFill>
                <a:prstClr val="black"/>
              </a:solidFill>
              <a:latin typeface="Calibri" panose="020F0502020204030204"/>
            </a:endParaRPr>
          </a:p>
        </p:txBody>
      </p:sp>
      <p:cxnSp>
        <p:nvCxnSpPr>
          <p:cNvPr id="327" name="Straight Connector 326">
            <a:extLst>
              <a:ext uri="{FF2B5EF4-FFF2-40B4-BE49-F238E27FC236}">
                <a16:creationId xmlns:a16="http://schemas.microsoft.com/office/drawing/2014/main" id="{5C42DAB0-8D76-058F-F94A-2771A6117473}"/>
              </a:ext>
            </a:extLst>
          </p:cNvPr>
          <p:cNvCxnSpPr>
            <a:cxnSpLocks/>
          </p:cNvCxnSpPr>
          <p:nvPr/>
        </p:nvCxnSpPr>
        <p:spPr>
          <a:xfrm>
            <a:off x="6907482" y="968261"/>
            <a:ext cx="0" cy="2664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56819960-C8B2-C301-AEE7-6CA62DED1FC3}"/>
              </a:ext>
            </a:extLst>
          </p:cNvPr>
          <p:cNvCxnSpPr>
            <a:cxnSpLocks/>
          </p:cNvCxnSpPr>
          <p:nvPr/>
        </p:nvCxnSpPr>
        <p:spPr>
          <a:xfrm>
            <a:off x="7931772" y="968261"/>
            <a:ext cx="0" cy="2664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E0EB3511-AEDA-D358-B9C3-160BAFCC3609}"/>
              </a:ext>
            </a:extLst>
          </p:cNvPr>
          <p:cNvCxnSpPr>
            <a:cxnSpLocks/>
          </p:cNvCxnSpPr>
          <p:nvPr/>
        </p:nvCxnSpPr>
        <p:spPr>
          <a:xfrm>
            <a:off x="8956062" y="968261"/>
            <a:ext cx="0" cy="2664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634F3C97-CB40-4DDE-CE30-249E04B8CF43}"/>
              </a:ext>
            </a:extLst>
          </p:cNvPr>
          <p:cNvCxnSpPr>
            <a:cxnSpLocks/>
          </p:cNvCxnSpPr>
          <p:nvPr/>
        </p:nvCxnSpPr>
        <p:spPr>
          <a:xfrm>
            <a:off x="9980352" y="968261"/>
            <a:ext cx="0" cy="2664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332" name="Text 44">
            <a:extLst>
              <a:ext uri="{FF2B5EF4-FFF2-40B4-BE49-F238E27FC236}">
                <a16:creationId xmlns:a16="http://schemas.microsoft.com/office/drawing/2014/main" id="{905F2771-D5B1-1078-F02A-86ADCB6CD300}"/>
              </a:ext>
            </a:extLst>
          </p:cNvPr>
          <p:cNvSpPr/>
          <p:nvPr/>
        </p:nvSpPr>
        <p:spPr>
          <a:xfrm>
            <a:off x="11228787" y="928258"/>
            <a:ext cx="576000" cy="201168"/>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Dic</a:t>
            </a:r>
            <a:endParaRPr lang="es-MX" sz="750">
              <a:solidFill>
                <a:prstClr val="black"/>
              </a:solidFill>
              <a:latin typeface="Calibri" panose="020F0502020204030204"/>
            </a:endParaRPr>
          </a:p>
        </p:txBody>
      </p:sp>
      <p:cxnSp>
        <p:nvCxnSpPr>
          <p:cNvPr id="333" name="Straight Connector 332">
            <a:extLst>
              <a:ext uri="{FF2B5EF4-FFF2-40B4-BE49-F238E27FC236}">
                <a16:creationId xmlns:a16="http://schemas.microsoft.com/office/drawing/2014/main" id="{422513C0-E0DD-511F-2290-A655FBB10268}"/>
              </a:ext>
            </a:extLst>
          </p:cNvPr>
          <p:cNvCxnSpPr>
            <a:cxnSpLocks/>
          </p:cNvCxnSpPr>
          <p:nvPr/>
        </p:nvCxnSpPr>
        <p:spPr>
          <a:xfrm>
            <a:off x="5883192" y="968261"/>
            <a:ext cx="0" cy="2664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B162C491-DBA9-5E64-4F52-D44D42A116A7}"/>
              </a:ext>
            </a:extLst>
          </p:cNvPr>
          <p:cNvCxnSpPr>
            <a:cxnSpLocks/>
          </p:cNvCxnSpPr>
          <p:nvPr/>
        </p:nvCxnSpPr>
        <p:spPr>
          <a:xfrm>
            <a:off x="11004642" y="968261"/>
            <a:ext cx="0" cy="2664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1CB1E7B2-4209-FF35-F3AF-1BC7B25764C2}"/>
              </a:ext>
            </a:extLst>
          </p:cNvPr>
          <p:cNvCxnSpPr/>
          <p:nvPr/>
        </p:nvCxnSpPr>
        <p:spPr>
          <a:xfrm>
            <a:off x="12028932" y="952387"/>
            <a:ext cx="0" cy="2494901"/>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284" name="Shape 53">
            <a:extLst>
              <a:ext uri="{FF2B5EF4-FFF2-40B4-BE49-F238E27FC236}">
                <a16:creationId xmlns:a16="http://schemas.microsoft.com/office/drawing/2014/main" id="{27BD8427-1B34-31A5-D77C-9E48EB9F1788}"/>
              </a:ext>
            </a:extLst>
          </p:cNvPr>
          <p:cNvSpPr/>
          <p:nvPr/>
        </p:nvSpPr>
        <p:spPr>
          <a:xfrm>
            <a:off x="5773392" y="1582771"/>
            <a:ext cx="1116000" cy="126000"/>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337" name="Shape 53">
            <a:extLst>
              <a:ext uri="{FF2B5EF4-FFF2-40B4-BE49-F238E27FC236}">
                <a16:creationId xmlns:a16="http://schemas.microsoft.com/office/drawing/2014/main" id="{AF3EC7AF-C148-1B5A-7982-A28D5248C768}"/>
              </a:ext>
            </a:extLst>
          </p:cNvPr>
          <p:cNvSpPr/>
          <p:nvPr/>
        </p:nvSpPr>
        <p:spPr>
          <a:xfrm>
            <a:off x="5920740" y="1176861"/>
            <a:ext cx="864000" cy="126000"/>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279" name="Shape 48">
            <a:extLst>
              <a:ext uri="{FF2B5EF4-FFF2-40B4-BE49-F238E27FC236}">
                <a16:creationId xmlns:a16="http://schemas.microsoft.com/office/drawing/2014/main" id="{5D65460A-3828-A54C-F7C2-6992538D50CC}"/>
              </a:ext>
            </a:extLst>
          </p:cNvPr>
          <p:cNvSpPr/>
          <p:nvPr/>
        </p:nvSpPr>
        <p:spPr>
          <a:xfrm>
            <a:off x="6798947" y="1176861"/>
            <a:ext cx="1224000" cy="126000"/>
          </a:xfrm>
          <a:prstGeom prst="roundRect">
            <a:avLst>
              <a:gd name="adj" fmla="val 14286"/>
            </a:avLst>
          </a:prstGeom>
          <a:solidFill>
            <a:srgbClr val="F5C800"/>
          </a:solidFill>
          <a:ln w="12700">
            <a:solidFill>
              <a:srgbClr val="F5C800"/>
            </a:solidFill>
            <a:prstDash val="solid"/>
          </a:ln>
        </p:spPr>
        <p:txBody>
          <a:bodyPr/>
          <a:lstStyle/>
          <a:p>
            <a:endParaRPr lang="es-MX">
              <a:solidFill>
                <a:prstClr val="black"/>
              </a:solidFill>
              <a:latin typeface="Calibri" panose="020F0502020204030204"/>
            </a:endParaRPr>
          </a:p>
        </p:txBody>
      </p:sp>
      <p:sp>
        <p:nvSpPr>
          <p:cNvPr id="339" name="Shape 49">
            <a:extLst>
              <a:ext uri="{FF2B5EF4-FFF2-40B4-BE49-F238E27FC236}">
                <a16:creationId xmlns:a16="http://schemas.microsoft.com/office/drawing/2014/main" id="{F60DE8D7-6E81-1F9A-6060-076D0F93DD5B}"/>
              </a:ext>
            </a:extLst>
          </p:cNvPr>
          <p:cNvSpPr/>
          <p:nvPr/>
        </p:nvSpPr>
        <p:spPr>
          <a:xfrm>
            <a:off x="7486267" y="1319301"/>
            <a:ext cx="2484000" cy="126000"/>
          </a:xfrm>
          <a:prstGeom prst="roundRect">
            <a:avLst>
              <a:gd name="adj" fmla="val 14286"/>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285" name="Text 54">
            <a:extLst>
              <a:ext uri="{FF2B5EF4-FFF2-40B4-BE49-F238E27FC236}">
                <a16:creationId xmlns:a16="http://schemas.microsoft.com/office/drawing/2014/main" id="{1C7E9CCC-94C5-D859-3CB7-6BA16093B3B0}"/>
              </a:ext>
            </a:extLst>
          </p:cNvPr>
          <p:cNvSpPr/>
          <p:nvPr/>
        </p:nvSpPr>
        <p:spPr>
          <a:xfrm>
            <a:off x="6960184" y="1587849"/>
            <a:ext cx="3123438" cy="113909"/>
          </a:xfrm>
          <a:prstGeom prst="rect">
            <a:avLst/>
          </a:prstGeom>
          <a:noFill/>
          <a:ln/>
        </p:spPr>
        <p:txBody>
          <a:bodyPr wrap="square" lIns="0" tIns="0" rIns="0" bIns="0" rtlCol="0" anchor="ctr"/>
          <a:lstStyle/>
          <a:p>
            <a:r>
              <a:rPr lang="es-MX" sz="650" i="1">
                <a:solidFill>
                  <a:srgbClr val="C0392B"/>
                </a:solidFill>
                <a:latin typeface="Calibri" panose="020F0502020204030204"/>
              </a:rPr>
              <a:t>*Pendiente DTMs APIficación</a:t>
            </a:r>
            <a:endParaRPr lang="es-MX" sz="650">
              <a:solidFill>
                <a:prstClr val="black"/>
              </a:solidFill>
              <a:latin typeface="Calibri" panose="020F0502020204030204"/>
            </a:endParaRPr>
          </a:p>
        </p:txBody>
      </p:sp>
      <p:sp>
        <p:nvSpPr>
          <p:cNvPr id="341" name="Shape 53">
            <a:extLst>
              <a:ext uri="{FF2B5EF4-FFF2-40B4-BE49-F238E27FC236}">
                <a16:creationId xmlns:a16="http://schemas.microsoft.com/office/drawing/2014/main" id="{D7FF5C42-03C0-C173-75B7-7FB6B5D14AE4}"/>
              </a:ext>
            </a:extLst>
          </p:cNvPr>
          <p:cNvSpPr/>
          <p:nvPr/>
        </p:nvSpPr>
        <p:spPr>
          <a:xfrm>
            <a:off x="4996878" y="1845592"/>
            <a:ext cx="4572000" cy="126000"/>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343" name="Shape 49">
            <a:extLst>
              <a:ext uri="{FF2B5EF4-FFF2-40B4-BE49-F238E27FC236}">
                <a16:creationId xmlns:a16="http://schemas.microsoft.com/office/drawing/2014/main" id="{66FABFBC-5637-76EA-9BC1-50BB35C8D20B}"/>
              </a:ext>
            </a:extLst>
          </p:cNvPr>
          <p:cNvSpPr/>
          <p:nvPr/>
        </p:nvSpPr>
        <p:spPr>
          <a:xfrm>
            <a:off x="6544878" y="1986909"/>
            <a:ext cx="3024000" cy="126000"/>
          </a:xfrm>
          <a:prstGeom prst="roundRect">
            <a:avLst>
              <a:gd name="adj" fmla="val 14286"/>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345" name="Shape 53">
            <a:extLst>
              <a:ext uri="{FF2B5EF4-FFF2-40B4-BE49-F238E27FC236}">
                <a16:creationId xmlns:a16="http://schemas.microsoft.com/office/drawing/2014/main" id="{E6DB14C0-DC36-1B40-E442-1334F6BB8464}"/>
              </a:ext>
            </a:extLst>
          </p:cNvPr>
          <p:cNvSpPr/>
          <p:nvPr/>
        </p:nvSpPr>
        <p:spPr>
          <a:xfrm>
            <a:off x="5073463" y="2176996"/>
            <a:ext cx="1836000" cy="126000"/>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347" name="Shape 49">
            <a:extLst>
              <a:ext uri="{FF2B5EF4-FFF2-40B4-BE49-F238E27FC236}">
                <a16:creationId xmlns:a16="http://schemas.microsoft.com/office/drawing/2014/main" id="{DA6C6D86-74B8-6E33-FFD0-5D6CA8BE309C}"/>
              </a:ext>
            </a:extLst>
          </p:cNvPr>
          <p:cNvSpPr/>
          <p:nvPr/>
        </p:nvSpPr>
        <p:spPr>
          <a:xfrm>
            <a:off x="7009903" y="2330253"/>
            <a:ext cx="925200" cy="126000"/>
          </a:xfrm>
          <a:prstGeom prst="roundRect">
            <a:avLst>
              <a:gd name="adj" fmla="val 14286"/>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349" name="Shape 53">
            <a:extLst>
              <a:ext uri="{FF2B5EF4-FFF2-40B4-BE49-F238E27FC236}">
                <a16:creationId xmlns:a16="http://schemas.microsoft.com/office/drawing/2014/main" id="{F85759E9-3F1E-46A0-EC93-BFD6C6850599}"/>
              </a:ext>
            </a:extLst>
          </p:cNvPr>
          <p:cNvSpPr/>
          <p:nvPr/>
        </p:nvSpPr>
        <p:spPr>
          <a:xfrm>
            <a:off x="5971547" y="2513060"/>
            <a:ext cx="1836000" cy="126000"/>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351" name="Shape 49">
            <a:extLst>
              <a:ext uri="{FF2B5EF4-FFF2-40B4-BE49-F238E27FC236}">
                <a16:creationId xmlns:a16="http://schemas.microsoft.com/office/drawing/2014/main" id="{1EE28084-4950-1F0E-E972-B8A5A218F13B}"/>
              </a:ext>
            </a:extLst>
          </p:cNvPr>
          <p:cNvSpPr/>
          <p:nvPr/>
        </p:nvSpPr>
        <p:spPr>
          <a:xfrm>
            <a:off x="7419627" y="2659884"/>
            <a:ext cx="3420000" cy="126000"/>
          </a:xfrm>
          <a:prstGeom prst="roundRect">
            <a:avLst>
              <a:gd name="adj" fmla="val 14286"/>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353" name="Shape 53">
            <a:extLst>
              <a:ext uri="{FF2B5EF4-FFF2-40B4-BE49-F238E27FC236}">
                <a16:creationId xmlns:a16="http://schemas.microsoft.com/office/drawing/2014/main" id="{EA93014C-64F2-5FDA-B90E-2CC87F764E73}"/>
              </a:ext>
            </a:extLst>
          </p:cNvPr>
          <p:cNvSpPr/>
          <p:nvPr/>
        </p:nvSpPr>
        <p:spPr>
          <a:xfrm>
            <a:off x="5983700" y="2844030"/>
            <a:ext cx="1836000" cy="126000"/>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357" name="Shape 49">
            <a:extLst>
              <a:ext uri="{FF2B5EF4-FFF2-40B4-BE49-F238E27FC236}">
                <a16:creationId xmlns:a16="http://schemas.microsoft.com/office/drawing/2014/main" id="{72C1CCF9-FB9A-9CAF-D4F5-A4E199379FB6}"/>
              </a:ext>
            </a:extLst>
          </p:cNvPr>
          <p:cNvSpPr/>
          <p:nvPr/>
        </p:nvSpPr>
        <p:spPr>
          <a:xfrm>
            <a:off x="7072727" y="2989886"/>
            <a:ext cx="1476000" cy="126000"/>
          </a:xfrm>
          <a:prstGeom prst="roundRect">
            <a:avLst>
              <a:gd name="adj" fmla="val 14286"/>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359" name="Shape 53">
            <a:extLst>
              <a:ext uri="{FF2B5EF4-FFF2-40B4-BE49-F238E27FC236}">
                <a16:creationId xmlns:a16="http://schemas.microsoft.com/office/drawing/2014/main" id="{6206FB6F-F617-3CE1-A108-706BE60491F4}"/>
              </a:ext>
            </a:extLst>
          </p:cNvPr>
          <p:cNvSpPr/>
          <p:nvPr/>
        </p:nvSpPr>
        <p:spPr>
          <a:xfrm>
            <a:off x="6025668" y="3169650"/>
            <a:ext cx="2016000" cy="126000"/>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361" name="Shape 48">
            <a:extLst>
              <a:ext uri="{FF2B5EF4-FFF2-40B4-BE49-F238E27FC236}">
                <a16:creationId xmlns:a16="http://schemas.microsoft.com/office/drawing/2014/main" id="{EBAD6334-CE89-C330-B125-A480E8D4450D}"/>
              </a:ext>
            </a:extLst>
          </p:cNvPr>
          <p:cNvSpPr/>
          <p:nvPr/>
        </p:nvSpPr>
        <p:spPr>
          <a:xfrm>
            <a:off x="6595700" y="3322767"/>
            <a:ext cx="324000" cy="126000"/>
          </a:xfrm>
          <a:prstGeom prst="roundRect">
            <a:avLst>
              <a:gd name="adj" fmla="val 14286"/>
            </a:avLst>
          </a:prstGeom>
          <a:solidFill>
            <a:srgbClr val="F5C800"/>
          </a:solidFill>
          <a:ln w="12700">
            <a:solidFill>
              <a:srgbClr val="F5C800"/>
            </a:solidFill>
            <a:prstDash val="solid"/>
          </a:ln>
        </p:spPr>
        <p:txBody>
          <a:bodyPr/>
          <a:lstStyle/>
          <a:p>
            <a:endParaRPr lang="es-MX">
              <a:solidFill>
                <a:prstClr val="black"/>
              </a:solidFill>
              <a:latin typeface="Calibri" panose="020F0502020204030204"/>
            </a:endParaRPr>
          </a:p>
        </p:txBody>
      </p:sp>
      <p:sp>
        <p:nvSpPr>
          <p:cNvPr id="363" name="Shape 49">
            <a:extLst>
              <a:ext uri="{FF2B5EF4-FFF2-40B4-BE49-F238E27FC236}">
                <a16:creationId xmlns:a16="http://schemas.microsoft.com/office/drawing/2014/main" id="{BB9C23F1-2948-0CBB-88B1-A94B19BC334E}"/>
              </a:ext>
            </a:extLst>
          </p:cNvPr>
          <p:cNvSpPr/>
          <p:nvPr/>
        </p:nvSpPr>
        <p:spPr>
          <a:xfrm>
            <a:off x="6784740" y="3463163"/>
            <a:ext cx="2160000" cy="126000"/>
          </a:xfrm>
          <a:prstGeom prst="roundRect">
            <a:avLst>
              <a:gd name="adj" fmla="val 14286"/>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313" name="Shape 82">
            <a:extLst>
              <a:ext uri="{FF2B5EF4-FFF2-40B4-BE49-F238E27FC236}">
                <a16:creationId xmlns:a16="http://schemas.microsoft.com/office/drawing/2014/main" id="{6FDB626D-A2A6-A2A8-133D-1309646D7D0C}"/>
              </a:ext>
            </a:extLst>
          </p:cNvPr>
          <p:cNvSpPr/>
          <p:nvPr/>
        </p:nvSpPr>
        <p:spPr>
          <a:xfrm>
            <a:off x="9468207" y="1127576"/>
            <a:ext cx="0" cy="2556000"/>
          </a:xfrm>
          <a:prstGeom prst="line">
            <a:avLst/>
          </a:prstGeom>
          <a:noFill/>
          <a:ln w="19050">
            <a:solidFill>
              <a:srgbClr val="C0392B"/>
            </a:solidFill>
            <a:prstDash val="dash"/>
          </a:ln>
        </p:spPr>
        <p:txBody>
          <a:bodyPr/>
          <a:lstStyle/>
          <a:p>
            <a:endParaRPr lang="es-MX">
              <a:solidFill>
                <a:prstClr val="black"/>
              </a:solidFill>
              <a:latin typeface="Calibri" panose="020F0502020204030204"/>
            </a:endParaRPr>
          </a:p>
        </p:txBody>
      </p:sp>
      <p:sp>
        <p:nvSpPr>
          <p:cNvPr id="365" name="Shape 91">
            <a:extLst>
              <a:ext uri="{FF2B5EF4-FFF2-40B4-BE49-F238E27FC236}">
                <a16:creationId xmlns:a16="http://schemas.microsoft.com/office/drawing/2014/main" id="{47AD9246-0119-135A-893A-47EDAD88428F}"/>
              </a:ext>
            </a:extLst>
          </p:cNvPr>
          <p:cNvSpPr/>
          <p:nvPr/>
        </p:nvSpPr>
        <p:spPr>
          <a:xfrm>
            <a:off x="164592" y="3810762"/>
            <a:ext cx="11932920" cy="201168"/>
          </a:xfrm>
          <a:prstGeom prst="rect">
            <a:avLst/>
          </a:prstGeom>
          <a:solidFill>
            <a:srgbClr val="0D1F5C"/>
          </a:solidFill>
          <a:ln w="12700">
            <a:solidFill>
              <a:srgbClr val="0D1F5C"/>
            </a:solidFill>
            <a:prstDash val="solid"/>
          </a:ln>
        </p:spPr>
        <p:txBody>
          <a:bodyPr/>
          <a:lstStyle/>
          <a:p>
            <a:endParaRPr lang="es-MX"/>
          </a:p>
        </p:txBody>
      </p:sp>
      <p:sp>
        <p:nvSpPr>
          <p:cNvPr id="367" name="Text 92">
            <a:extLst>
              <a:ext uri="{FF2B5EF4-FFF2-40B4-BE49-F238E27FC236}">
                <a16:creationId xmlns:a16="http://schemas.microsoft.com/office/drawing/2014/main" id="{F64C77D4-9330-CC64-5D63-6503E0426735}"/>
              </a:ext>
            </a:extLst>
          </p:cNvPr>
          <p:cNvSpPr/>
          <p:nvPr/>
        </p:nvSpPr>
        <p:spPr>
          <a:xfrm>
            <a:off x="219456" y="3810762"/>
            <a:ext cx="11841480" cy="201168"/>
          </a:xfrm>
          <a:prstGeom prst="rect">
            <a:avLst/>
          </a:prstGeom>
          <a:noFill/>
          <a:ln/>
        </p:spPr>
        <p:txBody>
          <a:bodyPr wrap="square" lIns="0" tIns="0" rIns="0" bIns="0" rtlCol="0" anchor="ctr"/>
          <a:lstStyle/>
          <a:p>
            <a:pPr marL="0" indent="0">
              <a:buNone/>
            </a:pPr>
            <a:r>
              <a:rPr lang="es-MX" sz="750" b="1">
                <a:solidFill>
                  <a:srgbClr val="FFFFFF"/>
                </a:solidFill>
              </a:rPr>
              <a:t>RAID — Puntos de Atención SmartVista</a:t>
            </a:r>
            <a:endParaRPr lang="es-MX" sz="750"/>
          </a:p>
        </p:txBody>
      </p:sp>
      <p:sp>
        <p:nvSpPr>
          <p:cNvPr id="369" name="Shape 93">
            <a:extLst>
              <a:ext uri="{FF2B5EF4-FFF2-40B4-BE49-F238E27FC236}">
                <a16:creationId xmlns:a16="http://schemas.microsoft.com/office/drawing/2014/main" id="{65C61675-5750-6C99-09EE-65B6D936D014}"/>
              </a:ext>
            </a:extLst>
          </p:cNvPr>
          <p:cNvSpPr/>
          <p:nvPr/>
        </p:nvSpPr>
        <p:spPr>
          <a:xfrm>
            <a:off x="164592" y="4011930"/>
            <a:ext cx="11932920" cy="201168"/>
          </a:xfrm>
          <a:prstGeom prst="rect">
            <a:avLst/>
          </a:prstGeom>
          <a:solidFill>
            <a:srgbClr val="0D1F5C"/>
          </a:solidFill>
          <a:ln w="12700">
            <a:solidFill>
              <a:srgbClr val="0D1F5C"/>
            </a:solidFill>
            <a:prstDash val="solid"/>
          </a:ln>
        </p:spPr>
        <p:txBody>
          <a:bodyPr/>
          <a:lstStyle/>
          <a:p>
            <a:endParaRPr lang="es-MX"/>
          </a:p>
        </p:txBody>
      </p:sp>
      <p:sp>
        <p:nvSpPr>
          <p:cNvPr id="371" name="Text 94">
            <a:extLst>
              <a:ext uri="{FF2B5EF4-FFF2-40B4-BE49-F238E27FC236}">
                <a16:creationId xmlns:a16="http://schemas.microsoft.com/office/drawing/2014/main" id="{F05081A8-B6E0-F2E8-6041-A7292697C083}"/>
              </a:ext>
            </a:extLst>
          </p:cNvPr>
          <p:cNvSpPr/>
          <p:nvPr/>
        </p:nvSpPr>
        <p:spPr>
          <a:xfrm>
            <a:off x="192024" y="4030218"/>
            <a:ext cx="384048" cy="164592"/>
          </a:xfrm>
          <a:prstGeom prst="rect">
            <a:avLst/>
          </a:prstGeom>
          <a:noFill/>
          <a:ln/>
        </p:spPr>
        <p:txBody>
          <a:bodyPr wrap="square" lIns="0" tIns="0" rIns="0" bIns="0" rtlCol="0" anchor="ctr"/>
          <a:lstStyle/>
          <a:p>
            <a:pPr marL="0" indent="0" algn="ctr">
              <a:buNone/>
            </a:pPr>
            <a:r>
              <a:rPr lang="es-MX" sz="700" b="1">
                <a:solidFill>
                  <a:srgbClr val="FFFFFF"/>
                </a:solidFill>
              </a:rPr>
              <a:t>ID</a:t>
            </a:r>
            <a:endParaRPr lang="es-MX" sz="700"/>
          </a:p>
        </p:txBody>
      </p:sp>
      <p:sp>
        <p:nvSpPr>
          <p:cNvPr id="373" name="Text 95">
            <a:extLst>
              <a:ext uri="{FF2B5EF4-FFF2-40B4-BE49-F238E27FC236}">
                <a16:creationId xmlns:a16="http://schemas.microsoft.com/office/drawing/2014/main" id="{672B1A61-BE3B-0111-CB2A-AF702EECC69C}"/>
              </a:ext>
            </a:extLst>
          </p:cNvPr>
          <p:cNvSpPr/>
          <p:nvPr/>
        </p:nvSpPr>
        <p:spPr>
          <a:xfrm>
            <a:off x="594360" y="4030218"/>
            <a:ext cx="621792" cy="164592"/>
          </a:xfrm>
          <a:prstGeom prst="rect">
            <a:avLst/>
          </a:prstGeom>
          <a:noFill/>
          <a:ln/>
        </p:spPr>
        <p:txBody>
          <a:bodyPr wrap="square" lIns="0" tIns="0" rIns="0" bIns="0" rtlCol="0" anchor="ctr"/>
          <a:lstStyle/>
          <a:p>
            <a:pPr marL="0" indent="0" algn="ctr">
              <a:buNone/>
            </a:pPr>
            <a:r>
              <a:rPr lang="es-MX" sz="700" b="1">
                <a:solidFill>
                  <a:srgbClr val="FFFFFF"/>
                </a:solidFill>
              </a:rPr>
              <a:t>TIPO</a:t>
            </a:r>
            <a:endParaRPr lang="es-MX" sz="700"/>
          </a:p>
        </p:txBody>
      </p:sp>
      <p:sp>
        <p:nvSpPr>
          <p:cNvPr id="375" name="Text 96">
            <a:extLst>
              <a:ext uri="{FF2B5EF4-FFF2-40B4-BE49-F238E27FC236}">
                <a16:creationId xmlns:a16="http://schemas.microsoft.com/office/drawing/2014/main" id="{37780515-CB27-7722-FCD9-2628FC56BB10}"/>
              </a:ext>
            </a:extLst>
          </p:cNvPr>
          <p:cNvSpPr/>
          <p:nvPr/>
        </p:nvSpPr>
        <p:spPr>
          <a:xfrm>
            <a:off x="1361440" y="4030218"/>
            <a:ext cx="4114800" cy="164592"/>
          </a:xfrm>
          <a:prstGeom prst="rect">
            <a:avLst/>
          </a:prstGeom>
          <a:noFill/>
          <a:ln/>
        </p:spPr>
        <p:txBody>
          <a:bodyPr wrap="square" lIns="0" tIns="0" rIns="0" bIns="0" rtlCol="0" anchor="ctr"/>
          <a:lstStyle/>
          <a:p>
            <a:pPr marL="0" indent="0" algn="l">
              <a:buNone/>
            </a:pPr>
            <a:r>
              <a:rPr lang="es-MX" sz="700" b="1">
                <a:solidFill>
                  <a:srgbClr val="FFFFFF"/>
                </a:solidFill>
              </a:rPr>
              <a:t>DESCRIPCIÓN</a:t>
            </a:r>
            <a:endParaRPr lang="es-MX" sz="700"/>
          </a:p>
        </p:txBody>
      </p:sp>
      <p:sp>
        <p:nvSpPr>
          <p:cNvPr id="377" name="Text 97">
            <a:extLst>
              <a:ext uri="{FF2B5EF4-FFF2-40B4-BE49-F238E27FC236}">
                <a16:creationId xmlns:a16="http://schemas.microsoft.com/office/drawing/2014/main" id="{8ADF77AE-5645-88BB-288C-CA2E95AD8816}"/>
              </a:ext>
            </a:extLst>
          </p:cNvPr>
          <p:cNvSpPr/>
          <p:nvPr/>
        </p:nvSpPr>
        <p:spPr>
          <a:xfrm>
            <a:off x="5477256" y="4030218"/>
            <a:ext cx="822960" cy="164592"/>
          </a:xfrm>
          <a:prstGeom prst="rect">
            <a:avLst/>
          </a:prstGeom>
          <a:noFill/>
          <a:ln/>
        </p:spPr>
        <p:txBody>
          <a:bodyPr wrap="square" lIns="0" tIns="0" rIns="0" bIns="0" rtlCol="0" anchor="ctr"/>
          <a:lstStyle/>
          <a:p>
            <a:pPr marL="0" indent="0" algn="ctr">
              <a:buNone/>
            </a:pPr>
            <a:r>
              <a:rPr lang="es-MX" sz="700" b="1">
                <a:solidFill>
                  <a:srgbClr val="FFFFFF"/>
                </a:solidFill>
              </a:rPr>
              <a:t>SEVERIDAD</a:t>
            </a:r>
            <a:endParaRPr lang="es-MX" sz="700"/>
          </a:p>
        </p:txBody>
      </p:sp>
      <p:sp>
        <p:nvSpPr>
          <p:cNvPr id="379" name="Text 98">
            <a:extLst>
              <a:ext uri="{FF2B5EF4-FFF2-40B4-BE49-F238E27FC236}">
                <a16:creationId xmlns:a16="http://schemas.microsoft.com/office/drawing/2014/main" id="{6BF8A5E4-17FA-B612-D22C-88FC6FA3F9C7}"/>
              </a:ext>
            </a:extLst>
          </p:cNvPr>
          <p:cNvSpPr/>
          <p:nvPr/>
        </p:nvSpPr>
        <p:spPr>
          <a:xfrm>
            <a:off x="6528816" y="4030218"/>
            <a:ext cx="864000" cy="164592"/>
          </a:xfrm>
          <a:prstGeom prst="rect">
            <a:avLst/>
          </a:prstGeom>
          <a:noFill/>
          <a:ln/>
        </p:spPr>
        <p:txBody>
          <a:bodyPr wrap="square" lIns="0" tIns="0" rIns="0" bIns="0" rtlCol="0" anchor="ctr"/>
          <a:lstStyle/>
          <a:p>
            <a:pPr marL="0" indent="0" algn="l">
              <a:buNone/>
            </a:pPr>
            <a:r>
              <a:rPr lang="es-MX" sz="700" b="1">
                <a:solidFill>
                  <a:srgbClr val="FFFFFF"/>
                </a:solidFill>
              </a:rPr>
              <a:t>IMPACTO EN PLAN</a:t>
            </a:r>
            <a:endParaRPr lang="es-MX" sz="700"/>
          </a:p>
        </p:txBody>
      </p:sp>
      <p:sp>
        <p:nvSpPr>
          <p:cNvPr id="381" name="Text 99">
            <a:extLst>
              <a:ext uri="{FF2B5EF4-FFF2-40B4-BE49-F238E27FC236}">
                <a16:creationId xmlns:a16="http://schemas.microsoft.com/office/drawing/2014/main" id="{7EE37B69-418F-2980-EACA-CEC3281286E3}"/>
              </a:ext>
            </a:extLst>
          </p:cNvPr>
          <p:cNvSpPr/>
          <p:nvPr/>
        </p:nvSpPr>
        <p:spPr>
          <a:xfrm>
            <a:off x="7644384" y="4030218"/>
            <a:ext cx="4462272" cy="164592"/>
          </a:xfrm>
          <a:prstGeom prst="rect">
            <a:avLst/>
          </a:prstGeom>
          <a:noFill/>
          <a:ln/>
        </p:spPr>
        <p:txBody>
          <a:bodyPr wrap="square" lIns="0" tIns="0" rIns="0" bIns="0" rtlCol="0" anchor="ctr"/>
          <a:lstStyle/>
          <a:p>
            <a:pPr marL="0" indent="0" algn="l">
              <a:buNone/>
            </a:pPr>
            <a:r>
              <a:rPr lang="es-MX" sz="700" b="1">
                <a:solidFill>
                  <a:srgbClr val="FFFFFF"/>
                </a:solidFill>
              </a:rPr>
              <a:t>REMEDIACIÓN / ACCIÓN REQUERIDA</a:t>
            </a:r>
            <a:endParaRPr lang="es-MX" sz="700"/>
          </a:p>
        </p:txBody>
      </p:sp>
      <p:sp>
        <p:nvSpPr>
          <p:cNvPr id="383" name="Shape 100">
            <a:extLst>
              <a:ext uri="{FF2B5EF4-FFF2-40B4-BE49-F238E27FC236}">
                <a16:creationId xmlns:a16="http://schemas.microsoft.com/office/drawing/2014/main" id="{956E71F8-EE82-F92F-70CE-7A34520A481A}"/>
              </a:ext>
            </a:extLst>
          </p:cNvPr>
          <p:cNvSpPr/>
          <p:nvPr/>
        </p:nvSpPr>
        <p:spPr>
          <a:xfrm>
            <a:off x="164592" y="4213098"/>
            <a:ext cx="11932920" cy="420624"/>
          </a:xfrm>
          <a:prstGeom prst="rect">
            <a:avLst/>
          </a:prstGeom>
          <a:solidFill>
            <a:srgbClr val="FFFFFF"/>
          </a:solidFill>
          <a:ln w="6350">
            <a:solidFill>
              <a:srgbClr val="D0D5E8"/>
            </a:solidFill>
            <a:prstDash val="solid"/>
          </a:ln>
        </p:spPr>
        <p:txBody>
          <a:bodyPr/>
          <a:lstStyle/>
          <a:p>
            <a:endParaRPr lang="es-MX"/>
          </a:p>
        </p:txBody>
      </p:sp>
      <p:sp>
        <p:nvSpPr>
          <p:cNvPr id="385" name="Text 101">
            <a:extLst>
              <a:ext uri="{FF2B5EF4-FFF2-40B4-BE49-F238E27FC236}">
                <a16:creationId xmlns:a16="http://schemas.microsoft.com/office/drawing/2014/main" id="{C688B12B-398A-63C5-E494-8BBECE662B05}"/>
              </a:ext>
            </a:extLst>
          </p:cNvPr>
          <p:cNvSpPr/>
          <p:nvPr/>
        </p:nvSpPr>
        <p:spPr>
          <a:xfrm>
            <a:off x="182880" y="4240530"/>
            <a:ext cx="365760" cy="365760"/>
          </a:xfrm>
          <a:prstGeom prst="rect">
            <a:avLst/>
          </a:prstGeom>
          <a:noFill/>
          <a:ln/>
        </p:spPr>
        <p:txBody>
          <a:bodyPr wrap="square" lIns="0" tIns="0" rIns="0" bIns="0" rtlCol="0" anchor="t"/>
          <a:lstStyle/>
          <a:p>
            <a:pPr marL="0" indent="0" algn="ctr">
              <a:buNone/>
            </a:pPr>
            <a:r>
              <a:rPr lang="es-MX" sz="700" b="1">
                <a:solidFill>
                  <a:srgbClr val="0D1F5C"/>
                </a:solidFill>
              </a:rPr>
              <a:t>SV-I01</a:t>
            </a:r>
            <a:endParaRPr lang="es-MX" sz="700"/>
          </a:p>
        </p:txBody>
      </p:sp>
      <p:sp>
        <p:nvSpPr>
          <p:cNvPr id="393" name="Shape 105">
            <a:extLst>
              <a:ext uri="{FF2B5EF4-FFF2-40B4-BE49-F238E27FC236}">
                <a16:creationId xmlns:a16="http://schemas.microsoft.com/office/drawing/2014/main" id="{925AA4AD-38B3-C781-A3ED-35536D8C319B}"/>
              </a:ext>
            </a:extLst>
          </p:cNvPr>
          <p:cNvSpPr/>
          <p:nvPr/>
        </p:nvSpPr>
        <p:spPr>
          <a:xfrm>
            <a:off x="5513832" y="4304538"/>
            <a:ext cx="749808" cy="164592"/>
          </a:xfrm>
          <a:prstGeom prst="roundRect">
            <a:avLst>
              <a:gd name="adj" fmla="val 16667"/>
            </a:avLst>
          </a:prstGeom>
          <a:solidFill>
            <a:srgbClr val="C00000"/>
          </a:solidFill>
          <a:ln w="12700">
            <a:solidFill>
              <a:srgbClr val="C00000"/>
            </a:solidFill>
            <a:prstDash val="solid"/>
          </a:ln>
        </p:spPr>
        <p:txBody>
          <a:bodyPr/>
          <a:lstStyle/>
          <a:p>
            <a:pPr algn="ctr"/>
            <a:endParaRPr lang="es-MX"/>
          </a:p>
        </p:txBody>
      </p:sp>
      <p:sp>
        <p:nvSpPr>
          <p:cNvPr id="395" name="Text 106">
            <a:extLst>
              <a:ext uri="{FF2B5EF4-FFF2-40B4-BE49-F238E27FC236}">
                <a16:creationId xmlns:a16="http://schemas.microsoft.com/office/drawing/2014/main" id="{390F31AD-FF1E-A7B9-890F-DDB8F70FB277}"/>
              </a:ext>
            </a:extLst>
          </p:cNvPr>
          <p:cNvSpPr/>
          <p:nvPr/>
        </p:nvSpPr>
        <p:spPr>
          <a:xfrm>
            <a:off x="5513832" y="4304538"/>
            <a:ext cx="749808" cy="164592"/>
          </a:xfrm>
          <a:prstGeom prst="rect">
            <a:avLst/>
          </a:prstGeom>
          <a:noFill/>
          <a:ln/>
        </p:spPr>
        <p:txBody>
          <a:bodyPr wrap="square" lIns="0" tIns="0" rIns="0" bIns="0" rtlCol="0" anchor="ctr"/>
          <a:lstStyle/>
          <a:p>
            <a:pPr marL="0" indent="0" algn="ctr">
              <a:buNone/>
            </a:pPr>
            <a:r>
              <a:rPr lang="es-MX" sz="650" b="1">
                <a:solidFill>
                  <a:srgbClr val="FFFFFF"/>
                </a:solidFill>
              </a:rPr>
              <a:t>CRÍTICA</a:t>
            </a:r>
            <a:endParaRPr lang="es-MX" sz="650"/>
          </a:p>
        </p:txBody>
      </p:sp>
      <p:sp>
        <p:nvSpPr>
          <p:cNvPr id="401" name="Shape 109">
            <a:extLst>
              <a:ext uri="{FF2B5EF4-FFF2-40B4-BE49-F238E27FC236}">
                <a16:creationId xmlns:a16="http://schemas.microsoft.com/office/drawing/2014/main" id="{F640B835-385F-B160-530A-9A962D910C8A}"/>
              </a:ext>
            </a:extLst>
          </p:cNvPr>
          <p:cNvSpPr/>
          <p:nvPr/>
        </p:nvSpPr>
        <p:spPr>
          <a:xfrm>
            <a:off x="164592" y="4633722"/>
            <a:ext cx="11932920" cy="420624"/>
          </a:xfrm>
          <a:prstGeom prst="rect">
            <a:avLst/>
          </a:prstGeom>
          <a:solidFill>
            <a:srgbClr val="E8EBF4"/>
          </a:solidFill>
          <a:ln w="6350">
            <a:solidFill>
              <a:srgbClr val="D0D5E8"/>
            </a:solidFill>
            <a:prstDash val="solid"/>
          </a:ln>
        </p:spPr>
        <p:txBody>
          <a:bodyPr/>
          <a:lstStyle/>
          <a:p>
            <a:endParaRPr lang="es-MX"/>
          </a:p>
        </p:txBody>
      </p:sp>
      <p:sp>
        <p:nvSpPr>
          <p:cNvPr id="403" name="Text 110">
            <a:extLst>
              <a:ext uri="{FF2B5EF4-FFF2-40B4-BE49-F238E27FC236}">
                <a16:creationId xmlns:a16="http://schemas.microsoft.com/office/drawing/2014/main" id="{DA54AC73-076E-D6DF-4BB2-F95EE7CB762D}"/>
              </a:ext>
            </a:extLst>
          </p:cNvPr>
          <p:cNvSpPr/>
          <p:nvPr/>
        </p:nvSpPr>
        <p:spPr>
          <a:xfrm>
            <a:off x="182880" y="4661154"/>
            <a:ext cx="365760" cy="365760"/>
          </a:xfrm>
          <a:prstGeom prst="rect">
            <a:avLst/>
          </a:prstGeom>
          <a:noFill/>
          <a:ln/>
        </p:spPr>
        <p:txBody>
          <a:bodyPr wrap="square" lIns="0" tIns="0" rIns="0" bIns="0" rtlCol="0" anchor="t"/>
          <a:lstStyle/>
          <a:p>
            <a:pPr marL="0" indent="0" algn="ctr">
              <a:buNone/>
            </a:pPr>
            <a:r>
              <a:rPr lang="es-MX" sz="700" b="1">
                <a:solidFill>
                  <a:srgbClr val="0D1F5C"/>
                </a:solidFill>
              </a:rPr>
              <a:t>SV-R01</a:t>
            </a:r>
            <a:endParaRPr lang="es-MX" sz="700"/>
          </a:p>
        </p:txBody>
      </p:sp>
      <p:sp>
        <p:nvSpPr>
          <p:cNvPr id="411" name="Shape 114">
            <a:extLst>
              <a:ext uri="{FF2B5EF4-FFF2-40B4-BE49-F238E27FC236}">
                <a16:creationId xmlns:a16="http://schemas.microsoft.com/office/drawing/2014/main" id="{12B1CEFC-4BD8-58A3-10F7-B9AA1B079F6E}"/>
              </a:ext>
            </a:extLst>
          </p:cNvPr>
          <p:cNvSpPr/>
          <p:nvPr/>
        </p:nvSpPr>
        <p:spPr>
          <a:xfrm>
            <a:off x="5513832" y="4725162"/>
            <a:ext cx="749808" cy="164592"/>
          </a:xfrm>
          <a:prstGeom prst="roundRect">
            <a:avLst>
              <a:gd name="adj" fmla="val 16667"/>
            </a:avLst>
          </a:prstGeom>
          <a:solidFill>
            <a:srgbClr val="FF0000"/>
          </a:solidFill>
          <a:ln w="12700">
            <a:solidFill>
              <a:srgbClr val="FF0000"/>
            </a:solidFill>
            <a:prstDash val="solid"/>
          </a:ln>
        </p:spPr>
        <p:txBody>
          <a:bodyPr/>
          <a:lstStyle/>
          <a:p>
            <a:pPr algn="ctr"/>
            <a:endParaRPr lang="es-MX"/>
          </a:p>
        </p:txBody>
      </p:sp>
      <p:sp>
        <p:nvSpPr>
          <p:cNvPr id="413" name="Text 115">
            <a:extLst>
              <a:ext uri="{FF2B5EF4-FFF2-40B4-BE49-F238E27FC236}">
                <a16:creationId xmlns:a16="http://schemas.microsoft.com/office/drawing/2014/main" id="{31F3C63D-E95E-CA78-36FE-A044524592C5}"/>
              </a:ext>
            </a:extLst>
          </p:cNvPr>
          <p:cNvSpPr/>
          <p:nvPr/>
        </p:nvSpPr>
        <p:spPr>
          <a:xfrm>
            <a:off x="5513832" y="4725162"/>
            <a:ext cx="749808" cy="164592"/>
          </a:xfrm>
          <a:prstGeom prst="rect">
            <a:avLst/>
          </a:prstGeom>
          <a:noFill/>
          <a:ln/>
        </p:spPr>
        <p:txBody>
          <a:bodyPr wrap="square" lIns="0" tIns="0" rIns="0" bIns="0" rtlCol="0" anchor="ctr"/>
          <a:lstStyle/>
          <a:p>
            <a:pPr marL="0" indent="0" algn="ctr">
              <a:buNone/>
            </a:pPr>
            <a:r>
              <a:rPr lang="es-MX" sz="650" b="1">
                <a:solidFill>
                  <a:srgbClr val="FFFFFF"/>
                </a:solidFill>
              </a:rPr>
              <a:t>ALTA</a:t>
            </a:r>
            <a:endParaRPr lang="es-MX" sz="650"/>
          </a:p>
        </p:txBody>
      </p:sp>
      <p:sp>
        <p:nvSpPr>
          <p:cNvPr id="419" name="Shape 118">
            <a:extLst>
              <a:ext uri="{FF2B5EF4-FFF2-40B4-BE49-F238E27FC236}">
                <a16:creationId xmlns:a16="http://schemas.microsoft.com/office/drawing/2014/main" id="{2D0AEF8D-E0D5-9E5C-618D-87654B95418A}"/>
              </a:ext>
            </a:extLst>
          </p:cNvPr>
          <p:cNvSpPr/>
          <p:nvPr/>
        </p:nvSpPr>
        <p:spPr>
          <a:xfrm>
            <a:off x="164592" y="5054346"/>
            <a:ext cx="11932920" cy="420624"/>
          </a:xfrm>
          <a:prstGeom prst="rect">
            <a:avLst/>
          </a:prstGeom>
          <a:solidFill>
            <a:srgbClr val="FFFFFF"/>
          </a:solidFill>
          <a:ln w="6350">
            <a:solidFill>
              <a:srgbClr val="D0D5E8"/>
            </a:solidFill>
            <a:prstDash val="solid"/>
          </a:ln>
        </p:spPr>
        <p:txBody>
          <a:bodyPr/>
          <a:lstStyle/>
          <a:p>
            <a:endParaRPr lang="es-MX"/>
          </a:p>
        </p:txBody>
      </p:sp>
      <p:sp>
        <p:nvSpPr>
          <p:cNvPr id="421" name="Text 119">
            <a:extLst>
              <a:ext uri="{FF2B5EF4-FFF2-40B4-BE49-F238E27FC236}">
                <a16:creationId xmlns:a16="http://schemas.microsoft.com/office/drawing/2014/main" id="{B666ADE9-7BAA-147C-CF22-11974231AD2E}"/>
              </a:ext>
            </a:extLst>
          </p:cNvPr>
          <p:cNvSpPr/>
          <p:nvPr/>
        </p:nvSpPr>
        <p:spPr>
          <a:xfrm>
            <a:off x="182880" y="5081778"/>
            <a:ext cx="365760" cy="365760"/>
          </a:xfrm>
          <a:prstGeom prst="rect">
            <a:avLst/>
          </a:prstGeom>
          <a:noFill/>
          <a:ln/>
        </p:spPr>
        <p:txBody>
          <a:bodyPr wrap="square" lIns="0" tIns="0" rIns="0" bIns="0" rtlCol="0" anchor="t"/>
          <a:lstStyle/>
          <a:p>
            <a:pPr marL="0" indent="0" algn="ctr">
              <a:buNone/>
            </a:pPr>
            <a:r>
              <a:rPr lang="es-MX" sz="700" b="1">
                <a:solidFill>
                  <a:srgbClr val="0D1F5C"/>
                </a:solidFill>
              </a:rPr>
              <a:t>SV-R02</a:t>
            </a:r>
            <a:endParaRPr lang="es-MX" sz="700"/>
          </a:p>
        </p:txBody>
      </p:sp>
      <p:sp>
        <p:nvSpPr>
          <p:cNvPr id="423" name="Shape 120">
            <a:extLst>
              <a:ext uri="{FF2B5EF4-FFF2-40B4-BE49-F238E27FC236}">
                <a16:creationId xmlns:a16="http://schemas.microsoft.com/office/drawing/2014/main" id="{F7F1700F-8F1B-BECC-7656-22390287CB9A}"/>
              </a:ext>
            </a:extLst>
          </p:cNvPr>
          <p:cNvSpPr/>
          <p:nvPr/>
        </p:nvSpPr>
        <p:spPr>
          <a:xfrm>
            <a:off x="630936" y="5145786"/>
            <a:ext cx="548640" cy="164592"/>
          </a:xfrm>
          <a:prstGeom prst="roundRect">
            <a:avLst>
              <a:gd name="adj" fmla="val 16667"/>
            </a:avLst>
          </a:prstGeom>
          <a:solidFill>
            <a:srgbClr val="E07B00"/>
          </a:solidFill>
          <a:ln w="12700">
            <a:solidFill>
              <a:srgbClr val="E07B00"/>
            </a:solidFill>
            <a:prstDash val="solid"/>
          </a:ln>
        </p:spPr>
        <p:txBody>
          <a:bodyPr/>
          <a:lstStyle/>
          <a:p>
            <a:pPr algn="ctr"/>
            <a:endParaRPr lang="es-MX"/>
          </a:p>
        </p:txBody>
      </p:sp>
      <p:sp>
        <p:nvSpPr>
          <p:cNvPr id="425" name="Text 121">
            <a:extLst>
              <a:ext uri="{FF2B5EF4-FFF2-40B4-BE49-F238E27FC236}">
                <a16:creationId xmlns:a16="http://schemas.microsoft.com/office/drawing/2014/main" id="{5E002E46-1356-95EC-5D43-51C01755DD38}"/>
              </a:ext>
            </a:extLst>
          </p:cNvPr>
          <p:cNvSpPr/>
          <p:nvPr/>
        </p:nvSpPr>
        <p:spPr>
          <a:xfrm>
            <a:off x="630936" y="5145786"/>
            <a:ext cx="548640" cy="164592"/>
          </a:xfrm>
          <a:prstGeom prst="rect">
            <a:avLst/>
          </a:prstGeom>
          <a:noFill/>
          <a:ln/>
        </p:spPr>
        <p:txBody>
          <a:bodyPr wrap="square" lIns="0" tIns="0" rIns="0" bIns="0" rtlCol="0" anchor="ctr"/>
          <a:lstStyle/>
          <a:p>
            <a:pPr marL="0" indent="0" algn="ctr">
              <a:buNone/>
            </a:pPr>
            <a:r>
              <a:rPr lang="es-MX" sz="650" b="1">
                <a:solidFill>
                  <a:srgbClr val="FFFFFF"/>
                </a:solidFill>
              </a:rPr>
              <a:t>RIESGO</a:t>
            </a:r>
            <a:endParaRPr lang="es-MX" sz="650"/>
          </a:p>
        </p:txBody>
      </p:sp>
      <p:sp>
        <p:nvSpPr>
          <p:cNvPr id="427" name="Text 122">
            <a:extLst>
              <a:ext uri="{FF2B5EF4-FFF2-40B4-BE49-F238E27FC236}">
                <a16:creationId xmlns:a16="http://schemas.microsoft.com/office/drawing/2014/main" id="{2358EA9C-8CAB-F670-3C62-C1591405F6D2}"/>
              </a:ext>
            </a:extLst>
          </p:cNvPr>
          <p:cNvSpPr/>
          <p:nvPr/>
        </p:nvSpPr>
        <p:spPr>
          <a:xfrm>
            <a:off x="1352296" y="4661154"/>
            <a:ext cx="4078224" cy="365760"/>
          </a:xfrm>
          <a:prstGeom prst="rect">
            <a:avLst/>
          </a:prstGeom>
          <a:noFill/>
          <a:ln/>
        </p:spPr>
        <p:txBody>
          <a:bodyPr wrap="square" lIns="0" tIns="0" rIns="0" bIns="0" rtlCol="0" anchor="t"/>
          <a:lstStyle/>
          <a:p>
            <a:pPr marL="0" indent="0">
              <a:buNone/>
            </a:pPr>
            <a:r>
              <a:rPr lang="es-MX" sz="700" b="1">
                <a:solidFill>
                  <a:srgbClr val="3A3A3A"/>
                </a:solidFill>
              </a:rPr>
              <a:t>Maquila (8 HUs Must) cierra implementación el 30-Oct — proveedor pendiente de definir. </a:t>
            </a:r>
            <a:r>
              <a:rPr lang="es-MX" sz="680">
                <a:solidFill>
                  <a:srgbClr val="3A3A3A"/>
                </a:solidFill>
              </a:rPr>
              <a:t>Escenarios de mitigación: (1) reducir y confirmar a 1 proveedor, (2) optimización del proceso de certificación y gobierno de APIs (3) excluir HUs Should, (4) ejecutar pruebas SIT en segundo ciclo.</a:t>
            </a:r>
          </a:p>
          <a:p>
            <a:pPr marL="0" indent="0">
              <a:buNone/>
            </a:pPr>
            <a:endParaRPr lang="es-MX" sz="700"/>
          </a:p>
        </p:txBody>
      </p:sp>
      <p:sp>
        <p:nvSpPr>
          <p:cNvPr id="429" name="Shape 123">
            <a:extLst>
              <a:ext uri="{FF2B5EF4-FFF2-40B4-BE49-F238E27FC236}">
                <a16:creationId xmlns:a16="http://schemas.microsoft.com/office/drawing/2014/main" id="{F302004A-F55F-3F4A-D788-28DC7321B4FB}"/>
              </a:ext>
            </a:extLst>
          </p:cNvPr>
          <p:cNvSpPr/>
          <p:nvPr/>
        </p:nvSpPr>
        <p:spPr>
          <a:xfrm>
            <a:off x="5513832" y="5145786"/>
            <a:ext cx="749808" cy="164592"/>
          </a:xfrm>
          <a:prstGeom prst="roundRect">
            <a:avLst>
              <a:gd name="adj" fmla="val 16667"/>
            </a:avLst>
          </a:prstGeom>
          <a:solidFill>
            <a:srgbClr val="FF7800"/>
          </a:solidFill>
          <a:ln w="12700">
            <a:solidFill>
              <a:srgbClr val="FF7800"/>
            </a:solidFill>
            <a:prstDash val="solid"/>
          </a:ln>
        </p:spPr>
        <p:txBody>
          <a:bodyPr/>
          <a:lstStyle/>
          <a:p>
            <a:pPr algn="ctr"/>
            <a:endParaRPr lang="es-MX"/>
          </a:p>
        </p:txBody>
      </p:sp>
      <p:sp>
        <p:nvSpPr>
          <p:cNvPr id="431" name="Text 124">
            <a:extLst>
              <a:ext uri="{FF2B5EF4-FFF2-40B4-BE49-F238E27FC236}">
                <a16:creationId xmlns:a16="http://schemas.microsoft.com/office/drawing/2014/main" id="{51EB235B-C5FA-611C-2F17-30A504CA6BB5}"/>
              </a:ext>
            </a:extLst>
          </p:cNvPr>
          <p:cNvSpPr/>
          <p:nvPr/>
        </p:nvSpPr>
        <p:spPr>
          <a:xfrm>
            <a:off x="5513832" y="5145786"/>
            <a:ext cx="749808" cy="164592"/>
          </a:xfrm>
          <a:prstGeom prst="rect">
            <a:avLst/>
          </a:prstGeom>
          <a:noFill/>
          <a:ln>
            <a:noFill/>
          </a:ln>
        </p:spPr>
        <p:txBody>
          <a:bodyPr wrap="square" lIns="0" tIns="0" rIns="0" bIns="0" rtlCol="0" anchor="ctr"/>
          <a:lstStyle/>
          <a:p>
            <a:pPr marL="0" indent="0" algn="ctr">
              <a:buNone/>
            </a:pPr>
            <a:r>
              <a:rPr lang="es-MX" sz="650" b="1">
                <a:solidFill>
                  <a:srgbClr val="FFFFFF"/>
                </a:solidFill>
              </a:rPr>
              <a:t>MEDIA</a:t>
            </a:r>
            <a:endParaRPr lang="es-MX" sz="650"/>
          </a:p>
        </p:txBody>
      </p:sp>
      <p:sp>
        <p:nvSpPr>
          <p:cNvPr id="433" name="Text 125">
            <a:extLst>
              <a:ext uri="{FF2B5EF4-FFF2-40B4-BE49-F238E27FC236}">
                <a16:creationId xmlns:a16="http://schemas.microsoft.com/office/drawing/2014/main" id="{B76FE475-4F24-6378-2ED2-405C84FA25EF}"/>
              </a:ext>
            </a:extLst>
          </p:cNvPr>
          <p:cNvSpPr/>
          <p:nvPr/>
        </p:nvSpPr>
        <p:spPr>
          <a:xfrm>
            <a:off x="6528816" y="4661154"/>
            <a:ext cx="864000" cy="365760"/>
          </a:xfrm>
          <a:prstGeom prst="rect">
            <a:avLst/>
          </a:prstGeom>
          <a:noFill/>
          <a:ln/>
        </p:spPr>
        <p:txBody>
          <a:bodyPr wrap="square" lIns="0" tIns="0" rIns="0" bIns="0" rtlCol="0" anchor="t"/>
          <a:lstStyle/>
          <a:p>
            <a:pPr marL="0" indent="0">
              <a:buNone/>
            </a:pPr>
            <a:r>
              <a:rPr lang="es-MX" sz="700">
                <a:solidFill>
                  <a:srgbClr val="3A3A3A"/>
                </a:solidFill>
              </a:rPr>
              <a:t>Plan · Calidad</a:t>
            </a:r>
            <a:endParaRPr lang="es-MX" sz="700"/>
          </a:p>
        </p:txBody>
      </p:sp>
      <p:sp>
        <p:nvSpPr>
          <p:cNvPr id="435" name="Text 126">
            <a:extLst>
              <a:ext uri="{FF2B5EF4-FFF2-40B4-BE49-F238E27FC236}">
                <a16:creationId xmlns:a16="http://schemas.microsoft.com/office/drawing/2014/main" id="{DA6D059E-096B-82EB-E86A-8509C001CBCF}"/>
              </a:ext>
            </a:extLst>
          </p:cNvPr>
          <p:cNvSpPr/>
          <p:nvPr/>
        </p:nvSpPr>
        <p:spPr>
          <a:xfrm>
            <a:off x="7635240" y="4661154"/>
            <a:ext cx="4425696" cy="365760"/>
          </a:xfrm>
          <a:prstGeom prst="rect">
            <a:avLst/>
          </a:prstGeom>
          <a:noFill/>
          <a:ln/>
        </p:spPr>
        <p:txBody>
          <a:bodyPr wrap="square" lIns="0" tIns="0" rIns="0" bIns="0" rtlCol="0" anchor="t"/>
          <a:lstStyle/>
          <a:p>
            <a:pPr marL="88900" indent="-88900">
              <a:buFont typeface="Arial" panose="020B0604020202020204" pitchFamily="34" charset="0"/>
              <a:buChar char="•"/>
            </a:pPr>
            <a:r>
              <a:rPr lang="es-MX" sz="680">
                <a:solidFill>
                  <a:srgbClr val="3A3A3A"/>
                </a:solidFill>
              </a:rPr>
              <a:t>Decisión ejecutiva sobre escenario de mitigación antes del 17-Ago.</a:t>
            </a:r>
          </a:p>
          <a:p>
            <a:pPr marL="88900" indent="-88900">
              <a:buFont typeface="Arial" panose="020B0604020202020204" pitchFamily="34" charset="0"/>
              <a:buChar char="•"/>
            </a:pPr>
            <a:r>
              <a:rPr lang="es-MX" sz="680">
                <a:solidFill>
                  <a:srgbClr val="3A3A3A"/>
                </a:solidFill>
              </a:rPr>
              <a:t>Negocio confirma proveedor único de Maquila antes del 22-Ago. </a:t>
            </a:r>
          </a:p>
          <a:p>
            <a:pPr marL="88900" indent="-88900">
              <a:buFont typeface="Arial" panose="020B0604020202020204" pitchFamily="34" charset="0"/>
              <a:buChar char="•"/>
            </a:pPr>
            <a:r>
              <a:rPr lang="es-MX" sz="680">
                <a:solidFill>
                  <a:srgbClr val="3A3A3A"/>
                </a:solidFill>
              </a:rPr>
              <a:t>Evaluar si Maquila puede ir en segundo ciclo SIT sin impactar ruta crítica E2E.</a:t>
            </a:r>
            <a:endParaRPr lang="es-MX" sz="680"/>
          </a:p>
        </p:txBody>
      </p:sp>
      <p:sp>
        <p:nvSpPr>
          <p:cNvPr id="437" name="Shape 127">
            <a:extLst>
              <a:ext uri="{FF2B5EF4-FFF2-40B4-BE49-F238E27FC236}">
                <a16:creationId xmlns:a16="http://schemas.microsoft.com/office/drawing/2014/main" id="{5BBC00C9-F40D-585D-713D-4BA8D656D6BF}"/>
              </a:ext>
            </a:extLst>
          </p:cNvPr>
          <p:cNvSpPr/>
          <p:nvPr/>
        </p:nvSpPr>
        <p:spPr>
          <a:xfrm>
            <a:off x="164592" y="5474970"/>
            <a:ext cx="11932920" cy="420624"/>
          </a:xfrm>
          <a:prstGeom prst="rect">
            <a:avLst/>
          </a:prstGeom>
          <a:solidFill>
            <a:srgbClr val="E8EBF4"/>
          </a:solidFill>
          <a:ln w="6350">
            <a:solidFill>
              <a:srgbClr val="D0D5E8"/>
            </a:solidFill>
            <a:prstDash val="solid"/>
          </a:ln>
        </p:spPr>
        <p:txBody>
          <a:bodyPr/>
          <a:lstStyle/>
          <a:p>
            <a:endParaRPr lang="es-MX"/>
          </a:p>
        </p:txBody>
      </p:sp>
      <p:sp>
        <p:nvSpPr>
          <p:cNvPr id="439" name="Text 128">
            <a:extLst>
              <a:ext uri="{FF2B5EF4-FFF2-40B4-BE49-F238E27FC236}">
                <a16:creationId xmlns:a16="http://schemas.microsoft.com/office/drawing/2014/main" id="{D1CA18AD-8259-5B9F-EBDD-BB040B2DDF4A}"/>
              </a:ext>
            </a:extLst>
          </p:cNvPr>
          <p:cNvSpPr/>
          <p:nvPr/>
        </p:nvSpPr>
        <p:spPr>
          <a:xfrm>
            <a:off x="182880" y="5502402"/>
            <a:ext cx="365760" cy="365760"/>
          </a:xfrm>
          <a:prstGeom prst="rect">
            <a:avLst/>
          </a:prstGeom>
          <a:noFill/>
          <a:ln/>
        </p:spPr>
        <p:txBody>
          <a:bodyPr wrap="square" lIns="0" tIns="0" rIns="0" bIns="0" rtlCol="0" anchor="t"/>
          <a:lstStyle/>
          <a:p>
            <a:pPr marL="0" indent="0" algn="ctr">
              <a:buNone/>
            </a:pPr>
            <a:r>
              <a:rPr lang="es-MX" sz="700" b="1">
                <a:solidFill>
                  <a:srgbClr val="0D1F5C"/>
                </a:solidFill>
              </a:rPr>
              <a:t>SV-D01</a:t>
            </a:r>
            <a:endParaRPr lang="es-MX" sz="700"/>
          </a:p>
        </p:txBody>
      </p:sp>
      <p:sp>
        <p:nvSpPr>
          <p:cNvPr id="441" name="Shape 129">
            <a:extLst>
              <a:ext uri="{FF2B5EF4-FFF2-40B4-BE49-F238E27FC236}">
                <a16:creationId xmlns:a16="http://schemas.microsoft.com/office/drawing/2014/main" id="{9F378878-DAA6-C01E-6C72-F7F24C781569}"/>
              </a:ext>
            </a:extLst>
          </p:cNvPr>
          <p:cNvSpPr/>
          <p:nvPr/>
        </p:nvSpPr>
        <p:spPr>
          <a:xfrm>
            <a:off x="630936" y="5566410"/>
            <a:ext cx="548640" cy="164592"/>
          </a:xfrm>
          <a:prstGeom prst="roundRect">
            <a:avLst>
              <a:gd name="adj" fmla="val 16667"/>
            </a:avLst>
          </a:prstGeom>
          <a:solidFill>
            <a:srgbClr val="1B3A8C"/>
          </a:solidFill>
          <a:ln w="12700">
            <a:solidFill>
              <a:srgbClr val="1B3A8C"/>
            </a:solidFill>
            <a:prstDash val="solid"/>
          </a:ln>
        </p:spPr>
        <p:txBody>
          <a:bodyPr/>
          <a:lstStyle/>
          <a:p>
            <a:pPr algn="ctr"/>
            <a:endParaRPr lang="es-MX"/>
          </a:p>
        </p:txBody>
      </p:sp>
      <p:sp>
        <p:nvSpPr>
          <p:cNvPr id="443" name="Text 130">
            <a:extLst>
              <a:ext uri="{FF2B5EF4-FFF2-40B4-BE49-F238E27FC236}">
                <a16:creationId xmlns:a16="http://schemas.microsoft.com/office/drawing/2014/main" id="{4520DB7D-2B41-9641-7619-2AC9CDA99EB0}"/>
              </a:ext>
            </a:extLst>
          </p:cNvPr>
          <p:cNvSpPr/>
          <p:nvPr/>
        </p:nvSpPr>
        <p:spPr>
          <a:xfrm>
            <a:off x="630936" y="5566410"/>
            <a:ext cx="548640" cy="164592"/>
          </a:xfrm>
          <a:prstGeom prst="rect">
            <a:avLst/>
          </a:prstGeom>
          <a:noFill/>
          <a:ln/>
        </p:spPr>
        <p:txBody>
          <a:bodyPr wrap="square" lIns="0" tIns="0" rIns="0" bIns="0" rtlCol="0" anchor="ctr"/>
          <a:lstStyle/>
          <a:p>
            <a:pPr marL="0" indent="0" algn="ctr">
              <a:buNone/>
            </a:pPr>
            <a:r>
              <a:rPr lang="es-MX" sz="650" b="1">
                <a:solidFill>
                  <a:srgbClr val="FFFFFF"/>
                </a:solidFill>
              </a:rPr>
              <a:t>DEP</a:t>
            </a:r>
            <a:endParaRPr lang="es-MX" sz="650"/>
          </a:p>
        </p:txBody>
      </p:sp>
      <p:sp>
        <p:nvSpPr>
          <p:cNvPr id="445" name="Text 131">
            <a:extLst>
              <a:ext uri="{FF2B5EF4-FFF2-40B4-BE49-F238E27FC236}">
                <a16:creationId xmlns:a16="http://schemas.microsoft.com/office/drawing/2014/main" id="{B9965745-BFED-67A6-821F-E3AB59CA2842}"/>
              </a:ext>
            </a:extLst>
          </p:cNvPr>
          <p:cNvSpPr/>
          <p:nvPr/>
        </p:nvSpPr>
        <p:spPr>
          <a:xfrm>
            <a:off x="1352296" y="5502402"/>
            <a:ext cx="4078224" cy="365760"/>
          </a:xfrm>
          <a:prstGeom prst="rect">
            <a:avLst/>
          </a:prstGeom>
          <a:noFill/>
          <a:ln/>
        </p:spPr>
        <p:txBody>
          <a:bodyPr wrap="square" lIns="0" tIns="0" rIns="0" bIns="0" rtlCol="0" anchor="t"/>
          <a:lstStyle/>
          <a:p>
            <a:pPr marL="0" indent="0">
              <a:buNone/>
            </a:pPr>
            <a:r>
              <a:rPr lang="es-MX" sz="700" b="1">
                <a:solidFill>
                  <a:srgbClr val="3A3A3A"/>
                </a:solidFill>
              </a:rPr>
              <a:t>Dependencia BPC/eGlobal para 88 Reglas del Autorizador. </a:t>
            </a:r>
            <a:r>
              <a:rPr lang="es-MX" sz="680">
                <a:solidFill>
                  <a:srgbClr val="3A3A3A"/>
                </a:solidFill>
              </a:rPr>
              <a:t>BPC inició implementación de configuración de reglas ; se require monitoreo continuo para asegurar ritmo de implementación. eGlobal no tiene proyecto formal ni ventanas de pruebas confirmadas. </a:t>
            </a:r>
            <a:endParaRPr lang="es-MX" sz="700"/>
          </a:p>
        </p:txBody>
      </p:sp>
      <p:sp>
        <p:nvSpPr>
          <p:cNvPr id="447" name="Shape 132">
            <a:extLst>
              <a:ext uri="{FF2B5EF4-FFF2-40B4-BE49-F238E27FC236}">
                <a16:creationId xmlns:a16="http://schemas.microsoft.com/office/drawing/2014/main" id="{9E0E1261-6152-97ED-AA2E-BD3DCD4505C9}"/>
              </a:ext>
            </a:extLst>
          </p:cNvPr>
          <p:cNvSpPr/>
          <p:nvPr/>
        </p:nvSpPr>
        <p:spPr>
          <a:xfrm>
            <a:off x="5513832" y="5566410"/>
            <a:ext cx="749808" cy="164592"/>
          </a:xfrm>
          <a:prstGeom prst="roundRect">
            <a:avLst>
              <a:gd name="adj" fmla="val 16667"/>
            </a:avLst>
          </a:prstGeom>
          <a:solidFill>
            <a:srgbClr val="FF7800"/>
          </a:solidFill>
          <a:ln w="12700">
            <a:solidFill>
              <a:srgbClr val="FF7800"/>
            </a:solidFill>
            <a:prstDash val="solid"/>
          </a:ln>
        </p:spPr>
        <p:txBody>
          <a:bodyPr/>
          <a:lstStyle/>
          <a:p>
            <a:pPr algn="ctr"/>
            <a:endParaRPr lang="es-MX"/>
          </a:p>
        </p:txBody>
      </p:sp>
      <p:sp>
        <p:nvSpPr>
          <p:cNvPr id="449" name="Text 133">
            <a:extLst>
              <a:ext uri="{FF2B5EF4-FFF2-40B4-BE49-F238E27FC236}">
                <a16:creationId xmlns:a16="http://schemas.microsoft.com/office/drawing/2014/main" id="{9BE61F35-4BE0-E9CE-A3D7-EE055E45D97A}"/>
              </a:ext>
            </a:extLst>
          </p:cNvPr>
          <p:cNvSpPr/>
          <p:nvPr/>
        </p:nvSpPr>
        <p:spPr>
          <a:xfrm>
            <a:off x="5513832" y="5566410"/>
            <a:ext cx="749808" cy="164592"/>
          </a:xfrm>
          <a:prstGeom prst="rect">
            <a:avLst/>
          </a:prstGeom>
          <a:noFill/>
          <a:ln/>
        </p:spPr>
        <p:txBody>
          <a:bodyPr wrap="square" lIns="0" tIns="0" rIns="0" bIns="0" rtlCol="0" anchor="ctr"/>
          <a:lstStyle/>
          <a:p>
            <a:pPr marL="0" indent="0" algn="ctr">
              <a:buNone/>
            </a:pPr>
            <a:r>
              <a:rPr lang="es-MX" sz="650" b="1">
                <a:solidFill>
                  <a:srgbClr val="FFFFFF"/>
                </a:solidFill>
              </a:rPr>
              <a:t>MEDIA</a:t>
            </a:r>
            <a:endParaRPr lang="es-MX" sz="650"/>
          </a:p>
        </p:txBody>
      </p:sp>
      <p:sp>
        <p:nvSpPr>
          <p:cNvPr id="451" name="Text 134">
            <a:extLst>
              <a:ext uri="{FF2B5EF4-FFF2-40B4-BE49-F238E27FC236}">
                <a16:creationId xmlns:a16="http://schemas.microsoft.com/office/drawing/2014/main" id="{626F14AF-C3C6-F234-C2CE-35F0231DD4F5}"/>
              </a:ext>
            </a:extLst>
          </p:cNvPr>
          <p:cNvSpPr/>
          <p:nvPr/>
        </p:nvSpPr>
        <p:spPr>
          <a:xfrm>
            <a:off x="6528816" y="5502402"/>
            <a:ext cx="864000" cy="365760"/>
          </a:xfrm>
          <a:prstGeom prst="rect">
            <a:avLst/>
          </a:prstGeom>
          <a:noFill/>
          <a:ln/>
        </p:spPr>
        <p:txBody>
          <a:bodyPr wrap="square" lIns="0" tIns="0" rIns="0" bIns="0" rtlCol="0" anchor="t"/>
          <a:lstStyle/>
          <a:p>
            <a:pPr marL="0" indent="0">
              <a:buNone/>
            </a:pPr>
            <a:r>
              <a:rPr lang="es-MX" sz="700">
                <a:solidFill>
                  <a:srgbClr val="3A3A3A"/>
                </a:solidFill>
              </a:rPr>
              <a:t>Plan · Recursos</a:t>
            </a:r>
            <a:endParaRPr lang="es-MX" sz="700"/>
          </a:p>
        </p:txBody>
      </p:sp>
      <p:sp>
        <p:nvSpPr>
          <p:cNvPr id="453" name="Text 135">
            <a:extLst>
              <a:ext uri="{FF2B5EF4-FFF2-40B4-BE49-F238E27FC236}">
                <a16:creationId xmlns:a16="http://schemas.microsoft.com/office/drawing/2014/main" id="{227AD0AF-ED50-8061-70BE-F456208C141F}"/>
              </a:ext>
            </a:extLst>
          </p:cNvPr>
          <p:cNvSpPr/>
          <p:nvPr/>
        </p:nvSpPr>
        <p:spPr>
          <a:xfrm>
            <a:off x="7635240" y="5502402"/>
            <a:ext cx="4425696" cy="365760"/>
          </a:xfrm>
          <a:prstGeom prst="rect">
            <a:avLst/>
          </a:prstGeom>
          <a:noFill/>
          <a:ln/>
        </p:spPr>
        <p:txBody>
          <a:bodyPr wrap="square" lIns="0" tIns="0" rIns="0" bIns="0" rtlCol="0" anchor="t"/>
          <a:lstStyle/>
          <a:p>
            <a:pPr marL="88900" indent="-88900">
              <a:buFont typeface="Arial" panose="020B0604020202020204" pitchFamily="34" charset="0"/>
              <a:buChar char="•"/>
            </a:pPr>
            <a:r>
              <a:rPr lang="es-MX" sz="680">
                <a:solidFill>
                  <a:srgbClr val="3A3A3A"/>
                </a:solidFill>
              </a:rPr>
              <a:t>Formalizar proyecto con eGlobal y confirmar ventanas de pruebas de confort.</a:t>
            </a:r>
          </a:p>
          <a:p>
            <a:pPr marL="88900" indent="-88900">
              <a:buFont typeface="Arial" panose="020B0604020202020204" pitchFamily="34" charset="0"/>
              <a:buChar char="•"/>
            </a:pPr>
            <a:r>
              <a:rPr lang="es-MX" sz="680">
                <a:solidFill>
                  <a:srgbClr val="3A3A3A"/>
                </a:solidFill>
              </a:rPr>
              <a:t>Monitoreo semanal de avance BPC.</a:t>
            </a:r>
            <a:endParaRPr lang="es-MX" sz="680"/>
          </a:p>
        </p:txBody>
      </p:sp>
      <p:sp>
        <p:nvSpPr>
          <p:cNvPr id="455" name="Shape 136">
            <a:extLst>
              <a:ext uri="{FF2B5EF4-FFF2-40B4-BE49-F238E27FC236}">
                <a16:creationId xmlns:a16="http://schemas.microsoft.com/office/drawing/2014/main" id="{688E468C-EDF3-7B0D-CA97-CEB8DB7DE164}"/>
              </a:ext>
            </a:extLst>
          </p:cNvPr>
          <p:cNvSpPr/>
          <p:nvPr/>
        </p:nvSpPr>
        <p:spPr>
          <a:xfrm>
            <a:off x="164592" y="5895594"/>
            <a:ext cx="11932920" cy="420624"/>
          </a:xfrm>
          <a:prstGeom prst="rect">
            <a:avLst/>
          </a:prstGeom>
          <a:solidFill>
            <a:srgbClr val="FFFFFF"/>
          </a:solidFill>
          <a:ln w="6350">
            <a:solidFill>
              <a:srgbClr val="D0D5E8"/>
            </a:solidFill>
            <a:prstDash val="solid"/>
          </a:ln>
        </p:spPr>
        <p:txBody>
          <a:bodyPr/>
          <a:lstStyle/>
          <a:p>
            <a:endParaRPr lang="es-MX"/>
          </a:p>
        </p:txBody>
      </p:sp>
      <p:sp>
        <p:nvSpPr>
          <p:cNvPr id="457" name="Text 137">
            <a:extLst>
              <a:ext uri="{FF2B5EF4-FFF2-40B4-BE49-F238E27FC236}">
                <a16:creationId xmlns:a16="http://schemas.microsoft.com/office/drawing/2014/main" id="{C4A0DA3F-796F-2FA1-4DE5-EDC681A44759}"/>
              </a:ext>
            </a:extLst>
          </p:cNvPr>
          <p:cNvSpPr/>
          <p:nvPr/>
        </p:nvSpPr>
        <p:spPr>
          <a:xfrm>
            <a:off x="182880" y="5923026"/>
            <a:ext cx="365760" cy="365760"/>
          </a:xfrm>
          <a:prstGeom prst="rect">
            <a:avLst/>
          </a:prstGeom>
          <a:noFill/>
          <a:ln/>
        </p:spPr>
        <p:txBody>
          <a:bodyPr wrap="square" lIns="0" tIns="0" rIns="0" bIns="0" rtlCol="0" anchor="t"/>
          <a:lstStyle/>
          <a:p>
            <a:pPr marL="0" indent="0" algn="ctr">
              <a:buNone/>
            </a:pPr>
            <a:r>
              <a:rPr lang="es-MX" sz="700" b="1">
                <a:solidFill>
                  <a:srgbClr val="0D1F5C"/>
                </a:solidFill>
              </a:rPr>
              <a:t>SV-R03</a:t>
            </a:r>
            <a:endParaRPr lang="es-MX" sz="700"/>
          </a:p>
        </p:txBody>
      </p:sp>
      <p:sp>
        <p:nvSpPr>
          <p:cNvPr id="459" name="Shape 138">
            <a:extLst>
              <a:ext uri="{FF2B5EF4-FFF2-40B4-BE49-F238E27FC236}">
                <a16:creationId xmlns:a16="http://schemas.microsoft.com/office/drawing/2014/main" id="{DA4A4995-72A1-820E-3AED-1DB1B6307E1A}"/>
              </a:ext>
            </a:extLst>
          </p:cNvPr>
          <p:cNvSpPr/>
          <p:nvPr/>
        </p:nvSpPr>
        <p:spPr>
          <a:xfrm>
            <a:off x="630936" y="5987034"/>
            <a:ext cx="548640" cy="164592"/>
          </a:xfrm>
          <a:prstGeom prst="roundRect">
            <a:avLst>
              <a:gd name="adj" fmla="val 16667"/>
            </a:avLst>
          </a:prstGeom>
          <a:solidFill>
            <a:srgbClr val="E07B00"/>
          </a:solidFill>
          <a:ln w="12700">
            <a:solidFill>
              <a:srgbClr val="E07B00"/>
            </a:solidFill>
            <a:prstDash val="solid"/>
          </a:ln>
        </p:spPr>
        <p:txBody>
          <a:bodyPr/>
          <a:lstStyle/>
          <a:p>
            <a:pPr algn="ctr"/>
            <a:endParaRPr lang="es-MX"/>
          </a:p>
        </p:txBody>
      </p:sp>
      <p:sp>
        <p:nvSpPr>
          <p:cNvPr id="461" name="Text 139">
            <a:extLst>
              <a:ext uri="{FF2B5EF4-FFF2-40B4-BE49-F238E27FC236}">
                <a16:creationId xmlns:a16="http://schemas.microsoft.com/office/drawing/2014/main" id="{AEFF83CF-049F-E7A1-052E-A23340489D94}"/>
              </a:ext>
            </a:extLst>
          </p:cNvPr>
          <p:cNvSpPr/>
          <p:nvPr/>
        </p:nvSpPr>
        <p:spPr>
          <a:xfrm>
            <a:off x="630936" y="5987034"/>
            <a:ext cx="548640" cy="164592"/>
          </a:xfrm>
          <a:prstGeom prst="rect">
            <a:avLst/>
          </a:prstGeom>
          <a:noFill/>
          <a:ln/>
        </p:spPr>
        <p:txBody>
          <a:bodyPr wrap="square" lIns="0" tIns="0" rIns="0" bIns="0" rtlCol="0" anchor="ctr"/>
          <a:lstStyle/>
          <a:p>
            <a:pPr marL="0" indent="0" algn="ctr">
              <a:buNone/>
            </a:pPr>
            <a:r>
              <a:rPr lang="es-MX" sz="650" b="1">
                <a:solidFill>
                  <a:srgbClr val="FFFFFF"/>
                </a:solidFill>
              </a:rPr>
              <a:t>RIESGO</a:t>
            </a:r>
            <a:endParaRPr lang="es-MX" sz="650"/>
          </a:p>
        </p:txBody>
      </p:sp>
      <p:sp>
        <p:nvSpPr>
          <p:cNvPr id="463" name="Text 140">
            <a:extLst>
              <a:ext uri="{FF2B5EF4-FFF2-40B4-BE49-F238E27FC236}">
                <a16:creationId xmlns:a16="http://schemas.microsoft.com/office/drawing/2014/main" id="{F8D666F2-010E-C01C-DF1E-AC859C2BAACC}"/>
              </a:ext>
            </a:extLst>
          </p:cNvPr>
          <p:cNvSpPr/>
          <p:nvPr/>
        </p:nvSpPr>
        <p:spPr>
          <a:xfrm>
            <a:off x="1352296" y="5923026"/>
            <a:ext cx="4078224" cy="365760"/>
          </a:xfrm>
          <a:prstGeom prst="rect">
            <a:avLst/>
          </a:prstGeom>
          <a:noFill/>
          <a:ln/>
        </p:spPr>
        <p:txBody>
          <a:bodyPr wrap="square" lIns="0" tIns="0" rIns="0" bIns="0" rtlCol="0" anchor="t"/>
          <a:lstStyle/>
          <a:p>
            <a:pPr marL="0" indent="0">
              <a:buNone/>
            </a:pPr>
            <a:r>
              <a:rPr lang="es-MX" sz="700" b="1">
                <a:solidFill>
                  <a:srgbClr val="3A3A3A"/>
                </a:solidFill>
              </a:rPr>
              <a:t>Validaciones contables extendidas generan riesgo de retrabajo si requerimientos no se cierran antes del SIT. </a:t>
            </a:r>
            <a:r>
              <a:rPr lang="es-MX" sz="680">
                <a:solidFill>
                  <a:srgbClr val="3A3A3A"/>
                </a:solidFill>
              </a:rPr>
              <a:t>Periodos de análisis extendidos por coordinación con Contabilidad y Reportes Financieros para validar escenarios de prueba y flujos alternos.</a:t>
            </a:r>
            <a:endParaRPr lang="es-MX" sz="700"/>
          </a:p>
        </p:txBody>
      </p:sp>
      <p:sp>
        <p:nvSpPr>
          <p:cNvPr id="465" name="Shape 141">
            <a:extLst>
              <a:ext uri="{FF2B5EF4-FFF2-40B4-BE49-F238E27FC236}">
                <a16:creationId xmlns:a16="http://schemas.microsoft.com/office/drawing/2014/main" id="{927D1198-8AD6-78C1-E74F-F7B4C08BAC25}"/>
              </a:ext>
            </a:extLst>
          </p:cNvPr>
          <p:cNvSpPr/>
          <p:nvPr/>
        </p:nvSpPr>
        <p:spPr>
          <a:xfrm>
            <a:off x="5513832" y="5987034"/>
            <a:ext cx="749808" cy="164592"/>
          </a:xfrm>
          <a:prstGeom prst="roundRect">
            <a:avLst>
              <a:gd name="adj" fmla="val 16667"/>
            </a:avLst>
          </a:prstGeom>
          <a:solidFill>
            <a:srgbClr val="FF7800"/>
          </a:solidFill>
          <a:ln w="12700">
            <a:solidFill>
              <a:srgbClr val="FF7800"/>
            </a:solidFill>
            <a:prstDash val="solid"/>
          </a:ln>
        </p:spPr>
        <p:txBody>
          <a:bodyPr/>
          <a:lstStyle/>
          <a:p>
            <a:pPr algn="ctr"/>
            <a:endParaRPr lang="es-MX"/>
          </a:p>
        </p:txBody>
      </p:sp>
      <p:sp>
        <p:nvSpPr>
          <p:cNvPr id="467" name="Text 142">
            <a:extLst>
              <a:ext uri="{FF2B5EF4-FFF2-40B4-BE49-F238E27FC236}">
                <a16:creationId xmlns:a16="http://schemas.microsoft.com/office/drawing/2014/main" id="{14E5C1F9-0733-AA7F-0173-F8280C138564}"/>
              </a:ext>
            </a:extLst>
          </p:cNvPr>
          <p:cNvSpPr/>
          <p:nvPr/>
        </p:nvSpPr>
        <p:spPr>
          <a:xfrm>
            <a:off x="5513832" y="5987034"/>
            <a:ext cx="749808" cy="164592"/>
          </a:xfrm>
          <a:prstGeom prst="rect">
            <a:avLst/>
          </a:prstGeom>
          <a:noFill/>
          <a:ln/>
        </p:spPr>
        <p:txBody>
          <a:bodyPr wrap="square" lIns="0" tIns="0" rIns="0" bIns="0" rtlCol="0" anchor="ctr"/>
          <a:lstStyle/>
          <a:p>
            <a:pPr marL="0" indent="0" algn="ctr">
              <a:buNone/>
            </a:pPr>
            <a:r>
              <a:rPr lang="es-MX" sz="650" b="1">
                <a:solidFill>
                  <a:srgbClr val="FFFFFF"/>
                </a:solidFill>
              </a:rPr>
              <a:t>MEDIA</a:t>
            </a:r>
            <a:endParaRPr lang="es-MX" sz="650"/>
          </a:p>
        </p:txBody>
      </p:sp>
      <p:sp>
        <p:nvSpPr>
          <p:cNvPr id="469" name="Text 143">
            <a:extLst>
              <a:ext uri="{FF2B5EF4-FFF2-40B4-BE49-F238E27FC236}">
                <a16:creationId xmlns:a16="http://schemas.microsoft.com/office/drawing/2014/main" id="{171DF92E-EFE4-BB88-9033-4353C4F45B34}"/>
              </a:ext>
            </a:extLst>
          </p:cNvPr>
          <p:cNvSpPr/>
          <p:nvPr/>
        </p:nvSpPr>
        <p:spPr>
          <a:xfrm>
            <a:off x="6528816" y="5923026"/>
            <a:ext cx="864000" cy="365760"/>
          </a:xfrm>
          <a:prstGeom prst="rect">
            <a:avLst/>
          </a:prstGeom>
          <a:noFill/>
          <a:ln/>
        </p:spPr>
        <p:txBody>
          <a:bodyPr wrap="square" lIns="0" tIns="0" rIns="0" bIns="0" rtlCol="0" anchor="t"/>
          <a:lstStyle/>
          <a:p>
            <a:pPr marL="0" indent="0">
              <a:buNone/>
            </a:pPr>
            <a:r>
              <a:rPr lang="es-MX" sz="700">
                <a:solidFill>
                  <a:srgbClr val="3A3A3A"/>
                </a:solidFill>
              </a:rPr>
              <a:t>Plan · Calidad</a:t>
            </a:r>
            <a:endParaRPr lang="es-MX" sz="700"/>
          </a:p>
        </p:txBody>
      </p:sp>
      <p:sp>
        <p:nvSpPr>
          <p:cNvPr id="471" name="Text 144">
            <a:extLst>
              <a:ext uri="{FF2B5EF4-FFF2-40B4-BE49-F238E27FC236}">
                <a16:creationId xmlns:a16="http://schemas.microsoft.com/office/drawing/2014/main" id="{D11EF869-0E28-BD2F-199B-25E4A7A9D629}"/>
              </a:ext>
            </a:extLst>
          </p:cNvPr>
          <p:cNvSpPr/>
          <p:nvPr/>
        </p:nvSpPr>
        <p:spPr>
          <a:xfrm>
            <a:off x="7635240" y="5923026"/>
            <a:ext cx="4425696" cy="365760"/>
          </a:xfrm>
          <a:prstGeom prst="rect">
            <a:avLst/>
          </a:prstGeom>
          <a:noFill/>
          <a:ln/>
        </p:spPr>
        <p:txBody>
          <a:bodyPr wrap="square" lIns="0" tIns="0" rIns="0" bIns="0" rtlCol="0" anchor="t"/>
          <a:lstStyle/>
          <a:p>
            <a:pPr marL="171450" indent="-171450">
              <a:buFont typeface="Arial" panose="020B0604020202020204" pitchFamily="34" charset="0"/>
              <a:buChar char="•"/>
            </a:pPr>
            <a:r>
              <a:rPr lang="es-MX" sz="680">
                <a:solidFill>
                  <a:srgbClr val="3A3A3A"/>
                </a:solidFill>
              </a:rPr>
              <a:t>Cerrar requerimientos contables y guía formal de TRNT antes del 15-Sep. Contabilidad y Reportes Financieros con owner y fecha comprometida.</a:t>
            </a:r>
            <a:endParaRPr lang="es-MX" sz="680"/>
          </a:p>
        </p:txBody>
      </p:sp>
      <p:grpSp>
        <p:nvGrpSpPr>
          <p:cNvPr id="473" name="Group 472">
            <a:extLst>
              <a:ext uri="{FF2B5EF4-FFF2-40B4-BE49-F238E27FC236}">
                <a16:creationId xmlns:a16="http://schemas.microsoft.com/office/drawing/2014/main" id="{E9CD23CC-8B34-D2F5-45FC-F50D934F2F3F}"/>
              </a:ext>
            </a:extLst>
          </p:cNvPr>
          <p:cNvGrpSpPr/>
          <p:nvPr/>
        </p:nvGrpSpPr>
        <p:grpSpPr>
          <a:xfrm>
            <a:off x="630936" y="4725162"/>
            <a:ext cx="548640" cy="164592"/>
            <a:chOff x="630936" y="4304538"/>
            <a:chExt cx="548640" cy="164592"/>
          </a:xfrm>
        </p:grpSpPr>
        <p:sp>
          <p:nvSpPr>
            <p:cNvPr id="387" name="Shape 102">
              <a:extLst>
                <a:ext uri="{FF2B5EF4-FFF2-40B4-BE49-F238E27FC236}">
                  <a16:creationId xmlns:a16="http://schemas.microsoft.com/office/drawing/2014/main" id="{175E8C5C-28E1-5292-0F10-F3E5571CFEE4}"/>
                </a:ext>
              </a:extLst>
            </p:cNvPr>
            <p:cNvSpPr/>
            <p:nvPr/>
          </p:nvSpPr>
          <p:spPr>
            <a:xfrm>
              <a:off x="630936" y="4304538"/>
              <a:ext cx="548640" cy="164592"/>
            </a:xfrm>
            <a:prstGeom prst="roundRect">
              <a:avLst>
                <a:gd name="adj" fmla="val 16667"/>
              </a:avLst>
            </a:prstGeom>
            <a:solidFill>
              <a:srgbClr val="E07B00"/>
            </a:solidFill>
            <a:ln w="12700">
              <a:solidFill>
                <a:srgbClr val="E07B00"/>
              </a:solidFill>
              <a:prstDash val="solid"/>
            </a:ln>
          </p:spPr>
          <p:txBody>
            <a:bodyPr/>
            <a:lstStyle/>
            <a:p>
              <a:pPr algn="ctr"/>
              <a:endParaRPr lang="es-MX"/>
            </a:p>
          </p:txBody>
        </p:sp>
        <p:sp>
          <p:nvSpPr>
            <p:cNvPr id="389" name="Text 103">
              <a:extLst>
                <a:ext uri="{FF2B5EF4-FFF2-40B4-BE49-F238E27FC236}">
                  <a16:creationId xmlns:a16="http://schemas.microsoft.com/office/drawing/2014/main" id="{616BF4BE-49C8-76B7-E425-C00CEA71E014}"/>
                </a:ext>
              </a:extLst>
            </p:cNvPr>
            <p:cNvSpPr/>
            <p:nvPr/>
          </p:nvSpPr>
          <p:spPr>
            <a:xfrm>
              <a:off x="630936" y="4304538"/>
              <a:ext cx="548640" cy="164592"/>
            </a:xfrm>
            <a:prstGeom prst="rect">
              <a:avLst/>
            </a:prstGeom>
            <a:noFill/>
            <a:ln/>
          </p:spPr>
          <p:txBody>
            <a:bodyPr wrap="square" lIns="0" tIns="0" rIns="0" bIns="0" rtlCol="0" anchor="ctr"/>
            <a:lstStyle/>
            <a:p>
              <a:pPr marL="0" indent="0" algn="ctr">
                <a:buNone/>
              </a:pPr>
              <a:r>
                <a:rPr lang="es-MX" sz="650" b="1">
                  <a:solidFill>
                    <a:srgbClr val="FFFFFF"/>
                  </a:solidFill>
                </a:rPr>
                <a:t>RIESGO</a:t>
              </a:r>
              <a:endParaRPr lang="es-MX" sz="650"/>
            </a:p>
          </p:txBody>
        </p:sp>
      </p:grpSp>
      <p:grpSp>
        <p:nvGrpSpPr>
          <p:cNvPr id="472" name="Group 471">
            <a:extLst>
              <a:ext uri="{FF2B5EF4-FFF2-40B4-BE49-F238E27FC236}">
                <a16:creationId xmlns:a16="http://schemas.microsoft.com/office/drawing/2014/main" id="{5FC10BCE-EFB6-B211-2D24-4A731A1D2BF2}"/>
              </a:ext>
            </a:extLst>
          </p:cNvPr>
          <p:cNvGrpSpPr/>
          <p:nvPr/>
        </p:nvGrpSpPr>
        <p:grpSpPr>
          <a:xfrm>
            <a:off x="630936" y="4304538"/>
            <a:ext cx="548640" cy="164592"/>
            <a:chOff x="630936" y="4725162"/>
            <a:chExt cx="548640" cy="164592"/>
          </a:xfrm>
        </p:grpSpPr>
        <p:sp>
          <p:nvSpPr>
            <p:cNvPr id="405" name="Shape 111">
              <a:extLst>
                <a:ext uri="{FF2B5EF4-FFF2-40B4-BE49-F238E27FC236}">
                  <a16:creationId xmlns:a16="http://schemas.microsoft.com/office/drawing/2014/main" id="{0B27F788-4F3F-A3E8-7FD5-99449CF314DE}"/>
                </a:ext>
              </a:extLst>
            </p:cNvPr>
            <p:cNvSpPr/>
            <p:nvPr/>
          </p:nvSpPr>
          <p:spPr>
            <a:xfrm>
              <a:off x="630936" y="4725162"/>
              <a:ext cx="548640" cy="164592"/>
            </a:xfrm>
            <a:prstGeom prst="roundRect">
              <a:avLst>
                <a:gd name="adj" fmla="val 16667"/>
              </a:avLst>
            </a:prstGeom>
            <a:solidFill>
              <a:srgbClr val="C0392B"/>
            </a:solidFill>
            <a:ln w="12700">
              <a:solidFill>
                <a:srgbClr val="C0392B"/>
              </a:solidFill>
              <a:prstDash val="solid"/>
            </a:ln>
          </p:spPr>
          <p:txBody>
            <a:bodyPr/>
            <a:lstStyle/>
            <a:p>
              <a:pPr algn="ctr"/>
              <a:endParaRPr lang="es-MX"/>
            </a:p>
          </p:txBody>
        </p:sp>
        <p:sp>
          <p:nvSpPr>
            <p:cNvPr id="407" name="Text 112">
              <a:extLst>
                <a:ext uri="{FF2B5EF4-FFF2-40B4-BE49-F238E27FC236}">
                  <a16:creationId xmlns:a16="http://schemas.microsoft.com/office/drawing/2014/main" id="{242444C0-5097-5E46-352B-2F4839E48AB8}"/>
                </a:ext>
              </a:extLst>
            </p:cNvPr>
            <p:cNvSpPr/>
            <p:nvPr/>
          </p:nvSpPr>
          <p:spPr>
            <a:xfrm>
              <a:off x="630936" y="4725162"/>
              <a:ext cx="548640" cy="164592"/>
            </a:xfrm>
            <a:prstGeom prst="rect">
              <a:avLst/>
            </a:prstGeom>
            <a:noFill/>
            <a:ln/>
          </p:spPr>
          <p:txBody>
            <a:bodyPr wrap="square" lIns="0" tIns="0" rIns="0" bIns="0" rtlCol="0" anchor="ctr"/>
            <a:lstStyle/>
            <a:p>
              <a:pPr marL="0" indent="0" algn="ctr">
                <a:buNone/>
              </a:pPr>
              <a:r>
                <a:rPr lang="es-MX" sz="650" b="1">
                  <a:solidFill>
                    <a:srgbClr val="FFFFFF"/>
                  </a:solidFill>
                </a:rPr>
                <a:t>ISSUE</a:t>
              </a:r>
              <a:endParaRPr lang="es-MX" sz="650"/>
            </a:p>
          </p:txBody>
        </p:sp>
      </p:grpSp>
      <p:sp>
        <p:nvSpPr>
          <p:cNvPr id="391" name="Text 104">
            <a:extLst>
              <a:ext uri="{FF2B5EF4-FFF2-40B4-BE49-F238E27FC236}">
                <a16:creationId xmlns:a16="http://schemas.microsoft.com/office/drawing/2014/main" id="{7A4BBF7F-6B01-D6FB-1246-10B12DB7E931}"/>
              </a:ext>
            </a:extLst>
          </p:cNvPr>
          <p:cNvSpPr/>
          <p:nvPr/>
        </p:nvSpPr>
        <p:spPr>
          <a:xfrm>
            <a:off x="1352296" y="5081778"/>
            <a:ext cx="4078224" cy="365760"/>
          </a:xfrm>
          <a:prstGeom prst="rect">
            <a:avLst/>
          </a:prstGeom>
          <a:noFill/>
          <a:ln/>
        </p:spPr>
        <p:txBody>
          <a:bodyPr wrap="square" lIns="0" tIns="0" rIns="0" bIns="0" rtlCol="0" anchor="t"/>
          <a:lstStyle/>
          <a:p>
            <a:pPr marL="0" indent="0">
              <a:buNone/>
            </a:pPr>
            <a:r>
              <a:rPr lang="es-MX" sz="700" b="1">
                <a:solidFill>
                  <a:srgbClr val="3A3A3A"/>
                </a:solidFill>
              </a:rPr>
              <a:t>Diferimiento MCI (3 HUs </a:t>
            </a:r>
            <a:r>
              <a:rPr lang="es-MX" sz="700" b="1" err="1">
                <a:solidFill>
                  <a:srgbClr val="3A3A3A"/>
                </a:solidFill>
              </a:rPr>
              <a:t>Should</a:t>
            </a:r>
            <a:r>
              <a:rPr lang="es-MX" sz="700" b="1">
                <a:solidFill>
                  <a:srgbClr val="3A3A3A"/>
                </a:solidFill>
              </a:rPr>
              <a:t>) con implementación al 27-Nov — sin impacto en SIT de R4. </a:t>
            </a:r>
            <a:r>
              <a:rPr lang="es-MX" sz="680">
                <a:solidFill>
                  <a:srgbClr val="3A3A3A"/>
                </a:solidFill>
              </a:rPr>
              <a:t>HUs </a:t>
            </a:r>
            <a:r>
              <a:rPr lang="es-MX" sz="680" err="1">
                <a:solidFill>
                  <a:srgbClr val="3A3A3A"/>
                </a:solidFill>
              </a:rPr>
              <a:t>Should</a:t>
            </a:r>
            <a:r>
              <a:rPr lang="es-MX" sz="680">
                <a:solidFill>
                  <a:srgbClr val="3A3A3A"/>
                </a:solidFill>
              </a:rPr>
              <a:t> con fecha objetivo 27-Nov. Aunque la funcionalidad se desplegará en R4, su integración con canales está prevista para R5, por lo que no requiere ejecución en el ciclo de SIT.</a:t>
            </a:r>
            <a:endParaRPr lang="es-MX" sz="700"/>
          </a:p>
        </p:txBody>
      </p:sp>
      <p:sp>
        <p:nvSpPr>
          <p:cNvPr id="409" name="Text 113">
            <a:extLst>
              <a:ext uri="{FF2B5EF4-FFF2-40B4-BE49-F238E27FC236}">
                <a16:creationId xmlns:a16="http://schemas.microsoft.com/office/drawing/2014/main" id="{E1ACA7A7-4C76-5D17-259D-DCF1CA5EAE0A}"/>
              </a:ext>
            </a:extLst>
          </p:cNvPr>
          <p:cNvSpPr/>
          <p:nvPr/>
        </p:nvSpPr>
        <p:spPr>
          <a:xfrm>
            <a:off x="1352296" y="4240530"/>
            <a:ext cx="4078224" cy="365760"/>
          </a:xfrm>
          <a:prstGeom prst="rect">
            <a:avLst/>
          </a:prstGeom>
          <a:noFill/>
          <a:ln/>
        </p:spPr>
        <p:txBody>
          <a:bodyPr wrap="square" lIns="0" tIns="0" rIns="0" bIns="0" rtlCol="0" anchor="t"/>
          <a:lstStyle/>
          <a:p>
            <a:pPr marL="0" indent="0">
              <a:buNone/>
            </a:pPr>
            <a:r>
              <a:rPr lang="es-MX" sz="700" b="1">
                <a:solidFill>
                  <a:srgbClr val="3A3A3A"/>
                </a:solidFill>
              </a:rPr>
              <a:t>DTMs de Homologación de comisiones sin fechas — 2 HUs Must regulatorias bloqueadas. </a:t>
            </a:r>
            <a:r>
              <a:rPr lang="es-MX" sz="680">
                <a:solidFill>
                  <a:srgbClr val="3A3A3A"/>
                </a:solidFill>
              </a:rPr>
              <a:t>APIficación asignado como responsable. Sin fechas de DTMs, SmartVista no puede confirmar fechas de implementación ni evaluar si llegan al 15-Oct.</a:t>
            </a:r>
            <a:endParaRPr lang="es-MX" sz="700"/>
          </a:p>
        </p:txBody>
      </p:sp>
      <p:sp>
        <p:nvSpPr>
          <p:cNvPr id="397" name="Text 107">
            <a:extLst>
              <a:ext uri="{FF2B5EF4-FFF2-40B4-BE49-F238E27FC236}">
                <a16:creationId xmlns:a16="http://schemas.microsoft.com/office/drawing/2014/main" id="{A18A0C9C-87D2-8BAA-1632-0AE619C088AA}"/>
              </a:ext>
            </a:extLst>
          </p:cNvPr>
          <p:cNvSpPr/>
          <p:nvPr/>
        </p:nvSpPr>
        <p:spPr>
          <a:xfrm>
            <a:off x="6528816" y="5081778"/>
            <a:ext cx="864000" cy="365760"/>
          </a:xfrm>
          <a:prstGeom prst="rect">
            <a:avLst/>
          </a:prstGeom>
          <a:noFill/>
          <a:ln/>
        </p:spPr>
        <p:txBody>
          <a:bodyPr wrap="square" lIns="0" tIns="0" rIns="0" bIns="0" rtlCol="0" anchor="t"/>
          <a:lstStyle/>
          <a:p>
            <a:pPr marL="0" indent="0">
              <a:buNone/>
            </a:pPr>
            <a:r>
              <a:rPr lang="es-MX" sz="700">
                <a:solidFill>
                  <a:srgbClr val="3A3A3A"/>
                </a:solidFill>
              </a:rPr>
              <a:t>Plan </a:t>
            </a:r>
            <a:endParaRPr lang="es-MX" sz="700"/>
          </a:p>
        </p:txBody>
      </p:sp>
      <p:sp>
        <p:nvSpPr>
          <p:cNvPr id="415" name="Text 116">
            <a:extLst>
              <a:ext uri="{FF2B5EF4-FFF2-40B4-BE49-F238E27FC236}">
                <a16:creationId xmlns:a16="http://schemas.microsoft.com/office/drawing/2014/main" id="{93CED3E0-3BAE-F6D0-1B94-9040BDF527F8}"/>
              </a:ext>
            </a:extLst>
          </p:cNvPr>
          <p:cNvSpPr/>
          <p:nvPr/>
        </p:nvSpPr>
        <p:spPr>
          <a:xfrm>
            <a:off x="6528816" y="4240530"/>
            <a:ext cx="864000" cy="365760"/>
          </a:xfrm>
          <a:prstGeom prst="rect">
            <a:avLst/>
          </a:prstGeom>
          <a:noFill/>
          <a:ln/>
        </p:spPr>
        <p:txBody>
          <a:bodyPr wrap="square" lIns="0" tIns="0" rIns="0" bIns="0" rtlCol="0" anchor="t"/>
          <a:lstStyle/>
          <a:p>
            <a:pPr marL="0" indent="0">
              <a:buNone/>
            </a:pPr>
            <a:r>
              <a:rPr lang="es-MX" sz="700">
                <a:solidFill>
                  <a:srgbClr val="3A3A3A"/>
                </a:solidFill>
              </a:rPr>
              <a:t>Plan · Regulatorio</a:t>
            </a:r>
            <a:endParaRPr lang="es-MX" sz="700"/>
          </a:p>
        </p:txBody>
      </p:sp>
      <p:sp>
        <p:nvSpPr>
          <p:cNvPr id="399" name="Text 108">
            <a:extLst>
              <a:ext uri="{FF2B5EF4-FFF2-40B4-BE49-F238E27FC236}">
                <a16:creationId xmlns:a16="http://schemas.microsoft.com/office/drawing/2014/main" id="{3FF96D63-2596-8DF3-E538-8E24AF8FC150}"/>
              </a:ext>
            </a:extLst>
          </p:cNvPr>
          <p:cNvSpPr/>
          <p:nvPr/>
        </p:nvSpPr>
        <p:spPr>
          <a:xfrm>
            <a:off x="7635240" y="5081778"/>
            <a:ext cx="4425696" cy="365760"/>
          </a:xfrm>
          <a:prstGeom prst="rect">
            <a:avLst/>
          </a:prstGeom>
          <a:noFill/>
          <a:ln/>
        </p:spPr>
        <p:txBody>
          <a:bodyPr wrap="square" lIns="0" tIns="0" rIns="0" bIns="0" rtlCol="0" anchor="t"/>
          <a:lstStyle/>
          <a:p>
            <a:pPr marL="88900" indent="-88900">
              <a:buFont typeface="Arial" panose="020B0604020202020204" pitchFamily="34" charset="0"/>
              <a:buChar char="•"/>
            </a:pPr>
            <a:r>
              <a:rPr lang="es-MX" sz="680">
                <a:solidFill>
                  <a:srgbClr val="3A3A3A"/>
                </a:solidFill>
              </a:rPr>
              <a:t>Evaluar posibilidad de anticipar fecha si capacidad lo permite.</a:t>
            </a:r>
          </a:p>
          <a:p>
            <a:pPr marL="88900" indent="-88900">
              <a:buFont typeface="Arial" panose="020B0604020202020204" pitchFamily="34" charset="0"/>
              <a:buChar char="•"/>
            </a:pPr>
            <a:r>
              <a:rPr lang="es-MX" sz="680">
                <a:solidFill>
                  <a:srgbClr val="3A3A3A"/>
                </a:solidFill>
              </a:rPr>
              <a:t>Monitorear la evolución de la fecha de implantación.</a:t>
            </a:r>
          </a:p>
        </p:txBody>
      </p:sp>
      <p:sp>
        <p:nvSpPr>
          <p:cNvPr id="417" name="Text 117">
            <a:extLst>
              <a:ext uri="{FF2B5EF4-FFF2-40B4-BE49-F238E27FC236}">
                <a16:creationId xmlns:a16="http://schemas.microsoft.com/office/drawing/2014/main" id="{54A2B986-E44B-E0B3-46DC-0742CDC0B629}"/>
              </a:ext>
            </a:extLst>
          </p:cNvPr>
          <p:cNvSpPr/>
          <p:nvPr/>
        </p:nvSpPr>
        <p:spPr>
          <a:xfrm>
            <a:off x="7635240" y="4240530"/>
            <a:ext cx="4425696" cy="365760"/>
          </a:xfrm>
          <a:prstGeom prst="rect">
            <a:avLst/>
          </a:prstGeom>
          <a:noFill/>
          <a:ln/>
        </p:spPr>
        <p:txBody>
          <a:bodyPr wrap="square" lIns="0" tIns="0" rIns="0" bIns="0" rtlCol="0" anchor="t"/>
          <a:lstStyle/>
          <a:p>
            <a:pPr marL="88900" indent="-88900">
              <a:buFont typeface="Arial" panose="020B0604020202020204" pitchFamily="34" charset="0"/>
              <a:buChar char="•"/>
            </a:pPr>
            <a:r>
              <a:rPr lang="es-MX" sz="680">
                <a:solidFill>
                  <a:srgbClr val="3A3A3A"/>
                </a:solidFill>
              </a:rPr>
              <a:t>APIficación confirma fechas de DTMs Comisiones omnicanal antes del 15-Ago. </a:t>
            </a:r>
          </a:p>
          <a:p>
            <a:pPr marL="88900" indent="-88900">
              <a:buFont typeface="Arial" panose="020B0604020202020204" pitchFamily="34" charset="0"/>
              <a:buChar char="•"/>
            </a:pPr>
            <a:r>
              <a:rPr lang="es-MX" sz="680">
                <a:solidFill>
                  <a:srgbClr val="3A3A3A"/>
                </a:solidFill>
              </a:rPr>
              <a:t>SmartVista confirma fechas de implementación al recibir DTMs.</a:t>
            </a:r>
            <a:endParaRPr lang="es-MX" sz="680"/>
          </a:p>
        </p:txBody>
      </p:sp>
      <p:sp>
        <p:nvSpPr>
          <p:cNvPr id="475" name="Ey">
            <a:extLst>
              <a:ext uri="{FF2B5EF4-FFF2-40B4-BE49-F238E27FC236}">
                <a16:creationId xmlns:a16="http://schemas.microsoft.com/office/drawing/2014/main" id="{B8411932-D5DC-53A5-9DB0-226372E8B7E9}"/>
              </a:ext>
            </a:extLst>
          </p:cNvPr>
          <p:cNvSpPr txBox="1"/>
          <p:nvPr/>
        </p:nvSpPr>
        <p:spPr>
          <a:xfrm>
            <a:off x="380000" y="188056"/>
            <a:ext cx="5000000" cy="153888"/>
          </a:xfrm>
          <a:prstGeom prst="rect">
            <a:avLst/>
          </a:prstGeom>
          <a:noFill/>
          <a:ln>
            <a:noFill/>
          </a:ln>
        </p:spPr>
        <p:txBody>
          <a:bodyPr wrap="square" lIns="0" tIns="0" rIns="0" bIns="0" anchor="ctr">
            <a:spAutoFit/>
          </a:bodyPr>
          <a:lstStyle/>
          <a:p>
            <a:pPr algn="l" defTabSz="228600">
              <a:lnSpc>
                <a:spcPct val="100000"/>
              </a:lnSpc>
              <a:spcBef>
                <a:spcPts val="0"/>
              </a:spcBef>
              <a:spcAft>
                <a:spcPts val="0"/>
              </a:spcAft>
              <a:buNone/>
            </a:pPr>
            <a:r>
              <a:rPr lang="es-MX" sz="1000" b="1" kern="1200">
                <a:solidFill>
                  <a:srgbClr val="888888"/>
                </a:solidFill>
                <a:latin typeface="Poppins"/>
              </a:rPr>
              <a:t>APÉNDICE 3 – DETALLE POR TRACK — ALCANCE, PLAN Y RAID</a:t>
            </a:r>
          </a:p>
        </p:txBody>
      </p:sp>
      <p:cxnSp>
        <p:nvCxnSpPr>
          <p:cNvPr id="2" name="Straight Connector 1">
            <a:extLst>
              <a:ext uri="{FF2B5EF4-FFF2-40B4-BE49-F238E27FC236}">
                <a16:creationId xmlns:a16="http://schemas.microsoft.com/office/drawing/2014/main" id="{46C154AB-2AA5-3EE4-F0BE-EBBBEEC35711}"/>
              </a:ext>
            </a:extLst>
          </p:cNvPr>
          <p:cNvCxnSpPr>
            <a:cxnSpLocks/>
          </p:cNvCxnSpPr>
          <p:nvPr/>
        </p:nvCxnSpPr>
        <p:spPr>
          <a:xfrm>
            <a:off x="187632" y="1207516"/>
            <a:ext cx="2880000" cy="0"/>
          </a:xfrm>
          <a:prstGeom prst="line">
            <a:avLst/>
          </a:prstGeom>
          <a:ln w="9525">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00ABD710-F95D-9846-D368-F48E25098F7F}"/>
              </a:ext>
            </a:extLst>
          </p:cNvPr>
          <p:cNvCxnSpPr>
            <a:cxnSpLocks/>
          </p:cNvCxnSpPr>
          <p:nvPr/>
        </p:nvCxnSpPr>
        <p:spPr>
          <a:xfrm>
            <a:off x="187632" y="1552702"/>
            <a:ext cx="2880000" cy="0"/>
          </a:xfrm>
          <a:prstGeom prst="line">
            <a:avLst/>
          </a:prstGeom>
          <a:ln w="9525">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3145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78E75-479C-5FFE-8038-E19F0323D2BB}"/>
            </a:ext>
          </a:extLst>
        </p:cNvPr>
        <p:cNvGrpSpPr/>
        <p:nvPr/>
      </p:nvGrpSpPr>
      <p:grpSpPr>
        <a:xfrm>
          <a:off x="0" y="0"/>
          <a:ext cx="0" cy="0"/>
          <a:chOff x="0" y="0"/>
          <a:chExt cx="0" cy="0"/>
        </a:xfrm>
      </p:grpSpPr>
      <p:graphicFrame>
        <p:nvGraphicFramePr>
          <p:cNvPr id="326" name="think-cell data - do not delete" hidden="1">
            <a:extLst>
              <a:ext uri="{FF2B5EF4-FFF2-40B4-BE49-F238E27FC236}">
                <a16:creationId xmlns:a16="http://schemas.microsoft.com/office/drawing/2014/main" id="{3CE8B999-7F5C-6F73-9FEE-33CA40B01B07}"/>
              </a:ext>
            </a:extLst>
          </p:cNvPr>
          <p:cNvGraphicFramePr>
            <a:graphicFrameLocks/>
          </p:cNvGraphicFramePr>
          <p:nvPr>
            <p:custDataLst>
              <p:tags r:id="rId1"/>
            </p:custDataLst>
            <p:extLst>
              <p:ext uri="{D42A27DB-BD31-4B8C-83A1-F6EECF244321}">
                <p14:modId xmlns:p14="http://schemas.microsoft.com/office/powerpoint/2010/main" val="28761359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326" name="think-cell data - do not delete" hidden="1">
                        <a:extLst>
                          <a:ext uri="{FF2B5EF4-FFF2-40B4-BE49-F238E27FC236}">
                            <a16:creationId xmlns:a16="http://schemas.microsoft.com/office/drawing/2014/main" id="{3CE8B999-7F5C-6F73-9FEE-33CA40B01B0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 3">
            <a:extLst>
              <a:ext uri="{FF2B5EF4-FFF2-40B4-BE49-F238E27FC236}">
                <a16:creationId xmlns:a16="http://schemas.microsoft.com/office/drawing/2014/main" id="{498506FF-332B-1F54-5494-4BE2850F888F}"/>
              </a:ext>
            </a:extLst>
          </p:cNvPr>
          <p:cNvSpPr/>
          <p:nvPr/>
        </p:nvSpPr>
        <p:spPr>
          <a:xfrm>
            <a:off x="365760" y="274320"/>
            <a:ext cx="8138160" cy="5120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2400" b="1" i="0" u="none" strike="noStrike" kern="1200" cap="none" spc="0" normalizeH="0" baseline="0" noProof="0">
                <a:ln>
                  <a:noFill/>
                </a:ln>
                <a:solidFill>
                  <a:schemeClr val="accent1"/>
                </a:solidFill>
                <a:effectLst/>
                <a:uLnTx/>
                <a:uFillTx/>
                <a:latin typeface="Poppins" panose="00000500000000000000" pitchFamily="2" charset="0"/>
                <a:ea typeface="Arial" pitchFamily="34" charset="-122"/>
                <a:cs typeface="Poppins" panose="00000500000000000000" pitchFamily="2" charset="0"/>
              </a:rPr>
              <a:t>APP</a:t>
            </a:r>
          </a:p>
        </p:txBody>
      </p:sp>
      <p:sp>
        <p:nvSpPr>
          <p:cNvPr id="124" name="Shape 5">
            <a:extLst>
              <a:ext uri="{FF2B5EF4-FFF2-40B4-BE49-F238E27FC236}">
                <a16:creationId xmlns:a16="http://schemas.microsoft.com/office/drawing/2014/main" id="{C5AEDAAD-7648-0F32-A3F0-EDA3B72975CF}"/>
              </a:ext>
            </a:extLst>
          </p:cNvPr>
          <p:cNvSpPr/>
          <p:nvPr/>
        </p:nvSpPr>
        <p:spPr>
          <a:xfrm>
            <a:off x="164592" y="731520"/>
            <a:ext cx="2926080" cy="201168"/>
          </a:xfrm>
          <a:prstGeom prst="rect">
            <a:avLst/>
          </a:prstGeom>
          <a:solidFill>
            <a:srgbClr val="0D1F5C"/>
          </a:solidFill>
          <a:ln w="12700">
            <a:solidFill>
              <a:srgbClr val="0D1F5C"/>
            </a:solidFill>
            <a:prstDash val="solid"/>
          </a:ln>
        </p:spPr>
        <p:txBody>
          <a:bodyPr/>
          <a:lstStyle/>
          <a:p>
            <a:endParaRPr lang="es-MX">
              <a:solidFill>
                <a:prstClr val="black"/>
              </a:solidFill>
              <a:latin typeface="Calibri" panose="020F0502020204030204"/>
            </a:endParaRPr>
          </a:p>
        </p:txBody>
      </p:sp>
      <p:sp>
        <p:nvSpPr>
          <p:cNvPr id="125" name="Text 6">
            <a:extLst>
              <a:ext uri="{FF2B5EF4-FFF2-40B4-BE49-F238E27FC236}">
                <a16:creationId xmlns:a16="http://schemas.microsoft.com/office/drawing/2014/main" id="{CDE41B4A-DCF7-119F-A441-6A4ADC63675C}"/>
              </a:ext>
            </a:extLst>
          </p:cNvPr>
          <p:cNvSpPr/>
          <p:nvPr/>
        </p:nvSpPr>
        <p:spPr>
          <a:xfrm>
            <a:off x="219456" y="731520"/>
            <a:ext cx="2834640" cy="201168"/>
          </a:xfrm>
          <a:prstGeom prst="rect">
            <a:avLst/>
          </a:prstGeom>
          <a:noFill/>
          <a:ln/>
        </p:spPr>
        <p:txBody>
          <a:bodyPr wrap="square" lIns="0" tIns="0" rIns="0" bIns="0" rtlCol="0" anchor="ctr"/>
          <a:lstStyle/>
          <a:p>
            <a:r>
              <a:rPr lang="es-MX" sz="750" b="1">
                <a:solidFill>
                  <a:srgbClr val="FFFFFF"/>
                </a:solidFill>
                <a:latin typeface="Calibri" panose="020F0502020204030204"/>
              </a:rPr>
              <a:t>RAG DEL TRACK</a:t>
            </a:r>
            <a:endParaRPr lang="es-MX" sz="750">
              <a:solidFill>
                <a:prstClr val="black"/>
              </a:solidFill>
              <a:latin typeface="Calibri" panose="020F0502020204030204"/>
            </a:endParaRPr>
          </a:p>
        </p:txBody>
      </p:sp>
      <p:sp>
        <p:nvSpPr>
          <p:cNvPr id="126" name="Shape 7">
            <a:extLst>
              <a:ext uri="{FF2B5EF4-FFF2-40B4-BE49-F238E27FC236}">
                <a16:creationId xmlns:a16="http://schemas.microsoft.com/office/drawing/2014/main" id="{F2C61703-A201-150E-8ADE-8202982CF06A}"/>
              </a:ext>
            </a:extLst>
          </p:cNvPr>
          <p:cNvSpPr/>
          <p:nvPr/>
        </p:nvSpPr>
        <p:spPr>
          <a:xfrm>
            <a:off x="201168" y="996696"/>
            <a:ext cx="182880" cy="182880"/>
          </a:xfrm>
          <a:prstGeom prst="ellipse">
            <a:avLst/>
          </a:prstGeom>
          <a:solidFill>
            <a:schemeClr val="accent2"/>
          </a:solidFill>
          <a:ln w="12700">
            <a:solidFill>
              <a:schemeClr val="accent2"/>
            </a:solidFill>
            <a:prstDash val="solid"/>
          </a:ln>
        </p:spPr>
        <p:txBody>
          <a:bodyPr/>
          <a:lstStyle/>
          <a:p>
            <a:endParaRPr lang="es-MX">
              <a:solidFill>
                <a:prstClr val="black"/>
              </a:solidFill>
              <a:latin typeface="Calibri" panose="020F0502020204030204"/>
            </a:endParaRPr>
          </a:p>
        </p:txBody>
      </p:sp>
      <p:sp>
        <p:nvSpPr>
          <p:cNvPr id="127" name="Text 8">
            <a:extLst>
              <a:ext uri="{FF2B5EF4-FFF2-40B4-BE49-F238E27FC236}">
                <a16:creationId xmlns:a16="http://schemas.microsoft.com/office/drawing/2014/main" id="{D8341EA3-9660-D681-ADD6-BD28AC9E510E}"/>
              </a:ext>
            </a:extLst>
          </p:cNvPr>
          <p:cNvSpPr/>
          <p:nvPr/>
        </p:nvSpPr>
        <p:spPr>
          <a:xfrm>
            <a:off x="429768" y="960120"/>
            <a:ext cx="822960" cy="256032"/>
          </a:xfrm>
          <a:prstGeom prst="rect">
            <a:avLst/>
          </a:prstGeom>
          <a:noFill/>
          <a:ln/>
        </p:spPr>
        <p:txBody>
          <a:bodyPr wrap="square" lIns="0" tIns="0" rIns="0" bIns="0" rtlCol="0" anchor="ctr"/>
          <a:lstStyle/>
          <a:p>
            <a:r>
              <a:rPr lang="es-MX" sz="750" b="1">
                <a:solidFill>
                  <a:srgbClr val="0D1F5C"/>
                </a:solidFill>
                <a:latin typeface="Calibri" panose="020F0502020204030204"/>
              </a:rPr>
              <a:t>GENERAL</a:t>
            </a:r>
            <a:endParaRPr lang="es-MX" sz="750">
              <a:solidFill>
                <a:prstClr val="black"/>
              </a:solidFill>
              <a:latin typeface="Calibri" panose="020F0502020204030204"/>
            </a:endParaRPr>
          </a:p>
        </p:txBody>
      </p:sp>
      <p:sp>
        <p:nvSpPr>
          <p:cNvPr id="128" name="Text 9">
            <a:extLst>
              <a:ext uri="{FF2B5EF4-FFF2-40B4-BE49-F238E27FC236}">
                <a16:creationId xmlns:a16="http://schemas.microsoft.com/office/drawing/2014/main" id="{EE563C65-C36F-F6AD-DDB2-5C818AFFB478}"/>
              </a:ext>
            </a:extLst>
          </p:cNvPr>
          <p:cNvSpPr/>
          <p:nvPr/>
        </p:nvSpPr>
        <p:spPr>
          <a:xfrm>
            <a:off x="1261872" y="960120"/>
            <a:ext cx="1810512" cy="256032"/>
          </a:xfrm>
          <a:prstGeom prst="rect">
            <a:avLst/>
          </a:prstGeom>
          <a:noFill/>
          <a:ln/>
        </p:spPr>
        <p:txBody>
          <a:bodyPr wrap="square" lIns="0" tIns="0" rIns="0" bIns="0" rtlCol="0" anchor="ctr"/>
          <a:lstStyle/>
          <a:p>
            <a:r>
              <a:rPr lang="es-MX" sz="680">
                <a:solidFill>
                  <a:srgbClr val="3A3A3A"/>
                </a:solidFill>
                <a:latin typeface="Calibri" panose="020F0502020204030204"/>
              </a:rPr>
              <a:t>6 HUs Must cierran implementación 6-20 Nov — riesgo directo sobre SIT y </a:t>
            </a:r>
            <a:r>
              <a:rPr lang="es-MX" sz="680" err="1">
                <a:solidFill>
                  <a:srgbClr val="3A3A3A"/>
                </a:solidFill>
                <a:latin typeface="Calibri" panose="020F0502020204030204"/>
              </a:rPr>
              <a:t>Go-live</a:t>
            </a:r>
            <a:r>
              <a:rPr lang="es-MX" sz="680">
                <a:solidFill>
                  <a:srgbClr val="3A3A3A"/>
                </a:solidFill>
                <a:latin typeface="Calibri" panose="020F0502020204030204"/>
              </a:rPr>
              <a:t> enero.</a:t>
            </a:r>
          </a:p>
        </p:txBody>
      </p:sp>
      <p:sp>
        <p:nvSpPr>
          <p:cNvPr id="129" name="Shape 10">
            <a:extLst>
              <a:ext uri="{FF2B5EF4-FFF2-40B4-BE49-F238E27FC236}">
                <a16:creationId xmlns:a16="http://schemas.microsoft.com/office/drawing/2014/main" id="{86EA899D-AD10-9D59-3BD4-1EE1E4BE8886}"/>
              </a:ext>
            </a:extLst>
          </p:cNvPr>
          <p:cNvSpPr/>
          <p:nvPr/>
        </p:nvSpPr>
        <p:spPr>
          <a:xfrm>
            <a:off x="201168" y="1289304"/>
            <a:ext cx="182880" cy="182880"/>
          </a:xfrm>
          <a:prstGeom prst="ellipse">
            <a:avLst/>
          </a:prstGeom>
          <a:solidFill>
            <a:schemeClr val="accent2"/>
          </a:solidFill>
          <a:ln w="12700">
            <a:solidFill>
              <a:schemeClr val="accent2"/>
            </a:solidFill>
            <a:prstDash val="solid"/>
          </a:ln>
        </p:spPr>
        <p:txBody>
          <a:bodyPr/>
          <a:lstStyle/>
          <a:p>
            <a:endParaRPr lang="es-MX">
              <a:solidFill>
                <a:prstClr val="black"/>
              </a:solidFill>
              <a:latin typeface="Calibri" panose="020F0502020204030204"/>
            </a:endParaRPr>
          </a:p>
        </p:txBody>
      </p:sp>
      <p:sp>
        <p:nvSpPr>
          <p:cNvPr id="130" name="Text 11">
            <a:extLst>
              <a:ext uri="{FF2B5EF4-FFF2-40B4-BE49-F238E27FC236}">
                <a16:creationId xmlns:a16="http://schemas.microsoft.com/office/drawing/2014/main" id="{4D59FD6B-24B7-38A7-B727-BCEA1B874562}"/>
              </a:ext>
            </a:extLst>
          </p:cNvPr>
          <p:cNvSpPr/>
          <p:nvPr/>
        </p:nvSpPr>
        <p:spPr>
          <a:xfrm>
            <a:off x="429768" y="1252728"/>
            <a:ext cx="822960" cy="256032"/>
          </a:xfrm>
          <a:prstGeom prst="rect">
            <a:avLst/>
          </a:prstGeom>
          <a:noFill/>
          <a:ln/>
        </p:spPr>
        <p:txBody>
          <a:bodyPr wrap="square" lIns="0" tIns="0" rIns="0" bIns="0" rtlCol="0" anchor="ctr"/>
          <a:lstStyle/>
          <a:p>
            <a:r>
              <a:rPr lang="es-MX" sz="750" b="1">
                <a:solidFill>
                  <a:srgbClr val="0D1F5C"/>
                </a:solidFill>
                <a:latin typeface="Calibri" panose="020F0502020204030204"/>
              </a:rPr>
              <a:t>SOLUCIÓN</a:t>
            </a:r>
            <a:endParaRPr lang="es-MX" sz="750">
              <a:solidFill>
                <a:prstClr val="black"/>
              </a:solidFill>
              <a:latin typeface="Calibri" panose="020F0502020204030204"/>
            </a:endParaRPr>
          </a:p>
        </p:txBody>
      </p:sp>
      <p:sp>
        <p:nvSpPr>
          <p:cNvPr id="131" name="Text 12">
            <a:extLst>
              <a:ext uri="{FF2B5EF4-FFF2-40B4-BE49-F238E27FC236}">
                <a16:creationId xmlns:a16="http://schemas.microsoft.com/office/drawing/2014/main" id="{178598B1-AF02-717E-82F8-1AAF69197583}"/>
              </a:ext>
            </a:extLst>
          </p:cNvPr>
          <p:cNvSpPr/>
          <p:nvPr/>
        </p:nvSpPr>
        <p:spPr>
          <a:xfrm>
            <a:off x="1261872" y="1252728"/>
            <a:ext cx="1810512" cy="256032"/>
          </a:xfrm>
          <a:prstGeom prst="rect">
            <a:avLst/>
          </a:prstGeom>
          <a:noFill/>
          <a:ln/>
        </p:spPr>
        <p:txBody>
          <a:bodyPr wrap="square" lIns="0" tIns="0" rIns="0" bIns="0" rtlCol="0" anchor="ctr"/>
          <a:lstStyle/>
          <a:p>
            <a:r>
              <a:rPr lang="es-MX" sz="680">
                <a:solidFill>
                  <a:srgbClr val="3A3A3A"/>
                </a:solidFill>
                <a:latin typeface="Calibri" panose="020F0502020204030204"/>
              </a:rPr>
              <a:t>10 HUs análisis completado. 8 cierran </a:t>
            </a:r>
            <a:r>
              <a:rPr lang="es-MX" sz="680" err="1">
                <a:solidFill>
                  <a:srgbClr val="3A3A3A"/>
                </a:solidFill>
                <a:latin typeface="Calibri" panose="020F0502020204030204"/>
              </a:rPr>
              <a:t>ago</a:t>
            </a:r>
            <a:r>
              <a:rPr lang="es-MX" sz="680">
                <a:solidFill>
                  <a:srgbClr val="3A3A3A"/>
                </a:solidFill>
                <a:latin typeface="Calibri" panose="020F0502020204030204"/>
              </a:rPr>
              <a:t>-sep. 2 HUs sin fechas de implementación confirmadas.</a:t>
            </a:r>
          </a:p>
        </p:txBody>
      </p:sp>
      <p:sp>
        <p:nvSpPr>
          <p:cNvPr id="132" name="Shape 13">
            <a:extLst>
              <a:ext uri="{FF2B5EF4-FFF2-40B4-BE49-F238E27FC236}">
                <a16:creationId xmlns:a16="http://schemas.microsoft.com/office/drawing/2014/main" id="{116DA4DE-98B0-7AB8-6BA0-173208B66AE9}"/>
              </a:ext>
            </a:extLst>
          </p:cNvPr>
          <p:cNvSpPr/>
          <p:nvPr/>
        </p:nvSpPr>
        <p:spPr>
          <a:xfrm>
            <a:off x="201168" y="1581912"/>
            <a:ext cx="182880" cy="182880"/>
          </a:xfrm>
          <a:prstGeom prst="ellipse">
            <a:avLst/>
          </a:prstGeom>
          <a:solidFill>
            <a:srgbClr val="FF0000"/>
          </a:solidFill>
          <a:ln w="12700">
            <a:solidFill>
              <a:srgbClr val="FF0000"/>
            </a:solidFill>
            <a:prstDash val="solid"/>
          </a:ln>
        </p:spPr>
        <p:txBody>
          <a:bodyPr/>
          <a:lstStyle/>
          <a:p>
            <a:endParaRPr lang="es-MX">
              <a:solidFill>
                <a:prstClr val="black"/>
              </a:solidFill>
              <a:latin typeface="Calibri" panose="020F0502020204030204"/>
            </a:endParaRPr>
          </a:p>
        </p:txBody>
      </p:sp>
      <p:sp>
        <p:nvSpPr>
          <p:cNvPr id="133" name="Text 14">
            <a:extLst>
              <a:ext uri="{FF2B5EF4-FFF2-40B4-BE49-F238E27FC236}">
                <a16:creationId xmlns:a16="http://schemas.microsoft.com/office/drawing/2014/main" id="{F467E9A1-60D6-1CDA-C476-6E8F2DA6B9A0}"/>
              </a:ext>
            </a:extLst>
          </p:cNvPr>
          <p:cNvSpPr/>
          <p:nvPr/>
        </p:nvSpPr>
        <p:spPr>
          <a:xfrm>
            <a:off x="429768" y="1545336"/>
            <a:ext cx="822960" cy="256032"/>
          </a:xfrm>
          <a:prstGeom prst="rect">
            <a:avLst/>
          </a:prstGeom>
          <a:noFill/>
          <a:ln/>
        </p:spPr>
        <p:txBody>
          <a:bodyPr wrap="square" lIns="0" tIns="0" rIns="0" bIns="0" rtlCol="0" anchor="ctr"/>
          <a:lstStyle/>
          <a:p>
            <a:r>
              <a:rPr lang="es-MX" sz="750" b="1">
                <a:solidFill>
                  <a:srgbClr val="0D1F5C"/>
                </a:solidFill>
                <a:latin typeface="Calibri" panose="020F0502020204030204"/>
              </a:rPr>
              <a:t>INTEGRACIONES</a:t>
            </a:r>
            <a:endParaRPr lang="es-MX" sz="750">
              <a:solidFill>
                <a:prstClr val="black"/>
              </a:solidFill>
              <a:latin typeface="Calibri" panose="020F0502020204030204"/>
            </a:endParaRPr>
          </a:p>
        </p:txBody>
      </p:sp>
      <p:sp>
        <p:nvSpPr>
          <p:cNvPr id="134" name="Text 15">
            <a:extLst>
              <a:ext uri="{FF2B5EF4-FFF2-40B4-BE49-F238E27FC236}">
                <a16:creationId xmlns:a16="http://schemas.microsoft.com/office/drawing/2014/main" id="{2DA84486-00AB-D048-685B-C353DEE266C8}"/>
              </a:ext>
            </a:extLst>
          </p:cNvPr>
          <p:cNvSpPr/>
          <p:nvPr/>
        </p:nvSpPr>
        <p:spPr>
          <a:xfrm>
            <a:off x="1261872" y="1587671"/>
            <a:ext cx="1810512" cy="256032"/>
          </a:xfrm>
          <a:prstGeom prst="rect">
            <a:avLst/>
          </a:prstGeom>
          <a:noFill/>
          <a:ln/>
        </p:spPr>
        <p:txBody>
          <a:bodyPr wrap="square" lIns="0" tIns="0" rIns="0" bIns="0" rtlCol="0" anchor="ctr"/>
          <a:lstStyle/>
          <a:p>
            <a:r>
              <a:rPr lang="es-MX" sz="680">
                <a:solidFill>
                  <a:srgbClr val="3A3A3A"/>
                </a:solidFill>
                <a:latin typeface="Calibri" panose="020F0502020204030204"/>
              </a:rPr>
              <a:t>4 integraciones API identificadas. Inventario en consolidación. Sin detalles técnicos de volúmenes/tiempos.</a:t>
            </a:r>
          </a:p>
        </p:txBody>
      </p:sp>
      <p:sp>
        <p:nvSpPr>
          <p:cNvPr id="135" name="Shape 16">
            <a:extLst>
              <a:ext uri="{FF2B5EF4-FFF2-40B4-BE49-F238E27FC236}">
                <a16:creationId xmlns:a16="http://schemas.microsoft.com/office/drawing/2014/main" id="{FA57F0C8-84D0-F4A4-07CA-ABA837EBB5B6}"/>
              </a:ext>
            </a:extLst>
          </p:cNvPr>
          <p:cNvSpPr/>
          <p:nvPr/>
        </p:nvSpPr>
        <p:spPr>
          <a:xfrm>
            <a:off x="164592" y="2029968"/>
            <a:ext cx="2926080" cy="201168"/>
          </a:xfrm>
          <a:prstGeom prst="rect">
            <a:avLst/>
          </a:prstGeom>
          <a:solidFill>
            <a:srgbClr val="0D1F5C"/>
          </a:solidFill>
          <a:ln w="12700">
            <a:solidFill>
              <a:srgbClr val="0D1F5C"/>
            </a:solidFill>
            <a:prstDash val="solid"/>
          </a:ln>
        </p:spPr>
        <p:txBody>
          <a:bodyPr/>
          <a:lstStyle/>
          <a:p>
            <a:endParaRPr lang="es-MX">
              <a:solidFill>
                <a:prstClr val="black"/>
              </a:solidFill>
              <a:latin typeface="Calibri" panose="020F0502020204030204"/>
            </a:endParaRPr>
          </a:p>
        </p:txBody>
      </p:sp>
      <p:sp>
        <p:nvSpPr>
          <p:cNvPr id="136" name="Text 17">
            <a:extLst>
              <a:ext uri="{FF2B5EF4-FFF2-40B4-BE49-F238E27FC236}">
                <a16:creationId xmlns:a16="http://schemas.microsoft.com/office/drawing/2014/main" id="{01AA4844-E17B-9192-5CC2-CDCCAAC730B3}"/>
              </a:ext>
            </a:extLst>
          </p:cNvPr>
          <p:cNvSpPr/>
          <p:nvPr/>
        </p:nvSpPr>
        <p:spPr>
          <a:xfrm>
            <a:off x="219456" y="2029968"/>
            <a:ext cx="2834640" cy="201168"/>
          </a:xfrm>
          <a:prstGeom prst="rect">
            <a:avLst/>
          </a:prstGeom>
          <a:noFill/>
          <a:ln/>
        </p:spPr>
        <p:txBody>
          <a:bodyPr wrap="square" lIns="0" tIns="0" rIns="0" bIns="0" rtlCol="0" anchor="ctr"/>
          <a:lstStyle/>
          <a:p>
            <a:r>
              <a:rPr lang="es-MX" sz="750" b="1">
                <a:solidFill>
                  <a:srgbClr val="FFFFFF"/>
                </a:solidFill>
                <a:latin typeface="Calibri" panose="020F0502020204030204"/>
              </a:rPr>
              <a:t>RESUMEN DEL ALCANCE</a:t>
            </a:r>
            <a:endParaRPr lang="es-MX" sz="750">
              <a:solidFill>
                <a:prstClr val="black"/>
              </a:solidFill>
              <a:latin typeface="Calibri" panose="020F0502020204030204"/>
            </a:endParaRPr>
          </a:p>
        </p:txBody>
      </p:sp>
      <p:sp>
        <p:nvSpPr>
          <p:cNvPr id="137" name="Shape 18">
            <a:extLst>
              <a:ext uri="{FF2B5EF4-FFF2-40B4-BE49-F238E27FC236}">
                <a16:creationId xmlns:a16="http://schemas.microsoft.com/office/drawing/2014/main" id="{83274247-D02F-C80D-FC3A-6E611C667A66}"/>
              </a:ext>
            </a:extLst>
          </p:cNvPr>
          <p:cNvSpPr/>
          <p:nvPr/>
        </p:nvSpPr>
        <p:spPr>
          <a:xfrm>
            <a:off x="164592" y="2258568"/>
            <a:ext cx="2926080" cy="274320"/>
          </a:xfrm>
          <a:prstGeom prst="rect">
            <a:avLst/>
          </a:prstGeom>
          <a:solidFill>
            <a:srgbClr val="FFFFFF"/>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138" name="Text 19">
            <a:extLst>
              <a:ext uri="{FF2B5EF4-FFF2-40B4-BE49-F238E27FC236}">
                <a16:creationId xmlns:a16="http://schemas.microsoft.com/office/drawing/2014/main" id="{298A17ED-F74E-2FAA-88E6-81BAD8F9B591}"/>
              </a:ext>
            </a:extLst>
          </p:cNvPr>
          <p:cNvSpPr/>
          <p:nvPr/>
        </p:nvSpPr>
        <p:spPr>
          <a:xfrm>
            <a:off x="219456" y="2286000"/>
            <a:ext cx="914400" cy="219456"/>
          </a:xfrm>
          <a:prstGeom prst="rect">
            <a:avLst/>
          </a:prstGeom>
          <a:noFill/>
          <a:ln/>
        </p:spPr>
        <p:txBody>
          <a:bodyPr wrap="square" lIns="0" tIns="0" rIns="0" bIns="0" rtlCol="0" anchor="ctr"/>
          <a:lstStyle/>
          <a:p>
            <a:r>
              <a:rPr lang="es-MX" sz="720" b="1">
                <a:solidFill>
                  <a:srgbClr val="0D1F5C"/>
                </a:solidFill>
                <a:latin typeface="Calibri" panose="020F0502020204030204"/>
              </a:rPr>
              <a:t>HUs validadas</a:t>
            </a:r>
            <a:endParaRPr lang="es-MX" sz="720">
              <a:solidFill>
                <a:prstClr val="black"/>
              </a:solidFill>
              <a:latin typeface="Calibri" panose="020F0502020204030204"/>
            </a:endParaRPr>
          </a:p>
        </p:txBody>
      </p:sp>
      <p:sp>
        <p:nvSpPr>
          <p:cNvPr id="139" name="Text 20">
            <a:extLst>
              <a:ext uri="{FF2B5EF4-FFF2-40B4-BE49-F238E27FC236}">
                <a16:creationId xmlns:a16="http://schemas.microsoft.com/office/drawing/2014/main" id="{883ABC1D-CC06-4FF1-45FC-FDC7AED2D5F5}"/>
              </a:ext>
            </a:extLst>
          </p:cNvPr>
          <p:cNvSpPr/>
          <p:nvPr/>
        </p:nvSpPr>
        <p:spPr>
          <a:xfrm>
            <a:off x="822960" y="2286000"/>
            <a:ext cx="256032" cy="219456"/>
          </a:xfrm>
          <a:prstGeom prst="rect">
            <a:avLst/>
          </a:prstGeom>
          <a:noFill/>
          <a:ln/>
        </p:spPr>
        <p:txBody>
          <a:bodyPr wrap="square" lIns="0" tIns="0" rIns="0" bIns="0" rtlCol="0" anchor="ctr"/>
          <a:lstStyle/>
          <a:p>
            <a:pPr algn="ctr"/>
            <a:r>
              <a:rPr lang="es-MX" sz="1100" b="1">
                <a:solidFill>
                  <a:srgbClr val="1B3A8C"/>
                </a:solidFill>
                <a:latin typeface="Calibri" panose="020F0502020204030204"/>
              </a:rPr>
              <a:t>18</a:t>
            </a:r>
            <a:endParaRPr lang="es-MX" sz="1100">
              <a:solidFill>
                <a:prstClr val="black"/>
              </a:solidFill>
              <a:latin typeface="Calibri" panose="020F0502020204030204"/>
            </a:endParaRPr>
          </a:p>
        </p:txBody>
      </p:sp>
      <p:sp>
        <p:nvSpPr>
          <p:cNvPr id="140" name="Text 21">
            <a:extLst>
              <a:ext uri="{FF2B5EF4-FFF2-40B4-BE49-F238E27FC236}">
                <a16:creationId xmlns:a16="http://schemas.microsoft.com/office/drawing/2014/main" id="{A8CF13E7-7F00-5349-8B24-8BA1679FD842}"/>
              </a:ext>
            </a:extLst>
          </p:cNvPr>
          <p:cNvSpPr/>
          <p:nvPr/>
        </p:nvSpPr>
        <p:spPr>
          <a:xfrm>
            <a:off x="1169078" y="2286000"/>
            <a:ext cx="1609344" cy="219456"/>
          </a:xfrm>
          <a:prstGeom prst="rect">
            <a:avLst/>
          </a:prstGeom>
          <a:noFill/>
          <a:ln/>
        </p:spPr>
        <p:txBody>
          <a:bodyPr wrap="square" lIns="0" tIns="0" rIns="0" bIns="0" rtlCol="0" anchor="ctr"/>
          <a:lstStyle/>
          <a:p>
            <a:r>
              <a:rPr lang="es-MX" sz="700" b="1">
                <a:solidFill>
                  <a:srgbClr val="3A3A3A"/>
                </a:solidFill>
                <a:latin typeface="Calibri" panose="020F0502020204030204"/>
              </a:rPr>
              <a:t>15 Must · </a:t>
            </a:r>
            <a:r>
              <a:rPr lang="es-MX" sz="700">
                <a:solidFill>
                  <a:srgbClr val="3A3A3A"/>
                </a:solidFill>
                <a:latin typeface="Calibri" panose="020F0502020204030204"/>
              </a:rPr>
              <a:t>1 Could · 2 Won't</a:t>
            </a:r>
            <a:endParaRPr lang="es-MX" sz="700">
              <a:solidFill>
                <a:prstClr val="black"/>
              </a:solidFill>
              <a:latin typeface="Calibri" panose="020F0502020204030204"/>
            </a:endParaRPr>
          </a:p>
        </p:txBody>
      </p:sp>
      <p:sp>
        <p:nvSpPr>
          <p:cNvPr id="141" name="Shape 22">
            <a:extLst>
              <a:ext uri="{FF2B5EF4-FFF2-40B4-BE49-F238E27FC236}">
                <a16:creationId xmlns:a16="http://schemas.microsoft.com/office/drawing/2014/main" id="{F2A32F39-C75E-B4A5-22C1-564BB90151EF}"/>
              </a:ext>
            </a:extLst>
          </p:cNvPr>
          <p:cNvSpPr/>
          <p:nvPr/>
        </p:nvSpPr>
        <p:spPr>
          <a:xfrm>
            <a:off x="164592" y="2532888"/>
            <a:ext cx="2926080" cy="274320"/>
          </a:xfrm>
          <a:prstGeom prst="rect">
            <a:avLst/>
          </a:prstGeom>
          <a:solidFill>
            <a:srgbClr val="E8EBF4"/>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142" name="Text 23">
            <a:extLst>
              <a:ext uri="{FF2B5EF4-FFF2-40B4-BE49-F238E27FC236}">
                <a16:creationId xmlns:a16="http://schemas.microsoft.com/office/drawing/2014/main" id="{5EC666C2-98EF-0547-3889-98BA9DDD6E32}"/>
              </a:ext>
            </a:extLst>
          </p:cNvPr>
          <p:cNvSpPr/>
          <p:nvPr/>
        </p:nvSpPr>
        <p:spPr>
          <a:xfrm>
            <a:off x="219456" y="2560320"/>
            <a:ext cx="914400" cy="219456"/>
          </a:xfrm>
          <a:prstGeom prst="rect">
            <a:avLst/>
          </a:prstGeom>
          <a:noFill/>
          <a:ln/>
        </p:spPr>
        <p:txBody>
          <a:bodyPr wrap="square" lIns="0" tIns="0" rIns="0" bIns="0" rtlCol="0" anchor="ctr"/>
          <a:lstStyle/>
          <a:p>
            <a:r>
              <a:rPr lang="es-MX" sz="720" b="1">
                <a:solidFill>
                  <a:srgbClr val="0D1F5C"/>
                </a:solidFill>
                <a:latin typeface="Calibri" panose="020F0502020204030204"/>
              </a:rPr>
              <a:t>Tipo de HU</a:t>
            </a:r>
            <a:endParaRPr lang="es-MX" sz="720">
              <a:solidFill>
                <a:prstClr val="black"/>
              </a:solidFill>
              <a:latin typeface="Calibri" panose="020F0502020204030204"/>
            </a:endParaRPr>
          </a:p>
        </p:txBody>
      </p:sp>
      <p:sp>
        <p:nvSpPr>
          <p:cNvPr id="143" name="Text 24">
            <a:extLst>
              <a:ext uri="{FF2B5EF4-FFF2-40B4-BE49-F238E27FC236}">
                <a16:creationId xmlns:a16="http://schemas.microsoft.com/office/drawing/2014/main" id="{4F433EB0-5AFA-B0BB-4276-4DBD45D98345}"/>
              </a:ext>
            </a:extLst>
          </p:cNvPr>
          <p:cNvSpPr/>
          <p:nvPr/>
        </p:nvSpPr>
        <p:spPr>
          <a:xfrm>
            <a:off x="1169078" y="2560320"/>
            <a:ext cx="1938528" cy="219456"/>
          </a:xfrm>
          <a:prstGeom prst="rect">
            <a:avLst/>
          </a:prstGeom>
          <a:noFill/>
          <a:ln/>
        </p:spPr>
        <p:txBody>
          <a:bodyPr wrap="square" lIns="0" tIns="0" rIns="0" bIns="0" rtlCol="0" anchor="ctr"/>
          <a:lstStyle/>
          <a:p>
            <a:r>
              <a:rPr lang="es-MX" sz="700" b="1">
                <a:solidFill>
                  <a:srgbClr val="3A3A3A"/>
                </a:solidFill>
                <a:latin typeface="Calibri" panose="020F0502020204030204"/>
              </a:rPr>
              <a:t>10 Solución </a:t>
            </a:r>
            <a:r>
              <a:rPr lang="es-MX" sz="700">
                <a:solidFill>
                  <a:srgbClr val="3A3A3A"/>
                </a:solidFill>
                <a:latin typeface="Calibri" panose="020F0502020204030204"/>
              </a:rPr>
              <a:t>· 4 Solución + Integración · 4 Integración</a:t>
            </a:r>
            <a:endParaRPr lang="es-MX" sz="700">
              <a:solidFill>
                <a:prstClr val="black"/>
              </a:solidFill>
              <a:latin typeface="Calibri" panose="020F0502020204030204"/>
            </a:endParaRPr>
          </a:p>
        </p:txBody>
      </p:sp>
      <p:sp>
        <p:nvSpPr>
          <p:cNvPr id="144" name="Shape 25">
            <a:extLst>
              <a:ext uri="{FF2B5EF4-FFF2-40B4-BE49-F238E27FC236}">
                <a16:creationId xmlns:a16="http://schemas.microsoft.com/office/drawing/2014/main" id="{8E3C10F0-97F5-E767-C850-392AE5D6C7A1}"/>
              </a:ext>
            </a:extLst>
          </p:cNvPr>
          <p:cNvSpPr/>
          <p:nvPr/>
        </p:nvSpPr>
        <p:spPr>
          <a:xfrm>
            <a:off x="164592" y="2807208"/>
            <a:ext cx="2926080" cy="274320"/>
          </a:xfrm>
          <a:prstGeom prst="rect">
            <a:avLst/>
          </a:prstGeom>
          <a:solidFill>
            <a:srgbClr val="FFFFFF"/>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145" name="Text 26">
            <a:extLst>
              <a:ext uri="{FF2B5EF4-FFF2-40B4-BE49-F238E27FC236}">
                <a16:creationId xmlns:a16="http://schemas.microsoft.com/office/drawing/2014/main" id="{97131553-EA9B-5285-52D0-EAFD63FCAF0A}"/>
              </a:ext>
            </a:extLst>
          </p:cNvPr>
          <p:cNvSpPr/>
          <p:nvPr/>
        </p:nvSpPr>
        <p:spPr>
          <a:xfrm>
            <a:off x="219456" y="2834640"/>
            <a:ext cx="914400" cy="219456"/>
          </a:xfrm>
          <a:prstGeom prst="rect">
            <a:avLst/>
          </a:prstGeom>
          <a:noFill/>
          <a:ln/>
        </p:spPr>
        <p:txBody>
          <a:bodyPr wrap="square" lIns="0" tIns="0" rIns="0" bIns="0" rtlCol="0" anchor="ctr"/>
          <a:lstStyle/>
          <a:p>
            <a:r>
              <a:rPr lang="es-MX" sz="720" b="1">
                <a:solidFill>
                  <a:srgbClr val="0D1F5C"/>
                </a:solidFill>
                <a:latin typeface="Calibri" panose="020F0502020204030204"/>
              </a:rPr>
              <a:t>Impacto solución</a:t>
            </a:r>
            <a:endParaRPr lang="es-MX" sz="720">
              <a:solidFill>
                <a:prstClr val="black"/>
              </a:solidFill>
              <a:latin typeface="Calibri" panose="020F0502020204030204"/>
            </a:endParaRPr>
          </a:p>
        </p:txBody>
      </p:sp>
      <p:sp>
        <p:nvSpPr>
          <p:cNvPr id="146" name="Text 27">
            <a:extLst>
              <a:ext uri="{FF2B5EF4-FFF2-40B4-BE49-F238E27FC236}">
                <a16:creationId xmlns:a16="http://schemas.microsoft.com/office/drawing/2014/main" id="{9E612590-AAFC-B9E5-04B2-6DD6BD5C7BFE}"/>
              </a:ext>
            </a:extLst>
          </p:cNvPr>
          <p:cNvSpPr/>
          <p:nvPr/>
        </p:nvSpPr>
        <p:spPr>
          <a:xfrm>
            <a:off x="1169078" y="2834640"/>
            <a:ext cx="1609344" cy="219456"/>
          </a:xfrm>
          <a:prstGeom prst="rect">
            <a:avLst/>
          </a:prstGeom>
          <a:noFill/>
          <a:ln/>
        </p:spPr>
        <p:txBody>
          <a:bodyPr wrap="square" lIns="0" tIns="0" rIns="0" bIns="0" rtlCol="0" anchor="ctr"/>
          <a:lstStyle/>
          <a:p>
            <a:r>
              <a:rPr lang="es-MX" sz="700" b="1">
                <a:solidFill>
                  <a:srgbClr val="3A3A3A"/>
                </a:solidFill>
                <a:latin typeface="Calibri" panose="020F0502020204030204"/>
              </a:rPr>
              <a:t>18  Desarrollo</a:t>
            </a:r>
            <a:endParaRPr lang="es-MX" sz="700" b="1">
              <a:solidFill>
                <a:prstClr val="black"/>
              </a:solidFill>
              <a:latin typeface="Calibri" panose="020F0502020204030204"/>
            </a:endParaRPr>
          </a:p>
        </p:txBody>
      </p:sp>
      <p:sp>
        <p:nvSpPr>
          <p:cNvPr id="147" name="Shape 28">
            <a:extLst>
              <a:ext uri="{FF2B5EF4-FFF2-40B4-BE49-F238E27FC236}">
                <a16:creationId xmlns:a16="http://schemas.microsoft.com/office/drawing/2014/main" id="{58A5858B-6F4D-AC03-A28B-E0679A95125C}"/>
              </a:ext>
            </a:extLst>
          </p:cNvPr>
          <p:cNvSpPr/>
          <p:nvPr/>
        </p:nvSpPr>
        <p:spPr>
          <a:xfrm>
            <a:off x="164592" y="3081528"/>
            <a:ext cx="2926080" cy="274320"/>
          </a:xfrm>
          <a:prstGeom prst="rect">
            <a:avLst/>
          </a:prstGeom>
          <a:solidFill>
            <a:srgbClr val="E8EBF4"/>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148" name="Text 29">
            <a:extLst>
              <a:ext uri="{FF2B5EF4-FFF2-40B4-BE49-F238E27FC236}">
                <a16:creationId xmlns:a16="http://schemas.microsoft.com/office/drawing/2014/main" id="{B07D36D6-DDAF-405A-B949-84EDB5C0C558}"/>
              </a:ext>
            </a:extLst>
          </p:cNvPr>
          <p:cNvSpPr/>
          <p:nvPr/>
        </p:nvSpPr>
        <p:spPr>
          <a:xfrm>
            <a:off x="219456" y="3108960"/>
            <a:ext cx="914400" cy="219456"/>
          </a:xfrm>
          <a:prstGeom prst="rect">
            <a:avLst/>
          </a:prstGeom>
          <a:noFill/>
          <a:ln/>
        </p:spPr>
        <p:txBody>
          <a:bodyPr wrap="square" lIns="0" tIns="0" rIns="0" bIns="0" rtlCol="0" anchor="ctr"/>
          <a:lstStyle/>
          <a:p>
            <a:r>
              <a:rPr lang="es-MX" sz="720" b="1">
                <a:solidFill>
                  <a:srgbClr val="0D1F5C"/>
                </a:solidFill>
                <a:latin typeface="Calibri" panose="020F0502020204030204"/>
              </a:rPr>
              <a:t>Complejidad</a:t>
            </a:r>
            <a:endParaRPr lang="es-MX" sz="720">
              <a:solidFill>
                <a:prstClr val="black"/>
              </a:solidFill>
              <a:latin typeface="Calibri" panose="020F0502020204030204"/>
            </a:endParaRPr>
          </a:p>
        </p:txBody>
      </p:sp>
      <p:sp>
        <p:nvSpPr>
          <p:cNvPr id="149" name="Text 30">
            <a:extLst>
              <a:ext uri="{FF2B5EF4-FFF2-40B4-BE49-F238E27FC236}">
                <a16:creationId xmlns:a16="http://schemas.microsoft.com/office/drawing/2014/main" id="{EB28A1F8-CB78-534C-AB36-F628F704610C}"/>
              </a:ext>
            </a:extLst>
          </p:cNvPr>
          <p:cNvSpPr/>
          <p:nvPr/>
        </p:nvSpPr>
        <p:spPr>
          <a:xfrm>
            <a:off x="1169078" y="3108960"/>
            <a:ext cx="1609344" cy="219456"/>
          </a:xfrm>
          <a:prstGeom prst="rect">
            <a:avLst/>
          </a:prstGeom>
          <a:noFill/>
          <a:ln/>
        </p:spPr>
        <p:txBody>
          <a:bodyPr wrap="square" lIns="0" tIns="0" rIns="0" bIns="0" rtlCol="0" anchor="ctr"/>
          <a:lstStyle/>
          <a:p>
            <a:r>
              <a:rPr lang="es-MX" sz="700" b="1">
                <a:solidFill>
                  <a:srgbClr val="3A3A3A"/>
                </a:solidFill>
                <a:latin typeface="Calibri" panose="020F0502020204030204"/>
              </a:rPr>
              <a:t>7 Alta</a:t>
            </a:r>
            <a:r>
              <a:rPr lang="es-MX" sz="700">
                <a:solidFill>
                  <a:srgbClr val="3A3A3A"/>
                </a:solidFill>
                <a:latin typeface="Calibri" panose="020F0502020204030204"/>
              </a:rPr>
              <a:t> ·</a:t>
            </a:r>
            <a:r>
              <a:rPr lang="es-MX" sz="700" b="1">
                <a:solidFill>
                  <a:srgbClr val="3A3A3A"/>
                </a:solidFill>
                <a:latin typeface="Calibri" panose="020F0502020204030204"/>
              </a:rPr>
              <a:t> </a:t>
            </a:r>
            <a:r>
              <a:rPr lang="es-MX" sz="700">
                <a:solidFill>
                  <a:srgbClr val="3A3A3A"/>
                </a:solidFill>
                <a:latin typeface="Calibri" panose="020F0502020204030204"/>
              </a:rPr>
              <a:t>6 Media </a:t>
            </a:r>
            <a:r>
              <a:rPr lang="es-MX" sz="700" b="1">
                <a:solidFill>
                  <a:srgbClr val="3A3A3A"/>
                </a:solidFill>
                <a:latin typeface="Calibri" panose="020F0502020204030204"/>
              </a:rPr>
              <a:t>·</a:t>
            </a:r>
            <a:r>
              <a:rPr lang="es-MX" sz="700">
                <a:solidFill>
                  <a:srgbClr val="3A3A3A"/>
                </a:solidFill>
                <a:latin typeface="Calibri" panose="020F0502020204030204"/>
              </a:rPr>
              <a:t>  5 Baja </a:t>
            </a:r>
            <a:endParaRPr lang="es-MX" sz="700">
              <a:solidFill>
                <a:prstClr val="black"/>
              </a:solidFill>
              <a:latin typeface="Calibri" panose="020F0502020204030204"/>
            </a:endParaRPr>
          </a:p>
        </p:txBody>
      </p:sp>
      <p:sp>
        <p:nvSpPr>
          <p:cNvPr id="150" name="Shape 31">
            <a:extLst>
              <a:ext uri="{FF2B5EF4-FFF2-40B4-BE49-F238E27FC236}">
                <a16:creationId xmlns:a16="http://schemas.microsoft.com/office/drawing/2014/main" id="{7D9F1B36-7B90-3B64-99EA-0B05592B83C4}"/>
              </a:ext>
            </a:extLst>
          </p:cNvPr>
          <p:cNvSpPr/>
          <p:nvPr/>
        </p:nvSpPr>
        <p:spPr>
          <a:xfrm>
            <a:off x="164592" y="3355848"/>
            <a:ext cx="2926080" cy="274320"/>
          </a:xfrm>
          <a:prstGeom prst="rect">
            <a:avLst/>
          </a:prstGeom>
          <a:solidFill>
            <a:srgbClr val="FFFFFF"/>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151" name="Text 32">
            <a:extLst>
              <a:ext uri="{FF2B5EF4-FFF2-40B4-BE49-F238E27FC236}">
                <a16:creationId xmlns:a16="http://schemas.microsoft.com/office/drawing/2014/main" id="{86E5C9F2-3539-F19D-0E9A-8736E1D32CE5}"/>
              </a:ext>
            </a:extLst>
          </p:cNvPr>
          <p:cNvSpPr/>
          <p:nvPr/>
        </p:nvSpPr>
        <p:spPr>
          <a:xfrm>
            <a:off x="219456" y="3383280"/>
            <a:ext cx="914400" cy="219456"/>
          </a:xfrm>
          <a:prstGeom prst="rect">
            <a:avLst/>
          </a:prstGeom>
          <a:noFill/>
          <a:ln/>
        </p:spPr>
        <p:txBody>
          <a:bodyPr wrap="square" lIns="0" tIns="0" rIns="0" bIns="0" rtlCol="0" anchor="ctr"/>
          <a:lstStyle/>
          <a:p>
            <a:r>
              <a:rPr lang="es-MX" sz="720" b="1">
                <a:solidFill>
                  <a:srgbClr val="0D1F5C"/>
                </a:solidFill>
                <a:latin typeface="Calibri" panose="020F0502020204030204"/>
              </a:rPr>
              <a:t>Integraciones</a:t>
            </a:r>
            <a:endParaRPr lang="es-MX" sz="720">
              <a:solidFill>
                <a:prstClr val="black"/>
              </a:solidFill>
              <a:latin typeface="Calibri" panose="020F0502020204030204"/>
            </a:endParaRPr>
          </a:p>
        </p:txBody>
      </p:sp>
      <p:sp>
        <p:nvSpPr>
          <p:cNvPr id="152" name="Text 33">
            <a:extLst>
              <a:ext uri="{FF2B5EF4-FFF2-40B4-BE49-F238E27FC236}">
                <a16:creationId xmlns:a16="http://schemas.microsoft.com/office/drawing/2014/main" id="{2EE5F6C2-C4F1-BB78-2F94-52AA1680D28F}"/>
              </a:ext>
            </a:extLst>
          </p:cNvPr>
          <p:cNvSpPr/>
          <p:nvPr/>
        </p:nvSpPr>
        <p:spPr>
          <a:xfrm>
            <a:off x="822960" y="3383280"/>
            <a:ext cx="256032" cy="219456"/>
          </a:xfrm>
          <a:prstGeom prst="rect">
            <a:avLst/>
          </a:prstGeom>
          <a:noFill/>
          <a:ln/>
        </p:spPr>
        <p:txBody>
          <a:bodyPr wrap="square" lIns="0" tIns="0" rIns="0" bIns="0" rtlCol="0" anchor="ctr"/>
          <a:lstStyle/>
          <a:p>
            <a:pPr algn="ctr"/>
            <a:r>
              <a:rPr lang="es-MX" sz="1100" b="1">
                <a:solidFill>
                  <a:srgbClr val="1B3A8C"/>
                </a:solidFill>
                <a:latin typeface="Calibri" panose="020F0502020204030204"/>
              </a:rPr>
              <a:t>4</a:t>
            </a:r>
            <a:endParaRPr lang="es-MX" sz="1100">
              <a:solidFill>
                <a:prstClr val="black"/>
              </a:solidFill>
              <a:latin typeface="Calibri" panose="020F0502020204030204"/>
            </a:endParaRPr>
          </a:p>
        </p:txBody>
      </p:sp>
      <p:sp>
        <p:nvSpPr>
          <p:cNvPr id="153" name="Text 34">
            <a:extLst>
              <a:ext uri="{FF2B5EF4-FFF2-40B4-BE49-F238E27FC236}">
                <a16:creationId xmlns:a16="http://schemas.microsoft.com/office/drawing/2014/main" id="{5E8A6F0E-AE45-568E-9817-2306B174469A}"/>
              </a:ext>
            </a:extLst>
          </p:cNvPr>
          <p:cNvSpPr/>
          <p:nvPr/>
        </p:nvSpPr>
        <p:spPr>
          <a:xfrm>
            <a:off x="1169078" y="3383280"/>
            <a:ext cx="1609344" cy="219456"/>
          </a:xfrm>
          <a:prstGeom prst="rect">
            <a:avLst/>
          </a:prstGeom>
          <a:noFill/>
          <a:ln/>
        </p:spPr>
        <p:txBody>
          <a:bodyPr wrap="square" lIns="0" tIns="0" rIns="0" bIns="0" rtlCol="0" anchor="ctr"/>
          <a:lstStyle/>
          <a:p>
            <a:r>
              <a:rPr lang="es-MX" sz="700">
                <a:solidFill>
                  <a:srgbClr val="3A3A3A"/>
                </a:solidFill>
                <a:latin typeface="Calibri" panose="020F0502020204030204"/>
              </a:rPr>
              <a:t>4 API </a:t>
            </a:r>
            <a:endParaRPr lang="es-MX" sz="700">
              <a:solidFill>
                <a:prstClr val="black"/>
              </a:solidFill>
              <a:latin typeface="Calibri" panose="020F0502020204030204"/>
            </a:endParaRPr>
          </a:p>
        </p:txBody>
      </p:sp>
      <p:sp>
        <p:nvSpPr>
          <p:cNvPr id="365" name="Shape 91">
            <a:extLst>
              <a:ext uri="{FF2B5EF4-FFF2-40B4-BE49-F238E27FC236}">
                <a16:creationId xmlns:a16="http://schemas.microsoft.com/office/drawing/2014/main" id="{BE10AB83-C320-9FB1-17D3-858ECEA26D62}"/>
              </a:ext>
            </a:extLst>
          </p:cNvPr>
          <p:cNvSpPr/>
          <p:nvPr/>
        </p:nvSpPr>
        <p:spPr>
          <a:xfrm>
            <a:off x="164592" y="4284895"/>
            <a:ext cx="11932920" cy="201168"/>
          </a:xfrm>
          <a:prstGeom prst="rect">
            <a:avLst/>
          </a:prstGeom>
          <a:solidFill>
            <a:srgbClr val="0D1F5C"/>
          </a:solidFill>
          <a:ln w="12700">
            <a:solidFill>
              <a:srgbClr val="0D1F5C"/>
            </a:solidFill>
            <a:prstDash val="solid"/>
          </a:ln>
        </p:spPr>
        <p:txBody>
          <a:bodyPr/>
          <a:lstStyle/>
          <a:p>
            <a:endParaRPr lang="es-MX"/>
          </a:p>
        </p:txBody>
      </p:sp>
      <p:sp>
        <p:nvSpPr>
          <p:cNvPr id="367" name="Text 92">
            <a:extLst>
              <a:ext uri="{FF2B5EF4-FFF2-40B4-BE49-F238E27FC236}">
                <a16:creationId xmlns:a16="http://schemas.microsoft.com/office/drawing/2014/main" id="{01C7A5C0-69FC-EA86-D0DA-390CE3DF30E7}"/>
              </a:ext>
            </a:extLst>
          </p:cNvPr>
          <p:cNvSpPr/>
          <p:nvPr/>
        </p:nvSpPr>
        <p:spPr>
          <a:xfrm>
            <a:off x="219456" y="4284895"/>
            <a:ext cx="11841480" cy="201168"/>
          </a:xfrm>
          <a:prstGeom prst="rect">
            <a:avLst/>
          </a:prstGeom>
          <a:noFill/>
          <a:ln/>
        </p:spPr>
        <p:txBody>
          <a:bodyPr wrap="square" lIns="0" tIns="0" rIns="0" bIns="0" rtlCol="0" anchor="ctr"/>
          <a:lstStyle/>
          <a:p>
            <a:pPr marL="0" indent="0">
              <a:buNone/>
            </a:pPr>
            <a:r>
              <a:rPr lang="es-MX" sz="750" b="1">
                <a:solidFill>
                  <a:srgbClr val="FFFFFF"/>
                </a:solidFill>
              </a:rPr>
              <a:t>RAID — Puntos de Atención SmartVista</a:t>
            </a:r>
            <a:endParaRPr lang="es-MX" sz="750"/>
          </a:p>
        </p:txBody>
      </p:sp>
      <p:sp>
        <p:nvSpPr>
          <p:cNvPr id="369" name="Shape 93">
            <a:extLst>
              <a:ext uri="{FF2B5EF4-FFF2-40B4-BE49-F238E27FC236}">
                <a16:creationId xmlns:a16="http://schemas.microsoft.com/office/drawing/2014/main" id="{748AEDDD-6A6F-3C3E-19C4-78591E287017}"/>
              </a:ext>
            </a:extLst>
          </p:cNvPr>
          <p:cNvSpPr/>
          <p:nvPr/>
        </p:nvSpPr>
        <p:spPr>
          <a:xfrm>
            <a:off x="164592" y="4486063"/>
            <a:ext cx="11932920" cy="201168"/>
          </a:xfrm>
          <a:prstGeom prst="rect">
            <a:avLst/>
          </a:prstGeom>
          <a:solidFill>
            <a:srgbClr val="0D1F5C"/>
          </a:solidFill>
          <a:ln w="12700">
            <a:solidFill>
              <a:srgbClr val="0D1F5C"/>
            </a:solidFill>
            <a:prstDash val="solid"/>
          </a:ln>
        </p:spPr>
        <p:txBody>
          <a:bodyPr/>
          <a:lstStyle/>
          <a:p>
            <a:endParaRPr lang="es-MX"/>
          </a:p>
        </p:txBody>
      </p:sp>
      <p:sp>
        <p:nvSpPr>
          <p:cNvPr id="371" name="Text 94">
            <a:extLst>
              <a:ext uri="{FF2B5EF4-FFF2-40B4-BE49-F238E27FC236}">
                <a16:creationId xmlns:a16="http://schemas.microsoft.com/office/drawing/2014/main" id="{4A8E7F3D-CDEA-A222-BFCD-F31A97E7E2B9}"/>
              </a:ext>
            </a:extLst>
          </p:cNvPr>
          <p:cNvSpPr/>
          <p:nvPr/>
        </p:nvSpPr>
        <p:spPr>
          <a:xfrm>
            <a:off x="192024" y="4504351"/>
            <a:ext cx="384048" cy="164592"/>
          </a:xfrm>
          <a:prstGeom prst="rect">
            <a:avLst/>
          </a:prstGeom>
          <a:noFill/>
          <a:ln/>
        </p:spPr>
        <p:txBody>
          <a:bodyPr wrap="square" lIns="0" tIns="0" rIns="0" bIns="0" rtlCol="0" anchor="ctr"/>
          <a:lstStyle/>
          <a:p>
            <a:pPr marL="0" indent="0" algn="ctr">
              <a:buNone/>
            </a:pPr>
            <a:r>
              <a:rPr lang="es-MX" sz="700" b="1">
                <a:solidFill>
                  <a:srgbClr val="FFFFFF"/>
                </a:solidFill>
              </a:rPr>
              <a:t>ID</a:t>
            </a:r>
            <a:endParaRPr lang="es-MX" sz="700"/>
          </a:p>
        </p:txBody>
      </p:sp>
      <p:sp>
        <p:nvSpPr>
          <p:cNvPr id="373" name="Text 95">
            <a:extLst>
              <a:ext uri="{FF2B5EF4-FFF2-40B4-BE49-F238E27FC236}">
                <a16:creationId xmlns:a16="http://schemas.microsoft.com/office/drawing/2014/main" id="{12452E2D-D92E-B9F3-88D5-B5C74872B6DD}"/>
              </a:ext>
            </a:extLst>
          </p:cNvPr>
          <p:cNvSpPr/>
          <p:nvPr/>
        </p:nvSpPr>
        <p:spPr>
          <a:xfrm>
            <a:off x="594360" y="4504351"/>
            <a:ext cx="621792" cy="164592"/>
          </a:xfrm>
          <a:prstGeom prst="rect">
            <a:avLst/>
          </a:prstGeom>
          <a:noFill/>
          <a:ln/>
        </p:spPr>
        <p:txBody>
          <a:bodyPr wrap="square" lIns="0" tIns="0" rIns="0" bIns="0" rtlCol="0" anchor="ctr"/>
          <a:lstStyle/>
          <a:p>
            <a:pPr marL="0" indent="0" algn="ctr">
              <a:buNone/>
            </a:pPr>
            <a:r>
              <a:rPr lang="es-MX" sz="700" b="1">
                <a:solidFill>
                  <a:srgbClr val="FFFFFF"/>
                </a:solidFill>
              </a:rPr>
              <a:t>TIPO</a:t>
            </a:r>
            <a:endParaRPr lang="es-MX" sz="700"/>
          </a:p>
        </p:txBody>
      </p:sp>
      <p:sp>
        <p:nvSpPr>
          <p:cNvPr id="375" name="Text 96">
            <a:extLst>
              <a:ext uri="{FF2B5EF4-FFF2-40B4-BE49-F238E27FC236}">
                <a16:creationId xmlns:a16="http://schemas.microsoft.com/office/drawing/2014/main" id="{8B85699E-8D96-64BA-65E0-70FDC40853A7}"/>
              </a:ext>
            </a:extLst>
          </p:cNvPr>
          <p:cNvSpPr/>
          <p:nvPr/>
        </p:nvSpPr>
        <p:spPr>
          <a:xfrm>
            <a:off x="1361440" y="4504351"/>
            <a:ext cx="4114800" cy="164592"/>
          </a:xfrm>
          <a:prstGeom prst="rect">
            <a:avLst/>
          </a:prstGeom>
          <a:noFill/>
          <a:ln/>
        </p:spPr>
        <p:txBody>
          <a:bodyPr wrap="square" lIns="0" tIns="0" rIns="0" bIns="0" rtlCol="0" anchor="ctr"/>
          <a:lstStyle/>
          <a:p>
            <a:pPr marL="0" indent="0" algn="l">
              <a:buNone/>
            </a:pPr>
            <a:r>
              <a:rPr lang="es-MX" sz="700" b="1">
                <a:solidFill>
                  <a:srgbClr val="FFFFFF"/>
                </a:solidFill>
              </a:rPr>
              <a:t>DESCRIPCIÓN</a:t>
            </a:r>
            <a:endParaRPr lang="es-MX" sz="700"/>
          </a:p>
        </p:txBody>
      </p:sp>
      <p:sp>
        <p:nvSpPr>
          <p:cNvPr id="377" name="Text 97">
            <a:extLst>
              <a:ext uri="{FF2B5EF4-FFF2-40B4-BE49-F238E27FC236}">
                <a16:creationId xmlns:a16="http://schemas.microsoft.com/office/drawing/2014/main" id="{125FDB8F-9558-EF52-6E1B-06288ED0DE8F}"/>
              </a:ext>
            </a:extLst>
          </p:cNvPr>
          <p:cNvSpPr/>
          <p:nvPr/>
        </p:nvSpPr>
        <p:spPr>
          <a:xfrm>
            <a:off x="5477256" y="4504351"/>
            <a:ext cx="822960" cy="164592"/>
          </a:xfrm>
          <a:prstGeom prst="rect">
            <a:avLst/>
          </a:prstGeom>
          <a:noFill/>
          <a:ln/>
        </p:spPr>
        <p:txBody>
          <a:bodyPr wrap="square" lIns="0" tIns="0" rIns="0" bIns="0" rtlCol="0" anchor="ctr"/>
          <a:lstStyle/>
          <a:p>
            <a:pPr marL="0" indent="0" algn="ctr">
              <a:buNone/>
            </a:pPr>
            <a:r>
              <a:rPr lang="es-MX" sz="700" b="1">
                <a:solidFill>
                  <a:srgbClr val="FFFFFF"/>
                </a:solidFill>
              </a:rPr>
              <a:t>SEVERIDAD</a:t>
            </a:r>
            <a:endParaRPr lang="es-MX" sz="700"/>
          </a:p>
        </p:txBody>
      </p:sp>
      <p:sp>
        <p:nvSpPr>
          <p:cNvPr id="379" name="Text 98">
            <a:extLst>
              <a:ext uri="{FF2B5EF4-FFF2-40B4-BE49-F238E27FC236}">
                <a16:creationId xmlns:a16="http://schemas.microsoft.com/office/drawing/2014/main" id="{3B9F0F26-6B52-0CE4-CE13-42DBE88A04A2}"/>
              </a:ext>
            </a:extLst>
          </p:cNvPr>
          <p:cNvSpPr/>
          <p:nvPr/>
        </p:nvSpPr>
        <p:spPr>
          <a:xfrm>
            <a:off x="6528816" y="4504351"/>
            <a:ext cx="864000" cy="164592"/>
          </a:xfrm>
          <a:prstGeom prst="rect">
            <a:avLst/>
          </a:prstGeom>
          <a:noFill/>
          <a:ln/>
        </p:spPr>
        <p:txBody>
          <a:bodyPr wrap="square" lIns="0" tIns="0" rIns="0" bIns="0" rtlCol="0" anchor="ctr"/>
          <a:lstStyle/>
          <a:p>
            <a:pPr marL="0" indent="0" algn="l">
              <a:buNone/>
            </a:pPr>
            <a:r>
              <a:rPr lang="es-MX" sz="700" b="1">
                <a:solidFill>
                  <a:srgbClr val="FFFFFF"/>
                </a:solidFill>
              </a:rPr>
              <a:t>IMPACTO EN PLAN</a:t>
            </a:r>
            <a:endParaRPr lang="es-MX" sz="700"/>
          </a:p>
        </p:txBody>
      </p:sp>
      <p:sp>
        <p:nvSpPr>
          <p:cNvPr id="381" name="Text 99">
            <a:extLst>
              <a:ext uri="{FF2B5EF4-FFF2-40B4-BE49-F238E27FC236}">
                <a16:creationId xmlns:a16="http://schemas.microsoft.com/office/drawing/2014/main" id="{20103E15-663A-7119-9450-6D1EF0954108}"/>
              </a:ext>
            </a:extLst>
          </p:cNvPr>
          <p:cNvSpPr/>
          <p:nvPr/>
        </p:nvSpPr>
        <p:spPr>
          <a:xfrm>
            <a:off x="7644384" y="4504351"/>
            <a:ext cx="4462272" cy="164592"/>
          </a:xfrm>
          <a:prstGeom prst="rect">
            <a:avLst/>
          </a:prstGeom>
          <a:noFill/>
          <a:ln/>
        </p:spPr>
        <p:txBody>
          <a:bodyPr wrap="square" lIns="0" tIns="0" rIns="0" bIns="0" rtlCol="0" anchor="ctr"/>
          <a:lstStyle/>
          <a:p>
            <a:pPr marL="0" indent="0" algn="l">
              <a:buNone/>
            </a:pPr>
            <a:r>
              <a:rPr lang="es-MX" sz="700" b="1">
                <a:solidFill>
                  <a:srgbClr val="FFFFFF"/>
                </a:solidFill>
              </a:rPr>
              <a:t>ACCIÓN REQUERIDA</a:t>
            </a:r>
            <a:endParaRPr lang="es-MX" sz="700"/>
          </a:p>
        </p:txBody>
      </p:sp>
      <p:sp>
        <p:nvSpPr>
          <p:cNvPr id="383" name="Shape 100">
            <a:extLst>
              <a:ext uri="{FF2B5EF4-FFF2-40B4-BE49-F238E27FC236}">
                <a16:creationId xmlns:a16="http://schemas.microsoft.com/office/drawing/2014/main" id="{11E7E3BE-D071-0F57-A798-23E443ADB4CA}"/>
              </a:ext>
            </a:extLst>
          </p:cNvPr>
          <p:cNvSpPr/>
          <p:nvPr/>
        </p:nvSpPr>
        <p:spPr>
          <a:xfrm>
            <a:off x="164592" y="4687231"/>
            <a:ext cx="11932920" cy="420624"/>
          </a:xfrm>
          <a:prstGeom prst="rect">
            <a:avLst/>
          </a:prstGeom>
          <a:solidFill>
            <a:srgbClr val="FFFFFF"/>
          </a:solidFill>
          <a:ln w="6350">
            <a:solidFill>
              <a:srgbClr val="D0D5E8"/>
            </a:solidFill>
            <a:prstDash val="solid"/>
          </a:ln>
        </p:spPr>
        <p:txBody>
          <a:bodyPr/>
          <a:lstStyle/>
          <a:p>
            <a:endParaRPr lang="es-MX"/>
          </a:p>
        </p:txBody>
      </p:sp>
      <p:sp>
        <p:nvSpPr>
          <p:cNvPr id="385" name="Text 101">
            <a:extLst>
              <a:ext uri="{FF2B5EF4-FFF2-40B4-BE49-F238E27FC236}">
                <a16:creationId xmlns:a16="http://schemas.microsoft.com/office/drawing/2014/main" id="{CB6D95ED-169F-DAE2-6364-DAEF3F9C8264}"/>
              </a:ext>
            </a:extLst>
          </p:cNvPr>
          <p:cNvSpPr/>
          <p:nvPr/>
        </p:nvSpPr>
        <p:spPr>
          <a:xfrm>
            <a:off x="179270" y="4799213"/>
            <a:ext cx="415090" cy="365760"/>
          </a:xfrm>
          <a:prstGeom prst="rect">
            <a:avLst/>
          </a:prstGeom>
          <a:noFill/>
          <a:ln/>
        </p:spPr>
        <p:txBody>
          <a:bodyPr wrap="square" lIns="0" tIns="0" rIns="0" bIns="0" rtlCol="0" anchor="t"/>
          <a:lstStyle/>
          <a:p>
            <a:pPr marL="0" indent="0" algn="ctr">
              <a:buNone/>
            </a:pPr>
            <a:r>
              <a:rPr lang="es-MX" sz="700" b="1">
                <a:solidFill>
                  <a:srgbClr val="0D1F5C"/>
                </a:solidFill>
              </a:rPr>
              <a:t>APP-R01</a:t>
            </a:r>
            <a:endParaRPr lang="es-MX" sz="700"/>
          </a:p>
        </p:txBody>
      </p:sp>
      <p:sp>
        <p:nvSpPr>
          <p:cNvPr id="393" name="Shape 105">
            <a:extLst>
              <a:ext uri="{FF2B5EF4-FFF2-40B4-BE49-F238E27FC236}">
                <a16:creationId xmlns:a16="http://schemas.microsoft.com/office/drawing/2014/main" id="{094E74B1-A9F0-085C-9807-5AE0EB0D8A61}"/>
              </a:ext>
            </a:extLst>
          </p:cNvPr>
          <p:cNvSpPr/>
          <p:nvPr/>
        </p:nvSpPr>
        <p:spPr>
          <a:xfrm>
            <a:off x="5513832" y="4778671"/>
            <a:ext cx="749808" cy="164592"/>
          </a:xfrm>
          <a:prstGeom prst="roundRect">
            <a:avLst>
              <a:gd name="adj" fmla="val 16667"/>
            </a:avLst>
          </a:prstGeom>
          <a:solidFill>
            <a:srgbClr val="C00000"/>
          </a:solidFill>
          <a:ln w="12700">
            <a:solidFill>
              <a:srgbClr val="C00000"/>
            </a:solidFill>
            <a:prstDash val="solid"/>
          </a:ln>
        </p:spPr>
        <p:txBody>
          <a:bodyPr/>
          <a:lstStyle/>
          <a:p>
            <a:pPr algn="ctr"/>
            <a:endParaRPr lang="es-MX"/>
          </a:p>
        </p:txBody>
      </p:sp>
      <p:sp>
        <p:nvSpPr>
          <p:cNvPr id="395" name="Text 106">
            <a:extLst>
              <a:ext uri="{FF2B5EF4-FFF2-40B4-BE49-F238E27FC236}">
                <a16:creationId xmlns:a16="http://schemas.microsoft.com/office/drawing/2014/main" id="{50D397E2-829D-72CA-686C-DB1EDD8F872B}"/>
              </a:ext>
            </a:extLst>
          </p:cNvPr>
          <p:cNvSpPr/>
          <p:nvPr/>
        </p:nvSpPr>
        <p:spPr>
          <a:xfrm>
            <a:off x="5513832" y="4778671"/>
            <a:ext cx="749808" cy="164592"/>
          </a:xfrm>
          <a:prstGeom prst="rect">
            <a:avLst/>
          </a:prstGeom>
          <a:noFill/>
          <a:ln/>
        </p:spPr>
        <p:txBody>
          <a:bodyPr wrap="square" lIns="0" tIns="0" rIns="0" bIns="0" rtlCol="0" anchor="ctr"/>
          <a:lstStyle/>
          <a:p>
            <a:pPr marL="0" indent="0" algn="ctr">
              <a:buNone/>
            </a:pPr>
            <a:r>
              <a:rPr lang="es-MX" sz="650" b="1">
                <a:solidFill>
                  <a:srgbClr val="FFFFFF"/>
                </a:solidFill>
              </a:rPr>
              <a:t>CRÍTICA</a:t>
            </a:r>
            <a:endParaRPr lang="es-MX" sz="650"/>
          </a:p>
        </p:txBody>
      </p:sp>
      <p:sp>
        <p:nvSpPr>
          <p:cNvPr id="401" name="Shape 109">
            <a:extLst>
              <a:ext uri="{FF2B5EF4-FFF2-40B4-BE49-F238E27FC236}">
                <a16:creationId xmlns:a16="http://schemas.microsoft.com/office/drawing/2014/main" id="{FCB0950E-D412-2C1E-1ED1-9E90C47631F4}"/>
              </a:ext>
            </a:extLst>
          </p:cNvPr>
          <p:cNvSpPr/>
          <p:nvPr/>
        </p:nvSpPr>
        <p:spPr>
          <a:xfrm>
            <a:off x="164592" y="5107855"/>
            <a:ext cx="11932920" cy="420624"/>
          </a:xfrm>
          <a:prstGeom prst="rect">
            <a:avLst/>
          </a:prstGeom>
          <a:solidFill>
            <a:srgbClr val="E8EBF4"/>
          </a:solidFill>
          <a:ln w="6350">
            <a:solidFill>
              <a:srgbClr val="D0D5E8"/>
            </a:solidFill>
            <a:prstDash val="solid"/>
          </a:ln>
        </p:spPr>
        <p:txBody>
          <a:bodyPr/>
          <a:lstStyle/>
          <a:p>
            <a:endParaRPr lang="es-MX"/>
          </a:p>
        </p:txBody>
      </p:sp>
      <p:sp>
        <p:nvSpPr>
          <p:cNvPr id="403" name="Text 110">
            <a:extLst>
              <a:ext uri="{FF2B5EF4-FFF2-40B4-BE49-F238E27FC236}">
                <a16:creationId xmlns:a16="http://schemas.microsoft.com/office/drawing/2014/main" id="{6BE474AB-C3E3-5950-0360-8841AA579845}"/>
              </a:ext>
            </a:extLst>
          </p:cNvPr>
          <p:cNvSpPr/>
          <p:nvPr/>
        </p:nvSpPr>
        <p:spPr>
          <a:xfrm>
            <a:off x="179270" y="5215444"/>
            <a:ext cx="415090" cy="365760"/>
          </a:xfrm>
          <a:prstGeom prst="rect">
            <a:avLst/>
          </a:prstGeom>
          <a:noFill/>
          <a:ln/>
        </p:spPr>
        <p:txBody>
          <a:bodyPr wrap="square" lIns="0" tIns="0" rIns="0" bIns="0" rtlCol="0" anchor="t"/>
          <a:lstStyle/>
          <a:p>
            <a:pPr marL="0" indent="0" algn="ctr">
              <a:buNone/>
            </a:pPr>
            <a:r>
              <a:rPr lang="es-MX" sz="700" b="1">
                <a:solidFill>
                  <a:srgbClr val="0D1F5C"/>
                </a:solidFill>
              </a:rPr>
              <a:t>APP-D01</a:t>
            </a:r>
            <a:endParaRPr lang="es-MX" sz="700"/>
          </a:p>
        </p:txBody>
      </p:sp>
      <p:sp>
        <p:nvSpPr>
          <p:cNvPr id="411" name="Shape 114">
            <a:extLst>
              <a:ext uri="{FF2B5EF4-FFF2-40B4-BE49-F238E27FC236}">
                <a16:creationId xmlns:a16="http://schemas.microsoft.com/office/drawing/2014/main" id="{AAA0D2C6-358E-64F1-B000-FA481CEDA3E9}"/>
              </a:ext>
            </a:extLst>
          </p:cNvPr>
          <p:cNvSpPr/>
          <p:nvPr/>
        </p:nvSpPr>
        <p:spPr>
          <a:xfrm>
            <a:off x="5513832" y="5199295"/>
            <a:ext cx="749808" cy="164592"/>
          </a:xfrm>
          <a:prstGeom prst="roundRect">
            <a:avLst>
              <a:gd name="adj" fmla="val 16667"/>
            </a:avLst>
          </a:prstGeom>
          <a:solidFill>
            <a:srgbClr val="FF0000"/>
          </a:solidFill>
          <a:ln w="12700">
            <a:solidFill>
              <a:srgbClr val="FF0000"/>
            </a:solidFill>
            <a:prstDash val="solid"/>
          </a:ln>
        </p:spPr>
        <p:txBody>
          <a:bodyPr/>
          <a:lstStyle/>
          <a:p>
            <a:pPr algn="ctr"/>
            <a:endParaRPr lang="es-MX"/>
          </a:p>
        </p:txBody>
      </p:sp>
      <p:sp>
        <p:nvSpPr>
          <p:cNvPr id="413" name="Text 115">
            <a:extLst>
              <a:ext uri="{FF2B5EF4-FFF2-40B4-BE49-F238E27FC236}">
                <a16:creationId xmlns:a16="http://schemas.microsoft.com/office/drawing/2014/main" id="{D41DD8E2-21D2-58FC-6D07-B76F7A752E03}"/>
              </a:ext>
            </a:extLst>
          </p:cNvPr>
          <p:cNvSpPr/>
          <p:nvPr/>
        </p:nvSpPr>
        <p:spPr>
          <a:xfrm>
            <a:off x="5513832" y="5199295"/>
            <a:ext cx="749808" cy="164592"/>
          </a:xfrm>
          <a:prstGeom prst="rect">
            <a:avLst/>
          </a:prstGeom>
          <a:noFill/>
          <a:ln/>
        </p:spPr>
        <p:txBody>
          <a:bodyPr wrap="square" lIns="0" tIns="0" rIns="0" bIns="0" rtlCol="0" anchor="ctr"/>
          <a:lstStyle/>
          <a:p>
            <a:pPr marL="0" indent="0" algn="ctr">
              <a:buNone/>
            </a:pPr>
            <a:r>
              <a:rPr lang="es-MX" sz="650" b="1">
                <a:solidFill>
                  <a:srgbClr val="FFFFFF"/>
                </a:solidFill>
              </a:rPr>
              <a:t>ALTA</a:t>
            </a:r>
            <a:endParaRPr lang="es-MX" sz="650"/>
          </a:p>
        </p:txBody>
      </p:sp>
      <p:sp>
        <p:nvSpPr>
          <p:cNvPr id="419" name="Shape 118">
            <a:extLst>
              <a:ext uri="{FF2B5EF4-FFF2-40B4-BE49-F238E27FC236}">
                <a16:creationId xmlns:a16="http://schemas.microsoft.com/office/drawing/2014/main" id="{BD73EB49-A77F-F2F9-7B3E-A49D7FDA27F6}"/>
              </a:ext>
            </a:extLst>
          </p:cNvPr>
          <p:cNvSpPr/>
          <p:nvPr/>
        </p:nvSpPr>
        <p:spPr>
          <a:xfrm>
            <a:off x="164592" y="5528479"/>
            <a:ext cx="11932920" cy="515972"/>
          </a:xfrm>
          <a:prstGeom prst="rect">
            <a:avLst/>
          </a:prstGeom>
          <a:solidFill>
            <a:srgbClr val="FFFFFF"/>
          </a:solidFill>
          <a:ln w="6350">
            <a:solidFill>
              <a:srgbClr val="D0D5E8"/>
            </a:solidFill>
            <a:prstDash val="solid"/>
          </a:ln>
        </p:spPr>
        <p:txBody>
          <a:bodyPr/>
          <a:lstStyle/>
          <a:p>
            <a:endParaRPr lang="es-MX"/>
          </a:p>
        </p:txBody>
      </p:sp>
      <p:sp>
        <p:nvSpPr>
          <p:cNvPr id="421" name="Text 119">
            <a:extLst>
              <a:ext uri="{FF2B5EF4-FFF2-40B4-BE49-F238E27FC236}">
                <a16:creationId xmlns:a16="http://schemas.microsoft.com/office/drawing/2014/main" id="{320B6630-B489-5FC5-6F32-2E41B07AECB2}"/>
              </a:ext>
            </a:extLst>
          </p:cNvPr>
          <p:cNvSpPr/>
          <p:nvPr/>
        </p:nvSpPr>
        <p:spPr>
          <a:xfrm>
            <a:off x="179270" y="5654241"/>
            <a:ext cx="415090" cy="365760"/>
          </a:xfrm>
          <a:prstGeom prst="rect">
            <a:avLst/>
          </a:prstGeom>
          <a:noFill/>
          <a:ln/>
        </p:spPr>
        <p:txBody>
          <a:bodyPr wrap="square" lIns="0" tIns="0" rIns="0" bIns="0" rtlCol="0" anchor="t"/>
          <a:lstStyle/>
          <a:p>
            <a:pPr marL="0" indent="0" algn="ctr">
              <a:buNone/>
            </a:pPr>
            <a:r>
              <a:rPr lang="es-MX" sz="700" b="1">
                <a:solidFill>
                  <a:srgbClr val="0D1F5C"/>
                </a:solidFill>
              </a:rPr>
              <a:t>APP-I02</a:t>
            </a:r>
            <a:endParaRPr lang="es-MX" sz="700"/>
          </a:p>
        </p:txBody>
      </p:sp>
      <p:grpSp>
        <p:nvGrpSpPr>
          <p:cNvPr id="551" name="Group 550">
            <a:extLst>
              <a:ext uri="{FF2B5EF4-FFF2-40B4-BE49-F238E27FC236}">
                <a16:creationId xmlns:a16="http://schemas.microsoft.com/office/drawing/2014/main" id="{4854A283-28AF-193B-C4E1-78441484A5C7}"/>
              </a:ext>
            </a:extLst>
          </p:cNvPr>
          <p:cNvGrpSpPr/>
          <p:nvPr/>
        </p:nvGrpSpPr>
        <p:grpSpPr>
          <a:xfrm>
            <a:off x="630936" y="5199295"/>
            <a:ext cx="548640" cy="164592"/>
            <a:chOff x="630936" y="5619919"/>
            <a:chExt cx="548640" cy="164592"/>
          </a:xfrm>
        </p:grpSpPr>
        <p:sp>
          <p:nvSpPr>
            <p:cNvPr id="423" name="Shape 120">
              <a:extLst>
                <a:ext uri="{FF2B5EF4-FFF2-40B4-BE49-F238E27FC236}">
                  <a16:creationId xmlns:a16="http://schemas.microsoft.com/office/drawing/2014/main" id="{062AF228-2784-EEEB-C43F-E299108256F8}"/>
                </a:ext>
              </a:extLst>
            </p:cNvPr>
            <p:cNvSpPr/>
            <p:nvPr/>
          </p:nvSpPr>
          <p:spPr>
            <a:xfrm>
              <a:off x="630936" y="5619919"/>
              <a:ext cx="548640" cy="164592"/>
            </a:xfrm>
            <a:prstGeom prst="roundRect">
              <a:avLst>
                <a:gd name="adj" fmla="val 16667"/>
              </a:avLst>
            </a:prstGeom>
            <a:solidFill>
              <a:srgbClr val="1B3A8C"/>
            </a:solidFill>
            <a:ln w="12700">
              <a:solidFill>
                <a:srgbClr val="1B3A8C"/>
              </a:solidFill>
              <a:prstDash val="solid"/>
            </a:ln>
          </p:spPr>
          <p:txBody>
            <a:bodyPr/>
            <a:lstStyle/>
            <a:p>
              <a:pPr algn="ctr"/>
              <a:endParaRPr lang="es-MX"/>
            </a:p>
          </p:txBody>
        </p:sp>
        <p:sp>
          <p:nvSpPr>
            <p:cNvPr id="425" name="Text 121">
              <a:extLst>
                <a:ext uri="{FF2B5EF4-FFF2-40B4-BE49-F238E27FC236}">
                  <a16:creationId xmlns:a16="http://schemas.microsoft.com/office/drawing/2014/main" id="{936B9832-F6ED-D0CB-E70D-D956D82A614E}"/>
                </a:ext>
              </a:extLst>
            </p:cNvPr>
            <p:cNvSpPr/>
            <p:nvPr/>
          </p:nvSpPr>
          <p:spPr>
            <a:xfrm>
              <a:off x="630936" y="5619919"/>
              <a:ext cx="548640" cy="164592"/>
            </a:xfrm>
            <a:prstGeom prst="rect">
              <a:avLst/>
            </a:prstGeom>
            <a:noFill/>
            <a:ln/>
          </p:spPr>
          <p:txBody>
            <a:bodyPr wrap="square" lIns="0" tIns="0" rIns="0" bIns="0" rtlCol="0" anchor="ctr"/>
            <a:lstStyle/>
            <a:p>
              <a:pPr marL="0" indent="0" algn="ctr">
                <a:buNone/>
              </a:pPr>
              <a:r>
                <a:rPr lang="es-MX" sz="650" b="1">
                  <a:solidFill>
                    <a:srgbClr val="FFFFFF"/>
                  </a:solidFill>
                </a:rPr>
                <a:t>DEP</a:t>
              </a:r>
              <a:endParaRPr lang="es-MX" sz="650"/>
            </a:p>
          </p:txBody>
        </p:sp>
      </p:grpSp>
      <p:sp>
        <p:nvSpPr>
          <p:cNvPr id="427" name="Text 122">
            <a:extLst>
              <a:ext uri="{FF2B5EF4-FFF2-40B4-BE49-F238E27FC236}">
                <a16:creationId xmlns:a16="http://schemas.microsoft.com/office/drawing/2014/main" id="{E9634229-926D-2D58-E342-53EEFD16B077}"/>
              </a:ext>
            </a:extLst>
          </p:cNvPr>
          <p:cNvSpPr/>
          <p:nvPr/>
        </p:nvSpPr>
        <p:spPr>
          <a:xfrm>
            <a:off x="1352296" y="5135287"/>
            <a:ext cx="4078224" cy="365760"/>
          </a:xfrm>
          <a:prstGeom prst="rect">
            <a:avLst/>
          </a:prstGeom>
          <a:noFill/>
          <a:ln/>
        </p:spPr>
        <p:txBody>
          <a:bodyPr wrap="square" lIns="0" tIns="0" rIns="0" bIns="0" rtlCol="0" anchor="t"/>
          <a:lstStyle/>
          <a:p>
            <a:pPr marL="0" indent="0">
              <a:buNone/>
            </a:pPr>
            <a:r>
              <a:rPr lang="es-MX" sz="700" b="1">
                <a:solidFill>
                  <a:srgbClr val="3A3A3A"/>
                </a:solidFill>
              </a:rPr>
              <a:t>UX dependencia crítica — retrasos ya materializados, sin holgura en cronograma. </a:t>
            </a:r>
            <a:r>
              <a:rPr lang="es-MX" sz="700">
                <a:solidFill>
                  <a:srgbClr val="3A3A3A"/>
                </a:solidFill>
              </a:rPr>
              <a:t>UX es responsable de pantallas para iniciar construcción y validación final de criterios de aceptación. Retrasos ya ocurridos en primeras fases. Plan de seguimiento activo pero sin margen adicional.</a:t>
            </a:r>
          </a:p>
          <a:p>
            <a:pPr marL="0" indent="0">
              <a:buNone/>
            </a:pPr>
            <a:endParaRPr lang="es-MX" sz="700"/>
          </a:p>
        </p:txBody>
      </p:sp>
      <p:sp>
        <p:nvSpPr>
          <p:cNvPr id="429" name="Shape 123">
            <a:extLst>
              <a:ext uri="{FF2B5EF4-FFF2-40B4-BE49-F238E27FC236}">
                <a16:creationId xmlns:a16="http://schemas.microsoft.com/office/drawing/2014/main" id="{FFB9DCAB-6A1E-4548-F8B2-2970E2FD0FFF}"/>
              </a:ext>
            </a:extLst>
          </p:cNvPr>
          <p:cNvSpPr/>
          <p:nvPr/>
        </p:nvSpPr>
        <p:spPr>
          <a:xfrm>
            <a:off x="5513832" y="5619919"/>
            <a:ext cx="749808" cy="164592"/>
          </a:xfrm>
          <a:prstGeom prst="roundRect">
            <a:avLst>
              <a:gd name="adj" fmla="val 16667"/>
            </a:avLst>
          </a:prstGeom>
          <a:solidFill>
            <a:srgbClr val="FF0000"/>
          </a:solidFill>
          <a:ln w="12700">
            <a:solidFill>
              <a:srgbClr val="FF0000"/>
            </a:solidFill>
            <a:prstDash val="solid"/>
          </a:ln>
        </p:spPr>
        <p:txBody>
          <a:bodyPr/>
          <a:lstStyle/>
          <a:p>
            <a:pPr algn="ctr"/>
            <a:endParaRPr lang="es-MX"/>
          </a:p>
        </p:txBody>
      </p:sp>
      <p:sp>
        <p:nvSpPr>
          <p:cNvPr id="431" name="Text 124">
            <a:extLst>
              <a:ext uri="{FF2B5EF4-FFF2-40B4-BE49-F238E27FC236}">
                <a16:creationId xmlns:a16="http://schemas.microsoft.com/office/drawing/2014/main" id="{3CA1C674-CE16-2D17-0E1E-C07F1BC875F3}"/>
              </a:ext>
            </a:extLst>
          </p:cNvPr>
          <p:cNvSpPr/>
          <p:nvPr/>
        </p:nvSpPr>
        <p:spPr>
          <a:xfrm>
            <a:off x="5513832" y="5619919"/>
            <a:ext cx="749808" cy="164592"/>
          </a:xfrm>
          <a:prstGeom prst="rect">
            <a:avLst/>
          </a:prstGeom>
          <a:noFill/>
          <a:ln>
            <a:noFill/>
          </a:ln>
        </p:spPr>
        <p:txBody>
          <a:bodyPr wrap="square" lIns="0" tIns="0" rIns="0" bIns="0" rtlCol="0" anchor="ctr"/>
          <a:lstStyle/>
          <a:p>
            <a:pPr marL="0" indent="0" algn="ctr">
              <a:buNone/>
            </a:pPr>
            <a:r>
              <a:rPr lang="es-MX" sz="650" b="1">
                <a:solidFill>
                  <a:srgbClr val="FFFFFF"/>
                </a:solidFill>
              </a:rPr>
              <a:t>ALTA</a:t>
            </a:r>
            <a:endParaRPr lang="es-MX" sz="650"/>
          </a:p>
        </p:txBody>
      </p:sp>
      <p:sp>
        <p:nvSpPr>
          <p:cNvPr id="433" name="Text 125">
            <a:extLst>
              <a:ext uri="{FF2B5EF4-FFF2-40B4-BE49-F238E27FC236}">
                <a16:creationId xmlns:a16="http://schemas.microsoft.com/office/drawing/2014/main" id="{496F027A-30FB-50E4-2232-23E2349C88F3}"/>
              </a:ext>
            </a:extLst>
          </p:cNvPr>
          <p:cNvSpPr/>
          <p:nvPr/>
        </p:nvSpPr>
        <p:spPr>
          <a:xfrm>
            <a:off x="6528816" y="5135287"/>
            <a:ext cx="864000" cy="365760"/>
          </a:xfrm>
          <a:prstGeom prst="rect">
            <a:avLst/>
          </a:prstGeom>
          <a:noFill/>
          <a:ln/>
        </p:spPr>
        <p:txBody>
          <a:bodyPr wrap="square" lIns="0" tIns="0" rIns="0" bIns="0" rtlCol="0" anchor="t"/>
          <a:lstStyle/>
          <a:p>
            <a:pPr marL="0" indent="0">
              <a:buNone/>
            </a:pPr>
            <a:r>
              <a:rPr lang="es-MX" sz="700">
                <a:solidFill>
                  <a:srgbClr val="3A3A3A"/>
                </a:solidFill>
              </a:rPr>
              <a:t>Plan · Alcance</a:t>
            </a:r>
            <a:endParaRPr lang="es-MX" sz="700"/>
          </a:p>
        </p:txBody>
      </p:sp>
      <p:sp>
        <p:nvSpPr>
          <p:cNvPr id="435" name="Text 126">
            <a:extLst>
              <a:ext uri="{FF2B5EF4-FFF2-40B4-BE49-F238E27FC236}">
                <a16:creationId xmlns:a16="http://schemas.microsoft.com/office/drawing/2014/main" id="{49304B38-4CF4-2275-D362-B79DCC322DB4}"/>
              </a:ext>
            </a:extLst>
          </p:cNvPr>
          <p:cNvSpPr/>
          <p:nvPr/>
        </p:nvSpPr>
        <p:spPr>
          <a:xfrm>
            <a:off x="7635240" y="5135287"/>
            <a:ext cx="4425696" cy="365760"/>
          </a:xfrm>
          <a:prstGeom prst="rect">
            <a:avLst/>
          </a:prstGeom>
          <a:noFill/>
          <a:ln/>
        </p:spPr>
        <p:txBody>
          <a:bodyPr wrap="square" lIns="0" tIns="0" rIns="0" bIns="0" rtlCol="0" anchor="t"/>
          <a:lstStyle/>
          <a:p>
            <a:pPr marL="88900" indent="-88900">
              <a:buFont typeface="Arial" panose="020B0604020202020204" pitchFamily="34" charset="0"/>
              <a:buChar char="•"/>
            </a:pPr>
            <a:r>
              <a:rPr lang="es-MX" sz="680">
                <a:solidFill>
                  <a:srgbClr val="3A3A3A"/>
                </a:solidFill>
              </a:rPr>
              <a:t>Mantener seguimiento semanal con equipo UX. </a:t>
            </a:r>
          </a:p>
          <a:p>
            <a:pPr marL="88900" indent="-88900">
              <a:buFont typeface="Arial" panose="020B0604020202020204" pitchFamily="34" charset="0"/>
              <a:buChar char="•"/>
            </a:pPr>
            <a:r>
              <a:rPr lang="es-MX" sz="680">
                <a:solidFill>
                  <a:srgbClr val="3A3A3A"/>
                </a:solidFill>
              </a:rPr>
              <a:t>Escalar de inmediato cualquier nueva desviación — no existe margen de absorción.</a:t>
            </a:r>
          </a:p>
        </p:txBody>
      </p:sp>
      <p:grpSp>
        <p:nvGrpSpPr>
          <p:cNvPr id="473" name="Group 472">
            <a:extLst>
              <a:ext uri="{FF2B5EF4-FFF2-40B4-BE49-F238E27FC236}">
                <a16:creationId xmlns:a16="http://schemas.microsoft.com/office/drawing/2014/main" id="{32030D55-D85D-1984-C7A5-5CC8DE477859}"/>
              </a:ext>
            </a:extLst>
          </p:cNvPr>
          <p:cNvGrpSpPr/>
          <p:nvPr/>
        </p:nvGrpSpPr>
        <p:grpSpPr>
          <a:xfrm>
            <a:off x="630936" y="4778671"/>
            <a:ext cx="548640" cy="164592"/>
            <a:chOff x="630936" y="4304538"/>
            <a:chExt cx="548640" cy="164592"/>
          </a:xfrm>
        </p:grpSpPr>
        <p:sp>
          <p:nvSpPr>
            <p:cNvPr id="387" name="Shape 102">
              <a:extLst>
                <a:ext uri="{FF2B5EF4-FFF2-40B4-BE49-F238E27FC236}">
                  <a16:creationId xmlns:a16="http://schemas.microsoft.com/office/drawing/2014/main" id="{2A9046F7-7717-D306-5CC3-63C6FB28B4E7}"/>
                </a:ext>
              </a:extLst>
            </p:cNvPr>
            <p:cNvSpPr/>
            <p:nvPr/>
          </p:nvSpPr>
          <p:spPr>
            <a:xfrm>
              <a:off x="630936" y="4304538"/>
              <a:ext cx="548640" cy="164592"/>
            </a:xfrm>
            <a:prstGeom prst="roundRect">
              <a:avLst>
                <a:gd name="adj" fmla="val 16667"/>
              </a:avLst>
            </a:prstGeom>
            <a:solidFill>
              <a:srgbClr val="E07B00"/>
            </a:solidFill>
            <a:ln w="12700">
              <a:solidFill>
                <a:srgbClr val="E07B00"/>
              </a:solidFill>
              <a:prstDash val="solid"/>
            </a:ln>
          </p:spPr>
          <p:txBody>
            <a:bodyPr/>
            <a:lstStyle/>
            <a:p>
              <a:pPr algn="ctr"/>
              <a:endParaRPr lang="es-MX"/>
            </a:p>
          </p:txBody>
        </p:sp>
        <p:sp>
          <p:nvSpPr>
            <p:cNvPr id="389" name="Text 103">
              <a:extLst>
                <a:ext uri="{FF2B5EF4-FFF2-40B4-BE49-F238E27FC236}">
                  <a16:creationId xmlns:a16="http://schemas.microsoft.com/office/drawing/2014/main" id="{20681C3C-E281-1E5C-9909-307C3E61286A}"/>
                </a:ext>
              </a:extLst>
            </p:cNvPr>
            <p:cNvSpPr/>
            <p:nvPr/>
          </p:nvSpPr>
          <p:spPr>
            <a:xfrm>
              <a:off x="630936" y="4304538"/>
              <a:ext cx="548640" cy="164592"/>
            </a:xfrm>
            <a:prstGeom prst="rect">
              <a:avLst/>
            </a:prstGeom>
            <a:noFill/>
            <a:ln/>
          </p:spPr>
          <p:txBody>
            <a:bodyPr wrap="square" lIns="0" tIns="0" rIns="0" bIns="0" rtlCol="0" anchor="ctr"/>
            <a:lstStyle/>
            <a:p>
              <a:pPr marL="0" indent="0" algn="ctr">
                <a:buNone/>
              </a:pPr>
              <a:r>
                <a:rPr lang="es-MX" sz="650" b="1">
                  <a:solidFill>
                    <a:srgbClr val="FFFFFF"/>
                  </a:solidFill>
                </a:rPr>
                <a:t>RIESGO</a:t>
              </a:r>
              <a:endParaRPr lang="es-MX" sz="650"/>
            </a:p>
          </p:txBody>
        </p:sp>
      </p:grpSp>
      <p:grpSp>
        <p:nvGrpSpPr>
          <p:cNvPr id="472" name="Group 471">
            <a:extLst>
              <a:ext uri="{FF2B5EF4-FFF2-40B4-BE49-F238E27FC236}">
                <a16:creationId xmlns:a16="http://schemas.microsoft.com/office/drawing/2014/main" id="{F32A97D4-1D4D-AE66-9671-2CD1AED862D4}"/>
              </a:ext>
            </a:extLst>
          </p:cNvPr>
          <p:cNvGrpSpPr/>
          <p:nvPr/>
        </p:nvGrpSpPr>
        <p:grpSpPr>
          <a:xfrm>
            <a:off x="630936" y="5619919"/>
            <a:ext cx="548640" cy="164592"/>
            <a:chOff x="630936" y="4725162"/>
            <a:chExt cx="548640" cy="164592"/>
          </a:xfrm>
        </p:grpSpPr>
        <p:sp>
          <p:nvSpPr>
            <p:cNvPr id="405" name="Shape 111">
              <a:extLst>
                <a:ext uri="{FF2B5EF4-FFF2-40B4-BE49-F238E27FC236}">
                  <a16:creationId xmlns:a16="http://schemas.microsoft.com/office/drawing/2014/main" id="{4DC627C1-0020-C3DB-1F5D-FAA9983A843F}"/>
                </a:ext>
              </a:extLst>
            </p:cNvPr>
            <p:cNvSpPr/>
            <p:nvPr/>
          </p:nvSpPr>
          <p:spPr>
            <a:xfrm>
              <a:off x="630936" y="4725162"/>
              <a:ext cx="548640" cy="164592"/>
            </a:xfrm>
            <a:prstGeom prst="roundRect">
              <a:avLst>
                <a:gd name="adj" fmla="val 16667"/>
              </a:avLst>
            </a:prstGeom>
            <a:solidFill>
              <a:srgbClr val="C0392B"/>
            </a:solidFill>
            <a:ln w="12700">
              <a:solidFill>
                <a:srgbClr val="C0392B"/>
              </a:solidFill>
              <a:prstDash val="solid"/>
            </a:ln>
          </p:spPr>
          <p:txBody>
            <a:bodyPr/>
            <a:lstStyle/>
            <a:p>
              <a:pPr algn="ctr"/>
              <a:endParaRPr lang="es-MX"/>
            </a:p>
          </p:txBody>
        </p:sp>
        <p:sp>
          <p:nvSpPr>
            <p:cNvPr id="407" name="Text 112">
              <a:extLst>
                <a:ext uri="{FF2B5EF4-FFF2-40B4-BE49-F238E27FC236}">
                  <a16:creationId xmlns:a16="http://schemas.microsoft.com/office/drawing/2014/main" id="{7FDA41BB-2F7F-0B76-9C4C-16F059352C14}"/>
                </a:ext>
              </a:extLst>
            </p:cNvPr>
            <p:cNvSpPr/>
            <p:nvPr/>
          </p:nvSpPr>
          <p:spPr>
            <a:xfrm>
              <a:off x="630936" y="4725162"/>
              <a:ext cx="548640" cy="164592"/>
            </a:xfrm>
            <a:prstGeom prst="rect">
              <a:avLst/>
            </a:prstGeom>
            <a:noFill/>
            <a:ln/>
          </p:spPr>
          <p:txBody>
            <a:bodyPr wrap="square" lIns="0" tIns="0" rIns="0" bIns="0" rtlCol="0" anchor="ctr"/>
            <a:lstStyle/>
            <a:p>
              <a:pPr marL="0" indent="0" algn="ctr">
                <a:buNone/>
              </a:pPr>
              <a:r>
                <a:rPr lang="es-MX" sz="650" b="1">
                  <a:solidFill>
                    <a:srgbClr val="FFFFFF"/>
                  </a:solidFill>
                </a:rPr>
                <a:t>ISSUE</a:t>
              </a:r>
              <a:endParaRPr lang="es-MX" sz="650"/>
            </a:p>
          </p:txBody>
        </p:sp>
      </p:grpSp>
      <p:sp>
        <p:nvSpPr>
          <p:cNvPr id="391" name="Text 104">
            <a:extLst>
              <a:ext uri="{FF2B5EF4-FFF2-40B4-BE49-F238E27FC236}">
                <a16:creationId xmlns:a16="http://schemas.microsoft.com/office/drawing/2014/main" id="{420ED1A3-4A0F-3D31-8F3E-906AF735413C}"/>
              </a:ext>
            </a:extLst>
          </p:cNvPr>
          <p:cNvSpPr/>
          <p:nvPr/>
        </p:nvSpPr>
        <p:spPr>
          <a:xfrm>
            <a:off x="1352296" y="5555911"/>
            <a:ext cx="4078224" cy="365760"/>
          </a:xfrm>
          <a:prstGeom prst="rect">
            <a:avLst/>
          </a:prstGeom>
          <a:noFill/>
          <a:ln/>
        </p:spPr>
        <p:txBody>
          <a:bodyPr wrap="square" lIns="0" tIns="0" rIns="0" bIns="0" rtlCol="0" anchor="t"/>
          <a:lstStyle/>
          <a:p>
            <a:pPr marL="0" indent="0">
              <a:buNone/>
            </a:pPr>
            <a:r>
              <a:rPr lang="es-MX" sz="700" b="1">
                <a:solidFill>
                  <a:srgbClr val="3A3A3A"/>
                </a:solidFill>
              </a:rPr>
              <a:t>Plan inestable — 2 HUs sin fechas, 3 con criterios en revisión, inventario integraciones sin consolidar. </a:t>
            </a:r>
            <a:r>
              <a:rPr lang="es-MX" sz="700">
                <a:solidFill>
                  <a:srgbClr val="3A3A3A"/>
                </a:solidFill>
              </a:rPr>
              <a:t>2 HUs sin fecha de implementación por impacto en cascada de retrasos. 3 HUs con criterios de aceptación sujetos a cambio. 4 integraciones API identificadas pendientes de validación con </a:t>
            </a:r>
            <a:r>
              <a:rPr lang="es-MX" sz="700" err="1">
                <a:solidFill>
                  <a:srgbClr val="3A3A3A"/>
                </a:solidFill>
              </a:rPr>
              <a:t>APIficación</a:t>
            </a:r>
            <a:r>
              <a:rPr lang="es-MX" sz="700">
                <a:solidFill>
                  <a:srgbClr val="3A3A3A"/>
                </a:solidFill>
              </a:rPr>
              <a:t> — sin detalles de volúmenes ni tiempos de respuesta</a:t>
            </a:r>
            <a:r>
              <a:rPr lang="es-MX" sz="700" b="1">
                <a:solidFill>
                  <a:srgbClr val="3A3A3A"/>
                </a:solidFill>
              </a:rPr>
              <a:t>.</a:t>
            </a:r>
          </a:p>
        </p:txBody>
      </p:sp>
      <p:sp>
        <p:nvSpPr>
          <p:cNvPr id="409" name="Text 113">
            <a:extLst>
              <a:ext uri="{FF2B5EF4-FFF2-40B4-BE49-F238E27FC236}">
                <a16:creationId xmlns:a16="http://schemas.microsoft.com/office/drawing/2014/main" id="{79788433-BCD2-0A2E-865C-8A93E52BEB1E}"/>
              </a:ext>
            </a:extLst>
          </p:cNvPr>
          <p:cNvSpPr/>
          <p:nvPr/>
        </p:nvSpPr>
        <p:spPr>
          <a:xfrm>
            <a:off x="1352296" y="4714663"/>
            <a:ext cx="4078224" cy="365760"/>
          </a:xfrm>
          <a:prstGeom prst="rect">
            <a:avLst/>
          </a:prstGeom>
          <a:noFill/>
          <a:ln/>
        </p:spPr>
        <p:txBody>
          <a:bodyPr wrap="square" lIns="0" tIns="0" rIns="0" bIns="0" rtlCol="0" anchor="t"/>
          <a:lstStyle/>
          <a:p>
            <a:pPr marL="0" indent="0">
              <a:buNone/>
            </a:pPr>
            <a:r>
              <a:rPr lang="es-MX" sz="700" b="1">
                <a:solidFill>
                  <a:srgbClr val="3A3A3A"/>
                </a:solidFill>
              </a:rPr>
              <a:t>6 HUs Must cierran implementación 6–20 Nov — no entran al primer tramo de SIT. </a:t>
            </a:r>
            <a:r>
              <a:rPr lang="es-MX" sz="700">
                <a:solidFill>
                  <a:srgbClr val="3A3A3A"/>
                </a:solidFill>
              </a:rPr>
              <a:t>Entregas entre 6 y 20 de noviembre solo participan en segundo tramo SIT (15-Nov–15-Dic). Riesgo directo sobre calidad del </a:t>
            </a:r>
            <a:r>
              <a:rPr lang="es-MX" sz="700" err="1">
                <a:solidFill>
                  <a:srgbClr val="3A3A3A"/>
                </a:solidFill>
              </a:rPr>
              <a:t>testing</a:t>
            </a:r>
            <a:r>
              <a:rPr lang="es-MX" sz="700">
                <a:solidFill>
                  <a:srgbClr val="3A3A3A"/>
                </a:solidFill>
              </a:rPr>
              <a:t> integrado y viabilidad del </a:t>
            </a:r>
            <a:r>
              <a:rPr lang="es-MX" sz="700" err="1">
                <a:solidFill>
                  <a:srgbClr val="3A3A3A"/>
                </a:solidFill>
              </a:rPr>
              <a:t>Go-live</a:t>
            </a:r>
            <a:r>
              <a:rPr lang="es-MX" sz="700">
                <a:solidFill>
                  <a:srgbClr val="3A3A3A"/>
                </a:solidFill>
              </a:rPr>
              <a:t> de enero.</a:t>
            </a:r>
          </a:p>
        </p:txBody>
      </p:sp>
      <p:sp>
        <p:nvSpPr>
          <p:cNvPr id="397" name="Text 107">
            <a:extLst>
              <a:ext uri="{FF2B5EF4-FFF2-40B4-BE49-F238E27FC236}">
                <a16:creationId xmlns:a16="http://schemas.microsoft.com/office/drawing/2014/main" id="{BD0A8CC8-72FE-7097-4A12-ED491CD6376E}"/>
              </a:ext>
            </a:extLst>
          </p:cNvPr>
          <p:cNvSpPr/>
          <p:nvPr/>
        </p:nvSpPr>
        <p:spPr>
          <a:xfrm>
            <a:off x="6528816" y="5555911"/>
            <a:ext cx="864000" cy="365760"/>
          </a:xfrm>
          <a:prstGeom prst="rect">
            <a:avLst/>
          </a:prstGeom>
          <a:noFill/>
          <a:ln/>
        </p:spPr>
        <p:txBody>
          <a:bodyPr wrap="square" lIns="0" tIns="0" rIns="0" bIns="0" rtlCol="0" anchor="t"/>
          <a:lstStyle/>
          <a:p>
            <a:pPr marL="0" indent="0">
              <a:buNone/>
            </a:pPr>
            <a:r>
              <a:rPr lang="es-MX" sz="700">
                <a:solidFill>
                  <a:srgbClr val="3A3A3A"/>
                </a:solidFill>
              </a:rPr>
              <a:t>Plan · Alcance · Recursos</a:t>
            </a:r>
          </a:p>
          <a:p>
            <a:pPr marL="0" indent="0">
              <a:buNone/>
            </a:pPr>
            <a:r>
              <a:rPr lang="es-MX" sz="700">
                <a:solidFill>
                  <a:srgbClr val="3A3A3A"/>
                </a:solidFill>
              </a:rPr>
              <a:t> </a:t>
            </a:r>
            <a:endParaRPr lang="es-MX" sz="700"/>
          </a:p>
        </p:txBody>
      </p:sp>
      <p:sp>
        <p:nvSpPr>
          <p:cNvPr id="415" name="Text 116">
            <a:extLst>
              <a:ext uri="{FF2B5EF4-FFF2-40B4-BE49-F238E27FC236}">
                <a16:creationId xmlns:a16="http://schemas.microsoft.com/office/drawing/2014/main" id="{2A55F35D-44B7-BE90-B04E-852B2C651291}"/>
              </a:ext>
            </a:extLst>
          </p:cNvPr>
          <p:cNvSpPr/>
          <p:nvPr/>
        </p:nvSpPr>
        <p:spPr>
          <a:xfrm>
            <a:off x="6528816" y="4714663"/>
            <a:ext cx="864000" cy="365760"/>
          </a:xfrm>
          <a:prstGeom prst="rect">
            <a:avLst/>
          </a:prstGeom>
          <a:noFill/>
          <a:ln/>
        </p:spPr>
        <p:txBody>
          <a:bodyPr wrap="square" lIns="0" tIns="0" rIns="0" bIns="0" rtlCol="0" anchor="t"/>
          <a:lstStyle/>
          <a:p>
            <a:r>
              <a:rPr lang="es-MX" sz="700">
                <a:solidFill>
                  <a:srgbClr val="3A3A3A"/>
                </a:solidFill>
              </a:rPr>
              <a:t>Plan · Alcance · Despliegue </a:t>
            </a:r>
            <a:endParaRPr lang="es-MX" sz="700"/>
          </a:p>
        </p:txBody>
      </p:sp>
      <p:sp>
        <p:nvSpPr>
          <p:cNvPr id="399" name="Text 108">
            <a:extLst>
              <a:ext uri="{FF2B5EF4-FFF2-40B4-BE49-F238E27FC236}">
                <a16:creationId xmlns:a16="http://schemas.microsoft.com/office/drawing/2014/main" id="{BCD5E051-7021-9611-8C85-04E62E993452}"/>
              </a:ext>
            </a:extLst>
          </p:cNvPr>
          <p:cNvSpPr/>
          <p:nvPr/>
        </p:nvSpPr>
        <p:spPr>
          <a:xfrm>
            <a:off x="7635240" y="5555911"/>
            <a:ext cx="4425696" cy="365760"/>
          </a:xfrm>
          <a:prstGeom prst="rect">
            <a:avLst/>
          </a:prstGeom>
          <a:noFill/>
          <a:ln/>
        </p:spPr>
        <p:txBody>
          <a:bodyPr wrap="square" lIns="0" tIns="0" rIns="0" bIns="0" rtlCol="0" anchor="t"/>
          <a:lstStyle/>
          <a:p>
            <a:pPr marL="88900" indent="-88900">
              <a:buFont typeface="Arial" panose="020B0604020202020204" pitchFamily="34" charset="0"/>
              <a:buChar char="•"/>
            </a:pPr>
            <a:r>
              <a:rPr lang="es-MX" sz="680">
                <a:solidFill>
                  <a:srgbClr val="3A3A3A"/>
                </a:solidFill>
              </a:rPr>
              <a:t>Cerrar fechas de implementación pendientes antes del 17-Ago. </a:t>
            </a:r>
          </a:p>
          <a:p>
            <a:pPr marL="88900" indent="-88900">
              <a:buFont typeface="Arial" panose="020B0604020202020204" pitchFamily="34" charset="0"/>
              <a:buChar char="•"/>
            </a:pPr>
            <a:r>
              <a:rPr lang="es-MX" sz="680">
                <a:solidFill>
                  <a:srgbClr val="3A3A3A"/>
                </a:solidFill>
              </a:rPr>
              <a:t>Consolidar inventario de integraciones con </a:t>
            </a:r>
            <a:r>
              <a:rPr lang="es-MX" sz="680" err="1">
                <a:solidFill>
                  <a:srgbClr val="3A3A3A"/>
                </a:solidFill>
              </a:rPr>
              <a:t>APIficación</a:t>
            </a:r>
            <a:r>
              <a:rPr lang="es-MX" sz="680">
                <a:solidFill>
                  <a:srgbClr val="3A3A3A"/>
                </a:solidFill>
              </a:rPr>
              <a:t>. </a:t>
            </a:r>
          </a:p>
          <a:p>
            <a:pPr marL="88900" indent="-88900">
              <a:buFont typeface="Arial" panose="020B0604020202020204" pitchFamily="34" charset="0"/>
              <a:buChar char="•"/>
            </a:pPr>
            <a:r>
              <a:rPr lang="es-MX" sz="680">
                <a:solidFill>
                  <a:srgbClr val="3A3A3A"/>
                </a:solidFill>
              </a:rPr>
              <a:t>Congelar criterios de aceptación de HUs Must antes del 15-Sep.</a:t>
            </a:r>
          </a:p>
          <a:p>
            <a:endParaRPr lang="es-MX" sz="680">
              <a:solidFill>
                <a:srgbClr val="3A3A3A"/>
              </a:solidFill>
            </a:endParaRPr>
          </a:p>
        </p:txBody>
      </p:sp>
      <p:sp>
        <p:nvSpPr>
          <p:cNvPr id="417" name="Text 117">
            <a:extLst>
              <a:ext uri="{FF2B5EF4-FFF2-40B4-BE49-F238E27FC236}">
                <a16:creationId xmlns:a16="http://schemas.microsoft.com/office/drawing/2014/main" id="{004DA8A9-05F5-C403-223D-FCC5CE1AD7B8}"/>
              </a:ext>
            </a:extLst>
          </p:cNvPr>
          <p:cNvSpPr/>
          <p:nvPr/>
        </p:nvSpPr>
        <p:spPr>
          <a:xfrm>
            <a:off x="7635240" y="4714663"/>
            <a:ext cx="4425696" cy="365760"/>
          </a:xfrm>
          <a:prstGeom prst="rect">
            <a:avLst/>
          </a:prstGeom>
          <a:noFill/>
          <a:ln/>
        </p:spPr>
        <p:txBody>
          <a:bodyPr wrap="square" lIns="0" tIns="0" rIns="0" bIns="0" rtlCol="0" anchor="t"/>
          <a:lstStyle/>
          <a:p>
            <a:pPr marL="88900" indent="-88900">
              <a:buFont typeface="Arial" panose="020B0604020202020204" pitchFamily="34" charset="0"/>
              <a:buChar char="•"/>
            </a:pPr>
            <a:r>
              <a:rPr lang="es-MX" sz="680">
                <a:solidFill>
                  <a:srgbClr val="3A3A3A"/>
                </a:solidFill>
              </a:rPr>
              <a:t>Decisión ejecutiva antes del 17-Ago: (1) incorporar HUs en segundo tramo SIT o (2) revisar MoSCoW para diferir funcionalidades a R4.5.</a:t>
            </a:r>
          </a:p>
        </p:txBody>
      </p:sp>
      <p:sp>
        <p:nvSpPr>
          <p:cNvPr id="3" name="Shape 84">
            <a:extLst>
              <a:ext uri="{FF2B5EF4-FFF2-40B4-BE49-F238E27FC236}">
                <a16:creationId xmlns:a16="http://schemas.microsoft.com/office/drawing/2014/main" id="{C4C9F76E-84C0-EE7B-C0C0-88D18B33E701}"/>
              </a:ext>
            </a:extLst>
          </p:cNvPr>
          <p:cNvSpPr/>
          <p:nvPr/>
        </p:nvSpPr>
        <p:spPr>
          <a:xfrm>
            <a:off x="7711440" y="544732"/>
            <a:ext cx="182880" cy="91440"/>
          </a:xfrm>
          <a:prstGeom prst="rect">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7" name="Text 85">
            <a:extLst>
              <a:ext uri="{FF2B5EF4-FFF2-40B4-BE49-F238E27FC236}">
                <a16:creationId xmlns:a16="http://schemas.microsoft.com/office/drawing/2014/main" id="{F715A505-F274-8160-AB5E-D7D5826E2A7E}"/>
              </a:ext>
            </a:extLst>
          </p:cNvPr>
          <p:cNvSpPr/>
          <p:nvPr/>
        </p:nvSpPr>
        <p:spPr>
          <a:xfrm>
            <a:off x="7921752" y="508156"/>
            <a:ext cx="914400" cy="182880"/>
          </a:xfrm>
          <a:prstGeom prst="rect">
            <a:avLst/>
          </a:prstGeom>
          <a:noFill/>
          <a:ln/>
        </p:spPr>
        <p:txBody>
          <a:bodyPr wrap="square" lIns="0" tIns="0" rIns="0" bIns="0" rtlCol="0" anchor="ctr"/>
          <a:lstStyle/>
          <a:p>
            <a:r>
              <a:rPr lang="es-MX" sz="650">
                <a:solidFill>
                  <a:srgbClr val="3A3A3A"/>
                </a:solidFill>
                <a:latin typeface="Calibri" panose="020F0502020204030204"/>
              </a:rPr>
              <a:t>Análisis</a:t>
            </a:r>
            <a:endParaRPr lang="es-MX" sz="650">
              <a:solidFill>
                <a:prstClr val="black"/>
              </a:solidFill>
              <a:latin typeface="Calibri" panose="020F0502020204030204"/>
            </a:endParaRPr>
          </a:p>
        </p:txBody>
      </p:sp>
      <p:sp>
        <p:nvSpPr>
          <p:cNvPr id="9" name="Shape 86">
            <a:extLst>
              <a:ext uri="{FF2B5EF4-FFF2-40B4-BE49-F238E27FC236}">
                <a16:creationId xmlns:a16="http://schemas.microsoft.com/office/drawing/2014/main" id="{D68C6CD5-0291-6C05-70BF-3EB13F5B5CE5}"/>
              </a:ext>
            </a:extLst>
          </p:cNvPr>
          <p:cNvSpPr/>
          <p:nvPr/>
        </p:nvSpPr>
        <p:spPr>
          <a:xfrm>
            <a:off x="8808720" y="544732"/>
            <a:ext cx="182880" cy="91440"/>
          </a:xfrm>
          <a:prstGeom prst="rect">
            <a:avLst/>
          </a:prstGeom>
          <a:solidFill>
            <a:srgbClr val="F5C800"/>
          </a:solidFill>
          <a:ln w="12700">
            <a:solidFill>
              <a:srgbClr val="F5C800"/>
            </a:solidFill>
            <a:prstDash val="solid"/>
          </a:ln>
        </p:spPr>
        <p:txBody>
          <a:bodyPr/>
          <a:lstStyle/>
          <a:p>
            <a:endParaRPr lang="es-MX">
              <a:solidFill>
                <a:prstClr val="black"/>
              </a:solidFill>
              <a:latin typeface="Calibri" panose="020F0502020204030204"/>
            </a:endParaRPr>
          </a:p>
        </p:txBody>
      </p:sp>
      <p:sp>
        <p:nvSpPr>
          <p:cNvPr id="11" name="Text 87">
            <a:extLst>
              <a:ext uri="{FF2B5EF4-FFF2-40B4-BE49-F238E27FC236}">
                <a16:creationId xmlns:a16="http://schemas.microsoft.com/office/drawing/2014/main" id="{6EC45A90-BDB3-D352-7B26-880AC75840F2}"/>
              </a:ext>
            </a:extLst>
          </p:cNvPr>
          <p:cNvSpPr/>
          <p:nvPr/>
        </p:nvSpPr>
        <p:spPr>
          <a:xfrm>
            <a:off x="9019032" y="508156"/>
            <a:ext cx="914400" cy="182880"/>
          </a:xfrm>
          <a:prstGeom prst="rect">
            <a:avLst/>
          </a:prstGeom>
          <a:noFill/>
          <a:ln/>
        </p:spPr>
        <p:txBody>
          <a:bodyPr wrap="square" lIns="0" tIns="0" rIns="0" bIns="0" rtlCol="0" anchor="ctr"/>
          <a:lstStyle/>
          <a:p>
            <a:r>
              <a:rPr lang="es-MX" sz="650">
                <a:solidFill>
                  <a:srgbClr val="3A3A3A"/>
                </a:solidFill>
                <a:latin typeface="Calibri" panose="020F0502020204030204"/>
              </a:rPr>
              <a:t>Diseño</a:t>
            </a:r>
            <a:endParaRPr lang="es-MX" sz="650">
              <a:solidFill>
                <a:prstClr val="black"/>
              </a:solidFill>
              <a:latin typeface="Calibri" panose="020F0502020204030204"/>
            </a:endParaRPr>
          </a:p>
        </p:txBody>
      </p:sp>
      <p:sp>
        <p:nvSpPr>
          <p:cNvPr id="13" name="Shape 88">
            <a:extLst>
              <a:ext uri="{FF2B5EF4-FFF2-40B4-BE49-F238E27FC236}">
                <a16:creationId xmlns:a16="http://schemas.microsoft.com/office/drawing/2014/main" id="{56C53A7D-F253-4BEA-16FB-F816B3F662C1}"/>
              </a:ext>
            </a:extLst>
          </p:cNvPr>
          <p:cNvSpPr/>
          <p:nvPr/>
        </p:nvSpPr>
        <p:spPr>
          <a:xfrm>
            <a:off x="9906000" y="544732"/>
            <a:ext cx="182880" cy="91440"/>
          </a:xfrm>
          <a:prstGeom prst="rect">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15" name="Text 89">
            <a:extLst>
              <a:ext uri="{FF2B5EF4-FFF2-40B4-BE49-F238E27FC236}">
                <a16:creationId xmlns:a16="http://schemas.microsoft.com/office/drawing/2014/main" id="{62F0537F-F84C-8E8E-4143-7D66B6DB74AE}"/>
              </a:ext>
            </a:extLst>
          </p:cNvPr>
          <p:cNvSpPr/>
          <p:nvPr/>
        </p:nvSpPr>
        <p:spPr>
          <a:xfrm>
            <a:off x="10116312" y="508156"/>
            <a:ext cx="914400" cy="182880"/>
          </a:xfrm>
          <a:prstGeom prst="rect">
            <a:avLst/>
          </a:prstGeom>
          <a:noFill/>
          <a:ln/>
        </p:spPr>
        <p:txBody>
          <a:bodyPr wrap="square" lIns="0" tIns="0" rIns="0" bIns="0" rtlCol="0" anchor="ctr"/>
          <a:lstStyle/>
          <a:p>
            <a:r>
              <a:rPr lang="es-MX" sz="650">
                <a:solidFill>
                  <a:srgbClr val="3A3A3A"/>
                </a:solidFill>
                <a:latin typeface="Calibri" panose="020F0502020204030204"/>
              </a:rPr>
              <a:t>Implementación</a:t>
            </a:r>
            <a:endParaRPr lang="es-MX" sz="650">
              <a:solidFill>
                <a:prstClr val="black"/>
              </a:solidFill>
              <a:latin typeface="Calibri" panose="020F0502020204030204"/>
            </a:endParaRPr>
          </a:p>
        </p:txBody>
      </p:sp>
      <p:sp>
        <p:nvSpPr>
          <p:cNvPr id="17" name="Text 90">
            <a:extLst>
              <a:ext uri="{FF2B5EF4-FFF2-40B4-BE49-F238E27FC236}">
                <a16:creationId xmlns:a16="http://schemas.microsoft.com/office/drawing/2014/main" id="{55768895-8308-3715-A3DA-939458D4D54F}"/>
              </a:ext>
            </a:extLst>
          </p:cNvPr>
          <p:cNvSpPr/>
          <p:nvPr/>
        </p:nvSpPr>
        <p:spPr>
          <a:xfrm>
            <a:off x="11003280" y="508156"/>
            <a:ext cx="1188720" cy="182880"/>
          </a:xfrm>
          <a:prstGeom prst="rect">
            <a:avLst/>
          </a:prstGeom>
          <a:noFill/>
          <a:ln/>
        </p:spPr>
        <p:txBody>
          <a:bodyPr wrap="square" lIns="0" tIns="0" rIns="0" bIns="0" rtlCol="0" anchor="ctr"/>
          <a:lstStyle/>
          <a:p>
            <a:r>
              <a:rPr lang="es-MX" sz="650" b="1">
                <a:solidFill>
                  <a:srgbClr val="0D1F5C"/>
                </a:solidFill>
                <a:latin typeface="Calibri" panose="020F0502020204030204"/>
              </a:rPr>
              <a:t>% HU Must Have</a:t>
            </a:r>
            <a:endParaRPr lang="es-MX" sz="650">
              <a:solidFill>
                <a:prstClr val="black"/>
              </a:solidFill>
              <a:latin typeface="Calibri" panose="020F0502020204030204"/>
            </a:endParaRPr>
          </a:p>
        </p:txBody>
      </p:sp>
      <p:sp>
        <p:nvSpPr>
          <p:cNvPr id="107" name="Shape 35">
            <a:extLst>
              <a:ext uri="{FF2B5EF4-FFF2-40B4-BE49-F238E27FC236}">
                <a16:creationId xmlns:a16="http://schemas.microsoft.com/office/drawing/2014/main" id="{627D226E-D632-182C-2D02-1771D9F487B4}"/>
              </a:ext>
            </a:extLst>
          </p:cNvPr>
          <p:cNvSpPr/>
          <p:nvPr/>
        </p:nvSpPr>
        <p:spPr>
          <a:xfrm>
            <a:off x="3157728" y="720122"/>
            <a:ext cx="8796528" cy="201168"/>
          </a:xfrm>
          <a:prstGeom prst="rect">
            <a:avLst/>
          </a:prstGeom>
          <a:solidFill>
            <a:srgbClr val="0D1F5C"/>
          </a:solidFill>
          <a:ln w="12700">
            <a:solidFill>
              <a:srgbClr val="0D1F5C"/>
            </a:solidFill>
            <a:prstDash val="solid"/>
          </a:ln>
        </p:spPr>
        <p:txBody>
          <a:bodyPr/>
          <a:lstStyle/>
          <a:p>
            <a:endParaRPr lang="es-MX"/>
          </a:p>
        </p:txBody>
      </p:sp>
      <p:sp>
        <p:nvSpPr>
          <p:cNvPr id="109" name="Text 36">
            <a:extLst>
              <a:ext uri="{FF2B5EF4-FFF2-40B4-BE49-F238E27FC236}">
                <a16:creationId xmlns:a16="http://schemas.microsoft.com/office/drawing/2014/main" id="{ABE1EBB4-F7D1-C6C2-CA18-F8693E5EA158}"/>
              </a:ext>
            </a:extLst>
          </p:cNvPr>
          <p:cNvSpPr/>
          <p:nvPr/>
        </p:nvSpPr>
        <p:spPr>
          <a:xfrm>
            <a:off x="3212592" y="720122"/>
            <a:ext cx="8705088" cy="201168"/>
          </a:xfrm>
          <a:prstGeom prst="rect">
            <a:avLst/>
          </a:prstGeom>
          <a:noFill/>
          <a:ln/>
        </p:spPr>
        <p:txBody>
          <a:bodyPr wrap="square" lIns="0" tIns="0" rIns="0" bIns="0" rtlCol="0" anchor="ctr"/>
          <a:lstStyle/>
          <a:p>
            <a:pPr marL="0" indent="0">
              <a:buNone/>
            </a:pPr>
            <a:r>
              <a:rPr lang="es-MX" sz="750" b="1">
                <a:solidFill>
                  <a:srgbClr val="FFFFFF"/>
                </a:solidFill>
              </a:rPr>
              <a:t>CRONOGRAMA POR FUNCIONALIDAD</a:t>
            </a:r>
            <a:endParaRPr lang="es-MX" sz="750"/>
          </a:p>
        </p:txBody>
      </p:sp>
      <p:sp>
        <p:nvSpPr>
          <p:cNvPr id="111" name="Shape 37">
            <a:extLst>
              <a:ext uri="{FF2B5EF4-FFF2-40B4-BE49-F238E27FC236}">
                <a16:creationId xmlns:a16="http://schemas.microsoft.com/office/drawing/2014/main" id="{B2C0A96C-0FF2-C69A-839F-541845B82A18}"/>
              </a:ext>
            </a:extLst>
          </p:cNvPr>
          <p:cNvSpPr/>
          <p:nvPr/>
        </p:nvSpPr>
        <p:spPr>
          <a:xfrm>
            <a:off x="3157728" y="921290"/>
            <a:ext cx="8796528" cy="182880"/>
          </a:xfrm>
          <a:prstGeom prst="rect">
            <a:avLst/>
          </a:prstGeom>
          <a:solidFill>
            <a:srgbClr val="1B3A8C"/>
          </a:solidFill>
          <a:ln w="12700">
            <a:solidFill>
              <a:srgbClr val="1B3A8C"/>
            </a:solidFill>
            <a:prstDash val="solid"/>
          </a:ln>
        </p:spPr>
        <p:txBody>
          <a:bodyPr/>
          <a:lstStyle/>
          <a:p>
            <a:endParaRPr lang="es-MX"/>
          </a:p>
        </p:txBody>
      </p:sp>
      <p:sp>
        <p:nvSpPr>
          <p:cNvPr id="113" name="Text 38">
            <a:extLst>
              <a:ext uri="{FF2B5EF4-FFF2-40B4-BE49-F238E27FC236}">
                <a16:creationId xmlns:a16="http://schemas.microsoft.com/office/drawing/2014/main" id="{2D00A722-4DD8-3856-18E1-391F91C9F91F}"/>
              </a:ext>
            </a:extLst>
          </p:cNvPr>
          <p:cNvSpPr/>
          <p:nvPr/>
        </p:nvSpPr>
        <p:spPr>
          <a:xfrm>
            <a:off x="3203448" y="921290"/>
            <a:ext cx="2240280" cy="182880"/>
          </a:xfrm>
          <a:prstGeom prst="rect">
            <a:avLst/>
          </a:prstGeom>
          <a:noFill/>
          <a:ln/>
        </p:spPr>
        <p:txBody>
          <a:bodyPr wrap="square" lIns="0" tIns="0" rIns="0" bIns="0" rtlCol="0" anchor="ctr"/>
          <a:lstStyle/>
          <a:p>
            <a:pPr marL="0" indent="0">
              <a:buNone/>
            </a:pPr>
            <a:r>
              <a:rPr lang="es-MX" sz="750" b="1">
                <a:solidFill>
                  <a:srgbClr val="FFFFFF"/>
                </a:solidFill>
              </a:rPr>
              <a:t>Funcionalidad</a:t>
            </a:r>
            <a:endParaRPr lang="es-MX" sz="750"/>
          </a:p>
        </p:txBody>
      </p:sp>
      <p:sp>
        <p:nvSpPr>
          <p:cNvPr id="157" name="Shape 45">
            <a:extLst>
              <a:ext uri="{FF2B5EF4-FFF2-40B4-BE49-F238E27FC236}">
                <a16:creationId xmlns:a16="http://schemas.microsoft.com/office/drawing/2014/main" id="{6DAC1D49-236A-F066-522C-F1E4F06F7E3C}"/>
              </a:ext>
            </a:extLst>
          </p:cNvPr>
          <p:cNvSpPr/>
          <p:nvPr/>
        </p:nvSpPr>
        <p:spPr>
          <a:xfrm>
            <a:off x="3157728" y="1104170"/>
            <a:ext cx="8796528" cy="256032"/>
          </a:xfrm>
          <a:prstGeom prst="rect">
            <a:avLst/>
          </a:prstGeom>
          <a:solidFill>
            <a:srgbClr val="FFFFFF"/>
          </a:solidFill>
          <a:ln w="6350">
            <a:solidFill>
              <a:srgbClr val="D0D5E8"/>
            </a:solidFill>
            <a:prstDash val="solid"/>
          </a:ln>
        </p:spPr>
        <p:txBody>
          <a:bodyPr/>
          <a:lstStyle/>
          <a:p>
            <a:endParaRPr lang="es-MX"/>
          </a:p>
        </p:txBody>
      </p:sp>
      <p:sp>
        <p:nvSpPr>
          <p:cNvPr id="159" name="Text 46">
            <a:extLst>
              <a:ext uri="{FF2B5EF4-FFF2-40B4-BE49-F238E27FC236}">
                <a16:creationId xmlns:a16="http://schemas.microsoft.com/office/drawing/2014/main" id="{7CFC3A64-79A3-E9BF-D731-13D09C5CAEC5}"/>
              </a:ext>
            </a:extLst>
          </p:cNvPr>
          <p:cNvSpPr/>
          <p:nvPr/>
        </p:nvSpPr>
        <p:spPr>
          <a:xfrm>
            <a:off x="3203448" y="1122458"/>
            <a:ext cx="1836000" cy="219456"/>
          </a:xfrm>
          <a:prstGeom prst="rect">
            <a:avLst/>
          </a:prstGeom>
          <a:noFill/>
          <a:ln/>
        </p:spPr>
        <p:txBody>
          <a:bodyPr wrap="square" lIns="0" tIns="0" rIns="0" bIns="0" rtlCol="0" anchor="ctr"/>
          <a:lstStyle/>
          <a:p>
            <a:pPr marL="0" indent="0">
              <a:buNone/>
            </a:pPr>
            <a:r>
              <a:rPr lang="es-MX" sz="650" b="1">
                <a:solidFill>
                  <a:srgbClr val="0D1F5C"/>
                </a:solidFill>
              </a:rPr>
              <a:t>Gestión TDC Digital + Física    (3HUs  100% M)</a:t>
            </a:r>
          </a:p>
          <a:p>
            <a:pPr marL="0" indent="0">
              <a:buNone/>
            </a:pPr>
            <a:r>
              <a:rPr lang="es-MX" sz="650" b="1">
                <a:solidFill>
                  <a:srgbClr val="0D1F5C"/>
                </a:solidFill>
              </a:rPr>
              <a:t>(Apolo + Legado)</a:t>
            </a:r>
            <a:endParaRPr lang="es-MX" sz="650"/>
          </a:p>
        </p:txBody>
      </p:sp>
      <p:sp>
        <p:nvSpPr>
          <p:cNvPr id="167" name="Shape 51">
            <a:extLst>
              <a:ext uri="{FF2B5EF4-FFF2-40B4-BE49-F238E27FC236}">
                <a16:creationId xmlns:a16="http://schemas.microsoft.com/office/drawing/2014/main" id="{CE9A0EBE-78AC-9C11-49BB-0B5FB69C6B18}"/>
              </a:ext>
            </a:extLst>
          </p:cNvPr>
          <p:cNvSpPr/>
          <p:nvPr/>
        </p:nvSpPr>
        <p:spPr>
          <a:xfrm>
            <a:off x="3157728" y="1360202"/>
            <a:ext cx="8796528" cy="256032"/>
          </a:xfrm>
          <a:prstGeom prst="rect">
            <a:avLst/>
          </a:prstGeom>
          <a:solidFill>
            <a:srgbClr val="E8EBF4"/>
          </a:solidFill>
          <a:ln w="6350">
            <a:solidFill>
              <a:srgbClr val="D0D5E8"/>
            </a:solidFill>
            <a:prstDash val="solid"/>
          </a:ln>
        </p:spPr>
        <p:txBody>
          <a:bodyPr/>
          <a:lstStyle/>
          <a:p>
            <a:endParaRPr lang="es-MX"/>
          </a:p>
        </p:txBody>
      </p:sp>
      <p:sp>
        <p:nvSpPr>
          <p:cNvPr id="169" name="Text 52">
            <a:extLst>
              <a:ext uri="{FF2B5EF4-FFF2-40B4-BE49-F238E27FC236}">
                <a16:creationId xmlns:a16="http://schemas.microsoft.com/office/drawing/2014/main" id="{F0AB6E80-489D-5232-30F3-4B023F80FEAA}"/>
              </a:ext>
            </a:extLst>
          </p:cNvPr>
          <p:cNvSpPr/>
          <p:nvPr/>
        </p:nvSpPr>
        <p:spPr>
          <a:xfrm>
            <a:off x="3203448" y="1395424"/>
            <a:ext cx="1876549" cy="197527"/>
          </a:xfrm>
          <a:prstGeom prst="rect">
            <a:avLst/>
          </a:prstGeom>
          <a:noFill/>
          <a:ln/>
        </p:spPr>
        <p:txBody>
          <a:bodyPr wrap="square" lIns="0" tIns="0" rIns="0" bIns="0" rtlCol="0" anchor="ctr"/>
          <a:lstStyle/>
          <a:p>
            <a:r>
              <a:rPr lang="es-MX" sz="650" b="1">
                <a:solidFill>
                  <a:srgbClr val="0D1F5C"/>
                </a:solidFill>
              </a:rPr>
              <a:t>Encendido y Apagado                    (3HUs  100% M)</a:t>
            </a:r>
          </a:p>
          <a:p>
            <a:pPr marL="0" indent="0">
              <a:buNone/>
            </a:pPr>
            <a:r>
              <a:rPr lang="es-MX" sz="650" b="1">
                <a:solidFill>
                  <a:srgbClr val="0D1F5C"/>
                </a:solidFill>
              </a:rPr>
              <a:t>TDC F&amp;D</a:t>
            </a:r>
            <a:endParaRPr lang="es-MX" sz="650"/>
          </a:p>
        </p:txBody>
      </p:sp>
      <p:sp>
        <p:nvSpPr>
          <p:cNvPr id="175" name="Text 55">
            <a:extLst>
              <a:ext uri="{FF2B5EF4-FFF2-40B4-BE49-F238E27FC236}">
                <a16:creationId xmlns:a16="http://schemas.microsoft.com/office/drawing/2014/main" id="{E4F7738D-572F-8EE9-79AE-7DB6AB9851B1}"/>
              </a:ext>
            </a:extLst>
          </p:cNvPr>
          <p:cNvSpPr/>
          <p:nvPr/>
        </p:nvSpPr>
        <p:spPr>
          <a:xfrm>
            <a:off x="7643706" y="1445084"/>
            <a:ext cx="1584961" cy="159521"/>
          </a:xfrm>
          <a:prstGeom prst="rect">
            <a:avLst/>
          </a:prstGeom>
          <a:noFill/>
          <a:ln/>
        </p:spPr>
        <p:txBody>
          <a:bodyPr wrap="square" lIns="0" tIns="0" rIns="0" bIns="0" rtlCol="0" anchor="ctr"/>
          <a:lstStyle/>
          <a:p>
            <a:pPr marL="0" indent="0">
              <a:buNone/>
            </a:pPr>
            <a:r>
              <a:rPr lang="es-MX" sz="600" b="1" i="1">
                <a:solidFill>
                  <a:srgbClr val="E8610A"/>
                </a:solidFill>
              </a:rPr>
              <a:t>*Sin fecha confirmada para implementación de 2 HUs</a:t>
            </a:r>
            <a:endParaRPr lang="es-MX" sz="600" b="1" i="1"/>
          </a:p>
        </p:txBody>
      </p:sp>
      <p:sp>
        <p:nvSpPr>
          <p:cNvPr id="177" name="Shape 57">
            <a:extLst>
              <a:ext uri="{FF2B5EF4-FFF2-40B4-BE49-F238E27FC236}">
                <a16:creationId xmlns:a16="http://schemas.microsoft.com/office/drawing/2014/main" id="{BD93B64C-44AE-8FD2-DBA0-6F2D5FDBD035}"/>
              </a:ext>
            </a:extLst>
          </p:cNvPr>
          <p:cNvSpPr/>
          <p:nvPr/>
        </p:nvSpPr>
        <p:spPr>
          <a:xfrm>
            <a:off x="3157728" y="1616234"/>
            <a:ext cx="8796528" cy="256032"/>
          </a:xfrm>
          <a:prstGeom prst="rect">
            <a:avLst/>
          </a:prstGeom>
          <a:solidFill>
            <a:srgbClr val="FFFFFF"/>
          </a:solidFill>
          <a:ln w="6350">
            <a:solidFill>
              <a:srgbClr val="D0D5E8"/>
            </a:solidFill>
            <a:prstDash val="solid"/>
          </a:ln>
        </p:spPr>
        <p:txBody>
          <a:bodyPr/>
          <a:lstStyle/>
          <a:p>
            <a:endParaRPr lang="es-MX"/>
          </a:p>
        </p:txBody>
      </p:sp>
      <p:sp>
        <p:nvSpPr>
          <p:cNvPr id="179" name="Text 58">
            <a:extLst>
              <a:ext uri="{FF2B5EF4-FFF2-40B4-BE49-F238E27FC236}">
                <a16:creationId xmlns:a16="http://schemas.microsoft.com/office/drawing/2014/main" id="{BA22DCDD-F99E-828F-0DFB-719C58F8B54D}"/>
              </a:ext>
            </a:extLst>
          </p:cNvPr>
          <p:cNvSpPr/>
          <p:nvPr/>
        </p:nvSpPr>
        <p:spPr>
          <a:xfrm>
            <a:off x="3203448" y="1634522"/>
            <a:ext cx="2194560" cy="219456"/>
          </a:xfrm>
          <a:prstGeom prst="rect">
            <a:avLst/>
          </a:prstGeom>
          <a:noFill/>
          <a:ln/>
        </p:spPr>
        <p:txBody>
          <a:bodyPr wrap="square" lIns="0" tIns="0" rIns="0" bIns="0" rtlCol="0" anchor="ctr"/>
          <a:lstStyle/>
          <a:p>
            <a:r>
              <a:rPr lang="es-MX" sz="650" b="1">
                <a:solidFill>
                  <a:srgbClr val="0D1F5C"/>
                </a:solidFill>
              </a:rPr>
              <a:t>Tarjetas Asociadas F&amp;D             (1HUs  100% M)</a:t>
            </a:r>
          </a:p>
        </p:txBody>
      </p:sp>
      <p:sp>
        <p:nvSpPr>
          <p:cNvPr id="187" name="Shape 63">
            <a:extLst>
              <a:ext uri="{FF2B5EF4-FFF2-40B4-BE49-F238E27FC236}">
                <a16:creationId xmlns:a16="http://schemas.microsoft.com/office/drawing/2014/main" id="{A97128E1-3717-D4E6-12DB-519105855FCB}"/>
              </a:ext>
            </a:extLst>
          </p:cNvPr>
          <p:cNvSpPr/>
          <p:nvPr/>
        </p:nvSpPr>
        <p:spPr>
          <a:xfrm>
            <a:off x="3157728" y="1872266"/>
            <a:ext cx="8796528" cy="256032"/>
          </a:xfrm>
          <a:prstGeom prst="rect">
            <a:avLst/>
          </a:prstGeom>
          <a:solidFill>
            <a:srgbClr val="E8EBF4"/>
          </a:solidFill>
          <a:ln w="6350">
            <a:solidFill>
              <a:srgbClr val="D0D5E8"/>
            </a:solidFill>
            <a:prstDash val="solid"/>
          </a:ln>
        </p:spPr>
        <p:txBody>
          <a:bodyPr/>
          <a:lstStyle/>
          <a:p>
            <a:endParaRPr lang="es-MX"/>
          </a:p>
        </p:txBody>
      </p:sp>
      <p:sp>
        <p:nvSpPr>
          <p:cNvPr id="189" name="Text 64">
            <a:extLst>
              <a:ext uri="{FF2B5EF4-FFF2-40B4-BE49-F238E27FC236}">
                <a16:creationId xmlns:a16="http://schemas.microsoft.com/office/drawing/2014/main" id="{64799F92-0406-526A-F661-E6E305523B52}"/>
              </a:ext>
            </a:extLst>
          </p:cNvPr>
          <p:cNvSpPr/>
          <p:nvPr/>
        </p:nvSpPr>
        <p:spPr>
          <a:xfrm>
            <a:off x="3203448" y="1890554"/>
            <a:ext cx="2194560" cy="219456"/>
          </a:xfrm>
          <a:prstGeom prst="rect">
            <a:avLst/>
          </a:prstGeom>
          <a:noFill/>
          <a:ln/>
        </p:spPr>
        <p:txBody>
          <a:bodyPr wrap="square" lIns="0" tIns="0" rIns="0" bIns="0" rtlCol="0" anchor="ctr"/>
          <a:lstStyle/>
          <a:p>
            <a:r>
              <a:rPr lang="es-MX" sz="650" b="1">
                <a:solidFill>
                  <a:srgbClr val="0D1F5C"/>
                </a:solidFill>
              </a:rPr>
              <a:t>Activación de TDC Digital       (1HUs  100% M)</a:t>
            </a:r>
            <a:endParaRPr lang="es-MX" sz="650"/>
          </a:p>
        </p:txBody>
      </p:sp>
      <p:sp>
        <p:nvSpPr>
          <p:cNvPr id="261" name="Shape 69">
            <a:extLst>
              <a:ext uri="{FF2B5EF4-FFF2-40B4-BE49-F238E27FC236}">
                <a16:creationId xmlns:a16="http://schemas.microsoft.com/office/drawing/2014/main" id="{4302896C-8F3B-C9E4-3136-B9AEE0556BDC}"/>
              </a:ext>
            </a:extLst>
          </p:cNvPr>
          <p:cNvSpPr/>
          <p:nvPr/>
        </p:nvSpPr>
        <p:spPr>
          <a:xfrm>
            <a:off x="3157728" y="2128298"/>
            <a:ext cx="8796528" cy="256032"/>
          </a:xfrm>
          <a:prstGeom prst="rect">
            <a:avLst/>
          </a:prstGeom>
          <a:solidFill>
            <a:srgbClr val="FFFFFF"/>
          </a:solidFill>
          <a:ln w="6350">
            <a:solidFill>
              <a:srgbClr val="D0D5E8"/>
            </a:solidFill>
            <a:prstDash val="solid"/>
          </a:ln>
        </p:spPr>
        <p:txBody>
          <a:bodyPr/>
          <a:lstStyle/>
          <a:p>
            <a:endParaRPr lang="es-MX"/>
          </a:p>
        </p:txBody>
      </p:sp>
      <p:sp>
        <p:nvSpPr>
          <p:cNvPr id="263" name="Text 70">
            <a:extLst>
              <a:ext uri="{FF2B5EF4-FFF2-40B4-BE49-F238E27FC236}">
                <a16:creationId xmlns:a16="http://schemas.microsoft.com/office/drawing/2014/main" id="{563193AA-F9BA-FC20-30D7-4FAB2F7C864E}"/>
              </a:ext>
            </a:extLst>
          </p:cNvPr>
          <p:cNvSpPr/>
          <p:nvPr/>
        </p:nvSpPr>
        <p:spPr>
          <a:xfrm>
            <a:off x="3203448" y="2146586"/>
            <a:ext cx="2194560" cy="219456"/>
          </a:xfrm>
          <a:prstGeom prst="rect">
            <a:avLst/>
          </a:prstGeom>
          <a:noFill/>
          <a:ln/>
        </p:spPr>
        <p:txBody>
          <a:bodyPr wrap="square" lIns="0" tIns="0" rIns="0" bIns="0" rtlCol="0" anchor="ctr"/>
          <a:lstStyle/>
          <a:p>
            <a:r>
              <a:rPr lang="es-MX" sz="650" b="1">
                <a:solidFill>
                  <a:srgbClr val="0D1F5C"/>
                </a:solidFill>
              </a:rPr>
              <a:t>Convivencia Home de                (1HUs  100% M)</a:t>
            </a:r>
          </a:p>
          <a:p>
            <a:pPr marL="0" indent="0">
              <a:buNone/>
            </a:pPr>
            <a:r>
              <a:rPr lang="es-MX" sz="650" b="1">
                <a:solidFill>
                  <a:srgbClr val="0D1F5C"/>
                </a:solidFill>
              </a:rPr>
              <a:t>Cuentas TDC F&amp;D</a:t>
            </a:r>
            <a:endParaRPr lang="es-MX" sz="650"/>
          </a:p>
        </p:txBody>
      </p:sp>
      <p:sp>
        <p:nvSpPr>
          <p:cNvPr id="290" name="Shape 75">
            <a:extLst>
              <a:ext uri="{FF2B5EF4-FFF2-40B4-BE49-F238E27FC236}">
                <a16:creationId xmlns:a16="http://schemas.microsoft.com/office/drawing/2014/main" id="{70E710C4-5FD8-8A93-7947-87E6E9ECF166}"/>
              </a:ext>
            </a:extLst>
          </p:cNvPr>
          <p:cNvSpPr/>
          <p:nvPr/>
        </p:nvSpPr>
        <p:spPr>
          <a:xfrm>
            <a:off x="3157728" y="2384330"/>
            <a:ext cx="8796528" cy="256032"/>
          </a:xfrm>
          <a:prstGeom prst="rect">
            <a:avLst/>
          </a:prstGeom>
          <a:solidFill>
            <a:srgbClr val="E8EBF4"/>
          </a:solidFill>
          <a:ln w="6350">
            <a:solidFill>
              <a:srgbClr val="D0D5E8"/>
            </a:solidFill>
            <a:prstDash val="solid"/>
          </a:ln>
        </p:spPr>
        <p:txBody>
          <a:bodyPr/>
          <a:lstStyle/>
          <a:p>
            <a:endParaRPr lang="es-MX"/>
          </a:p>
        </p:txBody>
      </p:sp>
      <p:sp>
        <p:nvSpPr>
          <p:cNvPr id="294" name="Text 76">
            <a:extLst>
              <a:ext uri="{FF2B5EF4-FFF2-40B4-BE49-F238E27FC236}">
                <a16:creationId xmlns:a16="http://schemas.microsoft.com/office/drawing/2014/main" id="{6EA0FCE6-DC54-96FA-634E-D9936054656D}"/>
              </a:ext>
            </a:extLst>
          </p:cNvPr>
          <p:cNvSpPr/>
          <p:nvPr/>
        </p:nvSpPr>
        <p:spPr>
          <a:xfrm>
            <a:off x="3203448" y="2402618"/>
            <a:ext cx="2194560" cy="219456"/>
          </a:xfrm>
          <a:prstGeom prst="rect">
            <a:avLst/>
          </a:prstGeom>
          <a:noFill/>
          <a:ln/>
        </p:spPr>
        <p:txBody>
          <a:bodyPr wrap="square" lIns="0" tIns="0" rIns="0" bIns="0" rtlCol="0" anchor="ctr"/>
          <a:lstStyle/>
          <a:p>
            <a:r>
              <a:rPr lang="es-MX" sz="650" b="1">
                <a:solidFill>
                  <a:srgbClr val="0D1F5C"/>
                </a:solidFill>
              </a:rPr>
              <a:t>Detalle de crédito                          (1HUs  100% M)</a:t>
            </a:r>
          </a:p>
          <a:p>
            <a:pPr marL="0" indent="0">
              <a:buNone/>
            </a:pPr>
            <a:r>
              <a:rPr lang="es-MX" sz="650" b="1">
                <a:solidFill>
                  <a:srgbClr val="0D1F5C"/>
                </a:solidFill>
              </a:rPr>
              <a:t>convivencia TDC F&amp;D</a:t>
            </a:r>
            <a:endParaRPr lang="es-MX" sz="650"/>
          </a:p>
        </p:txBody>
      </p:sp>
      <p:sp>
        <p:nvSpPr>
          <p:cNvPr id="306" name="Shape 81">
            <a:extLst>
              <a:ext uri="{FF2B5EF4-FFF2-40B4-BE49-F238E27FC236}">
                <a16:creationId xmlns:a16="http://schemas.microsoft.com/office/drawing/2014/main" id="{181339E7-6827-57F1-5E38-539423EBF0EE}"/>
              </a:ext>
            </a:extLst>
          </p:cNvPr>
          <p:cNvSpPr/>
          <p:nvPr/>
        </p:nvSpPr>
        <p:spPr>
          <a:xfrm>
            <a:off x="3157728" y="2640362"/>
            <a:ext cx="8796528" cy="256032"/>
          </a:xfrm>
          <a:prstGeom prst="rect">
            <a:avLst/>
          </a:prstGeom>
          <a:solidFill>
            <a:srgbClr val="FFFFFF"/>
          </a:solidFill>
          <a:ln w="6350">
            <a:solidFill>
              <a:srgbClr val="D0D5E8"/>
            </a:solidFill>
            <a:prstDash val="solid"/>
          </a:ln>
        </p:spPr>
        <p:txBody>
          <a:bodyPr/>
          <a:lstStyle/>
          <a:p>
            <a:endParaRPr lang="es-MX"/>
          </a:p>
        </p:txBody>
      </p:sp>
      <p:sp>
        <p:nvSpPr>
          <p:cNvPr id="310" name="Text 82">
            <a:extLst>
              <a:ext uri="{FF2B5EF4-FFF2-40B4-BE49-F238E27FC236}">
                <a16:creationId xmlns:a16="http://schemas.microsoft.com/office/drawing/2014/main" id="{35C76BB7-DF17-07A5-3F9C-CF612067D1F5}"/>
              </a:ext>
            </a:extLst>
          </p:cNvPr>
          <p:cNvSpPr/>
          <p:nvPr/>
        </p:nvSpPr>
        <p:spPr>
          <a:xfrm>
            <a:off x="3203448" y="2658650"/>
            <a:ext cx="2194560" cy="219456"/>
          </a:xfrm>
          <a:prstGeom prst="rect">
            <a:avLst/>
          </a:prstGeom>
          <a:noFill/>
          <a:ln/>
        </p:spPr>
        <p:txBody>
          <a:bodyPr wrap="square" lIns="0" tIns="0" rIns="0" bIns="0" rtlCol="0" anchor="ctr"/>
          <a:lstStyle/>
          <a:p>
            <a:r>
              <a:rPr lang="es-MX" sz="650" b="1">
                <a:solidFill>
                  <a:srgbClr val="0D1F5C"/>
                </a:solidFill>
              </a:rPr>
              <a:t>Actualizar operaciones            (1HUs  100% M)</a:t>
            </a:r>
          </a:p>
          <a:p>
            <a:pPr marL="0" indent="0">
              <a:buNone/>
            </a:pPr>
            <a:r>
              <a:rPr lang="es-MX" sz="650" b="1">
                <a:solidFill>
                  <a:srgbClr val="0D1F5C"/>
                </a:solidFill>
              </a:rPr>
              <a:t>TDC Digital (R3)</a:t>
            </a:r>
            <a:endParaRPr lang="es-MX" sz="650"/>
          </a:p>
        </p:txBody>
      </p:sp>
      <p:sp>
        <p:nvSpPr>
          <p:cNvPr id="323" name="Shape 85">
            <a:extLst>
              <a:ext uri="{FF2B5EF4-FFF2-40B4-BE49-F238E27FC236}">
                <a16:creationId xmlns:a16="http://schemas.microsoft.com/office/drawing/2014/main" id="{FD53156F-6B16-A0EE-F9BA-7F5BEEF2547A}"/>
              </a:ext>
            </a:extLst>
          </p:cNvPr>
          <p:cNvSpPr/>
          <p:nvPr/>
        </p:nvSpPr>
        <p:spPr>
          <a:xfrm>
            <a:off x="3157728" y="2896394"/>
            <a:ext cx="8796528" cy="256032"/>
          </a:xfrm>
          <a:prstGeom prst="rect">
            <a:avLst/>
          </a:prstGeom>
          <a:solidFill>
            <a:srgbClr val="E8EBF4"/>
          </a:solidFill>
          <a:ln w="6350">
            <a:solidFill>
              <a:srgbClr val="D0D5E8"/>
            </a:solidFill>
            <a:prstDash val="solid"/>
          </a:ln>
        </p:spPr>
        <p:txBody>
          <a:bodyPr/>
          <a:lstStyle/>
          <a:p>
            <a:endParaRPr lang="es-MX"/>
          </a:p>
        </p:txBody>
      </p:sp>
      <p:sp>
        <p:nvSpPr>
          <p:cNvPr id="331" name="Text 86">
            <a:extLst>
              <a:ext uri="{FF2B5EF4-FFF2-40B4-BE49-F238E27FC236}">
                <a16:creationId xmlns:a16="http://schemas.microsoft.com/office/drawing/2014/main" id="{2EDF0916-0B33-C65D-DA13-17D453E61C2D}"/>
              </a:ext>
            </a:extLst>
          </p:cNvPr>
          <p:cNvSpPr/>
          <p:nvPr/>
        </p:nvSpPr>
        <p:spPr>
          <a:xfrm>
            <a:off x="3203448" y="2914682"/>
            <a:ext cx="2194560" cy="219456"/>
          </a:xfrm>
          <a:prstGeom prst="rect">
            <a:avLst/>
          </a:prstGeom>
          <a:noFill/>
          <a:ln/>
        </p:spPr>
        <p:txBody>
          <a:bodyPr wrap="square" lIns="0" tIns="0" rIns="0" bIns="0" rtlCol="0" anchor="ctr"/>
          <a:lstStyle/>
          <a:p>
            <a:r>
              <a:rPr lang="es-MX" sz="650" b="1">
                <a:solidFill>
                  <a:srgbClr val="0D1F5C"/>
                </a:solidFill>
              </a:rPr>
              <a:t>Visualización montos                 (1HUs  100% M)</a:t>
            </a:r>
          </a:p>
          <a:p>
            <a:pPr marL="0" indent="0">
              <a:buNone/>
            </a:pPr>
            <a:r>
              <a:rPr lang="es-MX" sz="650" b="1">
                <a:solidFill>
                  <a:srgbClr val="0D1F5C"/>
                </a:solidFill>
              </a:rPr>
              <a:t>de pago en Línea TDC</a:t>
            </a:r>
            <a:endParaRPr lang="es-MX" sz="650"/>
          </a:p>
        </p:txBody>
      </p:sp>
      <p:sp>
        <p:nvSpPr>
          <p:cNvPr id="350" name="Shape 91">
            <a:extLst>
              <a:ext uri="{FF2B5EF4-FFF2-40B4-BE49-F238E27FC236}">
                <a16:creationId xmlns:a16="http://schemas.microsoft.com/office/drawing/2014/main" id="{19278CED-20F6-CEA2-03F2-B8B828DC66A1}"/>
              </a:ext>
            </a:extLst>
          </p:cNvPr>
          <p:cNvSpPr/>
          <p:nvPr/>
        </p:nvSpPr>
        <p:spPr>
          <a:xfrm>
            <a:off x="3157728" y="3152426"/>
            <a:ext cx="8796528" cy="256032"/>
          </a:xfrm>
          <a:prstGeom prst="rect">
            <a:avLst/>
          </a:prstGeom>
          <a:solidFill>
            <a:srgbClr val="FFFFFF"/>
          </a:solidFill>
          <a:ln w="6350">
            <a:solidFill>
              <a:srgbClr val="D0D5E8"/>
            </a:solidFill>
            <a:prstDash val="solid"/>
          </a:ln>
        </p:spPr>
        <p:txBody>
          <a:bodyPr/>
          <a:lstStyle/>
          <a:p>
            <a:endParaRPr lang="es-MX"/>
          </a:p>
        </p:txBody>
      </p:sp>
      <p:sp>
        <p:nvSpPr>
          <p:cNvPr id="354" name="Text 92">
            <a:extLst>
              <a:ext uri="{FF2B5EF4-FFF2-40B4-BE49-F238E27FC236}">
                <a16:creationId xmlns:a16="http://schemas.microsoft.com/office/drawing/2014/main" id="{BEF96384-0879-9AB9-D552-18110B2DFDF1}"/>
              </a:ext>
            </a:extLst>
          </p:cNvPr>
          <p:cNvSpPr/>
          <p:nvPr/>
        </p:nvSpPr>
        <p:spPr>
          <a:xfrm>
            <a:off x="3203448" y="3170714"/>
            <a:ext cx="2194560" cy="219456"/>
          </a:xfrm>
          <a:prstGeom prst="rect">
            <a:avLst/>
          </a:prstGeom>
          <a:noFill/>
          <a:ln/>
        </p:spPr>
        <p:txBody>
          <a:bodyPr wrap="square" lIns="0" tIns="0" rIns="0" bIns="0" rtlCol="0" anchor="ctr"/>
          <a:lstStyle/>
          <a:p>
            <a:r>
              <a:rPr lang="es-MX" sz="650" b="1">
                <a:solidFill>
                  <a:srgbClr val="0D1F5C"/>
                </a:solidFill>
              </a:rPr>
              <a:t>Gestión "Otra cantidad“          (1HUs  100% M)</a:t>
            </a:r>
          </a:p>
          <a:p>
            <a:pPr marL="0" indent="0">
              <a:buNone/>
            </a:pPr>
            <a:r>
              <a:rPr lang="es-MX" sz="650" b="1">
                <a:solidFill>
                  <a:srgbClr val="0D1F5C"/>
                </a:solidFill>
              </a:rPr>
              <a:t> saldo a favor</a:t>
            </a:r>
            <a:endParaRPr lang="es-MX" sz="650"/>
          </a:p>
        </p:txBody>
      </p:sp>
      <p:sp>
        <p:nvSpPr>
          <p:cNvPr id="368" name="Shape 97">
            <a:extLst>
              <a:ext uri="{FF2B5EF4-FFF2-40B4-BE49-F238E27FC236}">
                <a16:creationId xmlns:a16="http://schemas.microsoft.com/office/drawing/2014/main" id="{6E3F6E82-28CE-3764-AD36-D14BCA18E095}"/>
              </a:ext>
            </a:extLst>
          </p:cNvPr>
          <p:cNvSpPr/>
          <p:nvPr/>
        </p:nvSpPr>
        <p:spPr>
          <a:xfrm>
            <a:off x="3157728" y="3408458"/>
            <a:ext cx="8796528" cy="256032"/>
          </a:xfrm>
          <a:prstGeom prst="rect">
            <a:avLst/>
          </a:prstGeom>
          <a:solidFill>
            <a:srgbClr val="E8EBF4"/>
          </a:solidFill>
          <a:ln w="6350">
            <a:solidFill>
              <a:srgbClr val="D0D5E8"/>
            </a:solidFill>
            <a:prstDash val="solid"/>
          </a:ln>
        </p:spPr>
        <p:txBody>
          <a:bodyPr/>
          <a:lstStyle/>
          <a:p>
            <a:endParaRPr lang="es-MX"/>
          </a:p>
        </p:txBody>
      </p:sp>
      <p:sp>
        <p:nvSpPr>
          <p:cNvPr id="372" name="Text 98">
            <a:extLst>
              <a:ext uri="{FF2B5EF4-FFF2-40B4-BE49-F238E27FC236}">
                <a16:creationId xmlns:a16="http://schemas.microsoft.com/office/drawing/2014/main" id="{DF8C9EA2-0A21-DFB3-B8ED-AC5151C3E338}"/>
              </a:ext>
            </a:extLst>
          </p:cNvPr>
          <p:cNvSpPr/>
          <p:nvPr/>
        </p:nvSpPr>
        <p:spPr>
          <a:xfrm>
            <a:off x="3203448" y="3426746"/>
            <a:ext cx="2194560" cy="219456"/>
          </a:xfrm>
          <a:prstGeom prst="rect">
            <a:avLst/>
          </a:prstGeom>
          <a:noFill/>
          <a:ln/>
        </p:spPr>
        <p:txBody>
          <a:bodyPr wrap="square" lIns="0" tIns="0" rIns="0" bIns="0" rtlCol="0" anchor="ctr"/>
          <a:lstStyle/>
          <a:p>
            <a:r>
              <a:rPr lang="es-MX" sz="650" b="1">
                <a:solidFill>
                  <a:srgbClr val="0D1F5C"/>
                </a:solidFill>
              </a:rPr>
              <a:t>Límite saldo a                                     (1HUs  100% M)</a:t>
            </a:r>
          </a:p>
          <a:p>
            <a:pPr marL="0" indent="0">
              <a:buNone/>
            </a:pPr>
            <a:r>
              <a:rPr lang="es-MX" sz="650" b="1">
                <a:solidFill>
                  <a:srgbClr val="0D1F5C"/>
                </a:solidFill>
              </a:rPr>
              <a:t>favor para pago TDC</a:t>
            </a:r>
            <a:endParaRPr lang="es-MX" sz="650"/>
          </a:p>
        </p:txBody>
      </p:sp>
      <p:sp>
        <p:nvSpPr>
          <p:cNvPr id="388" name="Shape 103">
            <a:extLst>
              <a:ext uri="{FF2B5EF4-FFF2-40B4-BE49-F238E27FC236}">
                <a16:creationId xmlns:a16="http://schemas.microsoft.com/office/drawing/2014/main" id="{BBE15DF0-C039-DBC6-5579-CE08DA286381}"/>
              </a:ext>
            </a:extLst>
          </p:cNvPr>
          <p:cNvSpPr/>
          <p:nvPr/>
        </p:nvSpPr>
        <p:spPr>
          <a:xfrm>
            <a:off x="3157728" y="3664490"/>
            <a:ext cx="8796528" cy="256032"/>
          </a:xfrm>
          <a:prstGeom prst="rect">
            <a:avLst/>
          </a:prstGeom>
          <a:solidFill>
            <a:srgbClr val="FFFFFF"/>
          </a:solidFill>
          <a:ln w="6350">
            <a:solidFill>
              <a:srgbClr val="D0D5E8"/>
            </a:solidFill>
            <a:prstDash val="solid"/>
          </a:ln>
        </p:spPr>
        <p:txBody>
          <a:bodyPr/>
          <a:lstStyle/>
          <a:p>
            <a:endParaRPr lang="es-MX"/>
          </a:p>
        </p:txBody>
      </p:sp>
      <p:sp>
        <p:nvSpPr>
          <p:cNvPr id="392" name="Text 104">
            <a:extLst>
              <a:ext uri="{FF2B5EF4-FFF2-40B4-BE49-F238E27FC236}">
                <a16:creationId xmlns:a16="http://schemas.microsoft.com/office/drawing/2014/main" id="{01D3FD6E-B16A-5734-843F-F6E2CF8A399E}"/>
              </a:ext>
            </a:extLst>
          </p:cNvPr>
          <p:cNvSpPr/>
          <p:nvPr/>
        </p:nvSpPr>
        <p:spPr>
          <a:xfrm>
            <a:off x="3203448" y="3682778"/>
            <a:ext cx="2194560" cy="219456"/>
          </a:xfrm>
          <a:prstGeom prst="rect">
            <a:avLst/>
          </a:prstGeom>
          <a:noFill/>
          <a:ln/>
        </p:spPr>
        <p:txBody>
          <a:bodyPr wrap="square" lIns="0" tIns="0" rIns="0" bIns="0" rtlCol="0" anchor="ctr"/>
          <a:lstStyle/>
          <a:p>
            <a:r>
              <a:rPr lang="es-MX" sz="650" b="1">
                <a:solidFill>
                  <a:srgbClr val="0D1F5C"/>
                </a:solidFill>
              </a:rPr>
              <a:t>Movimientos                                      (1HUs  100% M)</a:t>
            </a:r>
          </a:p>
          <a:p>
            <a:pPr marL="0" indent="0">
              <a:buNone/>
            </a:pPr>
            <a:r>
              <a:rPr lang="es-MX" sz="650" b="1">
                <a:solidFill>
                  <a:srgbClr val="0D1F5C"/>
                </a:solidFill>
              </a:rPr>
              <a:t>Convivencia TDC F&amp;D</a:t>
            </a:r>
            <a:endParaRPr lang="es-MX" sz="650"/>
          </a:p>
        </p:txBody>
      </p:sp>
      <p:sp>
        <p:nvSpPr>
          <p:cNvPr id="404" name="Shape 109">
            <a:extLst>
              <a:ext uri="{FF2B5EF4-FFF2-40B4-BE49-F238E27FC236}">
                <a16:creationId xmlns:a16="http://schemas.microsoft.com/office/drawing/2014/main" id="{ABD9C86C-CD3A-839C-0982-B71C01834A26}"/>
              </a:ext>
            </a:extLst>
          </p:cNvPr>
          <p:cNvSpPr/>
          <p:nvPr/>
        </p:nvSpPr>
        <p:spPr>
          <a:xfrm>
            <a:off x="3157728" y="3920522"/>
            <a:ext cx="8796528" cy="256032"/>
          </a:xfrm>
          <a:prstGeom prst="rect">
            <a:avLst/>
          </a:prstGeom>
          <a:solidFill>
            <a:srgbClr val="E8EBF4"/>
          </a:solidFill>
          <a:ln w="6350">
            <a:solidFill>
              <a:srgbClr val="D0D5E8"/>
            </a:solidFill>
            <a:prstDash val="solid"/>
          </a:ln>
        </p:spPr>
        <p:txBody>
          <a:bodyPr/>
          <a:lstStyle/>
          <a:p>
            <a:endParaRPr lang="es-MX"/>
          </a:p>
        </p:txBody>
      </p:sp>
      <p:sp>
        <p:nvSpPr>
          <p:cNvPr id="408" name="Text 110">
            <a:extLst>
              <a:ext uri="{FF2B5EF4-FFF2-40B4-BE49-F238E27FC236}">
                <a16:creationId xmlns:a16="http://schemas.microsoft.com/office/drawing/2014/main" id="{882D4131-9B04-62A6-7E51-F29BA1FCDA69}"/>
              </a:ext>
            </a:extLst>
          </p:cNvPr>
          <p:cNvSpPr/>
          <p:nvPr/>
        </p:nvSpPr>
        <p:spPr>
          <a:xfrm>
            <a:off x="3203448" y="3938810"/>
            <a:ext cx="2194560" cy="219456"/>
          </a:xfrm>
          <a:prstGeom prst="rect">
            <a:avLst/>
          </a:prstGeom>
          <a:noFill/>
          <a:ln/>
        </p:spPr>
        <p:txBody>
          <a:bodyPr wrap="square" lIns="0" tIns="0" rIns="0" bIns="0" rtlCol="0" anchor="ctr"/>
          <a:lstStyle/>
          <a:p>
            <a:r>
              <a:rPr lang="es-MX" sz="650">
                <a:solidFill>
                  <a:schemeClr val="accent3"/>
                </a:solidFill>
              </a:rPr>
              <a:t>Notificación activación          (1HUs  0% M)</a:t>
            </a:r>
          </a:p>
          <a:p>
            <a:pPr marL="0" indent="0">
              <a:buNone/>
            </a:pPr>
            <a:r>
              <a:rPr lang="es-MX" sz="650">
                <a:solidFill>
                  <a:schemeClr val="accent3"/>
                </a:solidFill>
              </a:rPr>
              <a:t>TDC Digital</a:t>
            </a:r>
          </a:p>
        </p:txBody>
      </p:sp>
      <p:sp>
        <p:nvSpPr>
          <p:cNvPr id="432" name="Text 39">
            <a:extLst>
              <a:ext uri="{FF2B5EF4-FFF2-40B4-BE49-F238E27FC236}">
                <a16:creationId xmlns:a16="http://schemas.microsoft.com/office/drawing/2014/main" id="{5490F5D5-7AF5-025F-A3E7-A2A449D78155}"/>
              </a:ext>
            </a:extLst>
          </p:cNvPr>
          <p:cNvSpPr/>
          <p:nvPr/>
        </p:nvSpPr>
        <p:spPr>
          <a:xfrm>
            <a:off x="5335520" y="911324"/>
            <a:ext cx="576000" cy="201168"/>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Jun</a:t>
            </a:r>
            <a:endParaRPr lang="es-MX" sz="750">
              <a:solidFill>
                <a:prstClr val="black"/>
              </a:solidFill>
              <a:latin typeface="Calibri" panose="020F0502020204030204"/>
            </a:endParaRPr>
          </a:p>
        </p:txBody>
      </p:sp>
      <p:sp>
        <p:nvSpPr>
          <p:cNvPr id="436" name="Text 40">
            <a:extLst>
              <a:ext uri="{FF2B5EF4-FFF2-40B4-BE49-F238E27FC236}">
                <a16:creationId xmlns:a16="http://schemas.microsoft.com/office/drawing/2014/main" id="{081F7475-79F8-13D1-832F-5658187D8535}"/>
              </a:ext>
            </a:extLst>
          </p:cNvPr>
          <p:cNvSpPr/>
          <p:nvPr/>
        </p:nvSpPr>
        <p:spPr>
          <a:xfrm>
            <a:off x="6309062" y="911324"/>
            <a:ext cx="576000" cy="201168"/>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Jul</a:t>
            </a:r>
            <a:endParaRPr lang="es-MX" sz="750">
              <a:solidFill>
                <a:prstClr val="black"/>
              </a:solidFill>
              <a:latin typeface="Calibri" panose="020F0502020204030204"/>
            </a:endParaRPr>
          </a:p>
        </p:txBody>
      </p:sp>
      <p:sp>
        <p:nvSpPr>
          <p:cNvPr id="440" name="Text 41">
            <a:extLst>
              <a:ext uri="{FF2B5EF4-FFF2-40B4-BE49-F238E27FC236}">
                <a16:creationId xmlns:a16="http://schemas.microsoft.com/office/drawing/2014/main" id="{A05EE061-5751-E944-FDA4-A0FB302B6F33}"/>
              </a:ext>
            </a:extLst>
          </p:cNvPr>
          <p:cNvSpPr/>
          <p:nvPr/>
        </p:nvSpPr>
        <p:spPr>
          <a:xfrm>
            <a:off x="7282604" y="911324"/>
            <a:ext cx="576000" cy="201168"/>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Ago</a:t>
            </a:r>
            <a:endParaRPr lang="es-MX" sz="750">
              <a:solidFill>
                <a:prstClr val="black"/>
              </a:solidFill>
              <a:latin typeface="Calibri" panose="020F0502020204030204"/>
            </a:endParaRPr>
          </a:p>
        </p:txBody>
      </p:sp>
      <p:sp>
        <p:nvSpPr>
          <p:cNvPr id="444" name="Text 42">
            <a:extLst>
              <a:ext uri="{FF2B5EF4-FFF2-40B4-BE49-F238E27FC236}">
                <a16:creationId xmlns:a16="http://schemas.microsoft.com/office/drawing/2014/main" id="{AA638817-B59D-C09C-8667-E3590781AE88}"/>
              </a:ext>
            </a:extLst>
          </p:cNvPr>
          <p:cNvSpPr/>
          <p:nvPr/>
        </p:nvSpPr>
        <p:spPr>
          <a:xfrm>
            <a:off x="8256146" y="911324"/>
            <a:ext cx="576000" cy="201168"/>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Sep</a:t>
            </a:r>
            <a:endParaRPr lang="es-MX" sz="750">
              <a:solidFill>
                <a:prstClr val="black"/>
              </a:solidFill>
              <a:latin typeface="Calibri" panose="020F0502020204030204"/>
            </a:endParaRPr>
          </a:p>
        </p:txBody>
      </p:sp>
      <p:sp>
        <p:nvSpPr>
          <p:cNvPr id="512" name="Text 43">
            <a:extLst>
              <a:ext uri="{FF2B5EF4-FFF2-40B4-BE49-F238E27FC236}">
                <a16:creationId xmlns:a16="http://schemas.microsoft.com/office/drawing/2014/main" id="{957BC6F5-C073-0A3C-4FE0-DF43BE3220D1}"/>
              </a:ext>
            </a:extLst>
          </p:cNvPr>
          <p:cNvSpPr/>
          <p:nvPr/>
        </p:nvSpPr>
        <p:spPr>
          <a:xfrm>
            <a:off x="9229688" y="911324"/>
            <a:ext cx="576000" cy="201168"/>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Oct</a:t>
            </a:r>
            <a:endParaRPr lang="es-MX" sz="750">
              <a:solidFill>
                <a:prstClr val="black"/>
              </a:solidFill>
              <a:latin typeface="Calibri" panose="020F0502020204030204"/>
            </a:endParaRPr>
          </a:p>
        </p:txBody>
      </p:sp>
      <p:sp>
        <p:nvSpPr>
          <p:cNvPr id="514" name="Text 44">
            <a:extLst>
              <a:ext uri="{FF2B5EF4-FFF2-40B4-BE49-F238E27FC236}">
                <a16:creationId xmlns:a16="http://schemas.microsoft.com/office/drawing/2014/main" id="{F832498E-2790-2D58-7B6C-8960FA911863}"/>
              </a:ext>
            </a:extLst>
          </p:cNvPr>
          <p:cNvSpPr/>
          <p:nvPr/>
        </p:nvSpPr>
        <p:spPr>
          <a:xfrm>
            <a:off x="10203230" y="911324"/>
            <a:ext cx="576000" cy="201168"/>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Nov</a:t>
            </a:r>
            <a:endParaRPr lang="es-MX" sz="750">
              <a:solidFill>
                <a:prstClr val="black"/>
              </a:solidFill>
              <a:latin typeface="Calibri" panose="020F0502020204030204"/>
            </a:endParaRPr>
          </a:p>
        </p:txBody>
      </p:sp>
      <p:sp>
        <p:nvSpPr>
          <p:cNvPr id="516" name="Text 44">
            <a:extLst>
              <a:ext uri="{FF2B5EF4-FFF2-40B4-BE49-F238E27FC236}">
                <a16:creationId xmlns:a16="http://schemas.microsoft.com/office/drawing/2014/main" id="{3FF29883-B384-A65F-FE1F-705C58FDBDA0}"/>
              </a:ext>
            </a:extLst>
          </p:cNvPr>
          <p:cNvSpPr/>
          <p:nvPr/>
        </p:nvSpPr>
        <p:spPr>
          <a:xfrm>
            <a:off x="11176772" y="911324"/>
            <a:ext cx="576000" cy="201168"/>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Dic</a:t>
            </a:r>
            <a:endParaRPr lang="es-MX" sz="750">
              <a:solidFill>
                <a:prstClr val="black"/>
              </a:solidFill>
              <a:latin typeface="Calibri" panose="020F0502020204030204"/>
            </a:endParaRPr>
          </a:p>
        </p:txBody>
      </p:sp>
      <p:cxnSp>
        <p:nvCxnSpPr>
          <p:cNvPr id="324" name="Straight Connector 323">
            <a:extLst>
              <a:ext uri="{FF2B5EF4-FFF2-40B4-BE49-F238E27FC236}">
                <a16:creationId xmlns:a16="http://schemas.microsoft.com/office/drawing/2014/main" id="{29B72B20-DE6E-6205-6991-C2BF9E84A591}"/>
              </a:ext>
            </a:extLst>
          </p:cNvPr>
          <p:cNvCxnSpPr>
            <a:cxnSpLocks/>
          </p:cNvCxnSpPr>
          <p:nvPr/>
        </p:nvCxnSpPr>
        <p:spPr>
          <a:xfrm>
            <a:off x="5136749" y="1088869"/>
            <a:ext cx="0" cy="3096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51E65E70-43EF-35F5-551F-F4C4E7370873}"/>
              </a:ext>
            </a:extLst>
          </p:cNvPr>
          <p:cNvCxnSpPr>
            <a:cxnSpLocks/>
          </p:cNvCxnSpPr>
          <p:nvPr/>
        </p:nvCxnSpPr>
        <p:spPr>
          <a:xfrm>
            <a:off x="7083833" y="1088869"/>
            <a:ext cx="0" cy="3096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A2654264-0C9D-91CD-8F38-8A632E89A67D}"/>
              </a:ext>
            </a:extLst>
          </p:cNvPr>
          <p:cNvCxnSpPr>
            <a:cxnSpLocks/>
          </p:cNvCxnSpPr>
          <p:nvPr/>
        </p:nvCxnSpPr>
        <p:spPr>
          <a:xfrm>
            <a:off x="8057375" y="1088869"/>
            <a:ext cx="0" cy="3096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4C2663FD-6239-91FA-AB78-9B85F6254156}"/>
              </a:ext>
            </a:extLst>
          </p:cNvPr>
          <p:cNvCxnSpPr>
            <a:cxnSpLocks/>
          </p:cNvCxnSpPr>
          <p:nvPr/>
        </p:nvCxnSpPr>
        <p:spPr>
          <a:xfrm>
            <a:off x="9030917" y="1088869"/>
            <a:ext cx="0" cy="3096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A9F1134C-B4B3-1FAE-0115-648C6A0B52B9}"/>
              </a:ext>
            </a:extLst>
          </p:cNvPr>
          <p:cNvCxnSpPr>
            <a:cxnSpLocks/>
          </p:cNvCxnSpPr>
          <p:nvPr/>
        </p:nvCxnSpPr>
        <p:spPr>
          <a:xfrm>
            <a:off x="10004459" y="1088869"/>
            <a:ext cx="0" cy="3096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31A82EFB-C73E-1A07-345F-535D96141932}"/>
              </a:ext>
            </a:extLst>
          </p:cNvPr>
          <p:cNvCxnSpPr>
            <a:cxnSpLocks/>
          </p:cNvCxnSpPr>
          <p:nvPr/>
        </p:nvCxnSpPr>
        <p:spPr>
          <a:xfrm>
            <a:off x="6110291" y="1088869"/>
            <a:ext cx="0" cy="3096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334293B0-9827-3C39-C7F2-F6F4A3922F94}"/>
              </a:ext>
            </a:extLst>
          </p:cNvPr>
          <p:cNvCxnSpPr>
            <a:cxnSpLocks/>
          </p:cNvCxnSpPr>
          <p:nvPr/>
        </p:nvCxnSpPr>
        <p:spPr>
          <a:xfrm>
            <a:off x="10978001" y="1088869"/>
            <a:ext cx="0" cy="3096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39985E89-CAD5-260F-B4D7-81289EAC629F}"/>
              </a:ext>
            </a:extLst>
          </p:cNvPr>
          <p:cNvCxnSpPr>
            <a:cxnSpLocks/>
          </p:cNvCxnSpPr>
          <p:nvPr/>
        </p:nvCxnSpPr>
        <p:spPr>
          <a:xfrm>
            <a:off x="11954256" y="1074168"/>
            <a:ext cx="0" cy="3096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522" name="Shape 53">
            <a:extLst>
              <a:ext uri="{FF2B5EF4-FFF2-40B4-BE49-F238E27FC236}">
                <a16:creationId xmlns:a16="http://schemas.microsoft.com/office/drawing/2014/main" id="{89FD75FE-DAF4-E030-3ACB-8FB1CC1602F9}"/>
              </a:ext>
            </a:extLst>
          </p:cNvPr>
          <p:cNvSpPr/>
          <p:nvPr/>
        </p:nvSpPr>
        <p:spPr>
          <a:xfrm>
            <a:off x="5267052" y="1143785"/>
            <a:ext cx="576000" cy="72523"/>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524" name="Shape 48">
            <a:extLst>
              <a:ext uri="{FF2B5EF4-FFF2-40B4-BE49-F238E27FC236}">
                <a16:creationId xmlns:a16="http://schemas.microsoft.com/office/drawing/2014/main" id="{02FAA5A6-8580-9259-F630-A78394601EEE}"/>
              </a:ext>
            </a:extLst>
          </p:cNvPr>
          <p:cNvSpPr/>
          <p:nvPr/>
        </p:nvSpPr>
        <p:spPr>
          <a:xfrm>
            <a:off x="5888736" y="1143785"/>
            <a:ext cx="864000" cy="72523"/>
          </a:xfrm>
          <a:prstGeom prst="roundRect">
            <a:avLst>
              <a:gd name="adj" fmla="val 14286"/>
            </a:avLst>
          </a:prstGeom>
          <a:solidFill>
            <a:srgbClr val="F5C800"/>
          </a:solidFill>
          <a:ln w="12700">
            <a:solidFill>
              <a:srgbClr val="F5C800"/>
            </a:solidFill>
            <a:prstDash val="solid"/>
          </a:ln>
        </p:spPr>
        <p:txBody>
          <a:bodyPr/>
          <a:lstStyle/>
          <a:p>
            <a:endParaRPr lang="es-MX">
              <a:solidFill>
                <a:prstClr val="black"/>
              </a:solidFill>
              <a:latin typeface="Calibri" panose="020F0502020204030204"/>
            </a:endParaRPr>
          </a:p>
        </p:txBody>
      </p:sp>
      <p:sp>
        <p:nvSpPr>
          <p:cNvPr id="526" name="Shape 49">
            <a:extLst>
              <a:ext uri="{FF2B5EF4-FFF2-40B4-BE49-F238E27FC236}">
                <a16:creationId xmlns:a16="http://schemas.microsoft.com/office/drawing/2014/main" id="{0EB525F2-29F6-D348-4995-2EDA23C38CDF}"/>
              </a:ext>
            </a:extLst>
          </p:cNvPr>
          <p:cNvSpPr/>
          <p:nvPr/>
        </p:nvSpPr>
        <p:spPr>
          <a:xfrm>
            <a:off x="5894952" y="1255843"/>
            <a:ext cx="1332000" cy="72523"/>
          </a:xfrm>
          <a:prstGeom prst="roundRect">
            <a:avLst>
              <a:gd name="adj" fmla="val 14286"/>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528" name="Shape 53">
            <a:extLst>
              <a:ext uri="{FF2B5EF4-FFF2-40B4-BE49-F238E27FC236}">
                <a16:creationId xmlns:a16="http://schemas.microsoft.com/office/drawing/2014/main" id="{79C83FA1-D074-A42A-4E7D-F637FDE43309}"/>
              </a:ext>
            </a:extLst>
          </p:cNvPr>
          <p:cNvSpPr/>
          <p:nvPr/>
        </p:nvSpPr>
        <p:spPr>
          <a:xfrm>
            <a:off x="6766560" y="1407590"/>
            <a:ext cx="324000" cy="72523"/>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530" name="Shape 48">
            <a:extLst>
              <a:ext uri="{FF2B5EF4-FFF2-40B4-BE49-F238E27FC236}">
                <a16:creationId xmlns:a16="http://schemas.microsoft.com/office/drawing/2014/main" id="{D5A4093B-B551-BCC0-80F8-623BD007BCD8}"/>
              </a:ext>
            </a:extLst>
          </p:cNvPr>
          <p:cNvSpPr/>
          <p:nvPr/>
        </p:nvSpPr>
        <p:spPr>
          <a:xfrm>
            <a:off x="7212384" y="1473607"/>
            <a:ext cx="108000" cy="72523"/>
          </a:xfrm>
          <a:prstGeom prst="roundRect">
            <a:avLst>
              <a:gd name="adj" fmla="val 14286"/>
            </a:avLst>
          </a:prstGeom>
          <a:solidFill>
            <a:srgbClr val="F5C800"/>
          </a:solidFill>
          <a:ln w="12700">
            <a:solidFill>
              <a:srgbClr val="F5C800"/>
            </a:solidFill>
            <a:prstDash val="solid"/>
          </a:ln>
        </p:spPr>
        <p:txBody>
          <a:bodyPr/>
          <a:lstStyle/>
          <a:p>
            <a:endParaRPr lang="es-MX">
              <a:solidFill>
                <a:prstClr val="black"/>
              </a:solidFill>
              <a:latin typeface="Calibri" panose="020F0502020204030204"/>
            </a:endParaRPr>
          </a:p>
        </p:txBody>
      </p:sp>
      <p:sp>
        <p:nvSpPr>
          <p:cNvPr id="532" name="Shape 49">
            <a:extLst>
              <a:ext uri="{FF2B5EF4-FFF2-40B4-BE49-F238E27FC236}">
                <a16:creationId xmlns:a16="http://schemas.microsoft.com/office/drawing/2014/main" id="{F2C8F176-FC90-3040-5F82-86117ACD1741}"/>
              </a:ext>
            </a:extLst>
          </p:cNvPr>
          <p:cNvSpPr/>
          <p:nvPr/>
        </p:nvSpPr>
        <p:spPr>
          <a:xfrm>
            <a:off x="7426684" y="1508760"/>
            <a:ext cx="144000" cy="72523"/>
          </a:xfrm>
          <a:prstGeom prst="roundRect">
            <a:avLst>
              <a:gd name="adj" fmla="val 14286"/>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534" name="Shape 53">
            <a:extLst>
              <a:ext uri="{FF2B5EF4-FFF2-40B4-BE49-F238E27FC236}">
                <a16:creationId xmlns:a16="http://schemas.microsoft.com/office/drawing/2014/main" id="{232E2BD9-EEB4-F6A8-6A9B-28197383ABC6}"/>
              </a:ext>
            </a:extLst>
          </p:cNvPr>
          <p:cNvSpPr/>
          <p:nvPr/>
        </p:nvSpPr>
        <p:spPr>
          <a:xfrm>
            <a:off x="7104816" y="1673352"/>
            <a:ext cx="108000" cy="72523"/>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536" name="Shape 48">
            <a:extLst>
              <a:ext uri="{FF2B5EF4-FFF2-40B4-BE49-F238E27FC236}">
                <a16:creationId xmlns:a16="http://schemas.microsoft.com/office/drawing/2014/main" id="{8DC841AE-8370-2570-A066-FFAC43EC98D2}"/>
              </a:ext>
            </a:extLst>
          </p:cNvPr>
          <p:cNvSpPr/>
          <p:nvPr/>
        </p:nvSpPr>
        <p:spPr>
          <a:xfrm>
            <a:off x="7226963" y="1736097"/>
            <a:ext cx="108000" cy="72523"/>
          </a:xfrm>
          <a:prstGeom prst="roundRect">
            <a:avLst>
              <a:gd name="adj" fmla="val 14286"/>
            </a:avLst>
          </a:prstGeom>
          <a:solidFill>
            <a:srgbClr val="F5C800"/>
          </a:solidFill>
          <a:ln w="12700">
            <a:solidFill>
              <a:srgbClr val="F5C800"/>
            </a:solidFill>
            <a:prstDash val="solid"/>
          </a:ln>
        </p:spPr>
        <p:txBody>
          <a:bodyPr/>
          <a:lstStyle/>
          <a:p>
            <a:endParaRPr lang="es-MX">
              <a:solidFill>
                <a:prstClr val="black"/>
              </a:solidFill>
              <a:latin typeface="Calibri" panose="020F0502020204030204"/>
            </a:endParaRPr>
          </a:p>
        </p:txBody>
      </p:sp>
      <p:sp>
        <p:nvSpPr>
          <p:cNvPr id="538" name="Shape 49">
            <a:extLst>
              <a:ext uri="{FF2B5EF4-FFF2-40B4-BE49-F238E27FC236}">
                <a16:creationId xmlns:a16="http://schemas.microsoft.com/office/drawing/2014/main" id="{82A52B42-5574-AB0E-1AEE-5A061A84B786}"/>
              </a:ext>
            </a:extLst>
          </p:cNvPr>
          <p:cNvSpPr/>
          <p:nvPr/>
        </p:nvSpPr>
        <p:spPr>
          <a:xfrm>
            <a:off x="7398413" y="1772359"/>
            <a:ext cx="828000" cy="72523"/>
          </a:xfrm>
          <a:prstGeom prst="roundRect">
            <a:avLst>
              <a:gd name="adj" fmla="val 14286"/>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540" name="Shape 53">
            <a:extLst>
              <a:ext uri="{FF2B5EF4-FFF2-40B4-BE49-F238E27FC236}">
                <a16:creationId xmlns:a16="http://schemas.microsoft.com/office/drawing/2014/main" id="{C8C94A5C-C28A-0139-4D83-589C9E4EEFCE}"/>
              </a:ext>
            </a:extLst>
          </p:cNvPr>
          <p:cNvSpPr/>
          <p:nvPr/>
        </p:nvSpPr>
        <p:spPr>
          <a:xfrm>
            <a:off x="7553318" y="1900294"/>
            <a:ext cx="108000" cy="72523"/>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542" name="Shape 48">
            <a:extLst>
              <a:ext uri="{FF2B5EF4-FFF2-40B4-BE49-F238E27FC236}">
                <a16:creationId xmlns:a16="http://schemas.microsoft.com/office/drawing/2014/main" id="{4101B82A-A3F4-D6ED-E591-B7A0F1404F4A}"/>
              </a:ext>
            </a:extLst>
          </p:cNvPr>
          <p:cNvSpPr/>
          <p:nvPr/>
        </p:nvSpPr>
        <p:spPr>
          <a:xfrm>
            <a:off x="7683096" y="1972817"/>
            <a:ext cx="108000" cy="72523"/>
          </a:xfrm>
          <a:prstGeom prst="roundRect">
            <a:avLst>
              <a:gd name="adj" fmla="val 14286"/>
            </a:avLst>
          </a:prstGeom>
          <a:solidFill>
            <a:srgbClr val="F5C800"/>
          </a:solidFill>
          <a:ln w="12700">
            <a:solidFill>
              <a:srgbClr val="F5C800"/>
            </a:solidFill>
            <a:prstDash val="solid"/>
          </a:ln>
        </p:spPr>
        <p:txBody>
          <a:bodyPr/>
          <a:lstStyle/>
          <a:p>
            <a:endParaRPr lang="es-MX">
              <a:solidFill>
                <a:prstClr val="black"/>
              </a:solidFill>
              <a:latin typeface="Calibri" panose="020F0502020204030204"/>
            </a:endParaRPr>
          </a:p>
        </p:txBody>
      </p:sp>
      <p:sp>
        <p:nvSpPr>
          <p:cNvPr id="544" name="Shape 49">
            <a:extLst>
              <a:ext uri="{FF2B5EF4-FFF2-40B4-BE49-F238E27FC236}">
                <a16:creationId xmlns:a16="http://schemas.microsoft.com/office/drawing/2014/main" id="{6F99D02D-01BB-D4D0-901A-EE674BAA2574}"/>
              </a:ext>
            </a:extLst>
          </p:cNvPr>
          <p:cNvSpPr/>
          <p:nvPr/>
        </p:nvSpPr>
        <p:spPr>
          <a:xfrm>
            <a:off x="7794413" y="2052134"/>
            <a:ext cx="432000" cy="72523"/>
          </a:xfrm>
          <a:prstGeom prst="roundRect">
            <a:avLst>
              <a:gd name="adj" fmla="val 14286"/>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546" name="Shape 53">
            <a:extLst>
              <a:ext uri="{FF2B5EF4-FFF2-40B4-BE49-F238E27FC236}">
                <a16:creationId xmlns:a16="http://schemas.microsoft.com/office/drawing/2014/main" id="{DF7C1A04-EE9D-25CA-EC8F-A0B142647FE0}"/>
              </a:ext>
            </a:extLst>
          </p:cNvPr>
          <p:cNvSpPr/>
          <p:nvPr/>
        </p:nvSpPr>
        <p:spPr>
          <a:xfrm>
            <a:off x="8023352" y="2162966"/>
            <a:ext cx="144000" cy="72523"/>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548" name="Shape 48">
            <a:extLst>
              <a:ext uri="{FF2B5EF4-FFF2-40B4-BE49-F238E27FC236}">
                <a16:creationId xmlns:a16="http://schemas.microsoft.com/office/drawing/2014/main" id="{9CD93205-07DB-D545-21F6-D12393F5F4B3}"/>
              </a:ext>
            </a:extLst>
          </p:cNvPr>
          <p:cNvSpPr/>
          <p:nvPr/>
        </p:nvSpPr>
        <p:spPr>
          <a:xfrm>
            <a:off x="8199564" y="2231136"/>
            <a:ext cx="216000" cy="72523"/>
          </a:xfrm>
          <a:prstGeom prst="roundRect">
            <a:avLst>
              <a:gd name="adj" fmla="val 14286"/>
            </a:avLst>
          </a:prstGeom>
          <a:solidFill>
            <a:srgbClr val="F5C800"/>
          </a:solidFill>
          <a:ln w="12700">
            <a:solidFill>
              <a:srgbClr val="F5C800"/>
            </a:solidFill>
            <a:prstDash val="solid"/>
          </a:ln>
        </p:spPr>
        <p:txBody>
          <a:bodyPr/>
          <a:lstStyle/>
          <a:p>
            <a:endParaRPr lang="es-MX">
              <a:solidFill>
                <a:prstClr val="black"/>
              </a:solidFill>
              <a:latin typeface="Calibri" panose="020F0502020204030204"/>
            </a:endParaRPr>
          </a:p>
        </p:txBody>
      </p:sp>
      <p:sp>
        <p:nvSpPr>
          <p:cNvPr id="550" name="Shape 49">
            <a:extLst>
              <a:ext uri="{FF2B5EF4-FFF2-40B4-BE49-F238E27FC236}">
                <a16:creationId xmlns:a16="http://schemas.microsoft.com/office/drawing/2014/main" id="{9C69CCD6-A607-46FC-F502-F5BD5E7D8844}"/>
              </a:ext>
            </a:extLst>
          </p:cNvPr>
          <p:cNvSpPr/>
          <p:nvPr/>
        </p:nvSpPr>
        <p:spPr>
          <a:xfrm>
            <a:off x="8454954" y="2290821"/>
            <a:ext cx="756000" cy="72523"/>
          </a:xfrm>
          <a:prstGeom prst="roundRect">
            <a:avLst>
              <a:gd name="adj" fmla="val 14286"/>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557" name="Shape 53">
            <a:extLst>
              <a:ext uri="{FF2B5EF4-FFF2-40B4-BE49-F238E27FC236}">
                <a16:creationId xmlns:a16="http://schemas.microsoft.com/office/drawing/2014/main" id="{FD25D703-5658-6A1A-0CA5-B14BB46AC04C}"/>
              </a:ext>
            </a:extLst>
          </p:cNvPr>
          <p:cNvSpPr/>
          <p:nvPr/>
        </p:nvSpPr>
        <p:spPr>
          <a:xfrm>
            <a:off x="8503920" y="2406904"/>
            <a:ext cx="360000" cy="72523"/>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559" name="Shape 48">
            <a:extLst>
              <a:ext uri="{FF2B5EF4-FFF2-40B4-BE49-F238E27FC236}">
                <a16:creationId xmlns:a16="http://schemas.microsoft.com/office/drawing/2014/main" id="{CF88C909-CF03-F326-524B-C13917C04061}"/>
              </a:ext>
            </a:extLst>
          </p:cNvPr>
          <p:cNvSpPr/>
          <p:nvPr/>
        </p:nvSpPr>
        <p:spPr>
          <a:xfrm>
            <a:off x="8868396" y="2481608"/>
            <a:ext cx="468000" cy="72523"/>
          </a:xfrm>
          <a:prstGeom prst="roundRect">
            <a:avLst>
              <a:gd name="adj" fmla="val 14286"/>
            </a:avLst>
          </a:prstGeom>
          <a:solidFill>
            <a:srgbClr val="F5C800"/>
          </a:solidFill>
          <a:ln w="12700">
            <a:solidFill>
              <a:srgbClr val="F5C800"/>
            </a:solidFill>
            <a:prstDash val="solid"/>
          </a:ln>
        </p:spPr>
        <p:txBody>
          <a:bodyPr/>
          <a:lstStyle/>
          <a:p>
            <a:endParaRPr lang="es-MX">
              <a:solidFill>
                <a:prstClr val="black"/>
              </a:solidFill>
              <a:latin typeface="Calibri" panose="020F0502020204030204"/>
            </a:endParaRPr>
          </a:p>
        </p:txBody>
      </p:sp>
      <p:sp>
        <p:nvSpPr>
          <p:cNvPr id="561" name="Shape 49">
            <a:extLst>
              <a:ext uri="{FF2B5EF4-FFF2-40B4-BE49-F238E27FC236}">
                <a16:creationId xmlns:a16="http://schemas.microsoft.com/office/drawing/2014/main" id="{374BFBDD-F5DF-B644-7FF2-4CCDEED91D60}"/>
              </a:ext>
            </a:extLst>
          </p:cNvPr>
          <p:cNvSpPr/>
          <p:nvPr/>
        </p:nvSpPr>
        <p:spPr>
          <a:xfrm>
            <a:off x="9362090" y="2553977"/>
            <a:ext cx="864000" cy="72523"/>
          </a:xfrm>
          <a:prstGeom prst="roundRect">
            <a:avLst>
              <a:gd name="adj" fmla="val 14286"/>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563" name="Shape 49">
            <a:extLst>
              <a:ext uri="{FF2B5EF4-FFF2-40B4-BE49-F238E27FC236}">
                <a16:creationId xmlns:a16="http://schemas.microsoft.com/office/drawing/2014/main" id="{48A446F4-4EA7-F678-6DCE-532E143B63DD}"/>
              </a:ext>
            </a:extLst>
          </p:cNvPr>
          <p:cNvSpPr/>
          <p:nvPr/>
        </p:nvSpPr>
        <p:spPr>
          <a:xfrm>
            <a:off x="9826709" y="2714498"/>
            <a:ext cx="396000" cy="72523"/>
          </a:xfrm>
          <a:prstGeom prst="roundRect">
            <a:avLst>
              <a:gd name="adj" fmla="val 14286"/>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565" name="Text 55">
            <a:extLst>
              <a:ext uri="{FF2B5EF4-FFF2-40B4-BE49-F238E27FC236}">
                <a16:creationId xmlns:a16="http://schemas.microsoft.com/office/drawing/2014/main" id="{3BAD0A17-E33C-058B-385D-1A717A2AF7A6}"/>
              </a:ext>
            </a:extLst>
          </p:cNvPr>
          <p:cNvSpPr/>
          <p:nvPr/>
        </p:nvSpPr>
        <p:spPr>
          <a:xfrm>
            <a:off x="8424672" y="2681470"/>
            <a:ext cx="1360678" cy="144482"/>
          </a:xfrm>
          <a:prstGeom prst="rect">
            <a:avLst/>
          </a:prstGeom>
          <a:noFill/>
          <a:ln/>
        </p:spPr>
        <p:txBody>
          <a:bodyPr wrap="square" lIns="0" tIns="0" rIns="0" bIns="0" rtlCol="0" anchor="ctr"/>
          <a:lstStyle/>
          <a:p>
            <a:pPr marL="0" indent="0">
              <a:buNone/>
            </a:pPr>
            <a:r>
              <a:rPr lang="es-MX" sz="600" i="1">
                <a:solidFill>
                  <a:srgbClr val="E8894F"/>
                </a:solidFill>
              </a:rPr>
              <a:t>Análisis y diseño completados en R3</a:t>
            </a:r>
          </a:p>
        </p:txBody>
      </p:sp>
      <p:sp>
        <p:nvSpPr>
          <p:cNvPr id="567" name="Shape 53">
            <a:extLst>
              <a:ext uri="{FF2B5EF4-FFF2-40B4-BE49-F238E27FC236}">
                <a16:creationId xmlns:a16="http://schemas.microsoft.com/office/drawing/2014/main" id="{38D4F5C8-BE7E-B234-7CB4-4E7771EFCBAA}"/>
              </a:ext>
            </a:extLst>
          </p:cNvPr>
          <p:cNvSpPr/>
          <p:nvPr/>
        </p:nvSpPr>
        <p:spPr>
          <a:xfrm>
            <a:off x="8503920" y="2915405"/>
            <a:ext cx="360000" cy="72523"/>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569" name="Shape 48">
            <a:extLst>
              <a:ext uri="{FF2B5EF4-FFF2-40B4-BE49-F238E27FC236}">
                <a16:creationId xmlns:a16="http://schemas.microsoft.com/office/drawing/2014/main" id="{4E2CDA36-1AEF-1F87-D6DF-E841FA04FD23}"/>
              </a:ext>
            </a:extLst>
          </p:cNvPr>
          <p:cNvSpPr/>
          <p:nvPr/>
        </p:nvSpPr>
        <p:spPr>
          <a:xfrm>
            <a:off x="8868396" y="2990109"/>
            <a:ext cx="468000" cy="72523"/>
          </a:xfrm>
          <a:prstGeom prst="roundRect">
            <a:avLst>
              <a:gd name="adj" fmla="val 14286"/>
            </a:avLst>
          </a:prstGeom>
          <a:solidFill>
            <a:srgbClr val="F5C800"/>
          </a:solidFill>
          <a:ln w="12700">
            <a:solidFill>
              <a:srgbClr val="F5C800"/>
            </a:solidFill>
            <a:prstDash val="solid"/>
          </a:ln>
        </p:spPr>
        <p:txBody>
          <a:bodyPr/>
          <a:lstStyle/>
          <a:p>
            <a:endParaRPr lang="es-MX">
              <a:solidFill>
                <a:prstClr val="black"/>
              </a:solidFill>
              <a:latin typeface="Calibri" panose="020F0502020204030204"/>
            </a:endParaRPr>
          </a:p>
        </p:txBody>
      </p:sp>
      <p:sp>
        <p:nvSpPr>
          <p:cNvPr id="571" name="Shape 49">
            <a:extLst>
              <a:ext uri="{FF2B5EF4-FFF2-40B4-BE49-F238E27FC236}">
                <a16:creationId xmlns:a16="http://schemas.microsoft.com/office/drawing/2014/main" id="{72499FCC-28EC-4A98-B46C-5628CB01F2F6}"/>
              </a:ext>
            </a:extLst>
          </p:cNvPr>
          <p:cNvSpPr/>
          <p:nvPr/>
        </p:nvSpPr>
        <p:spPr>
          <a:xfrm>
            <a:off x="9362090" y="3062478"/>
            <a:ext cx="864000" cy="72523"/>
          </a:xfrm>
          <a:prstGeom prst="roundRect">
            <a:avLst>
              <a:gd name="adj" fmla="val 14286"/>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573" name="Shape 53">
            <a:extLst>
              <a:ext uri="{FF2B5EF4-FFF2-40B4-BE49-F238E27FC236}">
                <a16:creationId xmlns:a16="http://schemas.microsoft.com/office/drawing/2014/main" id="{8937EBED-C02C-91C7-D492-B791B6EA1D73}"/>
              </a:ext>
            </a:extLst>
          </p:cNvPr>
          <p:cNvSpPr/>
          <p:nvPr/>
        </p:nvSpPr>
        <p:spPr>
          <a:xfrm>
            <a:off x="8503920" y="3166163"/>
            <a:ext cx="360000" cy="72523"/>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575" name="Shape 48">
            <a:extLst>
              <a:ext uri="{FF2B5EF4-FFF2-40B4-BE49-F238E27FC236}">
                <a16:creationId xmlns:a16="http://schemas.microsoft.com/office/drawing/2014/main" id="{07FFF9DB-8CFB-6A65-34DD-91909972D564}"/>
              </a:ext>
            </a:extLst>
          </p:cNvPr>
          <p:cNvSpPr/>
          <p:nvPr/>
        </p:nvSpPr>
        <p:spPr>
          <a:xfrm>
            <a:off x="8868396" y="3240867"/>
            <a:ext cx="468000" cy="72523"/>
          </a:xfrm>
          <a:prstGeom prst="roundRect">
            <a:avLst>
              <a:gd name="adj" fmla="val 14286"/>
            </a:avLst>
          </a:prstGeom>
          <a:solidFill>
            <a:srgbClr val="F5C800"/>
          </a:solidFill>
          <a:ln w="12700">
            <a:solidFill>
              <a:srgbClr val="F5C800"/>
            </a:solidFill>
            <a:prstDash val="solid"/>
          </a:ln>
        </p:spPr>
        <p:txBody>
          <a:bodyPr/>
          <a:lstStyle/>
          <a:p>
            <a:endParaRPr lang="es-MX">
              <a:solidFill>
                <a:prstClr val="black"/>
              </a:solidFill>
              <a:latin typeface="Calibri" panose="020F0502020204030204"/>
            </a:endParaRPr>
          </a:p>
        </p:txBody>
      </p:sp>
      <p:sp>
        <p:nvSpPr>
          <p:cNvPr id="577" name="Shape 49">
            <a:extLst>
              <a:ext uri="{FF2B5EF4-FFF2-40B4-BE49-F238E27FC236}">
                <a16:creationId xmlns:a16="http://schemas.microsoft.com/office/drawing/2014/main" id="{5793A69D-C2DC-B87B-CE49-A42F66F63DA2}"/>
              </a:ext>
            </a:extLst>
          </p:cNvPr>
          <p:cNvSpPr/>
          <p:nvPr/>
        </p:nvSpPr>
        <p:spPr>
          <a:xfrm>
            <a:off x="9362090" y="3313236"/>
            <a:ext cx="864000" cy="72523"/>
          </a:xfrm>
          <a:prstGeom prst="roundRect">
            <a:avLst>
              <a:gd name="adj" fmla="val 14286"/>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579" name="Shape 53">
            <a:extLst>
              <a:ext uri="{FF2B5EF4-FFF2-40B4-BE49-F238E27FC236}">
                <a16:creationId xmlns:a16="http://schemas.microsoft.com/office/drawing/2014/main" id="{8D356954-FF93-6FE5-4D97-6790FCC865BB}"/>
              </a:ext>
            </a:extLst>
          </p:cNvPr>
          <p:cNvSpPr/>
          <p:nvPr/>
        </p:nvSpPr>
        <p:spPr>
          <a:xfrm>
            <a:off x="8517382" y="3432394"/>
            <a:ext cx="360000" cy="72523"/>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581" name="Shape 48">
            <a:extLst>
              <a:ext uri="{FF2B5EF4-FFF2-40B4-BE49-F238E27FC236}">
                <a16:creationId xmlns:a16="http://schemas.microsoft.com/office/drawing/2014/main" id="{52A50245-56C0-196E-BBF2-14D2B2C9336F}"/>
              </a:ext>
            </a:extLst>
          </p:cNvPr>
          <p:cNvSpPr/>
          <p:nvPr/>
        </p:nvSpPr>
        <p:spPr>
          <a:xfrm>
            <a:off x="8881858" y="3507098"/>
            <a:ext cx="468000" cy="72523"/>
          </a:xfrm>
          <a:prstGeom prst="roundRect">
            <a:avLst>
              <a:gd name="adj" fmla="val 14286"/>
            </a:avLst>
          </a:prstGeom>
          <a:solidFill>
            <a:srgbClr val="F5C800"/>
          </a:solidFill>
          <a:ln w="12700">
            <a:solidFill>
              <a:srgbClr val="F5C800"/>
            </a:solidFill>
            <a:prstDash val="solid"/>
          </a:ln>
        </p:spPr>
        <p:txBody>
          <a:bodyPr/>
          <a:lstStyle/>
          <a:p>
            <a:endParaRPr lang="es-MX">
              <a:solidFill>
                <a:prstClr val="black"/>
              </a:solidFill>
              <a:latin typeface="Calibri" panose="020F0502020204030204"/>
            </a:endParaRPr>
          </a:p>
        </p:txBody>
      </p:sp>
      <p:sp>
        <p:nvSpPr>
          <p:cNvPr id="583" name="Shape 49">
            <a:extLst>
              <a:ext uri="{FF2B5EF4-FFF2-40B4-BE49-F238E27FC236}">
                <a16:creationId xmlns:a16="http://schemas.microsoft.com/office/drawing/2014/main" id="{8C974095-2E4E-6B47-A83E-4C8B5E06B4A5}"/>
              </a:ext>
            </a:extLst>
          </p:cNvPr>
          <p:cNvSpPr/>
          <p:nvPr/>
        </p:nvSpPr>
        <p:spPr>
          <a:xfrm>
            <a:off x="9375552" y="3579467"/>
            <a:ext cx="864000" cy="72523"/>
          </a:xfrm>
          <a:prstGeom prst="roundRect">
            <a:avLst>
              <a:gd name="adj" fmla="val 14286"/>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585" name="Shape 53">
            <a:extLst>
              <a:ext uri="{FF2B5EF4-FFF2-40B4-BE49-F238E27FC236}">
                <a16:creationId xmlns:a16="http://schemas.microsoft.com/office/drawing/2014/main" id="{CB396F4D-B339-6D8E-A85E-3B16C049A56B}"/>
              </a:ext>
            </a:extLst>
          </p:cNvPr>
          <p:cNvSpPr/>
          <p:nvPr/>
        </p:nvSpPr>
        <p:spPr>
          <a:xfrm>
            <a:off x="6840116" y="3687608"/>
            <a:ext cx="252000" cy="72523"/>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587" name="Shape 48">
            <a:extLst>
              <a:ext uri="{FF2B5EF4-FFF2-40B4-BE49-F238E27FC236}">
                <a16:creationId xmlns:a16="http://schemas.microsoft.com/office/drawing/2014/main" id="{3D87FAC9-83D9-B663-712F-F960ACB712E0}"/>
              </a:ext>
            </a:extLst>
          </p:cNvPr>
          <p:cNvSpPr/>
          <p:nvPr/>
        </p:nvSpPr>
        <p:spPr>
          <a:xfrm>
            <a:off x="6948116" y="3777971"/>
            <a:ext cx="144000" cy="72523"/>
          </a:xfrm>
          <a:prstGeom prst="roundRect">
            <a:avLst>
              <a:gd name="adj" fmla="val 14286"/>
            </a:avLst>
          </a:prstGeom>
          <a:solidFill>
            <a:srgbClr val="F5C800"/>
          </a:solidFill>
          <a:ln w="12700">
            <a:solidFill>
              <a:srgbClr val="F5C800"/>
            </a:solidFill>
            <a:prstDash val="solid"/>
          </a:ln>
        </p:spPr>
        <p:txBody>
          <a:bodyPr/>
          <a:lstStyle/>
          <a:p>
            <a:endParaRPr lang="es-MX">
              <a:solidFill>
                <a:prstClr val="black"/>
              </a:solidFill>
              <a:latin typeface="Calibri" panose="020F0502020204030204"/>
            </a:endParaRPr>
          </a:p>
        </p:txBody>
      </p:sp>
      <p:sp>
        <p:nvSpPr>
          <p:cNvPr id="589" name="Shape 49">
            <a:extLst>
              <a:ext uri="{FF2B5EF4-FFF2-40B4-BE49-F238E27FC236}">
                <a16:creationId xmlns:a16="http://schemas.microsoft.com/office/drawing/2014/main" id="{0247E821-D887-AA0C-8F9C-0594988011D5}"/>
              </a:ext>
            </a:extLst>
          </p:cNvPr>
          <p:cNvSpPr/>
          <p:nvPr/>
        </p:nvSpPr>
        <p:spPr>
          <a:xfrm>
            <a:off x="10314590" y="3799238"/>
            <a:ext cx="432000" cy="72523"/>
          </a:xfrm>
          <a:prstGeom prst="roundRect">
            <a:avLst>
              <a:gd name="adj" fmla="val 14286"/>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591" name="Shape 53">
            <a:extLst>
              <a:ext uri="{FF2B5EF4-FFF2-40B4-BE49-F238E27FC236}">
                <a16:creationId xmlns:a16="http://schemas.microsoft.com/office/drawing/2014/main" id="{CBCC8A66-774B-1011-FE26-149F02266FA2}"/>
              </a:ext>
            </a:extLst>
          </p:cNvPr>
          <p:cNvSpPr/>
          <p:nvPr/>
        </p:nvSpPr>
        <p:spPr>
          <a:xfrm>
            <a:off x="6827416" y="3931424"/>
            <a:ext cx="252000" cy="72523"/>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593" name="Shape 48">
            <a:extLst>
              <a:ext uri="{FF2B5EF4-FFF2-40B4-BE49-F238E27FC236}">
                <a16:creationId xmlns:a16="http://schemas.microsoft.com/office/drawing/2014/main" id="{FFE21D5B-5A8D-45E9-41AC-8F0BECAC1634}"/>
              </a:ext>
            </a:extLst>
          </p:cNvPr>
          <p:cNvSpPr/>
          <p:nvPr/>
        </p:nvSpPr>
        <p:spPr>
          <a:xfrm>
            <a:off x="6935416" y="4021787"/>
            <a:ext cx="144000" cy="72523"/>
          </a:xfrm>
          <a:prstGeom prst="roundRect">
            <a:avLst>
              <a:gd name="adj" fmla="val 14286"/>
            </a:avLst>
          </a:prstGeom>
          <a:solidFill>
            <a:srgbClr val="F5C800"/>
          </a:solidFill>
          <a:ln w="12700">
            <a:solidFill>
              <a:srgbClr val="F5C800"/>
            </a:solidFill>
            <a:prstDash val="solid"/>
          </a:ln>
        </p:spPr>
        <p:txBody>
          <a:bodyPr/>
          <a:lstStyle/>
          <a:p>
            <a:endParaRPr lang="es-MX">
              <a:solidFill>
                <a:prstClr val="black"/>
              </a:solidFill>
              <a:latin typeface="Calibri" panose="020F0502020204030204"/>
            </a:endParaRPr>
          </a:p>
        </p:txBody>
      </p:sp>
      <p:sp>
        <p:nvSpPr>
          <p:cNvPr id="595" name="Shape 49">
            <a:extLst>
              <a:ext uri="{FF2B5EF4-FFF2-40B4-BE49-F238E27FC236}">
                <a16:creationId xmlns:a16="http://schemas.microsoft.com/office/drawing/2014/main" id="{C974980E-E33E-7666-FFBA-E60905AEEED4}"/>
              </a:ext>
            </a:extLst>
          </p:cNvPr>
          <p:cNvSpPr/>
          <p:nvPr/>
        </p:nvSpPr>
        <p:spPr>
          <a:xfrm>
            <a:off x="8009540" y="4093815"/>
            <a:ext cx="324000" cy="72523"/>
          </a:xfrm>
          <a:prstGeom prst="roundRect">
            <a:avLst>
              <a:gd name="adj" fmla="val 14286"/>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313" name="Shape 82">
            <a:extLst>
              <a:ext uri="{FF2B5EF4-FFF2-40B4-BE49-F238E27FC236}">
                <a16:creationId xmlns:a16="http://schemas.microsoft.com/office/drawing/2014/main" id="{DA7ACD81-B68F-8F93-B75E-DB04C47884E8}"/>
              </a:ext>
            </a:extLst>
          </p:cNvPr>
          <p:cNvSpPr/>
          <p:nvPr/>
        </p:nvSpPr>
        <p:spPr>
          <a:xfrm>
            <a:off x="9517688" y="1117728"/>
            <a:ext cx="0" cy="3096000"/>
          </a:xfrm>
          <a:prstGeom prst="line">
            <a:avLst/>
          </a:prstGeom>
          <a:noFill/>
          <a:ln w="19050">
            <a:solidFill>
              <a:srgbClr val="C0392B"/>
            </a:solidFill>
            <a:prstDash val="dash"/>
          </a:ln>
        </p:spPr>
        <p:txBody>
          <a:bodyPr/>
          <a:lstStyle/>
          <a:p>
            <a:endParaRPr lang="es-MX">
              <a:solidFill>
                <a:prstClr val="black"/>
              </a:solidFill>
              <a:latin typeface="Calibri" panose="020F0502020204030204"/>
            </a:endParaRPr>
          </a:p>
        </p:txBody>
      </p:sp>
      <p:sp>
        <p:nvSpPr>
          <p:cNvPr id="597" name="Text 83">
            <a:extLst>
              <a:ext uri="{FF2B5EF4-FFF2-40B4-BE49-F238E27FC236}">
                <a16:creationId xmlns:a16="http://schemas.microsoft.com/office/drawing/2014/main" id="{61D6431A-20B3-49FB-B129-A5AE0F2A86A6}"/>
              </a:ext>
            </a:extLst>
          </p:cNvPr>
          <p:cNvSpPr/>
          <p:nvPr/>
        </p:nvSpPr>
        <p:spPr>
          <a:xfrm>
            <a:off x="9476232" y="3955711"/>
            <a:ext cx="594360" cy="237744"/>
          </a:xfrm>
          <a:prstGeom prst="rect">
            <a:avLst/>
          </a:prstGeom>
          <a:noFill/>
          <a:ln/>
        </p:spPr>
        <p:txBody>
          <a:bodyPr wrap="square" lIns="0" tIns="0" rIns="0" bIns="0" rtlCol="0" anchor="ctr"/>
          <a:lstStyle/>
          <a:p>
            <a:pPr algn="ctr"/>
            <a:r>
              <a:rPr lang="es-MX" sz="600" b="1">
                <a:solidFill>
                  <a:srgbClr val="C0392B"/>
                </a:solidFill>
                <a:latin typeface="Calibri" panose="020F0502020204030204"/>
              </a:rPr>
              <a:t>15-Oct</a:t>
            </a:r>
            <a:endParaRPr lang="es-MX" sz="600" b="1">
              <a:solidFill>
                <a:prstClr val="black"/>
              </a:solidFill>
              <a:latin typeface="Calibri" panose="020F0502020204030204"/>
            </a:endParaRPr>
          </a:p>
          <a:p>
            <a:pPr algn="ctr"/>
            <a:r>
              <a:rPr lang="es-MX" sz="600" b="1">
                <a:solidFill>
                  <a:srgbClr val="C0392B"/>
                </a:solidFill>
                <a:latin typeface="Calibri" panose="020F0502020204030204"/>
              </a:rPr>
              <a:t>Inicio SIT</a:t>
            </a:r>
            <a:endParaRPr lang="es-MX" sz="600" b="1">
              <a:solidFill>
                <a:prstClr val="black"/>
              </a:solidFill>
              <a:latin typeface="Calibri" panose="020F0502020204030204"/>
            </a:endParaRPr>
          </a:p>
        </p:txBody>
      </p:sp>
      <p:cxnSp>
        <p:nvCxnSpPr>
          <p:cNvPr id="2" name="Straight Connector 1">
            <a:extLst>
              <a:ext uri="{FF2B5EF4-FFF2-40B4-BE49-F238E27FC236}">
                <a16:creationId xmlns:a16="http://schemas.microsoft.com/office/drawing/2014/main" id="{5E246433-E53D-71D7-2B99-26C5BDEF0E84}"/>
              </a:ext>
            </a:extLst>
          </p:cNvPr>
          <p:cNvCxnSpPr>
            <a:cxnSpLocks/>
          </p:cNvCxnSpPr>
          <p:nvPr/>
        </p:nvCxnSpPr>
        <p:spPr>
          <a:xfrm>
            <a:off x="187632" y="1207516"/>
            <a:ext cx="2880000" cy="0"/>
          </a:xfrm>
          <a:prstGeom prst="line">
            <a:avLst/>
          </a:prstGeom>
          <a:ln w="9525">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41171D1A-5523-29DD-0757-40CB8BE8E4C9}"/>
              </a:ext>
            </a:extLst>
          </p:cNvPr>
          <p:cNvCxnSpPr>
            <a:cxnSpLocks/>
          </p:cNvCxnSpPr>
          <p:nvPr/>
        </p:nvCxnSpPr>
        <p:spPr>
          <a:xfrm>
            <a:off x="187632" y="1552702"/>
            <a:ext cx="2880000" cy="0"/>
          </a:xfrm>
          <a:prstGeom prst="line">
            <a:avLst/>
          </a:prstGeom>
          <a:ln w="9525">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8" name="Ey">
            <a:extLst>
              <a:ext uri="{FF2B5EF4-FFF2-40B4-BE49-F238E27FC236}">
                <a16:creationId xmlns:a16="http://schemas.microsoft.com/office/drawing/2014/main" id="{8973CF6C-5331-05E8-B360-F1AB0307F6BF}"/>
              </a:ext>
            </a:extLst>
          </p:cNvPr>
          <p:cNvSpPr txBox="1"/>
          <p:nvPr/>
        </p:nvSpPr>
        <p:spPr>
          <a:xfrm>
            <a:off x="380000" y="188056"/>
            <a:ext cx="5000000" cy="153888"/>
          </a:xfrm>
          <a:prstGeom prst="rect">
            <a:avLst/>
          </a:prstGeom>
          <a:noFill/>
          <a:ln>
            <a:noFill/>
          </a:ln>
        </p:spPr>
        <p:txBody>
          <a:bodyPr wrap="square" lIns="0" tIns="0" rIns="0" bIns="0" anchor="ctr">
            <a:spAutoFit/>
          </a:bodyPr>
          <a:lstStyle/>
          <a:p>
            <a:pPr algn="l" defTabSz="228600">
              <a:lnSpc>
                <a:spcPct val="100000"/>
              </a:lnSpc>
              <a:spcBef>
                <a:spcPts val="0"/>
              </a:spcBef>
              <a:spcAft>
                <a:spcPts val="0"/>
              </a:spcAft>
              <a:buNone/>
            </a:pPr>
            <a:r>
              <a:rPr lang="es-MX" sz="1000" b="1" kern="1200">
                <a:solidFill>
                  <a:srgbClr val="888888"/>
                </a:solidFill>
                <a:latin typeface="Poppins"/>
              </a:rPr>
              <a:t>APÉNDICE 3 – DETALLE POR TRACK — ALCANCE, PLAN Y RAID</a:t>
            </a:r>
          </a:p>
        </p:txBody>
      </p:sp>
    </p:spTree>
    <p:extLst>
      <p:ext uri="{BB962C8B-B14F-4D97-AF65-F5344CB8AC3E}">
        <p14:creationId xmlns:p14="http://schemas.microsoft.com/office/powerpoint/2010/main" val="16605293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AD983-FA61-E27F-EF49-C6710C9839C0}"/>
            </a:ext>
          </a:extLst>
        </p:cNvPr>
        <p:cNvGrpSpPr/>
        <p:nvPr/>
      </p:nvGrpSpPr>
      <p:grpSpPr>
        <a:xfrm>
          <a:off x="0" y="0"/>
          <a:ext cx="0" cy="0"/>
          <a:chOff x="0" y="0"/>
          <a:chExt cx="0" cy="0"/>
        </a:xfrm>
      </p:grpSpPr>
      <p:graphicFrame>
        <p:nvGraphicFramePr>
          <p:cNvPr id="326" name="think-cell data - do not delete" hidden="1">
            <a:extLst>
              <a:ext uri="{FF2B5EF4-FFF2-40B4-BE49-F238E27FC236}">
                <a16:creationId xmlns:a16="http://schemas.microsoft.com/office/drawing/2014/main" id="{A611FEA5-F0F9-F317-FD87-DD6A30B8A4DA}"/>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326" name="think-cell data - do not delete" hidden="1">
                        <a:extLst>
                          <a:ext uri="{FF2B5EF4-FFF2-40B4-BE49-F238E27FC236}">
                            <a16:creationId xmlns:a16="http://schemas.microsoft.com/office/drawing/2014/main" id="{A611FEA5-F0F9-F317-FD87-DD6A30B8A4D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 3">
            <a:extLst>
              <a:ext uri="{FF2B5EF4-FFF2-40B4-BE49-F238E27FC236}">
                <a16:creationId xmlns:a16="http://schemas.microsoft.com/office/drawing/2014/main" id="{C126AE55-9A7F-756D-4814-0BC478BCF37E}"/>
              </a:ext>
            </a:extLst>
          </p:cNvPr>
          <p:cNvSpPr/>
          <p:nvPr/>
        </p:nvSpPr>
        <p:spPr>
          <a:xfrm>
            <a:off x="365760" y="274320"/>
            <a:ext cx="8138160" cy="5120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2400" b="1">
                <a:solidFill>
                  <a:schemeClr val="accent1"/>
                </a:solidFill>
                <a:latin typeface="Poppins" panose="00000500000000000000" pitchFamily="2" charset="0"/>
                <a:ea typeface="Arial" pitchFamily="34" charset="-122"/>
                <a:cs typeface="Poppins" panose="00000500000000000000" pitchFamily="2" charset="0"/>
              </a:rPr>
              <a:t>CAT</a:t>
            </a:r>
            <a:endParaRPr kumimoji="0" lang="es-MX" sz="2400" b="1" i="0" u="none" strike="noStrike" kern="1200" cap="none" spc="0" normalizeH="0" baseline="0" noProof="0">
              <a:ln>
                <a:noFill/>
              </a:ln>
              <a:solidFill>
                <a:schemeClr val="accent1"/>
              </a:solidFill>
              <a:effectLst/>
              <a:uLnTx/>
              <a:uFillTx/>
              <a:latin typeface="Poppins" panose="00000500000000000000" pitchFamily="2" charset="0"/>
              <a:ea typeface="Arial" pitchFamily="34" charset="-122"/>
              <a:cs typeface="Poppins" panose="00000500000000000000" pitchFamily="2" charset="0"/>
            </a:endParaRPr>
          </a:p>
        </p:txBody>
      </p:sp>
      <p:sp>
        <p:nvSpPr>
          <p:cNvPr id="124" name="Shape 5">
            <a:extLst>
              <a:ext uri="{FF2B5EF4-FFF2-40B4-BE49-F238E27FC236}">
                <a16:creationId xmlns:a16="http://schemas.microsoft.com/office/drawing/2014/main" id="{5AD25BC6-2EF3-C497-F609-45A3F7A20E5F}"/>
              </a:ext>
            </a:extLst>
          </p:cNvPr>
          <p:cNvSpPr/>
          <p:nvPr/>
        </p:nvSpPr>
        <p:spPr>
          <a:xfrm>
            <a:off x="164592" y="731520"/>
            <a:ext cx="2926080" cy="201168"/>
          </a:xfrm>
          <a:prstGeom prst="rect">
            <a:avLst/>
          </a:prstGeom>
          <a:solidFill>
            <a:srgbClr val="0D1F5C"/>
          </a:solidFill>
          <a:ln w="12700">
            <a:solidFill>
              <a:srgbClr val="0D1F5C"/>
            </a:solidFill>
            <a:prstDash val="solid"/>
          </a:ln>
        </p:spPr>
        <p:txBody>
          <a:bodyPr/>
          <a:lstStyle/>
          <a:p>
            <a:endParaRPr lang="es-MX">
              <a:solidFill>
                <a:prstClr val="black"/>
              </a:solidFill>
              <a:latin typeface="Calibri" panose="020F0502020204030204"/>
            </a:endParaRPr>
          </a:p>
        </p:txBody>
      </p:sp>
      <p:sp>
        <p:nvSpPr>
          <p:cNvPr id="125" name="Text 6">
            <a:extLst>
              <a:ext uri="{FF2B5EF4-FFF2-40B4-BE49-F238E27FC236}">
                <a16:creationId xmlns:a16="http://schemas.microsoft.com/office/drawing/2014/main" id="{EAB71AF0-62EE-03C6-12A4-4A9A84AA7575}"/>
              </a:ext>
            </a:extLst>
          </p:cNvPr>
          <p:cNvSpPr/>
          <p:nvPr/>
        </p:nvSpPr>
        <p:spPr>
          <a:xfrm>
            <a:off x="219456" y="731520"/>
            <a:ext cx="2834640" cy="201168"/>
          </a:xfrm>
          <a:prstGeom prst="rect">
            <a:avLst/>
          </a:prstGeom>
          <a:noFill/>
          <a:ln/>
        </p:spPr>
        <p:txBody>
          <a:bodyPr wrap="square" lIns="0" tIns="0" rIns="0" bIns="0" rtlCol="0" anchor="ctr"/>
          <a:lstStyle/>
          <a:p>
            <a:r>
              <a:rPr lang="es-MX" sz="750" b="1">
                <a:solidFill>
                  <a:srgbClr val="FFFFFF"/>
                </a:solidFill>
                <a:latin typeface="Calibri" panose="020F0502020204030204"/>
              </a:rPr>
              <a:t>RAG DEL TRACK</a:t>
            </a:r>
            <a:endParaRPr lang="es-MX" sz="750">
              <a:solidFill>
                <a:prstClr val="black"/>
              </a:solidFill>
              <a:latin typeface="Calibri" panose="020F0502020204030204"/>
            </a:endParaRPr>
          </a:p>
        </p:txBody>
      </p:sp>
      <p:sp>
        <p:nvSpPr>
          <p:cNvPr id="126" name="Shape 7">
            <a:extLst>
              <a:ext uri="{FF2B5EF4-FFF2-40B4-BE49-F238E27FC236}">
                <a16:creationId xmlns:a16="http://schemas.microsoft.com/office/drawing/2014/main" id="{D96DD93E-68EF-C3C8-DBF8-F89185100100}"/>
              </a:ext>
            </a:extLst>
          </p:cNvPr>
          <p:cNvSpPr/>
          <p:nvPr/>
        </p:nvSpPr>
        <p:spPr>
          <a:xfrm>
            <a:off x="201168" y="996696"/>
            <a:ext cx="182880" cy="182880"/>
          </a:xfrm>
          <a:prstGeom prst="ellipse">
            <a:avLst/>
          </a:prstGeom>
          <a:solidFill>
            <a:srgbClr val="FF0000"/>
          </a:solidFill>
          <a:ln w="12700">
            <a:solidFill>
              <a:srgbClr val="FF0000"/>
            </a:solidFill>
            <a:prstDash val="solid"/>
          </a:ln>
        </p:spPr>
        <p:txBody>
          <a:bodyPr/>
          <a:lstStyle/>
          <a:p>
            <a:endParaRPr lang="es-MX">
              <a:solidFill>
                <a:prstClr val="black"/>
              </a:solidFill>
              <a:latin typeface="Calibri" panose="020F0502020204030204"/>
            </a:endParaRPr>
          </a:p>
        </p:txBody>
      </p:sp>
      <p:sp>
        <p:nvSpPr>
          <p:cNvPr id="127" name="Text 8">
            <a:extLst>
              <a:ext uri="{FF2B5EF4-FFF2-40B4-BE49-F238E27FC236}">
                <a16:creationId xmlns:a16="http://schemas.microsoft.com/office/drawing/2014/main" id="{210BF1B1-8307-EA38-C5D9-3F97F5951C97}"/>
              </a:ext>
            </a:extLst>
          </p:cNvPr>
          <p:cNvSpPr/>
          <p:nvPr/>
        </p:nvSpPr>
        <p:spPr>
          <a:xfrm>
            <a:off x="429768" y="960120"/>
            <a:ext cx="822960" cy="256032"/>
          </a:xfrm>
          <a:prstGeom prst="rect">
            <a:avLst/>
          </a:prstGeom>
          <a:noFill/>
          <a:ln/>
        </p:spPr>
        <p:txBody>
          <a:bodyPr wrap="square" lIns="0" tIns="0" rIns="0" bIns="0" rtlCol="0" anchor="ctr"/>
          <a:lstStyle/>
          <a:p>
            <a:r>
              <a:rPr lang="es-MX" sz="750" b="1">
                <a:solidFill>
                  <a:srgbClr val="0D1F5C"/>
                </a:solidFill>
                <a:latin typeface="Calibri" panose="020F0502020204030204"/>
              </a:rPr>
              <a:t>GENERAL</a:t>
            </a:r>
            <a:endParaRPr lang="es-MX" sz="750">
              <a:solidFill>
                <a:prstClr val="black"/>
              </a:solidFill>
              <a:latin typeface="Calibri" panose="020F0502020204030204"/>
            </a:endParaRPr>
          </a:p>
        </p:txBody>
      </p:sp>
      <p:sp>
        <p:nvSpPr>
          <p:cNvPr id="128" name="Text 9">
            <a:extLst>
              <a:ext uri="{FF2B5EF4-FFF2-40B4-BE49-F238E27FC236}">
                <a16:creationId xmlns:a16="http://schemas.microsoft.com/office/drawing/2014/main" id="{FDE7AC76-58F4-3CCE-5985-C0FAA36FA797}"/>
              </a:ext>
            </a:extLst>
          </p:cNvPr>
          <p:cNvSpPr/>
          <p:nvPr/>
        </p:nvSpPr>
        <p:spPr>
          <a:xfrm>
            <a:off x="1261872" y="960120"/>
            <a:ext cx="1810512" cy="256032"/>
          </a:xfrm>
          <a:prstGeom prst="rect">
            <a:avLst/>
          </a:prstGeom>
          <a:noFill/>
          <a:ln/>
        </p:spPr>
        <p:txBody>
          <a:bodyPr wrap="square" lIns="0" tIns="0" rIns="0" bIns="0" rtlCol="0" anchor="ctr"/>
          <a:lstStyle/>
          <a:p>
            <a:r>
              <a:rPr lang="es-MX" sz="680">
                <a:solidFill>
                  <a:srgbClr val="3A3A3A"/>
                </a:solidFill>
                <a:latin typeface="Calibri" panose="020F0502020204030204"/>
              </a:rPr>
              <a:t>Doble bloqueo: proveedor sin contratar y </a:t>
            </a:r>
            <a:r>
              <a:rPr lang="es-MX" sz="680" err="1">
                <a:solidFill>
                  <a:srgbClr val="3A3A3A"/>
                </a:solidFill>
                <a:latin typeface="Calibri" panose="020F0502020204030204"/>
              </a:rPr>
              <a:t>DTMs</a:t>
            </a:r>
            <a:r>
              <a:rPr lang="es-MX" sz="680">
                <a:solidFill>
                  <a:srgbClr val="3A3A3A"/>
                </a:solidFill>
                <a:latin typeface="Calibri" panose="020F0502020204030204"/>
              </a:rPr>
              <a:t> sin responsable confirmado. </a:t>
            </a:r>
          </a:p>
        </p:txBody>
      </p:sp>
      <p:sp>
        <p:nvSpPr>
          <p:cNvPr id="129" name="Shape 10">
            <a:extLst>
              <a:ext uri="{FF2B5EF4-FFF2-40B4-BE49-F238E27FC236}">
                <a16:creationId xmlns:a16="http://schemas.microsoft.com/office/drawing/2014/main" id="{1BA55038-380D-5883-5779-12CCB8899A2E}"/>
              </a:ext>
            </a:extLst>
          </p:cNvPr>
          <p:cNvSpPr/>
          <p:nvPr/>
        </p:nvSpPr>
        <p:spPr>
          <a:xfrm>
            <a:off x="201168" y="1289304"/>
            <a:ext cx="182880" cy="182880"/>
          </a:xfrm>
          <a:prstGeom prst="ellipse">
            <a:avLst/>
          </a:prstGeom>
          <a:solidFill>
            <a:srgbClr val="FF0000"/>
          </a:solidFill>
          <a:ln w="12700">
            <a:solidFill>
              <a:srgbClr val="FF0000"/>
            </a:solidFill>
            <a:prstDash val="solid"/>
          </a:ln>
        </p:spPr>
        <p:txBody>
          <a:bodyPr/>
          <a:lstStyle/>
          <a:p>
            <a:endParaRPr lang="es-MX">
              <a:solidFill>
                <a:prstClr val="black"/>
              </a:solidFill>
              <a:latin typeface="Calibri" panose="020F0502020204030204"/>
            </a:endParaRPr>
          </a:p>
        </p:txBody>
      </p:sp>
      <p:sp>
        <p:nvSpPr>
          <p:cNvPr id="130" name="Text 11">
            <a:extLst>
              <a:ext uri="{FF2B5EF4-FFF2-40B4-BE49-F238E27FC236}">
                <a16:creationId xmlns:a16="http://schemas.microsoft.com/office/drawing/2014/main" id="{DE8E7F59-D573-57AC-BADA-1A1AB337F6D6}"/>
              </a:ext>
            </a:extLst>
          </p:cNvPr>
          <p:cNvSpPr/>
          <p:nvPr/>
        </p:nvSpPr>
        <p:spPr>
          <a:xfrm>
            <a:off x="429768" y="1252728"/>
            <a:ext cx="822960" cy="256032"/>
          </a:xfrm>
          <a:prstGeom prst="rect">
            <a:avLst/>
          </a:prstGeom>
          <a:noFill/>
          <a:ln/>
        </p:spPr>
        <p:txBody>
          <a:bodyPr wrap="square" lIns="0" tIns="0" rIns="0" bIns="0" rtlCol="0" anchor="ctr"/>
          <a:lstStyle/>
          <a:p>
            <a:r>
              <a:rPr lang="es-MX" sz="750" b="1">
                <a:solidFill>
                  <a:srgbClr val="0D1F5C"/>
                </a:solidFill>
                <a:latin typeface="Calibri" panose="020F0502020204030204"/>
              </a:rPr>
              <a:t>SOLUCIÓN</a:t>
            </a:r>
            <a:endParaRPr lang="es-MX" sz="750">
              <a:solidFill>
                <a:prstClr val="black"/>
              </a:solidFill>
              <a:latin typeface="Calibri" panose="020F0502020204030204"/>
            </a:endParaRPr>
          </a:p>
        </p:txBody>
      </p:sp>
      <p:sp>
        <p:nvSpPr>
          <p:cNvPr id="131" name="Text 12">
            <a:extLst>
              <a:ext uri="{FF2B5EF4-FFF2-40B4-BE49-F238E27FC236}">
                <a16:creationId xmlns:a16="http://schemas.microsoft.com/office/drawing/2014/main" id="{8DF0EB6B-3E43-9AB8-B932-EA43E7897166}"/>
              </a:ext>
            </a:extLst>
          </p:cNvPr>
          <p:cNvSpPr/>
          <p:nvPr/>
        </p:nvSpPr>
        <p:spPr>
          <a:xfrm>
            <a:off x="1261872" y="1252728"/>
            <a:ext cx="1810512" cy="256032"/>
          </a:xfrm>
          <a:prstGeom prst="rect">
            <a:avLst/>
          </a:prstGeom>
          <a:noFill/>
          <a:ln/>
        </p:spPr>
        <p:txBody>
          <a:bodyPr wrap="square" lIns="0" tIns="0" rIns="0" bIns="0" rtlCol="0" anchor="ctr"/>
          <a:lstStyle/>
          <a:p>
            <a:r>
              <a:rPr lang="es-MX" sz="680">
                <a:solidFill>
                  <a:srgbClr val="3A3A3A"/>
                </a:solidFill>
                <a:latin typeface="Calibri" panose="020F0502020204030204"/>
              </a:rPr>
              <a:t>Cero fechas de implementación. Proveedor entra ~</a:t>
            </a:r>
            <a:r>
              <a:rPr lang="es-MX" sz="680" err="1">
                <a:solidFill>
                  <a:srgbClr val="3A3A3A"/>
                </a:solidFill>
                <a:latin typeface="Calibri" panose="020F0502020204030204"/>
              </a:rPr>
              <a:t>mid-Sep</a:t>
            </a:r>
            <a:r>
              <a:rPr lang="es-MX" sz="680">
                <a:solidFill>
                  <a:srgbClr val="3A3A3A"/>
                </a:solidFill>
                <a:latin typeface="Calibri" panose="020F0502020204030204"/>
              </a:rPr>
              <a:t> con 1 mes </a:t>
            </a:r>
            <a:r>
              <a:rPr lang="es-MX" sz="680" err="1">
                <a:solidFill>
                  <a:srgbClr val="3A3A3A"/>
                </a:solidFill>
                <a:latin typeface="Calibri" panose="020F0502020204030204"/>
              </a:rPr>
              <a:t>onboarding</a:t>
            </a:r>
            <a:r>
              <a:rPr lang="es-MX" sz="680">
                <a:solidFill>
                  <a:srgbClr val="3A3A3A"/>
                </a:solidFill>
                <a:latin typeface="Calibri" panose="020F0502020204030204"/>
              </a:rPr>
              <a:t> — inicio real coincide con inicio de SIT.</a:t>
            </a:r>
          </a:p>
        </p:txBody>
      </p:sp>
      <p:sp>
        <p:nvSpPr>
          <p:cNvPr id="132" name="Shape 13">
            <a:extLst>
              <a:ext uri="{FF2B5EF4-FFF2-40B4-BE49-F238E27FC236}">
                <a16:creationId xmlns:a16="http://schemas.microsoft.com/office/drawing/2014/main" id="{56763728-D9A0-BB7B-90E1-20E366576CDA}"/>
              </a:ext>
            </a:extLst>
          </p:cNvPr>
          <p:cNvSpPr/>
          <p:nvPr/>
        </p:nvSpPr>
        <p:spPr>
          <a:xfrm>
            <a:off x="201168" y="1581912"/>
            <a:ext cx="182880" cy="182880"/>
          </a:xfrm>
          <a:prstGeom prst="ellipse">
            <a:avLst/>
          </a:prstGeom>
          <a:solidFill>
            <a:srgbClr val="FF0000"/>
          </a:solidFill>
          <a:ln w="12700">
            <a:solidFill>
              <a:srgbClr val="FF0000"/>
            </a:solidFill>
            <a:prstDash val="solid"/>
          </a:ln>
        </p:spPr>
        <p:txBody>
          <a:bodyPr/>
          <a:lstStyle/>
          <a:p>
            <a:endParaRPr lang="es-MX">
              <a:solidFill>
                <a:prstClr val="black"/>
              </a:solidFill>
              <a:latin typeface="Calibri" panose="020F0502020204030204"/>
            </a:endParaRPr>
          </a:p>
        </p:txBody>
      </p:sp>
      <p:sp>
        <p:nvSpPr>
          <p:cNvPr id="133" name="Text 14">
            <a:extLst>
              <a:ext uri="{FF2B5EF4-FFF2-40B4-BE49-F238E27FC236}">
                <a16:creationId xmlns:a16="http://schemas.microsoft.com/office/drawing/2014/main" id="{D2DA1F99-53A9-09AB-3918-028C0E1A5467}"/>
              </a:ext>
            </a:extLst>
          </p:cNvPr>
          <p:cNvSpPr/>
          <p:nvPr/>
        </p:nvSpPr>
        <p:spPr>
          <a:xfrm>
            <a:off x="429768" y="1545336"/>
            <a:ext cx="822960" cy="256032"/>
          </a:xfrm>
          <a:prstGeom prst="rect">
            <a:avLst/>
          </a:prstGeom>
          <a:noFill/>
          <a:ln/>
        </p:spPr>
        <p:txBody>
          <a:bodyPr wrap="square" lIns="0" tIns="0" rIns="0" bIns="0" rtlCol="0" anchor="ctr"/>
          <a:lstStyle/>
          <a:p>
            <a:r>
              <a:rPr lang="es-MX" sz="750" b="1">
                <a:solidFill>
                  <a:srgbClr val="0D1F5C"/>
                </a:solidFill>
                <a:latin typeface="Calibri" panose="020F0502020204030204"/>
              </a:rPr>
              <a:t>INTEGRACIONES</a:t>
            </a:r>
            <a:endParaRPr lang="es-MX" sz="750">
              <a:solidFill>
                <a:prstClr val="black"/>
              </a:solidFill>
              <a:latin typeface="Calibri" panose="020F0502020204030204"/>
            </a:endParaRPr>
          </a:p>
        </p:txBody>
      </p:sp>
      <p:sp>
        <p:nvSpPr>
          <p:cNvPr id="134" name="Text 15">
            <a:extLst>
              <a:ext uri="{FF2B5EF4-FFF2-40B4-BE49-F238E27FC236}">
                <a16:creationId xmlns:a16="http://schemas.microsoft.com/office/drawing/2014/main" id="{0BC35FEF-7281-FD9D-04CA-96B618718A08}"/>
              </a:ext>
            </a:extLst>
          </p:cNvPr>
          <p:cNvSpPr/>
          <p:nvPr/>
        </p:nvSpPr>
        <p:spPr>
          <a:xfrm>
            <a:off x="1261872" y="1589560"/>
            <a:ext cx="1810512" cy="256032"/>
          </a:xfrm>
          <a:prstGeom prst="rect">
            <a:avLst/>
          </a:prstGeom>
          <a:noFill/>
          <a:ln/>
        </p:spPr>
        <p:txBody>
          <a:bodyPr wrap="square" lIns="0" tIns="0" rIns="0" bIns="0" rtlCol="0" anchor="ctr"/>
          <a:lstStyle/>
          <a:p>
            <a:r>
              <a:rPr lang="es-MX" sz="680">
                <a:solidFill>
                  <a:srgbClr val="3A3A3A"/>
                </a:solidFill>
                <a:latin typeface="Calibri" panose="020F0502020204030204"/>
              </a:rPr>
              <a:t>Sin fechas ni responsable de </a:t>
            </a:r>
            <a:r>
              <a:rPr lang="es-MX" sz="680" err="1">
                <a:solidFill>
                  <a:srgbClr val="3A3A3A"/>
                </a:solidFill>
                <a:latin typeface="Calibri" panose="020F0502020204030204"/>
              </a:rPr>
              <a:t>DTMs</a:t>
            </a:r>
            <a:r>
              <a:rPr lang="es-MX" sz="680">
                <a:solidFill>
                  <a:srgbClr val="3A3A3A"/>
                </a:solidFill>
                <a:latin typeface="Calibri" panose="020F0502020204030204"/>
              </a:rPr>
              <a:t> confirmado. Pendiente de terminar trazabilidad completa de integraciones</a:t>
            </a:r>
            <a:endParaRPr lang="es-MX" sz="680">
              <a:solidFill>
                <a:prstClr val="black"/>
              </a:solidFill>
              <a:latin typeface="Calibri" panose="020F0502020204030204"/>
            </a:endParaRPr>
          </a:p>
        </p:txBody>
      </p:sp>
      <p:sp>
        <p:nvSpPr>
          <p:cNvPr id="135" name="Shape 16">
            <a:extLst>
              <a:ext uri="{FF2B5EF4-FFF2-40B4-BE49-F238E27FC236}">
                <a16:creationId xmlns:a16="http://schemas.microsoft.com/office/drawing/2014/main" id="{DEBEFD0F-C9FB-7334-7122-E155359CB64A}"/>
              </a:ext>
            </a:extLst>
          </p:cNvPr>
          <p:cNvSpPr/>
          <p:nvPr/>
        </p:nvSpPr>
        <p:spPr>
          <a:xfrm>
            <a:off x="164592" y="2029968"/>
            <a:ext cx="2926080" cy="201168"/>
          </a:xfrm>
          <a:prstGeom prst="rect">
            <a:avLst/>
          </a:prstGeom>
          <a:solidFill>
            <a:srgbClr val="0D1F5C"/>
          </a:solidFill>
          <a:ln w="12700">
            <a:solidFill>
              <a:srgbClr val="0D1F5C"/>
            </a:solidFill>
            <a:prstDash val="solid"/>
          </a:ln>
        </p:spPr>
        <p:txBody>
          <a:bodyPr/>
          <a:lstStyle/>
          <a:p>
            <a:endParaRPr lang="es-MX">
              <a:solidFill>
                <a:prstClr val="black"/>
              </a:solidFill>
              <a:latin typeface="Calibri" panose="020F0502020204030204"/>
            </a:endParaRPr>
          </a:p>
        </p:txBody>
      </p:sp>
      <p:sp>
        <p:nvSpPr>
          <p:cNvPr id="136" name="Text 17">
            <a:extLst>
              <a:ext uri="{FF2B5EF4-FFF2-40B4-BE49-F238E27FC236}">
                <a16:creationId xmlns:a16="http://schemas.microsoft.com/office/drawing/2014/main" id="{ABF1218D-D136-7FD0-025E-6CFB930A5CB6}"/>
              </a:ext>
            </a:extLst>
          </p:cNvPr>
          <p:cNvSpPr/>
          <p:nvPr/>
        </p:nvSpPr>
        <p:spPr>
          <a:xfrm>
            <a:off x="219456" y="2029968"/>
            <a:ext cx="2834640" cy="201168"/>
          </a:xfrm>
          <a:prstGeom prst="rect">
            <a:avLst/>
          </a:prstGeom>
          <a:noFill/>
          <a:ln/>
        </p:spPr>
        <p:txBody>
          <a:bodyPr wrap="square" lIns="0" tIns="0" rIns="0" bIns="0" rtlCol="0" anchor="ctr"/>
          <a:lstStyle/>
          <a:p>
            <a:r>
              <a:rPr lang="es-MX" sz="750" b="1">
                <a:solidFill>
                  <a:srgbClr val="FFFFFF"/>
                </a:solidFill>
                <a:latin typeface="Calibri" panose="020F0502020204030204"/>
              </a:rPr>
              <a:t>RESUMEN DEL ALCANCE</a:t>
            </a:r>
            <a:endParaRPr lang="es-MX" sz="750">
              <a:solidFill>
                <a:prstClr val="black"/>
              </a:solidFill>
              <a:latin typeface="Calibri" panose="020F0502020204030204"/>
            </a:endParaRPr>
          </a:p>
        </p:txBody>
      </p:sp>
      <p:sp>
        <p:nvSpPr>
          <p:cNvPr id="137" name="Shape 18">
            <a:extLst>
              <a:ext uri="{FF2B5EF4-FFF2-40B4-BE49-F238E27FC236}">
                <a16:creationId xmlns:a16="http://schemas.microsoft.com/office/drawing/2014/main" id="{CCBD8F81-0501-A139-9E83-F1DCA9AA2140}"/>
              </a:ext>
            </a:extLst>
          </p:cNvPr>
          <p:cNvSpPr/>
          <p:nvPr/>
        </p:nvSpPr>
        <p:spPr>
          <a:xfrm>
            <a:off x="164592" y="2258568"/>
            <a:ext cx="2926080" cy="274320"/>
          </a:xfrm>
          <a:prstGeom prst="rect">
            <a:avLst/>
          </a:prstGeom>
          <a:solidFill>
            <a:srgbClr val="FFFFFF"/>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138" name="Text 19">
            <a:extLst>
              <a:ext uri="{FF2B5EF4-FFF2-40B4-BE49-F238E27FC236}">
                <a16:creationId xmlns:a16="http://schemas.microsoft.com/office/drawing/2014/main" id="{70EA0471-2FEC-5333-FF0E-2F440FBE4901}"/>
              </a:ext>
            </a:extLst>
          </p:cNvPr>
          <p:cNvSpPr/>
          <p:nvPr/>
        </p:nvSpPr>
        <p:spPr>
          <a:xfrm>
            <a:off x="219456" y="2286000"/>
            <a:ext cx="914400" cy="219456"/>
          </a:xfrm>
          <a:prstGeom prst="rect">
            <a:avLst/>
          </a:prstGeom>
          <a:noFill/>
          <a:ln/>
        </p:spPr>
        <p:txBody>
          <a:bodyPr wrap="square" lIns="0" tIns="0" rIns="0" bIns="0" rtlCol="0" anchor="ctr"/>
          <a:lstStyle/>
          <a:p>
            <a:r>
              <a:rPr lang="es-MX" sz="720" b="1">
                <a:solidFill>
                  <a:srgbClr val="0D1F5C"/>
                </a:solidFill>
                <a:latin typeface="Calibri" panose="020F0502020204030204"/>
              </a:rPr>
              <a:t>HUs validadas</a:t>
            </a:r>
            <a:endParaRPr lang="es-MX" sz="720">
              <a:solidFill>
                <a:prstClr val="black"/>
              </a:solidFill>
              <a:latin typeface="Calibri" panose="020F0502020204030204"/>
            </a:endParaRPr>
          </a:p>
        </p:txBody>
      </p:sp>
      <p:sp>
        <p:nvSpPr>
          <p:cNvPr id="139" name="Text 20">
            <a:extLst>
              <a:ext uri="{FF2B5EF4-FFF2-40B4-BE49-F238E27FC236}">
                <a16:creationId xmlns:a16="http://schemas.microsoft.com/office/drawing/2014/main" id="{70475568-A3B5-F618-7DC6-96B3125DFC68}"/>
              </a:ext>
            </a:extLst>
          </p:cNvPr>
          <p:cNvSpPr/>
          <p:nvPr/>
        </p:nvSpPr>
        <p:spPr>
          <a:xfrm>
            <a:off x="822960" y="2286000"/>
            <a:ext cx="256032" cy="219456"/>
          </a:xfrm>
          <a:prstGeom prst="rect">
            <a:avLst/>
          </a:prstGeom>
          <a:noFill/>
          <a:ln/>
        </p:spPr>
        <p:txBody>
          <a:bodyPr wrap="square" lIns="0" tIns="0" rIns="0" bIns="0" rtlCol="0" anchor="ctr"/>
          <a:lstStyle/>
          <a:p>
            <a:pPr algn="ctr"/>
            <a:r>
              <a:rPr lang="es-MX" sz="1100" b="1">
                <a:solidFill>
                  <a:srgbClr val="1B3A8C"/>
                </a:solidFill>
                <a:latin typeface="Calibri" panose="020F0502020204030204"/>
              </a:rPr>
              <a:t>12</a:t>
            </a:r>
            <a:endParaRPr lang="es-MX" sz="1100">
              <a:solidFill>
                <a:prstClr val="black"/>
              </a:solidFill>
              <a:latin typeface="Calibri" panose="020F0502020204030204"/>
            </a:endParaRPr>
          </a:p>
        </p:txBody>
      </p:sp>
      <p:sp>
        <p:nvSpPr>
          <p:cNvPr id="140" name="Text 21">
            <a:extLst>
              <a:ext uri="{FF2B5EF4-FFF2-40B4-BE49-F238E27FC236}">
                <a16:creationId xmlns:a16="http://schemas.microsoft.com/office/drawing/2014/main" id="{79835B2E-A1FC-D3AB-BB37-1B7C43A13837}"/>
              </a:ext>
            </a:extLst>
          </p:cNvPr>
          <p:cNvSpPr/>
          <p:nvPr/>
        </p:nvSpPr>
        <p:spPr>
          <a:xfrm>
            <a:off x="1169078" y="2286000"/>
            <a:ext cx="1609344" cy="219456"/>
          </a:xfrm>
          <a:prstGeom prst="rect">
            <a:avLst/>
          </a:prstGeom>
          <a:noFill/>
          <a:ln/>
        </p:spPr>
        <p:txBody>
          <a:bodyPr wrap="square" lIns="0" tIns="0" rIns="0" bIns="0" rtlCol="0" anchor="ctr"/>
          <a:lstStyle/>
          <a:p>
            <a:r>
              <a:rPr lang="es-MX" sz="700" b="1">
                <a:solidFill>
                  <a:srgbClr val="3A3A3A"/>
                </a:solidFill>
                <a:latin typeface="Calibri" panose="020F0502020204030204"/>
              </a:rPr>
              <a:t>9 Must · 3 </a:t>
            </a:r>
            <a:r>
              <a:rPr lang="es-MX" sz="700">
                <a:solidFill>
                  <a:srgbClr val="3A3A3A"/>
                </a:solidFill>
                <a:latin typeface="Calibri" panose="020F0502020204030204"/>
              </a:rPr>
              <a:t>Should</a:t>
            </a:r>
            <a:endParaRPr lang="es-MX" sz="700">
              <a:solidFill>
                <a:prstClr val="black"/>
              </a:solidFill>
              <a:latin typeface="Calibri" panose="020F0502020204030204"/>
            </a:endParaRPr>
          </a:p>
        </p:txBody>
      </p:sp>
      <p:sp>
        <p:nvSpPr>
          <p:cNvPr id="141" name="Shape 22">
            <a:extLst>
              <a:ext uri="{FF2B5EF4-FFF2-40B4-BE49-F238E27FC236}">
                <a16:creationId xmlns:a16="http://schemas.microsoft.com/office/drawing/2014/main" id="{1772A068-2D39-3B8B-F93C-756078F87933}"/>
              </a:ext>
            </a:extLst>
          </p:cNvPr>
          <p:cNvSpPr/>
          <p:nvPr/>
        </p:nvSpPr>
        <p:spPr>
          <a:xfrm>
            <a:off x="164592" y="2532888"/>
            <a:ext cx="2926080" cy="274320"/>
          </a:xfrm>
          <a:prstGeom prst="rect">
            <a:avLst/>
          </a:prstGeom>
          <a:solidFill>
            <a:srgbClr val="E8EBF4"/>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142" name="Text 23">
            <a:extLst>
              <a:ext uri="{FF2B5EF4-FFF2-40B4-BE49-F238E27FC236}">
                <a16:creationId xmlns:a16="http://schemas.microsoft.com/office/drawing/2014/main" id="{D6B64134-4424-DEFE-B54E-E47964159A41}"/>
              </a:ext>
            </a:extLst>
          </p:cNvPr>
          <p:cNvSpPr/>
          <p:nvPr/>
        </p:nvSpPr>
        <p:spPr>
          <a:xfrm>
            <a:off x="219456" y="2560320"/>
            <a:ext cx="914400" cy="219456"/>
          </a:xfrm>
          <a:prstGeom prst="rect">
            <a:avLst/>
          </a:prstGeom>
          <a:noFill/>
          <a:ln/>
        </p:spPr>
        <p:txBody>
          <a:bodyPr wrap="square" lIns="0" tIns="0" rIns="0" bIns="0" rtlCol="0" anchor="ctr"/>
          <a:lstStyle/>
          <a:p>
            <a:r>
              <a:rPr lang="es-MX" sz="720" b="1">
                <a:solidFill>
                  <a:srgbClr val="0D1F5C"/>
                </a:solidFill>
                <a:latin typeface="Calibri" panose="020F0502020204030204"/>
              </a:rPr>
              <a:t>Tipo de HU</a:t>
            </a:r>
            <a:endParaRPr lang="es-MX" sz="720">
              <a:solidFill>
                <a:prstClr val="black"/>
              </a:solidFill>
              <a:latin typeface="Calibri" panose="020F0502020204030204"/>
            </a:endParaRPr>
          </a:p>
        </p:txBody>
      </p:sp>
      <p:sp>
        <p:nvSpPr>
          <p:cNvPr id="143" name="Text 24">
            <a:extLst>
              <a:ext uri="{FF2B5EF4-FFF2-40B4-BE49-F238E27FC236}">
                <a16:creationId xmlns:a16="http://schemas.microsoft.com/office/drawing/2014/main" id="{D3FE506A-0ABE-AA64-996B-C9D9185CE09F}"/>
              </a:ext>
            </a:extLst>
          </p:cNvPr>
          <p:cNvSpPr/>
          <p:nvPr/>
        </p:nvSpPr>
        <p:spPr>
          <a:xfrm>
            <a:off x="1169078" y="2560320"/>
            <a:ext cx="1938528" cy="219456"/>
          </a:xfrm>
          <a:prstGeom prst="rect">
            <a:avLst/>
          </a:prstGeom>
          <a:noFill/>
          <a:ln/>
        </p:spPr>
        <p:txBody>
          <a:bodyPr wrap="square" lIns="0" tIns="0" rIns="0" bIns="0" rtlCol="0" anchor="ctr"/>
          <a:lstStyle/>
          <a:p>
            <a:r>
              <a:rPr lang="es-MX" sz="700" b="1">
                <a:solidFill>
                  <a:srgbClr val="3A3A3A"/>
                </a:solidFill>
                <a:latin typeface="Calibri" panose="020F0502020204030204"/>
              </a:rPr>
              <a:t>5 Solución </a:t>
            </a:r>
            <a:r>
              <a:rPr lang="es-MX" sz="700">
                <a:solidFill>
                  <a:srgbClr val="3A3A3A"/>
                </a:solidFill>
                <a:latin typeface="Calibri" panose="020F0502020204030204"/>
              </a:rPr>
              <a:t>· 7 Solución + Integración</a:t>
            </a:r>
            <a:endParaRPr lang="es-MX" sz="700">
              <a:solidFill>
                <a:prstClr val="black"/>
              </a:solidFill>
              <a:latin typeface="Calibri" panose="020F0502020204030204"/>
            </a:endParaRPr>
          </a:p>
        </p:txBody>
      </p:sp>
      <p:sp>
        <p:nvSpPr>
          <p:cNvPr id="144" name="Shape 25">
            <a:extLst>
              <a:ext uri="{FF2B5EF4-FFF2-40B4-BE49-F238E27FC236}">
                <a16:creationId xmlns:a16="http://schemas.microsoft.com/office/drawing/2014/main" id="{90995612-C823-4A43-DE4C-4ACF6ADE6376}"/>
              </a:ext>
            </a:extLst>
          </p:cNvPr>
          <p:cNvSpPr/>
          <p:nvPr/>
        </p:nvSpPr>
        <p:spPr>
          <a:xfrm>
            <a:off x="164592" y="2807208"/>
            <a:ext cx="2926080" cy="274320"/>
          </a:xfrm>
          <a:prstGeom prst="rect">
            <a:avLst/>
          </a:prstGeom>
          <a:solidFill>
            <a:srgbClr val="FFFFFF"/>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145" name="Text 26">
            <a:extLst>
              <a:ext uri="{FF2B5EF4-FFF2-40B4-BE49-F238E27FC236}">
                <a16:creationId xmlns:a16="http://schemas.microsoft.com/office/drawing/2014/main" id="{704AA12E-D94E-9487-0852-F681DF4CC32B}"/>
              </a:ext>
            </a:extLst>
          </p:cNvPr>
          <p:cNvSpPr/>
          <p:nvPr/>
        </p:nvSpPr>
        <p:spPr>
          <a:xfrm>
            <a:off x="219456" y="2834640"/>
            <a:ext cx="914400" cy="219456"/>
          </a:xfrm>
          <a:prstGeom prst="rect">
            <a:avLst/>
          </a:prstGeom>
          <a:noFill/>
          <a:ln/>
        </p:spPr>
        <p:txBody>
          <a:bodyPr wrap="square" lIns="0" tIns="0" rIns="0" bIns="0" rtlCol="0" anchor="ctr"/>
          <a:lstStyle/>
          <a:p>
            <a:r>
              <a:rPr lang="es-MX" sz="720" b="1">
                <a:solidFill>
                  <a:srgbClr val="0D1F5C"/>
                </a:solidFill>
                <a:latin typeface="Calibri" panose="020F0502020204030204"/>
              </a:rPr>
              <a:t>Impacto solución</a:t>
            </a:r>
            <a:endParaRPr lang="es-MX" sz="720">
              <a:solidFill>
                <a:prstClr val="black"/>
              </a:solidFill>
              <a:latin typeface="Calibri" panose="020F0502020204030204"/>
            </a:endParaRPr>
          </a:p>
        </p:txBody>
      </p:sp>
      <p:sp>
        <p:nvSpPr>
          <p:cNvPr id="146" name="Text 27">
            <a:extLst>
              <a:ext uri="{FF2B5EF4-FFF2-40B4-BE49-F238E27FC236}">
                <a16:creationId xmlns:a16="http://schemas.microsoft.com/office/drawing/2014/main" id="{5310AD2A-90C7-EBA8-390D-13BB907680C3}"/>
              </a:ext>
            </a:extLst>
          </p:cNvPr>
          <p:cNvSpPr/>
          <p:nvPr/>
        </p:nvSpPr>
        <p:spPr>
          <a:xfrm>
            <a:off x="1169077" y="2834640"/>
            <a:ext cx="1958533" cy="219456"/>
          </a:xfrm>
          <a:prstGeom prst="rect">
            <a:avLst/>
          </a:prstGeom>
          <a:noFill/>
          <a:ln/>
        </p:spPr>
        <p:txBody>
          <a:bodyPr wrap="square" lIns="0" tIns="0" rIns="0" bIns="0" rtlCol="0" anchor="ctr"/>
          <a:lstStyle/>
          <a:p>
            <a:r>
              <a:rPr lang="es-MX" sz="700">
                <a:solidFill>
                  <a:srgbClr val="3A3A3A"/>
                </a:solidFill>
                <a:latin typeface="Calibri" panose="020F0502020204030204"/>
              </a:rPr>
              <a:t>3 Desarrollo · 4 Configuración · </a:t>
            </a:r>
            <a:r>
              <a:rPr lang="es-MX" sz="700" b="1">
                <a:solidFill>
                  <a:srgbClr val="3A3A3A"/>
                </a:solidFill>
                <a:latin typeface="Calibri" panose="020F0502020204030204"/>
              </a:rPr>
              <a:t>5 Desarrollo+Config.</a:t>
            </a:r>
            <a:endParaRPr lang="es-MX" sz="700" b="1">
              <a:solidFill>
                <a:prstClr val="black"/>
              </a:solidFill>
              <a:latin typeface="Calibri" panose="020F0502020204030204"/>
            </a:endParaRPr>
          </a:p>
        </p:txBody>
      </p:sp>
      <p:sp>
        <p:nvSpPr>
          <p:cNvPr id="147" name="Shape 28">
            <a:extLst>
              <a:ext uri="{FF2B5EF4-FFF2-40B4-BE49-F238E27FC236}">
                <a16:creationId xmlns:a16="http://schemas.microsoft.com/office/drawing/2014/main" id="{0CAD8061-7D21-8571-AC28-1B96097E4888}"/>
              </a:ext>
            </a:extLst>
          </p:cNvPr>
          <p:cNvSpPr/>
          <p:nvPr/>
        </p:nvSpPr>
        <p:spPr>
          <a:xfrm>
            <a:off x="164592" y="3081528"/>
            <a:ext cx="2926080" cy="274320"/>
          </a:xfrm>
          <a:prstGeom prst="rect">
            <a:avLst/>
          </a:prstGeom>
          <a:solidFill>
            <a:srgbClr val="E8EBF4"/>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148" name="Text 29">
            <a:extLst>
              <a:ext uri="{FF2B5EF4-FFF2-40B4-BE49-F238E27FC236}">
                <a16:creationId xmlns:a16="http://schemas.microsoft.com/office/drawing/2014/main" id="{D4BB3AE0-FDE3-2151-36E6-62C3C86331E7}"/>
              </a:ext>
            </a:extLst>
          </p:cNvPr>
          <p:cNvSpPr/>
          <p:nvPr/>
        </p:nvSpPr>
        <p:spPr>
          <a:xfrm>
            <a:off x="219456" y="3108960"/>
            <a:ext cx="914400" cy="219456"/>
          </a:xfrm>
          <a:prstGeom prst="rect">
            <a:avLst/>
          </a:prstGeom>
          <a:noFill/>
          <a:ln/>
        </p:spPr>
        <p:txBody>
          <a:bodyPr wrap="square" lIns="0" tIns="0" rIns="0" bIns="0" rtlCol="0" anchor="ctr"/>
          <a:lstStyle/>
          <a:p>
            <a:r>
              <a:rPr lang="es-MX" sz="720" b="1">
                <a:solidFill>
                  <a:srgbClr val="0D1F5C"/>
                </a:solidFill>
                <a:latin typeface="Calibri" panose="020F0502020204030204"/>
              </a:rPr>
              <a:t>Complejidad</a:t>
            </a:r>
            <a:endParaRPr lang="es-MX" sz="720">
              <a:solidFill>
                <a:prstClr val="black"/>
              </a:solidFill>
              <a:latin typeface="Calibri" panose="020F0502020204030204"/>
            </a:endParaRPr>
          </a:p>
        </p:txBody>
      </p:sp>
      <p:sp>
        <p:nvSpPr>
          <p:cNvPr id="149" name="Text 30">
            <a:extLst>
              <a:ext uri="{FF2B5EF4-FFF2-40B4-BE49-F238E27FC236}">
                <a16:creationId xmlns:a16="http://schemas.microsoft.com/office/drawing/2014/main" id="{B6AAB865-632B-8358-5538-37CBBE237DD6}"/>
              </a:ext>
            </a:extLst>
          </p:cNvPr>
          <p:cNvSpPr/>
          <p:nvPr/>
        </p:nvSpPr>
        <p:spPr>
          <a:xfrm>
            <a:off x="1169078" y="3108960"/>
            <a:ext cx="1609344" cy="219456"/>
          </a:xfrm>
          <a:prstGeom prst="rect">
            <a:avLst/>
          </a:prstGeom>
          <a:noFill/>
          <a:ln/>
        </p:spPr>
        <p:txBody>
          <a:bodyPr wrap="square" lIns="0" tIns="0" rIns="0" bIns="0" rtlCol="0" anchor="ctr"/>
          <a:lstStyle/>
          <a:p>
            <a:r>
              <a:rPr lang="es-MX" sz="700">
                <a:solidFill>
                  <a:srgbClr val="3A3A3A"/>
                </a:solidFill>
                <a:latin typeface="Calibri" panose="020F0502020204030204"/>
              </a:rPr>
              <a:t>4 Alta · 4 Media</a:t>
            </a:r>
            <a:r>
              <a:rPr lang="es-MX" sz="700" b="1">
                <a:solidFill>
                  <a:srgbClr val="3A3A3A"/>
                </a:solidFill>
                <a:latin typeface="Calibri" panose="020F0502020204030204"/>
              </a:rPr>
              <a:t> </a:t>
            </a:r>
            <a:r>
              <a:rPr lang="es-MX" sz="700">
                <a:solidFill>
                  <a:srgbClr val="3A3A3A"/>
                </a:solidFill>
                <a:latin typeface="Calibri" panose="020F0502020204030204"/>
              </a:rPr>
              <a:t>·  4 Baja </a:t>
            </a:r>
            <a:endParaRPr lang="es-MX" sz="700">
              <a:solidFill>
                <a:prstClr val="black"/>
              </a:solidFill>
              <a:latin typeface="Calibri" panose="020F0502020204030204"/>
            </a:endParaRPr>
          </a:p>
        </p:txBody>
      </p:sp>
      <p:sp>
        <p:nvSpPr>
          <p:cNvPr id="150" name="Shape 31">
            <a:extLst>
              <a:ext uri="{FF2B5EF4-FFF2-40B4-BE49-F238E27FC236}">
                <a16:creationId xmlns:a16="http://schemas.microsoft.com/office/drawing/2014/main" id="{AED7ACE9-F793-2A9D-DBC3-1EA29E0EAFA4}"/>
              </a:ext>
            </a:extLst>
          </p:cNvPr>
          <p:cNvSpPr/>
          <p:nvPr/>
        </p:nvSpPr>
        <p:spPr>
          <a:xfrm>
            <a:off x="164592" y="3355848"/>
            <a:ext cx="2926080" cy="274320"/>
          </a:xfrm>
          <a:prstGeom prst="rect">
            <a:avLst/>
          </a:prstGeom>
          <a:solidFill>
            <a:srgbClr val="FFFFFF"/>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151" name="Text 32">
            <a:extLst>
              <a:ext uri="{FF2B5EF4-FFF2-40B4-BE49-F238E27FC236}">
                <a16:creationId xmlns:a16="http://schemas.microsoft.com/office/drawing/2014/main" id="{8134E2CE-EE44-3E53-C9B0-1D8A068850B7}"/>
              </a:ext>
            </a:extLst>
          </p:cNvPr>
          <p:cNvSpPr/>
          <p:nvPr/>
        </p:nvSpPr>
        <p:spPr>
          <a:xfrm>
            <a:off x="219456" y="3383280"/>
            <a:ext cx="914400" cy="219456"/>
          </a:xfrm>
          <a:prstGeom prst="rect">
            <a:avLst/>
          </a:prstGeom>
          <a:noFill/>
          <a:ln/>
        </p:spPr>
        <p:txBody>
          <a:bodyPr wrap="square" lIns="0" tIns="0" rIns="0" bIns="0" rtlCol="0" anchor="ctr"/>
          <a:lstStyle/>
          <a:p>
            <a:r>
              <a:rPr lang="es-MX" sz="720" b="1">
                <a:solidFill>
                  <a:srgbClr val="0D1F5C"/>
                </a:solidFill>
                <a:latin typeface="Calibri" panose="020F0502020204030204"/>
              </a:rPr>
              <a:t>Integraciones</a:t>
            </a:r>
            <a:endParaRPr lang="es-MX" sz="720">
              <a:solidFill>
                <a:prstClr val="black"/>
              </a:solidFill>
              <a:latin typeface="Calibri" panose="020F0502020204030204"/>
            </a:endParaRPr>
          </a:p>
        </p:txBody>
      </p:sp>
      <p:sp>
        <p:nvSpPr>
          <p:cNvPr id="152" name="Text 33">
            <a:extLst>
              <a:ext uri="{FF2B5EF4-FFF2-40B4-BE49-F238E27FC236}">
                <a16:creationId xmlns:a16="http://schemas.microsoft.com/office/drawing/2014/main" id="{CD6EA32F-2FDB-63A3-F793-F814FD3E0E76}"/>
              </a:ext>
            </a:extLst>
          </p:cNvPr>
          <p:cNvSpPr/>
          <p:nvPr/>
        </p:nvSpPr>
        <p:spPr>
          <a:xfrm>
            <a:off x="822960" y="3383280"/>
            <a:ext cx="256032" cy="219456"/>
          </a:xfrm>
          <a:prstGeom prst="rect">
            <a:avLst/>
          </a:prstGeom>
          <a:noFill/>
          <a:ln/>
        </p:spPr>
        <p:txBody>
          <a:bodyPr wrap="square" lIns="0" tIns="0" rIns="0" bIns="0" rtlCol="0" anchor="ctr"/>
          <a:lstStyle/>
          <a:p>
            <a:pPr algn="ctr"/>
            <a:r>
              <a:rPr lang="es-MX" sz="1100" b="1">
                <a:solidFill>
                  <a:srgbClr val="1B3A8C"/>
                </a:solidFill>
                <a:latin typeface="Calibri" panose="020F0502020204030204"/>
              </a:rPr>
              <a:t>7</a:t>
            </a:r>
            <a:endParaRPr lang="es-MX" sz="1100">
              <a:solidFill>
                <a:prstClr val="black"/>
              </a:solidFill>
              <a:latin typeface="Calibri" panose="020F0502020204030204"/>
            </a:endParaRPr>
          </a:p>
        </p:txBody>
      </p:sp>
      <p:sp>
        <p:nvSpPr>
          <p:cNvPr id="153" name="Text 34">
            <a:extLst>
              <a:ext uri="{FF2B5EF4-FFF2-40B4-BE49-F238E27FC236}">
                <a16:creationId xmlns:a16="http://schemas.microsoft.com/office/drawing/2014/main" id="{37DAFB38-0B69-6B44-7E17-E460B4111195}"/>
              </a:ext>
            </a:extLst>
          </p:cNvPr>
          <p:cNvSpPr/>
          <p:nvPr/>
        </p:nvSpPr>
        <p:spPr>
          <a:xfrm>
            <a:off x="1169078" y="3383280"/>
            <a:ext cx="1609344" cy="219456"/>
          </a:xfrm>
          <a:prstGeom prst="rect">
            <a:avLst/>
          </a:prstGeom>
          <a:noFill/>
          <a:ln/>
        </p:spPr>
        <p:txBody>
          <a:bodyPr wrap="square" lIns="0" tIns="0" rIns="0" bIns="0" rtlCol="0" anchor="ctr"/>
          <a:lstStyle/>
          <a:p>
            <a:r>
              <a:rPr lang="es-MX" sz="700">
                <a:solidFill>
                  <a:srgbClr val="3A3A3A"/>
                </a:solidFill>
                <a:latin typeface="Calibri" panose="020F0502020204030204"/>
              </a:rPr>
              <a:t>6 API · 1 Evento</a:t>
            </a:r>
            <a:endParaRPr lang="es-MX" sz="700">
              <a:solidFill>
                <a:prstClr val="black"/>
              </a:solidFill>
              <a:latin typeface="Calibri" panose="020F0502020204030204"/>
            </a:endParaRPr>
          </a:p>
        </p:txBody>
      </p:sp>
      <p:sp>
        <p:nvSpPr>
          <p:cNvPr id="315" name="Shape 84">
            <a:extLst>
              <a:ext uri="{FF2B5EF4-FFF2-40B4-BE49-F238E27FC236}">
                <a16:creationId xmlns:a16="http://schemas.microsoft.com/office/drawing/2014/main" id="{6A8C265E-F8EB-A6D7-9DEC-1D80CC55F404}"/>
              </a:ext>
            </a:extLst>
          </p:cNvPr>
          <p:cNvSpPr/>
          <p:nvPr/>
        </p:nvSpPr>
        <p:spPr>
          <a:xfrm>
            <a:off x="7711440" y="544732"/>
            <a:ext cx="182880" cy="91440"/>
          </a:xfrm>
          <a:prstGeom prst="rect">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316" name="Text 85">
            <a:extLst>
              <a:ext uri="{FF2B5EF4-FFF2-40B4-BE49-F238E27FC236}">
                <a16:creationId xmlns:a16="http://schemas.microsoft.com/office/drawing/2014/main" id="{A231227B-19EE-FDF6-EE8B-112B252A37FE}"/>
              </a:ext>
            </a:extLst>
          </p:cNvPr>
          <p:cNvSpPr/>
          <p:nvPr/>
        </p:nvSpPr>
        <p:spPr>
          <a:xfrm>
            <a:off x="7921752" y="508156"/>
            <a:ext cx="914400" cy="182880"/>
          </a:xfrm>
          <a:prstGeom prst="rect">
            <a:avLst/>
          </a:prstGeom>
          <a:noFill/>
          <a:ln/>
        </p:spPr>
        <p:txBody>
          <a:bodyPr wrap="square" lIns="0" tIns="0" rIns="0" bIns="0" rtlCol="0" anchor="ctr"/>
          <a:lstStyle/>
          <a:p>
            <a:r>
              <a:rPr lang="es-MX" sz="650">
                <a:solidFill>
                  <a:srgbClr val="3A3A3A"/>
                </a:solidFill>
                <a:latin typeface="Calibri" panose="020F0502020204030204"/>
              </a:rPr>
              <a:t>Análisis</a:t>
            </a:r>
            <a:endParaRPr lang="es-MX" sz="650">
              <a:solidFill>
                <a:prstClr val="black"/>
              </a:solidFill>
              <a:latin typeface="Calibri" panose="020F0502020204030204"/>
            </a:endParaRPr>
          </a:p>
        </p:txBody>
      </p:sp>
      <p:sp>
        <p:nvSpPr>
          <p:cNvPr id="317" name="Shape 86">
            <a:extLst>
              <a:ext uri="{FF2B5EF4-FFF2-40B4-BE49-F238E27FC236}">
                <a16:creationId xmlns:a16="http://schemas.microsoft.com/office/drawing/2014/main" id="{390170BA-54F3-A3D6-9DAB-6CFBB47DD756}"/>
              </a:ext>
            </a:extLst>
          </p:cNvPr>
          <p:cNvSpPr/>
          <p:nvPr/>
        </p:nvSpPr>
        <p:spPr>
          <a:xfrm>
            <a:off x="8808720" y="544732"/>
            <a:ext cx="182880" cy="91440"/>
          </a:xfrm>
          <a:prstGeom prst="rect">
            <a:avLst/>
          </a:prstGeom>
          <a:solidFill>
            <a:srgbClr val="F5C800"/>
          </a:solidFill>
          <a:ln w="12700">
            <a:solidFill>
              <a:srgbClr val="F5C800"/>
            </a:solidFill>
            <a:prstDash val="solid"/>
          </a:ln>
        </p:spPr>
        <p:txBody>
          <a:bodyPr/>
          <a:lstStyle/>
          <a:p>
            <a:endParaRPr lang="es-MX">
              <a:solidFill>
                <a:prstClr val="black"/>
              </a:solidFill>
              <a:latin typeface="Calibri" panose="020F0502020204030204"/>
            </a:endParaRPr>
          </a:p>
        </p:txBody>
      </p:sp>
      <p:sp>
        <p:nvSpPr>
          <p:cNvPr id="318" name="Text 87">
            <a:extLst>
              <a:ext uri="{FF2B5EF4-FFF2-40B4-BE49-F238E27FC236}">
                <a16:creationId xmlns:a16="http://schemas.microsoft.com/office/drawing/2014/main" id="{C5D9492E-0EB0-3F38-62D5-4E94E559F3C5}"/>
              </a:ext>
            </a:extLst>
          </p:cNvPr>
          <p:cNvSpPr/>
          <p:nvPr/>
        </p:nvSpPr>
        <p:spPr>
          <a:xfrm>
            <a:off x="9019032" y="508156"/>
            <a:ext cx="914400" cy="182880"/>
          </a:xfrm>
          <a:prstGeom prst="rect">
            <a:avLst/>
          </a:prstGeom>
          <a:noFill/>
          <a:ln/>
        </p:spPr>
        <p:txBody>
          <a:bodyPr wrap="square" lIns="0" tIns="0" rIns="0" bIns="0" rtlCol="0" anchor="ctr"/>
          <a:lstStyle/>
          <a:p>
            <a:r>
              <a:rPr lang="es-MX" sz="650">
                <a:solidFill>
                  <a:srgbClr val="3A3A3A"/>
                </a:solidFill>
                <a:latin typeface="Calibri" panose="020F0502020204030204"/>
              </a:rPr>
              <a:t>Diseño</a:t>
            </a:r>
            <a:endParaRPr lang="es-MX" sz="650">
              <a:solidFill>
                <a:prstClr val="black"/>
              </a:solidFill>
              <a:latin typeface="Calibri" panose="020F0502020204030204"/>
            </a:endParaRPr>
          </a:p>
        </p:txBody>
      </p:sp>
      <p:sp>
        <p:nvSpPr>
          <p:cNvPr id="319" name="Shape 88">
            <a:extLst>
              <a:ext uri="{FF2B5EF4-FFF2-40B4-BE49-F238E27FC236}">
                <a16:creationId xmlns:a16="http://schemas.microsoft.com/office/drawing/2014/main" id="{DC17869E-7E27-0514-1FDA-940AE5DE2217}"/>
              </a:ext>
            </a:extLst>
          </p:cNvPr>
          <p:cNvSpPr/>
          <p:nvPr/>
        </p:nvSpPr>
        <p:spPr>
          <a:xfrm>
            <a:off x="9906000" y="544732"/>
            <a:ext cx="182880" cy="91440"/>
          </a:xfrm>
          <a:prstGeom prst="rect">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320" name="Text 89">
            <a:extLst>
              <a:ext uri="{FF2B5EF4-FFF2-40B4-BE49-F238E27FC236}">
                <a16:creationId xmlns:a16="http://schemas.microsoft.com/office/drawing/2014/main" id="{DB872BC8-55F7-BCA9-4833-3D5F9C4E3FB0}"/>
              </a:ext>
            </a:extLst>
          </p:cNvPr>
          <p:cNvSpPr/>
          <p:nvPr/>
        </p:nvSpPr>
        <p:spPr>
          <a:xfrm>
            <a:off x="10116312" y="508156"/>
            <a:ext cx="914400" cy="182880"/>
          </a:xfrm>
          <a:prstGeom prst="rect">
            <a:avLst/>
          </a:prstGeom>
          <a:noFill/>
          <a:ln/>
        </p:spPr>
        <p:txBody>
          <a:bodyPr wrap="square" lIns="0" tIns="0" rIns="0" bIns="0" rtlCol="0" anchor="ctr"/>
          <a:lstStyle/>
          <a:p>
            <a:r>
              <a:rPr lang="es-MX" sz="650">
                <a:solidFill>
                  <a:srgbClr val="3A3A3A"/>
                </a:solidFill>
                <a:latin typeface="Calibri" panose="020F0502020204030204"/>
              </a:rPr>
              <a:t>Implementación</a:t>
            </a:r>
            <a:endParaRPr lang="es-MX" sz="650">
              <a:solidFill>
                <a:prstClr val="black"/>
              </a:solidFill>
              <a:latin typeface="Calibri" panose="020F0502020204030204"/>
            </a:endParaRPr>
          </a:p>
        </p:txBody>
      </p:sp>
      <p:sp>
        <p:nvSpPr>
          <p:cNvPr id="321" name="Text 90">
            <a:extLst>
              <a:ext uri="{FF2B5EF4-FFF2-40B4-BE49-F238E27FC236}">
                <a16:creationId xmlns:a16="http://schemas.microsoft.com/office/drawing/2014/main" id="{0198FF69-1682-59F2-74D7-09D15C7ADE10}"/>
              </a:ext>
            </a:extLst>
          </p:cNvPr>
          <p:cNvSpPr/>
          <p:nvPr/>
        </p:nvSpPr>
        <p:spPr>
          <a:xfrm>
            <a:off x="11003280" y="508156"/>
            <a:ext cx="1188720" cy="182880"/>
          </a:xfrm>
          <a:prstGeom prst="rect">
            <a:avLst/>
          </a:prstGeom>
          <a:noFill/>
          <a:ln/>
        </p:spPr>
        <p:txBody>
          <a:bodyPr wrap="square" lIns="0" tIns="0" rIns="0" bIns="0" rtlCol="0" anchor="ctr"/>
          <a:lstStyle/>
          <a:p>
            <a:r>
              <a:rPr lang="es-MX" sz="650" b="1">
                <a:solidFill>
                  <a:srgbClr val="0D1F5C"/>
                </a:solidFill>
                <a:latin typeface="Calibri" panose="020F0502020204030204"/>
              </a:rPr>
              <a:t>% HU Must Have</a:t>
            </a:r>
            <a:endParaRPr lang="es-MX" sz="650">
              <a:solidFill>
                <a:prstClr val="black"/>
              </a:solidFill>
              <a:latin typeface="Calibri" panose="020F0502020204030204"/>
            </a:endParaRPr>
          </a:p>
        </p:txBody>
      </p:sp>
      <p:sp>
        <p:nvSpPr>
          <p:cNvPr id="3" name="Shape 35">
            <a:extLst>
              <a:ext uri="{FF2B5EF4-FFF2-40B4-BE49-F238E27FC236}">
                <a16:creationId xmlns:a16="http://schemas.microsoft.com/office/drawing/2014/main" id="{D0204F72-B7A2-5B35-AB7E-AFF24750EE5C}"/>
              </a:ext>
            </a:extLst>
          </p:cNvPr>
          <p:cNvSpPr/>
          <p:nvPr/>
        </p:nvSpPr>
        <p:spPr>
          <a:xfrm>
            <a:off x="3176016" y="749446"/>
            <a:ext cx="8796528" cy="204256"/>
          </a:xfrm>
          <a:prstGeom prst="rect">
            <a:avLst/>
          </a:prstGeom>
          <a:solidFill>
            <a:srgbClr val="0D1F5C"/>
          </a:solidFill>
          <a:ln w="12700">
            <a:solidFill>
              <a:srgbClr val="0D1F5C"/>
            </a:solidFill>
            <a:prstDash val="solid"/>
          </a:ln>
        </p:spPr>
        <p:txBody>
          <a:bodyPr/>
          <a:lstStyle/>
          <a:p>
            <a:endParaRPr lang="es-MX"/>
          </a:p>
        </p:txBody>
      </p:sp>
      <p:sp>
        <p:nvSpPr>
          <p:cNvPr id="6" name="Text 36">
            <a:extLst>
              <a:ext uri="{FF2B5EF4-FFF2-40B4-BE49-F238E27FC236}">
                <a16:creationId xmlns:a16="http://schemas.microsoft.com/office/drawing/2014/main" id="{E93991D6-AB65-E261-43A0-7A4EB1D98CC3}"/>
              </a:ext>
            </a:extLst>
          </p:cNvPr>
          <p:cNvSpPr/>
          <p:nvPr/>
        </p:nvSpPr>
        <p:spPr>
          <a:xfrm>
            <a:off x="3230880" y="749446"/>
            <a:ext cx="8705088" cy="204256"/>
          </a:xfrm>
          <a:prstGeom prst="rect">
            <a:avLst/>
          </a:prstGeom>
          <a:noFill/>
          <a:ln/>
        </p:spPr>
        <p:txBody>
          <a:bodyPr wrap="square" lIns="0" tIns="0" rIns="0" bIns="0" rtlCol="0" anchor="ctr"/>
          <a:lstStyle/>
          <a:p>
            <a:pPr marL="0" indent="0">
              <a:buNone/>
            </a:pPr>
            <a:r>
              <a:rPr lang="es-MX" sz="750" b="1">
                <a:solidFill>
                  <a:srgbClr val="FFFFFF"/>
                </a:solidFill>
              </a:rPr>
              <a:t>CRONOGRAMA POR FUNCIONALIDAD </a:t>
            </a:r>
            <a:endParaRPr lang="es-MX" sz="750"/>
          </a:p>
        </p:txBody>
      </p:sp>
      <p:grpSp>
        <p:nvGrpSpPr>
          <p:cNvPr id="290" name="Group 289">
            <a:extLst>
              <a:ext uri="{FF2B5EF4-FFF2-40B4-BE49-F238E27FC236}">
                <a16:creationId xmlns:a16="http://schemas.microsoft.com/office/drawing/2014/main" id="{9313D577-1D32-9EFD-60AA-8BCDBBD531BD}"/>
              </a:ext>
            </a:extLst>
          </p:cNvPr>
          <p:cNvGrpSpPr/>
          <p:nvPr/>
        </p:nvGrpSpPr>
        <p:grpSpPr>
          <a:xfrm>
            <a:off x="3176016" y="953702"/>
            <a:ext cx="8796528" cy="1021281"/>
            <a:chOff x="3176016" y="953702"/>
            <a:chExt cx="8796528" cy="1021281"/>
          </a:xfrm>
        </p:grpSpPr>
        <p:sp>
          <p:nvSpPr>
            <p:cNvPr id="8" name="Shape 37">
              <a:extLst>
                <a:ext uri="{FF2B5EF4-FFF2-40B4-BE49-F238E27FC236}">
                  <a16:creationId xmlns:a16="http://schemas.microsoft.com/office/drawing/2014/main" id="{B59A9075-A453-7495-34BF-EA4EF64EBBBC}"/>
                </a:ext>
              </a:extLst>
            </p:cNvPr>
            <p:cNvSpPr/>
            <p:nvPr/>
          </p:nvSpPr>
          <p:spPr>
            <a:xfrm>
              <a:off x="3176016" y="953702"/>
              <a:ext cx="8796528" cy="185687"/>
            </a:xfrm>
            <a:prstGeom prst="rect">
              <a:avLst/>
            </a:prstGeom>
            <a:solidFill>
              <a:srgbClr val="1B3A8C"/>
            </a:solidFill>
            <a:ln w="12700">
              <a:solidFill>
                <a:srgbClr val="1B3A8C"/>
              </a:solidFill>
              <a:prstDash val="solid"/>
            </a:ln>
          </p:spPr>
          <p:txBody>
            <a:bodyPr/>
            <a:lstStyle/>
            <a:p>
              <a:endParaRPr lang="es-MX"/>
            </a:p>
          </p:txBody>
        </p:sp>
        <p:sp>
          <p:nvSpPr>
            <p:cNvPr id="10" name="Text 38">
              <a:extLst>
                <a:ext uri="{FF2B5EF4-FFF2-40B4-BE49-F238E27FC236}">
                  <a16:creationId xmlns:a16="http://schemas.microsoft.com/office/drawing/2014/main" id="{4D9B06E0-91BE-48C7-96CB-C4D9A6A388EB}"/>
                </a:ext>
              </a:extLst>
            </p:cNvPr>
            <p:cNvSpPr/>
            <p:nvPr/>
          </p:nvSpPr>
          <p:spPr>
            <a:xfrm>
              <a:off x="3221736" y="953702"/>
              <a:ext cx="2240280" cy="185687"/>
            </a:xfrm>
            <a:prstGeom prst="rect">
              <a:avLst/>
            </a:prstGeom>
            <a:noFill/>
            <a:ln/>
          </p:spPr>
          <p:txBody>
            <a:bodyPr wrap="square" lIns="0" tIns="0" rIns="0" bIns="0" rtlCol="0" anchor="ctr"/>
            <a:lstStyle/>
            <a:p>
              <a:pPr marL="0" indent="0">
                <a:buNone/>
              </a:pPr>
              <a:r>
                <a:rPr lang="es-MX" sz="750" b="1">
                  <a:solidFill>
                    <a:srgbClr val="FFFFFF"/>
                  </a:solidFill>
                </a:rPr>
                <a:t>Funcionalidad</a:t>
              </a:r>
              <a:endParaRPr lang="es-MX" sz="750"/>
            </a:p>
          </p:txBody>
        </p:sp>
        <p:sp>
          <p:nvSpPr>
            <p:cNvPr id="24" name="Shape 45">
              <a:extLst>
                <a:ext uri="{FF2B5EF4-FFF2-40B4-BE49-F238E27FC236}">
                  <a16:creationId xmlns:a16="http://schemas.microsoft.com/office/drawing/2014/main" id="{F4A29F8E-0A16-092C-2145-4354CAD08CE5}"/>
                </a:ext>
              </a:extLst>
            </p:cNvPr>
            <p:cNvSpPr/>
            <p:nvPr/>
          </p:nvSpPr>
          <p:spPr>
            <a:xfrm>
              <a:off x="3176016" y="1139390"/>
              <a:ext cx="8796528" cy="278531"/>
            </a:xfrm>
            <a:prstGeom prst="rect">
              <a:avLst/>
            </a:prstGeom>
            <a:solidFill>
              <a:srgbClr val="FFFFFF"/>
            </a:solidFill>
            <a:ln w="6350">
              <a:solidFill>
                <a:srgbClr val="D0D5E8"/>
              </a:solidFill>
              <a:prstDash val="solid"/>
            </a:ln>
          </p:spPr>
          <p:txBody>
            <a:bodyPr/>
            <a:lstStyle/>
            <a:p>
              <a:endParaRPr lang="es-MX"/>
            </a:p>
          </p:txBody>
        </p:sp>
        <p:sp>
          <p:nvSpPr>
            <p:cNvPr id="26" name="Text 46">
              <a:extLst>
                <a:ext uri="{FF2B5EF4-FFF2-40B4-BE49-F238E27FC236}">
                  <a16:creationId xmlns:a16="http://schemas.microsoft.com/office/drawing/2014/main" id="{3A517D22-2C1E-2700-67EF-503DC2E9338D}"/>
                </a:ext>
              </a:extLst>
            </p:cNvPr>
            <p:cNvSpPr/>
            <p:nvPr/>
          </p:nvSpPr>
          <p:spPr>
            <a:xfrm>
              <a:off x="3221736" y="1157958"/>
              <a:ext cx="2194560" cy="241394"/>
            </a:xfrm>
            <a:prstGeom prst="rect">
              <a:avLst/>
            </a:prstGeom>
            <a:noFill/>
            <a:ln/>
          </p:spPr>
          <p:txBody>
            <a:bodyPr wrap="square" lIns="0" tIns="0" rIns="0" bIns="0" rtlCol="0" anchor="ctr"/>
            <a:lstStyle/>
            <a:p>
              <a:r>
                <a:rPr lang="es-MX" sz="650" b="1">
                  <a:solidFill>
                    <a:srgbClr val="0D1F5C"/>
                  </a:solidFill>
                </a:rPr>
                <a:t>Autoservicio TDC en IVR                             (5 Hus -100% M)</a:t>
              </a:r>
              <a:endParaRPr lang="es-MX" sz="650"/>
            </a:p>
          </p:txBody>
        </p:sp>
        <p:sp>
          <p:nvSpPr>
            <p:cNvPr id="30" name="Shape 48">
              <a:extLst>
                <a:ext uri="{FF2B5EF4-FFF2-40B4-BE49-F238E27FC236}">
                  <a16:creationId xmlns:a16="http://schemas.microsoft.com/office/drawing/2014/main" id="{AA3C7504-1B37-4874-7095-6252F4AF0700}"/>
                </a:ext>
              </a:extLst>
            </p:cNvPr>
            <p:cNvSpPr/>
            <p:nvPr/>
          </p:nvSpPr>
          <p:spPr>
            <a:xfrm>
              <a:off x="7999939" y="1218307"/>
              <a:ext cx="3852000" cy="120697"/>
            </a:xfrm>
            <a:prstGeom prst="roundRect">
              <a:avLst>
                <a:gd name="adj" fmla="val 15385"/>
              </a:avLst>
            </a:prstGeom>
            <a:solidFill>
              <a:srgbClr val="BDBDBD"/>
            </a:solidFill>
            <a:ln w="6350">
              <a:solidFill>
                <a:srgbClr val="AAAAAA"/>
              </a:solidFill>
              <a:prstDash val="dash"/>
            </a:ln>
          </p:spPr>
          <p:txBody>
            <a:bodyPr/>
            <a:lstStyle/>
            <a:p>
              <a:endParaRPr lang="es-MX"/>
            </a:p>
          </p:txBody>
        </p:sp>
        <p:sp>
          <p:nvSpPr>
            <p:cNvPr id="32" name="Text 49">
              <a:extLst>
                <a:ext uri="{FF2B5EF4-FFF2-40B4-BE49-F238E27FC236}">
                  <a16:creationId xmlns:a16="http://schemas.microsoft.com/office/drawing/2014/main" id="{4ECADCF9-0118-CDE1-C4A6-8A10A00B24E5}"/>
                </a:ext>
              </a:extLst>
            </p:cNvPr>
            <p:cNvSpPr/>
            <p:nvPr/>
          </p:nvSpPr>
          <p:spPr>
            <a:xfrm>
              <a:off x="8045659" y="1218307"/>
              <a:ext cx="3852000" cy="120697"/>
            </a:xfrm>
            <a:prstGeom prst="rect">
              <a:avLst/>
            </a:prstGeom>
            <a:noFill/>
            <a:ln/>
          </p:spPr>
          <p:txBody>
            <a:bodyPr wrap="square" lIns="0" tIns="0" rIns="0" bIns="0" rtlCol="0" anchor="ctr"/>
            <a:lstStyle/>
            <a:p>
              <a:pPr marL="0" indent="0">
                <a:buNone/>
              </a:pPr>
              <a:r>
                <a:rPr lang="es-MX" sz="600" i="1">
                  <a:solidFill>
                    <a:srgbClr val="C0392B"/>
                  </a:solidFill>
                </a:rPr>
                <a:t>Pendiente DTMs y contratación proveedor</a:t>
              </a:r>
              <a:endParaRPr lang="es-MX" sz="600"/>
            </a:p>
          </p:txBody>
        </p:sp>
        <p:sp>
          <p:nvSpPr>
            <p:cNvPr id="36" name="Shape 51">
              <a:extLst>
                <a:ext uri="{FF2B5EF4-FFF2-40B4-BE49-F238E27FC236}">
                  <a16:creationId xmlns:a16="http://schemas.microsoft.com/office/drawing/2014/main" id="{D65B25E6-4BF7-AF7B-8432-88CF29F6B316}"/>
                </a:ext>
              </a:extLst>
            </p:cNvPr>
            <p:cNvSpPr/>
            <p:nvPr/>
          </p:nvSpPr>
          <p:spPr>
            <a:xfrm>
              <a:off x="3176016" y="1417921"/>
              <a:ext cx="8796528" cy="278531"/>
            </a:xfrm>
            <a:prstGeom prst="rect">
              <a:avLst/>
            </a:prstGeom>
            <a:solidFill>
              <a:srgbClr val="E8EBF4"/>
            </a:solidFill>
            <a:ln w="6350">
              <a:solidFill>
                <a:srgbClr val="D0D5E8"/>
              </a:solidFill>
              <a:prstDash val="solid"/>
            </a:ln>
          </p:spPr>
          <p:txBody>
            <a:bodyPr/>
            <a:lstStyle/>
            <a:p>
              <a:endParaRPr lang="es-MX"/>
            </a:p>
          </p:txBody>
        </p:sp>
        <p:sp>
          <p:nvSpPr>
            <p:cNvPr id="38" name="Text 52">
              <a:extLst>
                <a:ext uri="{FF2B5EF4-FFF2-40B4-BE49-F238E27FC236}">
                  <a16:creationId xmlns:a16="http://schemas.microsoft.com/office/drawing/2014/main" id="{2A868EF7-6405-E32C-179E-6331B1E95266}"/>
                </a:ext>
              </a:extLst>
            </p:cNvPr>
            <p:cNvSpPr/>
            <p:nvPr/>
          </p:nvSpPr>
          <p:spPr>
            <a:xfrm>
              <a:off x="3221736" y="1436490"/>
              <a:ext cx="2194560" cy="241394"/>
            </a:xfrm>
            <a:prstGeom prst="rect">
              <a:avLst/>
            </a:prstGeom>
            <a:noFill/>
            <a:ln/>
          </p:spPr>
          <p:txBody>
            <a:bodyPr wrap="square" lIns="0" tIns="0" rIns="0" bIns="0" rtlCol="0" anchor="ctr"/>
            <a:lstStyle/>
            <a:p>
              <a:r>
                <a:rPr lang="es-MX" sz="650" b="1">
                  <a:solidFill>
                    <a:srgbClr val="0D1F5C"/>
                  </a:solidFill>
                </a:rPr>
                <a:t>Gestión de tarjetas desde CAT              (5 HUs – 80% M)</a:t>
              </a:r>
              <a:endParaRPr lang="es-MX" sz="650"/>
            </a:p>
          </p:txBody>
        </p:sp>
        <p:sp>
          <p:nvSpPr>
            <p:cNvPr id="42" name="Shape 54">
              <a:extLst>
                <a:ext uri="{FF2B5EF4-FFF2-40B4-BE49-F238E27FC236}">
                  <a16:creationId xmlns:a16="http://schemas.microsoft.com/office/drawing/2014/main" id="{3E7D063B-0D90-F1D2-C6DD-BFADC2A3E880}"/>
                </a:ext>
              </a:extLst>
            </p:cNvPr>
            <p:cNvSpPr/>
            <p:nvPr/>
          </p:nvSpPr>
          <p:spPr>
            <a:xfrm>
              <a:off x="7999939" y="1496838"/>
              <a:ext cx="3852000" cy="120697"/>
            </a:xfrm>
            <a:prstGeom prst="roundRect">
              <a:avLst>
                <a:gd name="adj" fmla="val 15385"/>
              </a:avLst>
            </a:prstGeom>
            <a:solidFill>
              <a:srgbClr val="BDBDBD"/>
            </a:solidFill>
            <a:ln w="6350">
              <a:solidFill>
                <a:srgbClr val="AAAAAA"/>
              </a:solidFill>
              <a:prstDash val="dash"/>
            </a:ln>
          </p:spPr>
          <p:txBody>
            <a:bodyPr/>
            <a:lstStyle/>
            <a:p>
              <a:endParaRPr lang="es-MX"/>
            </a:p>
          </p:txBody>
        </p:sp>
        <p:sp>
          <p:nvSpPr>
            <p:cNvPr id="44" name="Text 55">
              <a:extLst>
                <a:ext uri="{FF2B5EF4-FFF2-40B4-BE49-F238E27FC236}">
                  <a16:creationId xmlns:a16="http://schemas.microsoft.com/office/drawing/2014/main" id="{D5706A41-0AB0-73CD-D8F6-378BDE2D170C}"/>
                </a:ext>
              </a:extLst>
            </p:cNvPr>
            <p:cNvSpPr/>
            <p:nvPr/>
          </p:nvSpPr>
          <p:spPr>
            <a:xfrm>
              <a:off x="8045659" y="1496838"/>
              <a:ext cx="3852000" cy="120697"/>
            </a:xfrm>
            <a:prstGeom prst="rect">
              <a:avLst/>
            </a:prstGeom>
            <a:noFill/>
            <a:ln/>
          </p:spPr>
          <p:txBody>
            <a:bodyPr wrap="square" lIns="0" tIns="0" rIns="0" bIns="0" rtlCol="0" anchor="ctr"/>
            <a:lstStyle/>
            <a:p>
              <a:pPr marL="0" indent="0">
                <a:buNone/>
              </a:pPr>
              <a:r>
                <a:rPr lang="es-MX" sz="600" i="1">
                  <a:solidFill>
                    <a:srgbClr val="C0392B"/>
                  </a:solidFill>
                </a:rPr>
                <a:t>Pendiente DTMs y contratación proveedor</a:t>
              </a:r>
              <a:endParaRPr lang="es-MX" sz="600"/>
            </a:p>
          </p:txBody>
        </p:sp>
        <p:sp>
          <p:nvSpPr>
            <p:cNvPr id="48" name="Shape 57">
              <a:extLst>
                <a:ext uri="{FF2B5EF4-FFF2-40B4-BE49-F238E27FC236}">
                  <a16:creationId xmlns:a16="http://schemas.microsoft.com/office/drawing/2014/main" id="{D8ACDA16-4DEF-3B98-F12B-4886D9BE1501}"/>
                </a:ext>
              </a:extLst>
            </p:cNvPr>
            <p:cNvSpPr/>
            <p:nvPr/>
          </p:nvSpPr>
          <p:spPr>
            <a:xfrm>
              <a:off x="3176016" y="1696452"/>
              <a:ext cx="8796528" cy="278531"/>
            </a:xfrm>
            <a:prstGeom prst="rect">
              <a:avLst/>
            </a:prstGeom>
            <a:solidFill>
              <a:srgbClr val="FFFFFF"/>
            </a:solidFill>
            <a:ln w="6350">
              <a:solidFill>
                <a:srgbClr val="D0D5E8"/>
              </a:solidFill>
              <a:prstDash val="solid"/>
            </a:ln>
          </p:spPr>
          <p:txBody>
            <a:bodyPr/>
            <a:lstStyle/>
            <a:p>
              <a:endParaRPr lang="es-MX"/>
            </a:p>
          </p:txBody>
        </p:sp>
        <p:sp>
          <p:nvSpPr>
            <p:cNvPr id="50" name="Text 58">
              <a:extLst>
                <a:ext uri="{FF2B5EF4-FFF2-40B4-BE49-F238E27FC236}">
                  <a16:creationId xmlns:a16="http://schemas.microsoft.com/office/drawing/2014/main" id="{23CA47EC-AB06-EE16-1472-836B27A2BCEC}"/>
                </a:ext>
              </a:extLst>
            </p:cNvPr>
            <p:cNvSpPr/>
            <p:nvPr/>
          </p:nvSpPr>
          <p:spPr>
            <a:xfrm>
              <a:off x="3221736" y="1715021"/>
              <a:ext cx="2194560" cy="241394"/>
            </a:xfrm>
            <a:prstGeom prst="rect">
              <a:avLst/>
            </a:prstGeom>
            <a:noFill/>
            <a:ln/>
          </p:spPr>
          <p:txBody>
            <a:bodyPr wrap="square" lIns="0" tIns="0" rIns="0" bIns="0" rtlCol="0" anchor="ctr"/>
            <a:lstStyle/>
            <a:p>
              <a:r>
                <a:rPr lang="es-MX" sz="650" b="1">
                  <a:solidFill>
                    <a:srgbClr val="0D1F5C"/>
                  </a:solidFill>
                </a:rPr>
                <a:t>Identificación y autenticación             (3 HUs- 33% M)</a:t>
              </a:r>
            </a:p>
            <a:p>
              <a:r>
                <a:rPr lang="es-MX" sz="650" b="1">
                  <a:solidFill>
                    <a:srgbClr val="0D1F5C"/>
                  </a:solidFill>
                </a:rPr>
                <a:t>en ICCAT</a:t>
              </a:r>
              <a:endParaRPr lang="es-MX" sz="650"/>
            </a:p>
          </p:txBody>
        </p:sp>
        <p:sp>
          <p:nvSpPr>
            <p:cNvPr id="54" name="Shape 60">
              <a:extLst>
                <a:ext uri="{FF2B5EF4-FFF2-40B4-BE49-F238E27FC236}">
                  <a16:creationId xmlns:a16="http://schemas.microsoft.com/office/drawing/2014/main" id="{85824C95-31FF-A707-13A3-92FCF9E59AFE}"/>
                </a:ext>
              </a:extLst>
            </p:cNvPr>
            <p:cNvSpPr/>
            <p:nvPr/>
          </p:nvSpPr>
          <p:spPr>
            <a:xfrm>
              <a:off x="7999939" y="1775369"/>
              <a:ext cx="3852000" cy="120697"/>
            </a:xfrm>
            <a:prstGeom prst="roundRect">
              <a:avLst>
                <a:gd name="adj" fmla="val 15385"/>
              </a:avLst>
            </a:prstGeom>
            <a:solidFill>
              <a:srgbClr val="BDBDBD"/>
            </a:solidFill>
            <a:ln w="6350">
              <a:solidFill>
                <a:srgbClr val="AAAAAA"/>
              </a:solidFill>
              <a:prstDash val="dash"/>
            </a:ln>
          </p:spPr>
          <p:txBody>
            <a:bodyPr/>
            <a:lstStyle/>
            <a:p>
              <a:endParaRPr lang="es-MX"/>
            </a:p>
          </p:txBody>
        </p:sp>
        <p:sp>
          <p:nvSpPr>
            <p:cNvPr id="56" name="Text 61">
              <a:extLst>
                <a:ext uri="{FF2B5EF4-FFF2-40B4-BE49-F238E27FC236}">
                  <a16:creationId xmlns:a16="http://schemas.microsoft.com/office/drawing/2014/main" id="{2B6BDBE3-6812-EF9B-4FA8-18E5F8CD27EA}"/>
                </a:ext>
              </a:extLst>
            </p:cNvPr>
            <p:cNvSpPr/>
            <p:nvPr/>
          </p:nvSpPr>
          <p:spPr>
            <a:xfrm>
              <a:off x="8045659" y="1775369"/>
              <a:ext cx="3852000" cy="120697"/>
            </a:xfrm>
            <a:prstGeom prst="rect">
              <a:avLst/>
            </a:prstGeom>
            <a:noFill/>
            <a:ln/>
          </p:spPr>
          <p:txBody>
            <a:bodyPr wrap="square" lIns="0" tIns="0" rIns="0" bIns="0" rtlCol="0" anchor="ctr"/>
            <a:lstStyle/>
            <a:p>
              <a:pPr marL="0" indent="0">
                <a:buNone/>
              </a:pPr>
              <a:r>
                <a:rPr lang="es-MX" sz="600" i="1">
                  <a:solidFill>
                    <a:srgbClr val="C0392B"/>
                  </a:solidFill>
                </a:rPr>
                <a:t>Pendiente DTMs y contratación proveedor</a:t>
              </a:r>
              <a:endParaRPr lang="es-MX" sz="600"/>
            </a:p>
          </p:txBody>
        </p:sp>
        <p:sp>
          <p:nvSpPr>
            <p:cNvPr id="91" name="Text 39">
              <a:extLst>
                <a:ext uri="{FF2B5EF4-FFF2-40B4-BE49-F238E27FC236}">
                  <a16:creationId xmlns:a16="http://schemas.microsoft.com/office/drawing/2014/main" id="{5B737E22-17D3-1044-8BB2-B71085CBBD37}"/>
                </a:ext>
              </a:extLst>
            </p:cNvPr>
            <p:cNvSpPr/>
            <p:nvPr/>
          </p:nvSpPr>
          <p:spPr>
            <a:xfrm>
              <a:off x="6475058" y="962072"/>
              <a:ext cx="503339" cy="168947"/>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Jun</a:t>
              </a:r>
              <a:endParaRPr lang="es-MX" sz="750">
                <a:solidFill>
                  <a:prstClr val="black"/>
                </a:solidFill>
                <a:latin typeface="Calibri" panose="020F0502020204030204"/>
              </a:endParaRPr>
            </a:p>
          </p:txBody>
        </p:sp>
        <p:sp>
          <p:nvSpPr>
            <p:cNvPr id="92" name="Text 40">
              <a:extLst>
                <a:ext uri="{FF2B5EF4-FFF2-40B4-BE49-F238E27FC236}">
                  <a16:creationId xmlns:a16="http://schemas.microsoft.com/office/drawing/2014/main" id="{9AB18D67-7644-B5B2-0F5D-7427454D4EB0}"/>
                </a:ext>
              </a:extLst>
            </p:cNvPr>
            <p:cNvSpPr/>
            <p:nvPr/>
          </p:nvSpPr>
          <p:spPr>
            <a:xfrm>
              <a:off x="7283655" y="962072"/>
              <a:ext cx="503339" cy="168947"/>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Jul</a:t>
              </a:r>
              <a:endParaRPr lang="es-MX" sz="750">
                <a:solidFill>
                  <a:prstClr val="black"/>
                </a:solidFill>
                <a:latin typeface="Calibri" panose="020F0502020204030204"/>
              </a:endParaRPr>
            </a:p>
          </p:txBody>
        </p:sp>
        <p:sp>
          <p:nvSpPr>
            <p:cNvPr id="93" name="Text 41">
              <a:extLst>
                <a:ext uri="{FF2B5EF4-FFF2-40B4-BE49-F238E27FC236}">
                  <a16:creationId xmlns:a16="http://schemas.microsoft.com/office/drawing/2014/main" id="{52881ACA-2823-9224-F824-15B8AEFF8F16}"/>
                </a:ext>
              </a:extLst>
            </p:cNvPr>
            <p:cNvSpPr/>
            <p:nvPr/>
          </p:nvSpPr>
          <p:spPr>
            <a:xfrm>
              <a:off x="8092252" y="962072"/>
              <a:ext cx="503339" cy="168947"/>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Ago</a:t>
              </a:r>
              <a:endParaRPr lang="es-MX" sz="750">
                <a:solidFill>
                  <a:prstClr val="black"/>
                </a:solidFill>
                <a:latin typeface="Calibri" panose="020F0502020204030204"/>
              </a:endParaRPr>
            </a:p>
          </p:txBody>
        </p:sp>
        <p:sp>
          <p:nvSpPr>
            <p:cNvPr id="94" name="Text 42">
              <a:extLst>
                <a:ext uri="{FF2B5EF4-FFF2-40B4-BE49-F238E27FC236}">
                  <a16:creationId xmlns:a16="http://schemas.microsoft.com/office/drawing/2014/main" id="{CDF115D5-720A-F705-AD84-EE56D537B028}"/>
                </a:ext>
              </a:extLst>
            </p:cNvPr>
            <p:cNvSpPr/>
            <p:nvPr/>
          </p:nvSpPr>
          <p:spPr>
            <a:xfrm>
              <a:off x="8900849" y="962072"/>
              <a:ext cx="503339" cy="168947"/>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Sep</a:t>
              </a:r>
              <a:endParaRPr lang="es-MX" sz="750">
                <a:solidFill>
                  <a:prstClr val="black"/>
                </a:solidFill>
                <a:latin typeface="Calibri" panose="020F0502020204030204"/>
              </a:endParaRPr>
            </a:p>
          </p:txBody>
        </p:sp>
        <p:sp>
          <p:nvSpPr>
            <p:cNvPr id="95" name="Text 43">
              <a:extLst>
                <a:ext uri="{FF2B5EF4-FFF2-40B4-BE49-F238E27FC236}">
                  <a16:creationId xmlns:a16="http://schemas.microsoft.com/office/drawing/2014/main" id="{38D0631A-429E-871E-1035-D6EBE089E338}"/>
                </a:ext>
              </a:extLst>
            </p:cNvPr>
            <p:cNvSpPr/>
            <p:nvPr/>
          </p:nvSpPr>
          <p:spPr>
            <a:xfrm>
              <a:off x="9709446" y="962072"/>
              <a:ext cx="503339" cy="168947"/>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Oct</a:t>
              </a:r>
              <a:endParaRPr lang="es-MX" sz="750">
                <a:solidFill>
                  <a:prstClr val="black"/>
                </a:solidFill>
                <a:latin typeface="Calibri" panose="020F0502020204030204"/>
              </a:endParaRPr>
            </a:p>
          </p:txBody>
        </p:sp>
        <p:sp>
          <p:nvSpPr>
            <p:cNvPr id="96" name="Text 44">
              <a:extLst>
                <a:ext uri="{FF2B5EF4-FFF2-40B4-BE49-F238E27FC236}">
                  <a16:creationId xmlns:a16="http://schemas.microsoft.com/office/drawing/2014/main" id="{6750FD1D-F2AB-F766-95CF-4AD822E631FE}"/>
                </a:ext>
              </a:extLst>
            </p:cNvPr>
            <p:cNvSpPr/>
            <p:nvPr/>
          </p:nvSpPr>
          <p:spPr>
            <a:xfrm>
              <a:off x="10518043" y="962072"/>
              <a:ext cx="503339" cy="168947"/>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Nov</a:t>
              </a:r>
              <a:endParaRPr lang="es-MX" sz="750">
                <a:solidFill>
                  <a:prstClr val="black"/>
                </a:solidFill>
                <a:latin typeface="Calibri" panose="020F0502020204030204"/>
              </a:endParaRPr>
            </a:p>
          </p:txBody>
        </p:sp>
        <p:sp>
          <p:nvSpPr>
            <p:cNvPr id="97" name="Text 44">
              <a:extLst>
                <a:ext uri="{FF2B5EF4-FFF2-40B4-BE49-F238E27FC236}">
                  <a16:creationId xmlns:a16="http://schemas.microsoft.com/office/drawing/2014/main" id="{FACC62B2-3CCD-9B02-C88F-3EB775A7DBFC}"/>
                </a:ext>
              </a:extLst>
            </p:cNvPr>
            <p:cNvSpPr/>
            <p:nvPr/>
          </p:nvSpPr>
          <p:spPr>
            <a:xfrm>
              <a:off x="11326640" y="962072"/>
              <a:ext cx="503339" cy="168947"/>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Dic</a:t>
              </a:r>
              <a:endParaRPr lang="es-MX" sz="750">
                <a:solidFill>
                  <a:prstClr val="black"/>
                </a:solidFill>
                <a:latin typeface="Calibri" panose="020F0502020204030204"/>
              </a:endParaRPr>
            </a:p>
          </p:txBody>
        </p:sp>
        <p:cxnSp>
          <p:nvCxnSpPr>
            <p:cNvPr id="98" name="Straight Connector 97">
              <a:extLst>
                <a:ext uri="{FF2B5EF4-FFF2-40B4-BE49-F238E27FC236}">
                  <a16:creationId xmlns:a16="http://schemas.microsoft.com/office/drawing/2014/main" id="{C3F1E6B6-AEAE-A23A-750E-8C22C1EC8068}"/>
                </a:ext>
              </a:extLst>
            </p:cNvPr>
            <p:cNvCxnSpPr>
              <a:cxnSpLocks/>
            </p:cNvCxnSpPr>
            <p:nvPr/>
          </p:nvCxnSpPr>
          <p:spPr>
            <a:xfrm>
              <a:off x="6322429" y="1128544"/>
              <a:ext cx="0" cy="828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D127231C-748E-3081-39DB-EAF48A685779}"/>
                </a:ext>
              </a:extLst>
            </p:cNvPr>
            <p:cNvCxnSpPr>
              <a:cxnSpLocks/>
            </p:cNvCxnSpPr>
            <p:nvPr/>
          </p:nvCxnSpPr>
          <p:spPr>
            <a:xfrm>
              <a:off x="7939623" y="1128544"/>
              <a:ext cx="0" cy="828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B2682DCF-8735-53AD-31A8-3C7C2F3D77C4}"/>
                </a:ext>
              </a:extLst>
            </p:cNvPr>
            <p:cNvCxnSpPr>
              <a:cxnSpLocks/>
            </p:cNvCxnSpPr>
            <p:nvPr/>
          </p:nvCxnSpPr>
          <p:spPr>
            <a:xfrm>
              <a:off x="8748220" y="1128544"/>
              <a:ext cx="0" cy="828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9336F720-248F-E564-575B-CCD529E22947}"/>
                </a:ext>
              </a:extLst>
            </p:cNvPr>
            <p:cNvCxnSpPr>
              <a:cxnSpLocks/>
            </p:cNvCxnSpPr>
            <p:nvPr/>
          </p:nvCxnSpPr>
          <p:spPr>
            <a:xfrm>
              <a:off x="9556817" y="1128544"/>
              <a:ext cx="0" cy="828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DDD388ED-5C20-0446-81E8-E9594EB0A3FA}"/>
                </a:ext>
              </a:extLst>
            </p:cNvPr>
            <p:cNvCxnSpPr>
              <a:cxnSpLocks/>
            </p:cNvCxnSpPr>
            <p:nvPr/>
          </p:nvCxnSpPr>
          <p:spPr>
            <a:xfrm>
              <a:off x="10365414" y="1128544"/>
              <a:ext cx="0" cy="828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7B62678B-1964-599D-3EBA-BFF90794685B}"/>
                </a:ext>
              </a:extLst>
            </p:cNvPr>
            <p:cNvCxnSpPr>
              <a:cxnSpLocks/>
            </p:cNvCxnSpPr>
            <p:nvPr/>
          </p:nvCxnSpPr>
          <p:spPr>
            <a:xfrm>
              <a:off x="7131026" y="1128544"/>
              <a:ext cx="0" cy="828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7C8E004-4C37-99D8-E3C5-B7A37A0F6545}"/>
                </a:ext>
              </a:extLst>
            </p:cNvPr>
            <p:cNvCxnSpPr>
              <a:cxnSpLocks/>
            </p:cNvCxnSpPr>
            <p:nvPr/>
          </p:nvCxnSpPr>
          <p:spPr>
            <a:xfrm>
              <a:off x="11174011" y="1128544"/>
              <a:ext cx="0" cy="828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0A6AC0EA-F424-F1D6-7A24-F85D624460EC}"/>
                </a:ext>
              </a:extLst>
            </p:cNvPr>
            <p:cNvCxnSpPr>
              <a:cxnSpLocks/>
            </p:cNvCxnSpPr>
            <p:nvPr/>
          </p:nvCxnSpPr>
          <p:spPr>
            <a:xfrm>
              <a:off x="5513832" y="1128544"/>
              <a:ext cx="0" cy="828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11" name="Text 39">
              <a:extLst>
                <a:ext uri="{FF2B5EF4-FFF2-40B4-BE49-F238E27FC236}">
                  <a16:creationId xmlns:a16="http://schemas.microsoft.com/office/drawing/2014/main" id="{F7AD7CA9-9A62-5D61-AFB9-CA4A4A8F1B79}"/>
                </a:ext>
              </a:extLst>
            </p:cNvPr>
            <p:cNvSpPr/>
            <p:nvPr/>
          </p:nvSpPr>
          <p:spPr>
            <a:xfrm>
              <a:off x="5666461" y="962072"/>
              <a:ext cx="503339" cy="168947"/>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May</a:t>
              </a:r>
              <a:endParaRPr lang="es-MX" sz="750">
                <a:solidFill>
                  <a:prstClr val="black"/>
                </a:solidFill>
                <a:latin typeface="Calibri" panose="020F0502020204030204"/>
              </a:endParaRPr>
            </a:p>
          </p:txBody>
        </p:sp>
        <p:sp>
          <p:nvSpPr>
            <p:cNvPr id="113" name="Shape 53">
              <a:extLst>
                <a:ext uri="{FF2B5EF4-FFF2-40B4-BE49-F238E27FC236}">
                  <a16:creationId xmlns:a16="http://schemas.microsoft.com/office/drawing/2014/main" id="{1C0C5823-32CD-B6C4-6913-EF60AF61901C}"/>
                </a:ext>
              </a:extLst>
            </p:cNvPr>
            <p:cNvSpPr/>
            <p:nvPr/>
          </p:nvSpPr>
          <p:spPr>
            <a:xfrm>
              <a:off x="6135624" y="1216152"/>
              <a:ext cx="1800000" cy="126000"/>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115" name="Shape 53">
              <a:extLst>
                <a:ext uri="{FF2B5EF4-FFF2-40B4-BE49-F238E27FC236}">
                  <a16:creationId xmlns:a16="http://schemas.microsoft.com/office/drawing/2014/main" id="{9597593C-1DB2-A741-82A2-ECD17BED617C}"/>
                </a:ext>
              </a:extLst>
            </p:cNvPr>
            <p:cNvSpPr/>
            <p:nvPr/>
          </p:nvSpPr>
          <p:spPr>
            <a:xfrm>
              <a:off x="6135624" y="1489952"/>
              <a:ext cx="1800000" cy="126000"/>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117" name="Shape 53">
              <a:extLst>
                <a:ext uri="{FF2B5EF4-FFF2-40B4-BE49-F238E27FC236}">
                  <a16:creationId xmlns:a16="http://schemas.microsoft.com/office/drawing/2014/main" id="{62355743-3444-AE6F-9301-5E0F3C203D53}"/>
                </a:ext>
              </a:extLst>
            </p:cNvPr>
            <p:cNvSpPr/>
            <p:nvPr/>
          </p:nvSpPr>
          <p:spPr>
            <a:xfrm>
              <a:off x="6135624" y="1766982"/>
              <a:ext cx="1800000" cy="126000"/>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grpSp>
      <p:sp>
        <p:nvSpPr>
          <p:cNvPr id="160" name="Shape 91">
            <a:extLst>
              <a:ext uri="{FF2B5EF4-FFF2-40B4-BE49-F238E27FC236}">
                <a16:creationId xmlns:a16="http://schemas.microsoft.com/office/drawing/2014/main" id="{60B95F81-D3D2-4BE1-B703-C984E5335446}"/>
              </a:ext>
            </a:extLst>
          </p:cNvPr>
          <p:cNvSpPr/>
          <p:nvPr/>
        </p:nvSpPr>
        <p:spPr>
          <a:xfrm>
            <a:off x="164592" y="3810762"/>
            <a:ext cx="11932920" cy="201168"/>
          </a:xfrm>
          <a:prstGeom prst="rect">
            <a:avLst/>
          </a:prstGeom>
          <a:solidFill>
            <a:srgbClr val="0D1F5C"/>
          </a:solidFill>
          <a:ln w="12700">
            <a:solidFill>
              <a:srgbClr val="0D1F5C"/>
            </a:solidFill>
            <a:prstDash val="solid"/>
          </a:ln>
        </p:spPr>
        <p:txBody>
          <a:bodyPr/>
          <a:lstStyle/>
          <a:p>
            <a:endParaRPr lang="es-MX"/>
          </a:p>
        </p:txBody>
      </p:sp>
      <p:sp>
        <p:nvSpPr>
          <p:cNvPr id="161" name="Text 92">
            <a:extLst>
              <a:ext uri="{FF2B5EF4-FFF2-40B4-BE49-F238E27FC236}">
                <a16:creationId xmlns:a16="http://schemas.microsoft.com/office/drawing/2014/main" id="{BCF4F4CF-3F0E-1B89-B185-5A8274B4DCFE}"/>
              </a:ext>
            </a:extLst>
          </p:cNvPr>
          <p:cNvSpPr/>
          <p:nvPr/>
        </p:nvSpPr>
        <p:spPr>
          <a:xfrm>
            <a:off x="219456" y="3810762"/>
            <a:ext cx="11841480" cy="201168"/>
          </a:xfrm>
          <a:prstGeom prst="rect">
            <a:avLst/>
          </a:prstGeom>
          <a:noFill/>
          <a:ln/>
        </p:spPr>
        <p:txBody>
          <a:bodyPr wrap="square" lIns="0" tIns="0" rIns="0" bIns="0" rtlCol="0" anchor="ctr"/>
          <a:lstStyle/>
          <a:p>
            <a:pPr marL="0" indent="0">
              <a:buNone/>
            </a:pPr>
            <a:r>
              <a:rPr lang="es-MX" sz="750" b="1">
                <a:solidFill>
                  <a:srgbClr val="FFFFFF"/>
                </a:solidFill>
              </a:rPr>
              <a:t>RAID — Puntos de Atención SmartVista</a:t>
            </a:r>
            <a:endParaRPr lang="es-MX" sz="750"/>
          </a:p>
        </p:txBody>
      </p:sp>
      <p:sp>
        <p:nvSpPr>
          <p:cNvPr id="162" name="Shape 93">
            <a:extLst>
              <a:ext uri="{FF2B5EF4-FFF2-40B4-BE49-F238E27FC236}">
                <a16:creationId xmlns:a16="http://schemas.microsoft.com/office/drawing/2014/main" id="{5AD6577B-1D37-0D80-4F57-FA48A7C28BB0}"/>
              </a:ext>
            </a:extLst>
          </p:cNvPr>
          <p:cNvSpPr/>
          <p:nvPr/>
        </p:nvSpPr>
        <p:spPr>
          <a:xfrm>
            <a:off x="164592" y="4011930"/>
            <a:ext cx="11932920" cy="201168"/>
          </a:xfrm>
          <a:prstGeom prst="rect">
            <a:avLst/>
          </a:prstGeom>
          <a:solidFill>
            <a:srgbClr val="0D1F5C"/>
          </a:solidFill>
          <a:ln w="12700">
            <a:solidFill>
              <a:srgbClr val="0D1F5C"/>
            </a:solidFill>
            <a:prstDash val="solid"/>
          </a:ln>
        </p:spPr>
        <p:txBody>
          <a:bodyPr/>
          <a:lstStyle/>
          <a:p>
            <a:endParaRPr lang="es-MX"/>
          </a:p>
        </p:txBody>
      </p:sp>
      <p:sp>
        <p:nvSpPr>
          <p:cNvPr id="163" name="Text 94">
            <a:extLst>
              <a:ext uri="{FF2B5EF4-FFF2-40B4-BE49-F238E27FC236}">
                <a16:creationId xmlns:a16="http://schemas.microsoft.com/office/drawing/2014/main" id="{CC231FB3-CE07-02F6-E31F-0D40C874E77B}"/>
              </a:ext>
            </a:extLst>
          </p:cNvPr>
          <p:cNvSpPr/>
          <p:nvPr/>
        </p:nvSpPr>
        <p:spPr>
          <a:xfrm>
            <a:off x="192024" y="4030218"/>
            <a:ext cx="384048" cy="164592"/>
          </a:xfrm>
          <a:prstGeom prst="rect">
            <a:avLst/>
          </a:prstGeom>
          <a:noFill/>
          <a:ln/>
        </p:spPr>
        <p:txBody>
          <a:bodyPr wrap="square" lIns="0" tIns="0" rIns="0" bIns="0" rtlCol="0" anchor="ctr"/>
          <a:lstStyle/>
          <a:p>
            <a:pPr marL="0" indent="0" algn="ctr">
              <a:buNone/>
            </a:pPr>
            <a:r>
              <a:rPr lang="es-MX" sz="700" b="1">
                <a:solidFill>
                  <a:srgbClr val="FFFFFF"/>
                </a:solidFill>
              </a:rPr>
              <a:t>ID</a:t>
            </a:r>
            <a:endParaRPr lang="es-MX" sz="700"/>
          </a:p>
        </p:txBody>
      </p:sp>
      <p:sp>
        <p:nvSpPr>
          <p:cNvPr id="164" name="Text 95">
            <a:extLst>
              <a:ext uri="{FF2B5EF4-FFF2-40B4-BE49-F238E27FC236}">
                <a16:creationId xmlns:a16="http://schemas.microsoft.com/office/drawing/2014/main" id="{88B5F094-DC1A-CF1C-E02B-CE8D0B564056}"/>
              </a:ext>
            </a:extLst>
          </p:cNvPr>
          <p:cNvSpPr/>
          <p:nvPr/>
        </p:nvSpPr>
        <p:spPr>
          <a:xfrm>
            <a:off x="594360" y="4030218"/>
            <a:ext cx="621792" cy="164592"/>
          </a:xfrm>
          <a:prstGeom prst="rect">
            <a:avLst/>
          </a:prstGeom>
          <a:noFill/>
          <a:ln/>
        </p:spPr>
        <p:txBody>
          <a:bodyPr wrap="square" lIns="0" tIns="0" rIns="0" bIns="0" rtlCol="0" anchor="ctr"/>
          <a:lstStyle/>
          <a:p>
            <a:pPr marL="0" indent="0" algn="ctr">
              <a:buNone/>
            </a:pPr>
            <a:r>
              <a:rPr lang="es-MX" sz="700" b="1">
                <a:solidFill>
                  <a:srgbClr val="FFFFFF"/>
                </a:solidFill>
              </a:rPr>
              <a:t>TIPO</a:t>
            </a:r>
            <a:endParaRPr lang="es-MX" sz="700"/>
          </a:p>
        </p:txBody>
      </p:sp>
      <p:sp>
        <p:nvSpPr>
          <p:cNvPr id="165" name="Text 96">
            <a:extLst>
              <a:ext uri="{FF2B5EF4-FFF2-40B4-BE49-F238E27FC236}">
                <a16:creationId xmlns:a16="http://schemas.microsoft.com/office/drawing/2014/main" id="{A5491B33-F0E1-0262-2086-8D4E0FFA19AE}"/>
              </a:ext>
            </a:extLst>
          </p:cNvPr>
          <p:cNvSpPr/>
          <p:nvPr/>
        </p:nvSpPr>
        <p:spPr>
          <a:xfrm>
            <a:off x="1361440" y="4030218"/>
            <a:ext cx="4114800" cy="164592"/>
          </a:xfrm>
          <a:prstGeom prst="rect">
            <a:avLst/>
          </a:prstGeom>
          <a:noFill/>
          <a:ln/>
        </p:spPr>
        <p:txBody>
          <a:bodyPr wrap="square" lIns="0" tIns="0" rIns="0" bIns="0" rtlCol="0" anchor="ctr"/>
          <a:lstStyle/>
          <a:p>
            <a:pPr marL="0" indent="0" algn="l">
              <a:buNone/>
            </a:pPr>
            <a:r>
              <a:rPr lang="es-MX" sz="700" b="1">
                <a:solidFill>
                  <a:srgbClr val="FFFFFF"/>
                </a:solidFill>
              </a:rPr>
              <a:t>DESCRIPCIÓN</a:t>
            </a:r>
            <a:endParaRPr lang="es-MX" sz="700"/>
          </a:p>
        </p:txBody>
      </p:sp>
      <p:sp>
        <p:nvSpPr>
          <p:cNvPr id="166" name="Text 97">
            <a:extLst>
              <a:ext uri="{FF2B5EF4-FFF2-40B4-BE49-F238E27FC236}">
                <a16:creationId xmlns:a16="http://schemas.microsoft.com/office/drawing/2014/main" id="{9B0118B2-72AB-881D-889E-2B6C070E882F}"/>
              </a:ext>
            </a:extLst>
          </p:cNvPr>
          <p:cNvSpPr/>
          <p:nvPr/>
        </p:nvSpPr>
        <p:spPr>
          <a:xfrm>
            <a:off x="5477256" y="4030218"/>
            <a:ext cx="822960" cy="164592"/>
          </a:xfrm>
          <a:prstGeom prst="rect">
            <a:avLst/>
          </a:prstGeom>
          <a:noFill/>
          <a:ln/>
        </p:spPr>
        <p:txBody>
          <a:bodyPr wrap="square" lIns="0" tIns="0" rIns="0" bIns="0" rtlCol="0" anchor="ctr"/>
          <a:lstStyle/>
          <a:p>
            <a:pPr marL="0" indent="0" algn="ctr">
              <a:buNone/>
            </a:pPr>
            <a:r>
              <a:rPr lang="es-MX" sz="700" b="1">
                <a:solidFill>
                  <a:srgbClr val="FFFFFF"/>
                </a:solidFill>
              </a:rPr>
              <a:t>SEVERIDAD</a:t>
            </a:r>
            <a:endParaRPr lang="es-MX" sz="700"/>
          </a:p>
        </p:txBody>
      </p:sp>
      <p:sp>
        <p:nvSpPr>
          <p:cNvPr id="167" name="Text 98">
            <a:extLst>
              <a:ext uri="{FF2B5EF4-FFF2-40B4-BE49-F238E27FC236}">
                <a16:creationId xmlns:a16="http://schemas.microsoft.com/office/drawing/2014/main" id="{61D873CE-C672-9EB2-06B0-74FBEBCC8F41}"/>
              </a:ext>
            </a:extLst>
          </p:cNvPr>
          <p:cNvSpPr/>
          <p:nvPr/>
        </p:nvSpPr>
        <p:spPr>
          <a:xfrm>
            <a:off x="6528816" y="4030218"/>
            <a:ext cx="864000" cy="164592"/>
          </a:xfrm>
          <a:prstGeom prst="rect">
            <a:avLst/>
          </a:prstGeom>
          <a:noFill/>
          <a:ln/>
        </p:spPr>
        <p:txBody>
          <a:bodyPr wrap="square" lIns="0" tIns="0" rIns="0" bIns="0" rtlCol="0" anchor="ctr"/>
          <a:lstStyle/>
          <a:p>
            <a:pPr marL="0" indent="0" algn="l">
              <a:buNone/>
            </a:pPr>
            <a:r>
              <a:rPr lang="es-MX" sz="700" b="1">
                <a:solidFill>
                  <a:srgbClr val="FFFFFF"/>
                </a:solidFill>
              </a:rPr>
              <a:t>IMPACTO EN PLAN</a:t>
            </a:r>
            <a:endParaRPr lang="es-MX" sz="700"/>
          </a:p>
        </p:txBody>
      </p:sp>
      <p:sp>
        <p:nvSpPr>
          <p:cNvPr id="168" name="Text 99">
            <a:extLst>
              <a:ext uri="{FF2B5EF4-FFF2-40B4-BE49-F238E27FC236}">
                <a16:creationId xmlns:a16="http://schemas.microsoft.com/office/drawing/2014/main" id="{6300D106-0888-1CBE-8154-AFECF233EE0A}"/>
              </a:ext>
            </a:extLst>
          </p:cNvPr>
          <p:cNvSpPr/>
          <p:nvPr/>
        </p:nvSpPr>
        <p:spPr>
          <a:xfrm>
            <a:off x="7644384" y="4030218"/>
            <a:ext cx="4462272" cy="164592"/>
          </a:xfrm>
          <a:prstGeom prst="rect">
            <a:avLst/>
          </a:prstGeom>
          <a:noFill/>
          <a:ln/>
        </p:spPr>
        <p:txBody>
          <a:bodyPr wrap="square" lIns="0" tIns="0" rIns="0" bIns="0" rtlCol="0" anchor="ctr"/>
          <a:lstStyle/>
          <a:p>
            <a:pPr marL="0" indent="0" algn="l">
              <a:buNone/>
            </a:pPr>
            <a:r>
              <a:rPr lang="es-MX" sz="700" b="1">
                <a:solidFill>
                  <a:srgbClr val="FFFFFF"/>
                </a:solidFill>
              </a:rPr>
              <a:t>ACCIÓN REQUERIDA</a:t>
            </a:r>
            <a:endParaRPr lang="es-MX" sz="700"/>
          </a:p>
        </p:txBody>
      </p:sp>
      <p:sp>
        <p:nvSpPr>
          <p:cNvPr id="169" name="Shape 100">
            <a:extLst>
              <a:ext uri="{FF2B5EF4-FFF2-40B4-BE49-F238E27FC236}">
                <a16:creationId xmlns:a16="http://schemas.microsoft.com/office/drawing/2014/main" id="{F88FBD4C-08AD-39FF-D72E-DF3C650CD2EC}"/>
              </a:ext>
            </a:extLst>
          </p:cNvPr>
          <p:cNvSpPr/>
          <p:nvPr/>
        </p:nvSpPr>
        <p:spPr>
          <a:xfrm>
            <a:off x="164592" y="4213098"/>
            <a:ext cx="11932920" cy="493200"/>
          </a:xfrm>
          <a:prstGeom prst="rect">
            <a:avLst/>
          </a:prstGeom>
          <a:solidFill>
            <a:srgbClr val="FFFFFF"/>
          </a:solidFill>
          <a:ln w="6350">
            <a:solidFill>
              <a:srgbClr val="D0D5E8"/>
            </a:solidFill>
            <a:prstDash val="solid"/>
          </a:ln>
        </p:spPr>
        <p:txBody>
          <a:bodyPr/>
          <a:lstStyle/>
          <a:p>
            <a:endParaRPr lang="es-MX"/>
          </a:p>
        </p:txBody>
      </p:sp>
      <p:sp>
        <p:nvSpPr>
          <p:cNvPr id="170" name="Text 101">
            <a:extLst>
              <a:ext uri="{FF2B5EF4-FFF2-40B4-BE49-F238E27FC236}">
                <a16:creationId xmlns:a16="http://schemas.microsoft.com/office/drawing/2014/main" id="{6914A19B-504F-F5E2-4D4A-191F71A8674E}"/>
              </a:ext>
            </a:extLst>
          </p:cNvPr>
          <p:cNvSpPr/>
          <p:nvPr/>
        </p:nvSpPr>
        <p:spPr>
          <a:xfrm>
            <a:off x="187452" y="4316227"/>
            <a:ext cx="411480" cy="365760"/>
          </a:xfrm>
          <a:prstGeom prst="rect">
            <a:avLst/>
          </a:prstGeom>
          <a:noFill/>
          <a:ln/>
        </p:spPr>
        <p:txBody>
          <a:bodyPr wrap="square" lIns="0" tIns="0" rIns="0" bIns="0" rtlCol="0" anchor="t"/>
          <a:lstStyle/>
          <a:p>
            <a:pPr marL="0" indent="0" algn="ctr">
              <a:buNone/>
            </a:pPr>
            <a:r>
              <a:rPr lang="es-MX" sz="700" b="1">
                <a:solidFill>
                  <a:srgbClr val="0D1F5C"/>
                </a:solidFill>
              </a:rPr>
              <a:t>CAT-I01</a:t>
            </a:r>
            <a:endParaRPr lang="es-MX" sz="700"/>
          </a:p>
        </p:txBody>
      </p:sp>
      <p:sp>
        <p:nvSpPr>
          <p:cNvPr id="171" name="Shape 105">
            <a:extLst>
              <a:ext uri="{FF2B5EF4-FFF2-40B4-BE49-F238E27FC236}">
                <a16:creationId xmlns:a16="http://schemas.microsoft.com/office/drawing/2014/main" id="{C0E34523-194E-9916-C046-7ED97CB77CA3}"/>
              </a:ext>
            </a:extLst>
          </p:cNvPr>
          <p:cNvSpPr/>
          <p:nvPr/>
        </p:nvSpPr>
        <p:spPr>
          <a:xfrm>
            <a:off x="5513832" y="4304538"/>
            <a:ext cx="749808" cy="164592"/>
          </a:xfrm>
          <a:prstGeom prst="roundRect">
            <a:avLst>
              <a:gd name="adj" fmla="val 16667"/>
            </a:avLst>
          </a:prstGeom>
          <a:solidFill>
            <a:srgbClr val="C00000"/>
          </a:solidFill>
          <a:ln w="12700">
            <a:solidFill>
              <a:srgbClr val="C00000"/>
            </a:solidFill>
            <a:prstDash val="solid"/>
          </a:ln>
        </p:spPr>
        <p:txBody>
          <a:bodyPr/>
          <a:lstStyle/>
          <a:p>
            <a:pPr algn="ctr"/>
            <a:endParaRPr lang="es-MX"/>
          </a:p>
        </p:txBody>
      </p:sp>
      <p:sp>
        <p:nvSpPr>
          <p:cNvPr id="172" name="Text 106">
            <a:extLst>
              <a:ext uri="{FF2B5EF4-FFF2-40B4-BE49-F238E27FC236}">
                <a16:creationId xmlns:a16="http://schemas.microsoft.com/office/drawing/2014/main" id="{63772F4B-6021-4C83-8D20-2DB3E7D3587A}"/>
              </a:ext>
            </a:extLst>
          </p:cNvPr>
          <p:cNvSpPr/>
          <p:nvPr/>
        </p:nvSpPr>
        <p:spPr>
          <a:xfrm>
            <a:off x="5513832" y="4304538"/>
            <a:ext cx="749808" cy="164592"/>
          </a:xfrm>
          <a:prstGeom prst="rect">
            <a:avLst/>
          </a:prstGeom>
          <a:noFill/>
          <a:ln/>
        </p:spPr>
        <p:txBody>
          <a:bodyPr wrap="square" lIns="0" tIns="0" rIns="0" bIns="0" rtlCol="0" anchor="ctr"/>
          <a:lstStyle/>
          <a:p>
            <a:pPr marL="0" indent="0" algn="ctr">
              <a:buNone/>
            </a:pPr>
            <a:r>
              <a:rPr lang="es-MX" sz="650" b="1">
                <a:solidFill>
                  <a:srgbClr val="FFFFFF"/>
                </a:solidFill>
              </a:rPr>
              <a:t>CRÍTICA</a:t>
            </a:r>
            <a:endParaRPr lang="es-MX" sz="650"/>
          </a:p>
        </p:txBody>
      </p:sp>
      <p:sp>
        <p:nvSpPr>
          <p:cNvPr id="173" name="Shape 109">
            <a:extLst>
              <a:ext uri="{FF2B5EF4-FFF2-40B4-BE49-F238E27FC236}">
                <a16:creationId xmlns:a16="http://schemas.microsoft.com/office/drawing/2014/main" id="{32585119-E3B7-7B64-01DE-6750AA13EF0B}"/>
              </a:ext>
            </a:extLst>
          </p:cNvPr>
          <p:cNvSpPr/>
          <p:nvPr/>
        </p:nvSpPr>
        <p:spPr>
          <a:xfrm>
            <a:off x="164592" y="4709925"/>
            <a:ext cx="11932920" cy="493200"/>
          </a:xfrm>
          <a:prstGeom prst="rect">
            <a:avLst/>
          </a:prstGeom>
          <a:solidFill>
            <a:srgbClr val="E8EBF4"/>
          </a:solidFill>
          <a:ln w="6350">
            <a:solidFill>
              <a:srgbClr val="D0D5E8"/>
            </a:solidFill>
            <a:prstDash val="solid"/>
          </a:ln>
        </p:spPr>
        <p:txBody>
          <a:bodyPr/>
          <a:lstStyle/>
          <a:p>
            <a:endParaRPr lang="es-MX"/>
          </a:p>
        </p:txBody>
      </p:sp>
      <p:sp>
        <p:nvSpPr>
          <p:cNvPr id="174" name="Text 110">
            <a:extLst>
              <a:ext uri="{FF2B5EF4-FFF2-40B4-BE49-F238E27FC236}">
                <a16:creationId xmlns:a16="http://schemas.microsoft.com/office/drawing/2014/main" id="{50296128-3509-068A-5918-E93820892E5F}"/>
              </a:ext>
            </a:extLst>
          </p:cNvPr>
          <p:cNvSpPr/>
          <p:nvPr/>
        </p:nvSpPr>
        <p:spPr>
          <a:xfrm>
            <a:off x="187452" y="4828732"/>
            <a:ext cx="411480" cy="365760"/>
          </a:xfrm>
          <a:prstGeom prst="rect">
            <a:avLst/>
          </a:prstGeom>
          <a:noFill/>
          <a:ln/>
        </p:spPr>
        <p:txBody>
          <a:bodyPr wrap="square" lIns="0" tIns="0" rIns="0" bIns="0" rtlCol="0" anchor="t"/>
          <a:lstStyle/>
          <a:p>
            <a:pPr marL="0" indent="0" algn="ctr">
              <a:buNone/>
            </a:pPr>
            <a:r>
              <a:rPr lang="es-MX" sz="700" b="1">
                <a:solidFill>
                  <a:srgbClr val="0D1F5C"/>
                </a:solidFill>
              </a:rPr>
              <a:t>CAT-I02</a:t>
            </a:r>
            <a:endParaRPr lang="es-MX" sz="700"/>
          </a:p>
        </p:txBody>
      </p:sp>
      <p:sp>
        <p:nvSpPr>
          <p:cNvPr id="175" name="Shape 114">
            <a:extLst>
              <a:ext uri="{FF2B5EF4-FFF2-40B4-BE49-F238E27FC236}">
                <a16:creationId xmlns:a16="http://schemas.microsoft.com/office/drawing/2014/main" id="{C351CDA4-5FD8-6C2E-BB0F-CFB0E2A794AB}"/>
              </a:ext>
            </a:extLst>
          </p:cNvPr>
          <p:cNvSpPr/>
          <p:nvPr/>
        </p:nvSpPr>
        <p:spPr>
          <a:xfrm>
            <a:off x="5513832" y="4801365"/>
            <a:ext cx="749808" cy="164592"/>
          </a:xfrm>
          <a:prstGeom prst="roundRect">
            <a:avLst>
              <a:gd name="adj" fmla="val 16667"/>
            </a:avLst>
          </a:prstGeom>
          <a:solidFill>
            <a:srgbClr val="C00000"/>
          </a:solidFill>
          <a:ln w="12700">
            <a:solidFill>
              <a:srgbClr val="C00000"/>
            </a:solidFill>
            <a:prstDash val="solid"/>
          </a:ln>
        </p:spPr>
        <p:txBody>
          <a:bodyPr/>
          <a:lstStyle/>
          <a:p>
            <a:pPr algn="ctr"/>
            <a:endParaRPr lang="es-MX"/>
          </a:p>
        </p:txBody>
      </p:sp>
      <p:sp>
        <p:nvSpPr>
          <p:cNvPr id="176" name="Text 115">
            <a:extLst>
              <a:ext uri="{FF2B5EF4-FFF2-40B4-BE49-F238E27FC236}">
                <a16:creationId xmlns:a16="http://schemas.microsoft.com/office/drawing/2014/main" id="{3DCA0D37-2C93-92F4-FFF9-C3B755930187}"/>
              </a:ext>
            </a:extLst>
          </p:cNvPr>
          <p:cNvSpPr/>
          <p:nvPr/>
        </p:nvSpPr>
        <p:spPr>
          <a:xfrm>
            <a:off x="5513832" y="4801365"/>
            <a:ext cx="749808" cy="164592"/>
          </a:xfrm>
          <a:prstGeom prst="rect">
            <a:avLst/>
          </a:prstGeom>
          <a:noFill/>
          <a:ln>
            <a:noFill/>
          </a:ln>
        </p:spPr>
        <p:txBody>
          <a:bodyPr wrap="square" lIns="0" tIns="0" rIns="0" bIns="0" rtlCol="0" anchor="ctr"/>
          <a:lstStyle/>
          <a:p>
            <a:pPr marL="0" indent="0" algn="ctr">
              <a:buNone/>
            </a:pPr>
            <a:r>
              <a:rPr lang="es-MX" sz="650" b="1">
                <a:solidFill>
                  <a:srgbClr val="FFFFFF"/>
                </a:solidFill>
              </a:rPr>
              <a:t>CRÍTICA</a:t>
            </a:r>
            <a:endParaRPr lang="es-MX" sz="650"/>
          </a:p>
        </p:txBody>
      </p:sp>
      <p:sp>
        <p:nvSpPr>
          <p:cNvPr id="177" name="Shape 118">
            <a:extLst>
              <a:ext uri="{FF2B5EF4-FFF2-40B4-BE49-F238E27FC236}">
                <a16:creationId xmlns:a16="http://schemas.microsoft.com/office/drawing/2014/main" id="{C8F22E4E-5698-9019-2ED6-548204490F24}"/>
              </a:ext>
            </a:extLst>
          </p:cNvPr>
          <p:cNvSpPr/>
          <p:nvPr/>
        </p:nvSpPr>
        <p:spPr>
          <a:xfrm>
            <a:off x="164592" y="5215216"/>
            <a:ext cx="11932920" cy="493686"/>
          </a:xfrm>
          <a:prstGeom prst="rect">
            <a:avLst/>
          </a:prstGeom>
          <a:solidFill>
            <a:srgbClr val="FFFFFF"/>
          </a:solidFill>
          <a:ln w="6350">
            <a:solidFill>
              <a:srgbClr val="D0D5E8"/>
            </a:solidFill>
            <a:prstDash val="solid"/>
          </a:ln>
        </p:spPr>
        <p:txBody>
          <a:bodyPr/>
          <a:lstStyle/>
          <a:p>
            <a:endParaRPr lang="es-MX"/>
          </a:p>
        </p:txBody>
      </p:sp>
      <p:sp>
        <p:nvSpPr>
          <p:cNvPr id="178" name="Text 119">
            <a:extLst>
              <a:ext uri="{FF2B5EF4-FFF2-40B4-BE49-F238E27FC236}">
                <a16:creationId xmlns:a16="http://schemas.microsoft.com/office/drawing/2014/main" id="{FBD5DB6A-2F5D-9F07-8F6B-9A671FC10972}"/>
              </a:ext>
            </a:extLst>
          </p:cNvPr>
          <p:cNvSpPr/>
          <p:nvPr/>
        </p:nvSpPr>
        <p:spPr>
          <a:xfrm>
            <a:off x="187452" y="5312664"/>
            <a:ext cx="411480" cy="365760"/>
          </a:xfrm>
          <a:prstGeom prst="rect">
            <a:avLst/>
          </a:prstGeom>
          <a:noFill/>
          <a:ln/>
        </p:spPr>
        <p:txBody>
          <a:bodyPr wrap="square" lIns="0" tIns="0" rIns="0" bIns="0" rtlCol="0" anchor="t"/>
          <a:lstStyle/>
          <a:p>
            <a:pPr marL="0" indent="0" algn="ctr">
              <a:buNone/>
            </a:pPr>
            <a:r>
              <a:rPr lang="es-MX" sz="700" b="1">
                <a:solidFill>
                  <a:srgbClr val="0D1F5C"/>
                </a:solidFill>
              </a:rPr>
              <a:t>CAT-R02</a:t>
            </a:r>
            <a:endParaRPr lang="es-MX" sz="700"/>
          </a:p>
        </p:txBody>
      </p:sp>
      <p:sp>
        <p:nvSpPr>
          <p:cNvPr id="179" name="Shape 120">
            <a:extLst>
              <a:ext uri="{FF2B5EF4-FFF2-40B4-BE49-F238E27FC236}">
                <a16:creationId xmlns:a16="http://schemas.microsoft.com/office/drawing/2014/main" id="{09D5FAD7-9B12-F24C-8063-A3BD1C731276}"/>
              </a:ext>
            </a:extLst>
          </p:cNvPr>
          <p:cNvSpPr/>
          <p:nvPr/>
        </p:nvSpPr>
        <p:spPr>
          <a:xfrm>
            <a:off x="630936" y="5306656"/>
            <a:ext cx="548640" cy="164592"/>
          </a:xfrm>
          <a:prstGeom prst="roundRect">
            <a:avLst>
              <a:gd name="adj" fmla="val 16667"/>
            </a:avLst>
          </a:prstGeom>
          <a:solidFill>
            <a:srgbClr val="E07B00"/>
          </a:solidFill>
          <a:ln w="12700">
            <a:solidFill>
              <a:srgbClr val="E07B00"/>
            </a:solidFill>
            <a:prstDash val="solid"/>
          </a:ln>
        </p:spPr>
        <p:txBody>
          <a:bodyPr/>
          <a:lstStyle/>
          <a:p>
            <a:pPr algn="ctr"/>
            <a:endParaRPr lang="es-MX"/>
          </a:p>
        </p:txBody>
      </p:sp>
      <p:sp>
        <p:nvSpPr>
          <p:cNvPr id="180" name="Text 121">
            <a:extLst>
              <a:ext uri="{FF2B5EF4-FFF2-40B4-BE49-F238E27FC236}">
                <a16:creationId xmlns:a16="http://schemas.microsoft.com/office/drawing/2014/main" id="{EBA873B4-6A5F-E6FE-CBEA-F92245F82F95}"/>
              </a:ext>
            </a:extLst>
          </p:cNvPr>
          <p:cNvSpPr/>
          <p:nvPr/>
        </p:nvSpPr>
        <p:spPr>
          <a:xfrm>
            <a:off x="630936" y="5306656"/>
            <a:ext cx="548640" cy="164592"/>
          </a:xfrm>
          <a:prstGeom prst="rect">
            <a:avLst/>
          </a:prstGeom>
          <a:noFill/>
          <a:ln/>
        </p:spPr>
        <p:txBody>
          <a:bodyPr wrap="square" lIns="0" tIns="0" rIns="0" bIns="0" rtlCol="0" anchor="ctr"/>
          <a:lstStyle/>
          <a:p>
            <a:pPr marL="0" indent="0" algn="ctr">
              <a:buNone/>
            </a:pPr>
            <a:r>
              <a:rPr lang="es-MX" sz="650" b="1">
                <a:solidFill>
                  <a:srgbClr val="FFFFFF"/>
                </a:solidFill>
              </a:rPr>
              <a:t>RIESGO</a:t>
            </a:r>
            <a:endParaRPr lang="es-MX" sz="650"/>
          </a:p>
        </p:txBody>
      </p:sp>
      <p:sp>
        <p:nvSpPr>
          <p:cNvPr id="181" name="Text 122">
            <a:extLst>
              <a:ext uri="{FF2B5EF4-FFF2-40B4-BE49-F238E27FC236}">
                <a16:creationId xmlns:a16="http://schemas.microsoft.com/office/drawing/2014/main" id="{23782FD0-0463-1C7B-5F1E-9EC80B8D8ED4}"/>
              </a:ext>
            </a:extLst>
          </p:cNvPr>
          <p:cNvSpPr/>
          <p:nvPr/>
        </p:nvSpPr>
        <p:spPr>
          <a:xfrm>
            <a:off x="1352296" y="4737357"/>
            <a:ext cx="4078224" cy="365760"/>
          </a:xfrm>
          <a:prstGeom prst="rect">
            <a:avLst/>
          </a:prstGeom>
          <a:noFill/>
          <a:ln/>
        </p:spPr>
        <p:txBody>
          <a:bodyPr wrap="square" lIns="0" tIns="0" rIns="0" bIns="0" rtlCol="0" anchor="t"/>
          <a:lstStyle/>
          <a:p>
            <a:pPr marL="0" indent="0">
              <a:buNone/>
            </a:pPr>
            <a:r>
              <a:rPr lang="es-MX" sz="700" b="1" err="1">
                <a:solidFill>
                  <a:srgbClr val="3A3A3A"/>
                </a:solidFill>
              </a:rPr>
              <a:t>DTMs</a:t>
            </a:r>
            <a:r>
              <a:rPr lang="es-MX" sz="700" b="1">
                <a:solidFill>
                  <a:srgbClr val="3A3A3A"/>
                </a:solidFill>
              </a:rPr>
              <a:t> sin responsable confirmado — </a:t>
            </a:r>
            <a:r>
              <a:rPr lang="es-MX" sz="700" b="1" err="1">
                <a:solidFill>
                  <a:srgbClr val="3A3A3A"/>
                </a:solidFill>
              </a:rPr>
              <a:t>APIficación</a:t>
            </a:r>
            <a:r>
              <a:rPr lang="es-MX" sz="700" b="1">
                <a:solidFill>
                  <a:srgbClr val="3A3A3A"/>
                </a:solidFill>
              </a:rPr>
              <a:t> candidato probable pero CAT entraría en última prioridad. </a:t>
            </a:r>
            <a:r>
              <a:rPr lang="es-MX" sz="700" err="1">
                <a:solidFill>
                  <a:srgbClr val="3A3A3A"/>
                </a:solidFill>
              </a:rPr>
              <a:t>Appwhere</a:t>
            </a:r>
            <a:r>
              <a:rPr lang="es-MX" sz="700">
                <a:solidFill>
                  <a:srgbClr val="3A3A3A"/>
                </a:solidFill>
              </a:rPr>
              <a:t> ya no es responsable de los </a:t>
            </a:r>
            <a:r>
              <a:rPr lang="es-MX" sz="700" err="1">
                <a:solidFill>
                  <a:srgbClr val="3A3A3A"/>
                </a:solidFill>
              </a:rPr>
              <a:t>DTMs</a:t>
            </a:r>
            <a:r>
              <a:rPr lang="es-MX" sz="700">
                <a:solidFill>
                  <a:srgbClr val="3A3A3A"/>
                </a:solidFill>
              </a:rPr>
              <a:t>. </a:t>
            </a:r>
            <a:r>
              <a:rPr lang="es-MX" sz="700" err="1">
                <a:solidFill>
                  <a:srgbClr val="3A3A3A"/>
                </a:solidFill>
              </a:rPr>
              <a:t>APIficación</a:t>
            </a:r>
            <a:r>
              <a:rPr lang="es-MX" sz="700">
                <a:solidFill>
                  <a:srgbClr val="3A3A3A"/>
                </a:solidFill>
              </a:rPr>
              <a:t> es el equipo más probable pero aún no confirmado. De serlo, CAT entraría como última prioridad tras Apolo, SIWEB y </a:t>
            </a:r>
            <a:r>
              <a:rPr lang="es-MX" sz="700" err="1">
                <a:solidFill>
                  <a:srgbClr val="3A3A3A"/>
                </a:solidFill>
              </a:rPr>
              <a:t>SmartVista</a:t>
            </a:r>
            <a:r>
              <a:rPr lang="es-MX" sz="700">
                <a:solidFill>
                  <a:srgbClr val="3A3A3A"/>
                </a:solidFill>
              </a:rPr>
              <a:t>, agravando el riesgo de timing.</a:t>
            </a:r>
          </a:p>
          <a:p>
            <a:pPr marL="0" indent="0">
              <a:buNone/>
            </a:pPr>
            <a:endParaRPr lang="es-MX" sz="700"/>
          </a:p>
        </p:txBody>
      </p:sp>
      <p:sp>
        <p:nvSpPr>
          <p:cNvPr id="182" name="Shape 123">
            <a:extLst>
              <a:ext uri="{FF2B5EF4-FFF2-40B4-BE49-F238E27FC236}">
                <a16:creationId xmlns:a16="http://schemas.microsoft.com/office/drawing/2014/main" id="{FF768812-4AF0-9054-063C-F8511A32C7A5}"/>
              </a:ext>
            </a:extLst>
          </p:cNvPr>
          <p:cNvSpPr/>
          <p:nvPr/>
        </p:nvSpPr>
        <p:spPr>
          <a:xfrm>
            <a:off x="5513832" y="5306656"/>
            <a:ext cx="749808" cy="164592"/>
          </a:xfrm>
          <a:prstGeom prst="roundRect">
            <a:avLst>
              <a:gd name="adj" fmla="val 16667"/>
            </a:avLst>
          </a:prstGeom>
          <a:solidFill>
            <a:srgbClr val="FF0000"/>
          </a:solidFill>
          <a:ln w="12700">
            <a:solidFill>
              <a:srgbClr val="FF0000"/>
            </a:solidFill>
            <a:prstDash val="solid"/>
          </a:ln>
        </p:spPr>
        <p:txBody>
          <a:bodyPr/>
          <a:lstStyle/>
          <a:p>
            <a:pPr algn="ctr"/>
            <a:endParaRPr lang="es-MX"/>
          </a:p>
        </p:txBody>
      </p:sp>
      <p:sp>
        <p:nvSpPr>
          <p:cNvPr id="183" name="Text 124">
            <a:extLst>
              <a:ext uri="{FF2B5EF4-FFF2-40B4-BE49-F238E27FC236}">
                <a16:creationId xmlns:a16="http://schemas.microsoft.com/office/drawing/2014/main" id="{FC763B34-A7F8-C899-629D-E01121FE5A5C}"/>
              </a:ext>
            </a:extLst>
          </p:cNvPr>
          <p:cNvSpPr/>
          <p:nvPr/>
        </p:nvSpPr>
        <p:spPr>
          <a:xfrm>
            <a:off x="5513832" y="5306656"/>
            <a:ext cx="749808" cy="164592"/>
          </a:xfrm>
          <a:prstGeom prst="rect">
            <a:avLst/>
          </a:prstGeom>
          <a:noFill/>
          <a:ln>
            <a:noFill/>
          </a:ln>
        </p:spPr>
        <p:txBody>
          <a:bodyPr wrap="square" lIns="0" tIns="0" rIns="0" bIns="0" rtlCol="0" anchor="ctr"/>
          <a:lstStyle/>
          <a:p>
            <a:pPr marL="0" indent="0" algn="ctr">
              <a:buNone/>
            </a:pPr>
            <a:r>
              <a:rPr lang="es-MX" sz="650" b="1">
                <a:solidFill>
                  <a:srgbClr val="FFFFFF"/>
                </a:solidFill>
              </a:rPr>
              <a:t>ALTA</a:t>
            </a:r>
            <a:endParaRPr lang="es-MX" sz="650"/>
          </a:p>
        </p:txBody>
      </p:sp>
      <p:sp>
        <p:nvSpPr>
          <p:cNvPr id="184" name="Text 125">
            <a:extLst>
              <a:ext uri="{FF2B5EF4-FFF2-40B4-BE49-F238E27FC236}">
                <a16:creationId xmlns:a16="http://schemas.microsoft.com/office/drawing/2014/main" id="{5B12DD53-6F5B-10F9-FA65-1DC15FF94E18}"/>
              </a:ext>
            </a:extLst>
          </p:cNvPr>
          <p:cNvSpPr/>
          <p:nvPr/>
        </p:nvSpPr>
        <p:spPr>
          <a:xfrm>
            <a:off x="6528816" y="4737357"/>
            <a:ext cx="864000" cy="365760"/>
          </a:xfrm>
          <a:prstGeom prst="rect">
            <a:avLst/>
          </a:prstGeom>
          <a:noFill/>
          <a:ln/>
        </p:spPr>
        <p:txBody>
          <a:bodyPr wrap="square" lIns="0" tIns="0" rIns="0" bIns="0" rtlCol="0" anchor="t"/>
          <a:lstStyle/>
          <a:p>
            <a:pPr marL="0" indent="0">
              <a:buNone/>
            </a:pPr>
            <a:r>
              <a:rPr lang="es-MX" sz="700">
                <a:solidFill>
                  <a:srgbClr val="3A3A3A"/>
                </a:solidFill>
              </a:rPr>
              <a:t>Plan · Recursos</a:t>
            </a:r>
            <a:endParaRPr lang="es-MX" sz="700"/>
          </a:p>
        </p:txBody>
      </p:sp>
      <p:sp>
        <p:nvSpPr>
          <p:cNvPr id="185" name="Text 126">
            <a:extLst>
              <a:ext uri="{FF2B5EF4-FFF2-40B4-BE49-F238E27FC236}">
                <a16:creationId xmlns:a16="http://schemas.microsoft.com/office/drawing/2014/main" id="{FD5825A1-1836-33A6-A000-96F2EAAB91AB}"/>
              </a:ext>
            </a:extLst>
          </p:cNvPr>
          <p:cNvSpPr/>
          <p:nvPr/>
        </p:nvSpPr>
        <p:spPr>
          <a:xfrm>
            <a:off x="7635240" y="4737357"/>
            <a:ext cx="4425696" cy="365760"/>
          </a:xfrm>
          <a:prstGeom prst="rect">
            <a:avLst/>
          </a:prstGeom>
          <a:noFill/>
          <a:ln/>
        </p:spPr>
        <p:txBody>
          <a:bodyPr wrap="square" lIns="0" tIns="0" rIns="0" bIns="0" rtlCol="0" anchor="t"/>
          <a:lstStyle/>
          <a:p>
            <a:pPr marL="88900" indent="-88900">
              <a:buFont typeface="Arial" panose="020B0604020202020204" pitchFamily="34" charset="0"/>
              <a:buChar char="•"/>
            </a:pPr>
            <a:r>
              <a:rPr lang="es-MX" sz="680">
                <a:solidFill>
                  <a:srgbClr val="3A3A3A"/>
                </a:solidFill>
              </a:rPr>
              <a:t>Confirmar responsable de </a:t>
            </a:r>
            <a:r>
              <a:rPr lang="es-MX" sz="680" err="1">
                <a:solidFill>
                  <a:srgbClr val="3A3A3A"/>
                </a:solidFill>
              </a:rPr>
              <a:t>DTMs</a:t>
            </a:r>
            <a:r>
              <a:rPr lang="es-MX" sz="680">
                <a:solidFill>
                  <a:srgbClr val="3A3A3A"/>
                </a:solidFill>
              </a:rPr>
              <a:t> CAT antes del 15-Ago. Si es </a:t>
            </a:r>
            <a:r>
              <a:rPr lang="es-MX" sz="680" err="1">
                <a:solidFill>
                  <a:srgbClr val="3A3A3A"/>
                </a:solidFill>
              </a:rPr>
              <a:t>APIficación</a:t>
            </a:r>
            <a:r>
              <a:rPr lang="es-MX" sz="680">
                <a:solidFill>
                  <a:srgbClr val="3A3A3A"/>
                </a:solidFill>
              </a:rPr>
              <a:t>, establecer fecha comprometida considerando su carga actual. </a:t>
            </a:r>
          </a:p>
        </p:txBody>
      </p:sp>
      <p:grpSp>
        <p:nvGrpSpPr>
          <p:cNvPr id="259" name="Group 258">
            <a:extLst>
              <a:ext uri="{FF2B5EF4-FFF2-40B4-BE49-F238E27FC236}">
                <a16:creationId xmlns:a16="http://schemas.microsoft.com/office/drawing/2014/main" id="{89C37B09-BCF8-F022-7A77-3215328D63BF}"/>
              </a:ext>
            </a:extLst>
          </p:cNvPr>
          <p:cNvGrpSpPr/>
          <p:nvPr/>
        </p:nvGrpSpPr>
        <p:grpSpPr>
          <a:xfrm>
            <a:off x="630936" y="4801365"/>
            <a:ext cx="548640" cy="164592"/>
            <a:chOff x="630936" y="4304538"/>
            <a:chExt cx="548640" cy="164592"/>
          </a:xfrm>
        </p:grpSpPr>
        <p:sp>
          <p:nvSpPr>
            <p:cNvPr id="260" name="Shape 102">
              <a:extLst>
                <a:ext uri="{FF2B5EF4-FFF2-40B4-BE49-F238E27FC236}">
                  <a16:creationId xmlns:a16="http://schemas.microsoft.com/office/drawing/2014/main" id="{542C6CDE-0B40-8C57-D99F-FC4EFDCA792E}"/>
                </a:ext>
              </a:extLst>
            </p:cNvPr>
            <p:cNvSpPr/>
            <p:nvPr/>
          </p:nvSpPr>
          <p:spPr>
            <a:xfrm>
              <a:off x="630936" y="4304538"/>
              <a:ext cx="548640" cy="164592"/>
            </a:xfrm>
            <a:prstGeom prst="roundRect">
              <a:avLst>
                <a:gd name="adj" fmla="val 16667"/>
              </a:avLst>
            </a:prstGeom>
            <a:solidFill>
              <a:srgbClr val="C0392B"/>
            </a:solidFill>
            <a:ln w="12700">
              <a:solidFill>
                <a:srgbClr val="C00000"/>
              </a:solidFill>
              <a:prstDash val="solid"/>
            </a:ln>
          </p:spPr>
          <p:txBody>
            <a:bodyPr/>
            <a:lstStyle/>
            <a:p>
              <a:pPr algn="ctr"/>
              <a:endParaRPr lang="es-MX"/>
            </a:p>
          </p:txBody>
        </p:sp>
        <p:sp>
          <p:nvSpPr>
            <p:cNvPr id="261" name="Text 103">
              <a:extLst>
                <a:ext uri="{FF2B5EF4-FFF2-40B4-BE49-F238E27FC236}">
                  <a16:creationId xmlns:a16="http://schemas.microsoft.com/office/drawing/2014/main" id="{F1C46C77-CABB-7A04-9167-D9FA90F588B4}"/>
                </a:ext>
              </a:extLst>
            </p:cNvPr>
            <p:cNvSpPr/>
            <p:nvPr/>
          </p:nvSpPr>
          <p:spPr>
            <a:xfrm>
              <a:off x="630936" y="4304538"/>
              <a:ext cx="548640" cy="164592"/>
            </a:xfrm>
            <a:prstGeom prst="rect">
              <a:avLst/>
            </a:prstGeom>
            <a:noFill/>
            <a:ln/>
          </p:spPr>
          <p:txBody>
            <a:bodyPr wrap="square" lIns="0" tIns="0" rIns="0" bIns="0" rtlCol="0" anchor="ctr"/>
            <a:lstStyle/>
            <a:p>
              <a:pPr marL="0" indent="0" algn="ctr">
                <a:buNone/>
              </a:pPr>
              <a:r>
                <a:rPr lang="es-MX" sz="650" b="1">
                  <a:solidFill>
                    <a:srgbClr val="FFFFFF"/>
                  </a:solidFill>
                </a:rPr>
                <a:t>ISSUE</a:t>
              </a:r>
              <a:endParaRPr lang="es-MX" sz="650"/>
            </a:p>
          </p:txBody>
        </p:sp>
      </p:grpSp>
      <p:grpSp>
        <p:nvGrpSpPr>
          <p:cNvPr id="262" name="Group 261">
            <a:extLst>
              <a:ext uri="{FF2B5EF4-FFF2-40B4-BE49-F238E27FC236}">
                <a16:creationId xmlns:a16="http://schemas.microsoft.com/office/drawing/2014/main" id="{9E68A8BD-E039-3345-C1BB-157BDFDEBE02}"/>
              </a:ext>
            </a:extLst>
          </p:cNvPr>
          <p:cNvGrpSpPr/>
          <p:nvPr/>
        </p:nvGrpSpPr>
        <p:grpSpPr>
          <a:xfrm>
            <a:off x="630936" y="4304538"/>
            <a:ext cx="548640" cy="164592"/>
            <a:chOff x="630936" y="4725162"/>
            <a:chExt cx="548640" cy="164592"/>
          </a:xfrm>
        </p:grpSpPr>
        <p:sp>
          <p:nvSpPr>
            <p:cNvPr id="263" name="Shape 111">
              <a:extLst>
                <a:ext uri="{FF2B5EF4-FFF2-40B4-BE49-F238E27FC236}">
                  <a16:creationId xmlns:a16="http://schemas.microsoft.com/office/drawing/2014/main" id="{26A9AD12-574B-C349-F581-F5C587E42DE0}"/>
                </a:ext>
              </a:extLst>
            </p:cNvPr>
            <p:cNvSpPr/>
            <p:nvPr/>
          </p:nvSpPr>
          <p:spPr>
            <a:xfrm>
              <a:off x="630936" y="4725162"/>
              <a:ext cx="548640" cy="164592"/>
            </a:xfrm>
            <a:prstGeom prst="roundRect">
              <a:avLst>
                <a:gd name="adj" fmla="val 16667"/>
              </a:avLst>
            </a:prstGeom>
            <a:solidFill>
              <a:srgbClr val="C0392B"/>
            </a:solidFill>
            <a:ln w="12700">
              <a:solidFill>
                <a:srgbClr val="C0392B"/>
              </a:solidFill>
              <a:prstDash val="solid"/>
            </a:ln>
          </p:spPr>
          <p:txBody>
            <a:bodyPr/>
            <a:lstStyle/>
            <a:p>
              <a:pPr algn="ctr"/>
              <a:endParaRPr lang="es-MX"/>
            </a:p>
          </p:txBody>
        </p:sp>
        <p:sp>
          <p:nvSpPr>
            <p:cNvPr id="264" name="Text 112">
              <a:extLst>
                <a:ext uri="{FF2B5EF4-FFF2-40B4-BE49-F238E27FC236}">
                  <a16:creationId xmlns:a16="http://schemas.microsoft.com/office/drawing/2014/main" id="{8E27CA32-4FE4-22E3-84A0-765C97424F28}"/>
                </a:ext>
              </a:extLst>
            </p:cNvPr>
            <p:cNvSpPr/>
            <p:nvPr/>
          </p:nvSpPr>
          <p:spPr>
            <a:xfrm>
              <a:off x="630936" y="4725162"/>
              <a:ext cx="548640" cy="164592"/>
            </a:xfrm>
            <a:prstGeom prst="rect">
              <a:avLst/>
            </a:prstGeom>
            <a:noFill/>
            <a:ln/>
          </p:spPr>
          <p:txBody>
            <a:bodyPr wrap="square" lIns="0" tIns="0" rIns="0" bIns="0" rtlCol="0" anchor="ctr"/>
            <a:lstStyle/>
            <a:p>
              <a:pPr marL="0" indent="0" algn="ctr">
                <a:buNone/>
              </a:pPr>
              <a:r>
                <a:rPr lang="es-MX" sz="650" b="1">
                  <a:solidFill>
                    <a:srgbClr val="FFFFFF"/>
                  </a:solidFill>
                </a:rPr>
                <a:t>ISSUE</a:t>
              </a:r>
              <a:endParaRPr lang="es-MX" sz="650"/>
            </a:p>
          </p:txBody>
        </p:sp>
      </p:grpSp>
      <p:sp>
        <p:nvSpPr>
          <p:cNvPr id="265" name="Text 104">
            <a:extLst>
              <a:ext uri="{FF2B5EF4-FFF2-40B4-BE49-F238E27FC236}">
                <a16:creationId xmlns:a16="http://schemas.microsoft.com/office/drawing/2014/main" id="{374F910E-0A98-1397-B8F5-4588929A1643}"/>
              </a:ext>
            </a:extLst>
          </p:cNvPr>
          <p:cNvSpPr/>
          <p:nvPr/>
        </p:nvSpPr>
        <p:spPr>
          <a:xfrm>
            <a:off x="1352296" y="5242648"/>
            <a:ext cx="4078224" cy="365760"/>
          </a:xfrm>
          <a:prstGeom prst="rect">
            <a:avLst/>
          </a:prstGeom>
          <a:noFill/>
          <a:ln/>
        </p:spPr>
        <p:txBody>
          <a:bodyPr wrap="square" lIns="0" tIns="0" rIns="0" bIns="0" rtlCol="0" anchor="t"/>
          <a:lstStyle/>
          <a:p>
            <a:pPr marL="0" indent="0">
              <a:buNone/>
            </a:pPr>
            <a:r>
              <a:rPr lang="es-MX" sz="700" b="1">
                <a:solidFill>
                  <a:srgbClr val="3A3A3A"/>
                </a:solidFill>
              </a:rPr>
              <a:t>7 integraciones sin inventario consolidado ni detalles técnicos — responsabilidad compartida proveedor CAT + </a:t>
            </a:r>
            <a:r>
              <a:rPr lang="es-MX" sz="700" b="1" err="1">
                <a:solidFill>
                  <a:srgbClr val="3A3A3A"/>
                </a:solidFill>
              </a:rPr>
              <a:t>APIficación</a:t>
            </a:r>
            <a:r>
              <a:rPr lang="es-MX" sz="700" b="1">
                <a:solidFill>
                  <a:srgbClr val="3A3A3A"/>
                </a:solidFill>
              </a:rPr>
              <a:t>. </a:t>
            </a:r>
            <a:r>
              <a:rPr lang="es-MX" sz="700">
                <a:solidFill>
                  <a:srgbClr val="3A3A3A"/>
                </a:solidFill>
              </a:rPr>
              <a:t>Identificación de integraciones en curso de forma incremental. Sin volúmenes, tiempos de respuesta ni número de campos confirmados. Responsabilidad compartida entre nuevo proveedor y </a:t>
            </a:r>
            <a:r>
              <a:rPr lang="es-MX" sz="700" err="1">
                <a:solidFill>
                  <a:srgbClr val="3A3A3A"/>
                </a:solidFill>
              </a:rPr>
              <a:t>APIficación</a:t>
            </a:r>
            <a:r>
              <a:rPr lang="es-MX" sz="700">
                <a:solidFill>
                  <a:srgbClr val="3A3A3A"/>
                </a:solidFill>
              </a:rPr>
              <a:t> sin coordinación formal aún.</a:t>
            </a:r>
          </a:p>
        </p:txBody>
      </p:sp>
      <p:sp>
        <p:nvSpPr>
          <p:cNvPr id="278" name="Text 113">
            <a:extLst>
              <a:ext uri="{FF2B5EF4-FFF2-40B4-BE49-F238E27FC236}">
                <a16:creationId xmlns:a16="http://schemas.microsoft.com/office/drawing/2014/main" id="{CE38E29B-E556-1B67-A1A0-E3E75A042CF9}"/>
              </a:ext>
            </a:extLst>
          </p:cNvPr>
          <p:cNvSpPr/>
          <p:nvPr/>
        </p:nvSpPr>
        <p:spPr>
          <a:xfrm>
            <a:off x="1352296" y="4240530"/>
            <a:ext cx="4078224" cy="365760"/>
          </a:xfrm>
          <a:prstGeom prst="rect">
            <a:avLst/>
          </a:prstGeom>
          <a:noFill/>
          <a:ln/>
        </p:spPr>
        <p:txBody>
          <a:bodyPr wrap="square" lIns="0" tIns="0" rIns="0" bIns="0" rtlCol="0" anchor="t"/>
          <a:lstStyle/>
          <a:p>
            <a:pPr marL="0" indent="0">
              <a:buNone/>
            </a:pPr>
            <a:r>
              <a:rPr lang="es-MX" sz="700" b="1">
                <a:solidFill>
                  <a:srgbClr val="3A3A3A"/>
                </a:solidFill>
              </a:rPr>
              <a:t>Proveedor de desarrollo CAT sin contratar — inicio de implementación coincide exactamente con inicio de SIT. </a:t>
            </a:r>
            <a:r>
              <a:rPr lang="es-MX" sz="700">
                <a:solidFill>
                  <a:srgbClr val="3A3A3A"/>
                </a:solidFill>
              </a:rPr>
              <a:t>Con incorporación estimada a </a:t>
            </a:r>
            <a:r>
              <a:rPr lang="es-MX" sz="700" err="1">
                <a:solidFill>
                  <a:srgbClr val="3A3A3A"/>
                </a:solidFill>
              </a:rPr>
              <a:t>mid-Sep</a:t>
            </a:r>
            <a:r>
              <a:rPr lang="es-MX" sz="700">
                <a:solidFill>
                  <a:srgbClr val="3A3A3A"/>
                </a:solidFill>
              </a:rPr>
              <a:t> y un mes de </a:t>
            </a:r>
            <a:r>
              <a:rPr lang="es-MX" sz="700" err="1">
                <a:solidFill>
                  <a:srgbClr val="3A3A3A"/>
                </a:solidFill>
              </a:rPr>
              <a:t>onboarding</a:t>
            </a:r>
            <a:r>
              <a:rPr lang="es-MX" sz="700">
                <a:solidFill>
                  <a:srgbClr val="3A3A3A"/>
                </a:solidFill>
              </a:rPr>
              <a:t>, el inicio real de implementación cae en </a:t>
            </a:r>
            <a:r>
              <a:rPr lang="es-MX" sz="700" err="1">
                <a:solidFill>
                  <a:srgbClr val="3A3A3A"/>
                </a:solidFill>
              </a:rPr>
              <a:t>mid</a:t>
            </a:r>
            <a:r>
              <a:rPr lang="es-MX" sz="700">
                <a:solidFill>
                  <a:srgbClr val="3A3A3A"/>
                </a:solidFill>
              </a:rPr>
              <a:t>-Oct — exactamente cuando debe iniciar SIT. No existe margen mínimo de ejecución.</a:t>
            </a:r>
          </a:p>
        </p:txBody>
      </p:sp>
      <p:sp>
        <p:nvSpPr>
          <p:cNvPr id="280" name="Text 107">
            <a:extLst>
              <a:ext uri="{FF2B5EF4-FFF2-40B4-BE49-F238E27FC236}">
                <a16:creationId xmlns:a16="http://schemas.microsoft.com/office/drawing/2014/main" id="{8BE8C66E-3A71-D30E-8E72-C0C9F41C0AA0}"/>
              </a:ext>
            </a:extLst>
          </p:cNvPr>
          <p:cNvSpPr/>
          <p:nvPr/>
        </p:nvSpPr>
        <p:spPr>
          <a:xfrm>
            <a:off x="6528816" y="5242648"/>
            <a:ext cx="864000" cy="365760"/>
          </a:xfrm>
          <a:prstGeom prst="rect">
            <a:avLst/>
          </a:prstGeom>
          <a:noFill/>
          <a:ln/>
        </p:spPr>
        <p:txBody>
          <a:bodyPr wrap="square" lIns="0" tIns="0" rIns="0" bIns="0" rtlCol="0" anchor="t"/>
          <a:lstStyle/>
          <a:p>
            <a:pPr marL="0" indent="0">
              <a:buNone/>
            </a:pPr>
            <a:r>
              <a:rPr lang="es-MX" sz="700">
                <a:solidFill>
                  <a:srgbClr val="3A3A3A"/>
                </a:solidFill>
              </a:rPr>
              <a:t>Plan · Alcance · Calidad</a:t>
            </a:r>
          </a:p>
        </p:txBody>
      </p:sp>
      <p:sp>
        <p:nvSpPr>
          <p:cNvPr id="281" name="Text 116">
            <a:extLst>
              <a:ext uri="{FF2B5EF4-FFF2-40B4-BE49-F238E27FC236}">
                <a16:creationId xmlns:a16="http://schemas.microsoft.com/office/drawing/2014/main" id="{961CE7C5-8884-CFB7-1A40-2EB6DDD972FD}"/>
              </a:ext>
            </a:extLst>
          </p:cNvPr>
          <p:cNvSpPr/>
          <p:nvPr/>
        </p:nvSpPr>
        <p:spPr>
          <a:xfrm>
            <a:off x="6528816" y="4240530"/>
            <a:ext cx="864000" cy="365760"/>
          </a:xfrm>
          <a:prstGeom prst="rect">
            <a:avLst/>
          </a:prstGeom>
          <a:noFill/>
          <a:ln/>
        </p:spPr>
        <p:txBody>
          <a:bodyPr wrap="square" lIns="0" tIns="0" rIns="0" bIns="0" rtlCol="0" anchor="t"/>
          <a:lstStyle/>
          <a:p>
            <a:pPr marL="0" indent="0">
              <a:buNone/>
            </a:pPr>
            <a:r>
              <a:rPr lang="es-MX" sz="700">
                <a:solidFill>
                  <a:srgbClr val="3A3A3A"/>
                </a:solidFill>
              </a:rPr>
              <a:t>Plan · Alcance</a:t>
            </a:r>
            <a:endParaRPr lang="es-MX" sz="700"/>
          </a:p>
        </p:txBody>
      </p:sp>
      <p:sp>
        <p:nvSpPr>
          <p:cNvPr id="286" name="Text 108">
            <a:extLst>
              <a:ext uri="{FF2B5EF4-FFF2-40B4-BE49-F238E27FC236}">
                <a16:creationId xmlns:a16="http://schemas.microsoft.com/office/drawing/2014/main" id="{13DC0BB2-0BCA-A2B7-4768-697FB27BA729}"/>
              </a:ext>
            </a:extLst>
          </p:cNvPr>
          <p:cNvSpPr/>
          <p:nvPr/>
        </p:nvSpPr>
        <p:spPr>
          <a:xfrm>
            <a:off x="7635240" y="5242648"/>
            <a:ext cx="4425696" cy="365760"/>
          </a:xfrm>
          <a:prstGeom prst="rect">
            <a:avLst/>
          </a:prstGeom>
          <a:noFill/>
          <a:ln/>
        </p:spPr>
        <p:txBody>
          <a:bodyPr wrap="square" lIns="0" tIns="0" rIns="0" bIns="0" rtlCol="0" anchor="t"/>
          <a:lstStyle/>
          <a:p>
            <a:pPr marL="88900" indent="-88900">
              <a:buFont typeface="Arial" panose="020B0604020202020204" pitchFamily="34" charset="0"/>
              <a:buChar char="•"/>
            </a:pPr>
            <a:r>
              <a:rPr lang="es-MX" sz="680">
                <a:solidFill>
                  <a:srgbClr val="3A3A3A"/>
                </a:solidFill>
              </a:rPr>
              <a:t>Incorporar inventario CAT al </a:t>
            </a:r>
            <a:r>
              <a:rPr lang="es-MX" sz="680" err="1">
                <a:solidFill>
                  <a:srgbClr val="3A3A3A"/>
                </a:solidFill>
              </a:rPr>
              <a:t>baseline</a:t>
            </a:r>
            <a:r>
              <a:rPr lang="es-MX" sz="680">
                <a:solidFill>
                  <a:srgbClr val="3A3A3A"/>
                </a:solidFill>
              </a:rPr>
              <a:t> unificado de integraciones R4 al contratar proveedor. </a:t>
            </a:r>
          </a:p>
          <a:p>
            <a:pPr marL="88900" indent="-88900">
              <a:buFont typeface="Arial" panose="020B0604020202020204" pitchFamily="34" charset="0"/>
              <a:buChar char="•"/>
            </a:pPr>
            <a:r>
              <a:rPr lang="es-MX" sz="680">
                <a:solidFill>
                  <a:srgbClr val="3A3A3A"/>
                </a:solidFill>
              </a:rPr>
              <a:t>Sesión técnica de alineación proveedor–</a:t>
            </a:r>
            <a:r>
              <a:rPr lang="es-MX" sz="680" err="1">
                <a:solidFill>
                  <a:srgbClr val="3A3A3A"/>
                </a:solidFill>
              </a:rPr>
              <a:t>APIficación</a:t>
            </a:r>
            <a:r>
              <a:rPr lang="es-MX" sz="680">
                <a:solidFill>
                  <a:srgbClr val="3A3A3A"/>
                </a:solidFill>
              </a:rPr>
              <a:t> como primer entregable de </a:t>
            </a:r>
            <a:r>
              <a:rPr lang="es-MX" sz="680" err="1">
                <a:solidFill>
                  <a:srgbClr val="3A3A3A"/>
                </a:solidFill>
              </a:rPr>
              <a:t>onboarding</a:t>
            </a:r>
            <a:r>
              <a:rPr lang="es-MX" sz="680">
                <a:solidFill>
                  <a:srgbClr val="3A3A3A"/>
                </a:solidFill>
              </a:rPr>
              <a:t>.</a:t>
            </a:r>
          </a:p>
          <a:p>
            <a:endParaRPr lang="es-MX" sz="680">
              <a:solidFill>
                <a:srgbClr val="3A3A3A"/>
              </a:solidFill>
            </a:endParaRPr>
          </a:p>
        </p:txBody>
      </p:sp>
      <p:sp>
        <p:nvSpPr>
          <p:cNvPr id="289" name="Text 117">
            <a:extLst>
              <a:ext uri="{FF2B5EF4-FFF2-40B4-BE49-F238E27FC236}">
                <a16:creationId xmlns:a16="http://schemas.microsoft.com/office/drawing/2014/main" id="{016D77F4-BC87-861E-4D0E-59F7F709A86F}"/>
              </a:ext>
            </a:extLst>
          </p:cNvPr>
          <p:cNvSpPr/>
          <p:nvPr/>
        </p:nvSpPr>
        <p:spPr>
          <a:xfrm>
            <a:off x="7635240" y="4240530"/>
            <a:ext cx="4425696" cy="365760"/>
          </a:xfrm>
          <a:prstGeom prst="rect">
            <a:avLst/>
          </a:prstGeom>
          <a:noFill/>
          <a:ln/>
        </p:spPr>
        <p:txBody>
          <a:bodyPr wrap="square" lIns="0" tIns="0" rIns="0" bIns="0" rtlCol="0" anchor="t"/>
          <a:lstStyle/>
          <a:p>
            <a:pPr marL="88900" indent="-88900">
              <a:buFont typeface="Arial" panose="020B0604020202020204" pitchFamily="34" charset="0"/>
              <a:buChar char="•"/>
            </a:pPr>
            <a:r>
              <a:rPr lang="es-MX" sz="680">
                <a:solidFill>
                  <a:srgbClr val="3A3A3A"/>
                </a:solidFill>
              </a:rPr>
              <a:t>Decisión ejecutiva urgente sobre contratación del proveedor. Evaluar viabilidad del alcance CAT en R4 vs. diferimiento a R4.5 — antes del 17-Ago.</a:t>
            </a:r>
          </a:p>
        </p:txBody>
      </p:sp>
      <p:cxnSp>
        <p:nvCxnSpPr>
          <p:cNvPr id="7" name="Straight Connector 6">
            <a:extLst>
              <a:ext uri="{FF2B5EF4-FFF2-40B4-BE49-F238E27FC236}">
                <a16:creationId xmlns:a16="http://schemas.microsoft.com/office/drawing/2014/main" id="{C4E5B2B1-09E7-7824-5D60-90C309032380}"/>
              </a:ext>
            </a:extLst>
          </p:cNvPr>
          <p:cNvCxnSpPr>
            <a:cxnSpLocks/>
          </p:cNvCxnSpPr>
          <p:nvPr/>
        </p:nvCxnSpPr>
        <p:spPr>
          <a:xfrm>
            <a:off x="187632" y="1207516"/>
            <a:ext cx="2880000" cy="0"/>
          </a:xfrm>
          <a:prstGeom prst="line">
            <a:avLst/>
          </a:prstGeom>
          <a:ln w="9525">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7B53CA2-5E62-761B-7B60-48E8018F2DE2}"/>
              </a:ext>
            </a:extLst>
          </p:cNvPr>
          <p:cNvCxnSpPr>
            <a:cxnSpLocks/>
          </p:cNvCxnSpPr>
          <p:nvPr/>
        </p:nvCxnSpPr>
        <p:spPr>
          <a:xfrm>
            <a:off x="187632" y="1552702"/>
            <a:ext cx="2880000" cy="0"/>
          </a:xfrm>
          <a:prstGeom prst="line">
            <a:avLst/>
          </a:prstGeom>
          <a:ln w="9525">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4" name="Ey">
            <a:extLst>
              <a:ext uri="{FF2B5EF4-FFF2-40B4-BE49-F238E27FC236}">
                <a16:creationId xmlns:a16="http://schemas.microsoft.com/office/drawing/2014/main" id="{A2BBA8A7-4695-025C-32C8-8192DCBED0B1}"/>
              </a:ext>
            </a:extLst>
          </p:cNvPr>
          <p:cNvSpPr txBox="1"/>
          <p:nvPr/>
        </p:nvSpPr>
        <p:spPr>
          <a:xfrm>
            <a:off x="380000" y="188056"/>
            <a:ext cx="5000000" cy="153888"/>
          </a:xfrm>
          <a:prstGeom prst="rect">
            <a:avLst/>
          </a:prstGeom>
          <a:noFill/>
          <a:ln>
            <a:noFill/>
          </a:ln>
        </p:spPr>
        <p:txBody>
          <a:bodyPr wrap="square" lIns="0" tIns="0" rIns="0" bIns="0" anchor="ctr">
            <a:spAutoFit/>
          </a:bodyPr>
          <a:lstStyle/>
          <a:p>
            <a:pPr algn="l" defTabSz="228600">
              <a:lnSpc>
                <a:spcPct val="100000"/>
              </a:lnSpc>
              <a:spcBef>
                <a:spcPts val="0"/>
              </a:spcBef>
              <a:spcAft>
                <a:spcPts val="0"/>
              </a:spcAft>
              <a:buNone/>
            </a:pPr>
            <a:r>
              <a:rPr lang="es-MX" sz="1000" b="1" kern="1200">
                <a:solidFill>
                  <a:srgbClr val="888888"/>
                </a:solidFill>
                <a:latin typeface="Poppins"/>
              </a:rPr>
              <a:t>APÉNDICE 3 – DETALLE POR TRACK — ALCANCE, PLAN Y RAID</a:t>
            </a:r>
          </a:p>
        </p:txBody>
      </p:sp>
    </p:spTree>
    <p:extLst>
      <p:ext uri="{BB962C8B-B14F-4D97-AF65-F5344CB8AC3E}">
        <p14:creationId xmlns:p14="http://schemas.microsoft.com/office/powerpoint/2010/main" val="788646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560B6-F15E-7794-2683-8BFADA751152}"/>
            </a:ext>
          </a:extLst>
        </p:cNvPr>
        <p:cNvGrpSpPr/>
        <p:nvPr/>
      </p:nvGrpSpPr>
      <p:grpSpPr>
        <a:xfrm>
          <a:off x="0" y="0"/>
          <a:ext cx="0" cy="0"/>
          <a:chOff x="0" y="0"/>
          <a:chExt cx="0" cy="0"/>
        </a:xfrm>
      </p:grpSpPr>
      <p:graphicFrame>
        <p:nvGraphicFramePr>
          <p:cNvPr id="326" name="think-cell data - do not delete" hidden="1">
            <a:extLst>
              <a:ext uri="{FF2B5EF4-FFF2-40B4-BE49-F238E27FC236}">
                <a16:creationId xmlns:a16="http://schemas.microsoft.com/office/drawing/2014/main" id="{A13C3DCB-271D-AEFD-82B7-71FD97C53F4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326" name="think-cell data - do not delete" hidden="1">
                        <a:extLst>
                          <a:ext uri="{FF2B5EF4-FFF2-40B4-BE49-F238E27FC236}">
                            <a16:creationId xmlns:a16="http://schemas.microsoft.com/office/drawing/2014/main" id="{A13C3DCB-271D-AEFD-82B7-71FD97C53F4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 3">
            <a:extLst>
              <a:ext uri="{FF2B5EF4-FFF2-40B4-BE49-F238E27FC236}">
                <a16:creationId xmlns:a16="http://schemas.microsoft.com/office/drawing/2014/main" id="{D34943A8-9CB4-88E3-9869-513B878ACAC8}"/>
              </a:ext>
            </a:extLst>
          </p:cNvPr>
          <p:cNvSpPr/>
          <p:nvPr/>
        </p:nvSpPr>
        <p:spPr>
          <a:xfrm>
            <a:off x="365760" y="274320"/>
            <a:ext cx="8138160" cy="5120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2400" b="1">
                <a:solidFill>
                  <a:schemeClr val="accent1"/>
                </a:solidFill>
                <a:latin typeface="Poppins" panose="00000500000000000000" pitchFamily="2" charset="0"/>
                <a:ea typeface="Arial" pitchFamily="34" charset="-122"/>
                <a:cs typeface="Poppins" panose="00000500000000000000" pitchFamily="2" charset="0"/>
              </a:rPr>
              <a:t>SIWEB</a:t>
            </a:r>
            <a:endParaRPr kumimoji="0" lang="es-MX" sz="2400" b="1" i="0" u="none" strike="noStrike" kern="1200" cap="none" spc="0" normalizeH="0" baseline="0" noProof="0">
              <a:ln>
                <a:noFill/>
              </a:ln>
              <a:solidFill>
                <a:schemeClr val="accent1"/>
              </a:solidFill>
              <a:effectLst/>
              <a:uLnTx/>
              <a:uFillTx/>
              <a:latin typeface="Poppins" panose="00000500000000000000" pitchFamily="2" charset="0"/>
              <a:ea typeface="Arial" pitchFamily="34" charset="-122"/>
              <a:cs typeface="Poppins" panose="00000500000000000000" pitchFamily="2" charset="0"/>
            </a:endParaRPr>
          </a:p>
        </p:txBody>
      </p:sp>
      <p:sp>
        <p:nvSpPr>
          <p:cNvPr id="124" name="Shape 5">
            <a:extLst>
              <a:ext uri="{FF2B5EF4-FFF2-40B4-BE49-F238E27FC236}">
                <a16:creationId xmlns:a16="http://schemas.microsoft.com/office/drawing/2014/main" id="{EA9A714B-D53D-398F-F806-9255F7BD43A6}"/>
              </a:ext>
            </a:extLst>
          </p:cNvPr>
          <p:cNvSpPr/>
          <p:nvPr/>
        </p:nvSpPr>
        <p:spPr>
          <a:xfrm>
            <a:off x="164592" y="731520"/>
            <a:ext cx="2926080" cy="201168"/>
          </a:xfrm>
          <a:prstGeom prst="rect">
            <a:avLst/>
          </a:prstGeom>
          <a:solidFill>
            <a:srgbClr val="0D1F5C"/>
          </a:solidFill>
          <a:ln w="12700">
            <a:solidFill>
              <a:srgbClr val="0D1F5C"/>
            </a:solidFill>
            <a:prstDash val="solid"/>
          </a:ln>
        </p:spPr>
        <p:txBody>
          <a:bodyPr/>
          <a:lstStyle/>
          <a:p>
            <a:endParaRPr lang="es-MX">
              <a:solidFill>
                <a:prstClr val="black"/>
              </a:solidFill>
              <a:latin typeface="Calibri" panose="020F0502020204030204"/>
            </a:endParaRPr>
          </a:p>
        </p:txBody>
      </p:sp>
      <p:sp>
        <p:nvSpPr>
          <p:cNvPr id="125" name="Text 6">
            <a:extLst>
              <a:ext uri="{FF2B5EF4-FFF2-40B4-BE49-F238E27FC236}">
                <a16:creationId xmlns:a16="http://schemas.microsoft.com/office/drawing/2014/main" id="{DBDC7776-BB50-62B8-DA4F-AFA9A7CB188C}"/>
              </a:ext>
            </a:extLst>
          </p:cNvPr>
          <p:cNvSpPr/>
          <p:nvPr/>
        </p:nvSpPr>
        <p:spPr>
          <a:xfrm>
            <a:off x="219456" y="731520"/>
            <a:ext cx="2834640" cy="201168"/>
          </a:xfrm>
          <a:prstGeom prst="rect">
            <a:avLst/>
          </a:prstGeom>
          <a:noFill/>
          <a:ln/>
        </p:spPr>
        <p:txBody>
          <a:bodyPr wrap="square" lIns="0" tIns="0" rIns="0" bIns="0" rtlCol="0" anchor="ctr"/>
          <a:lstStyle/>
          <a:p>
            <a:r>
              <a:rPr lang="es-MX" sz="750" b="1">
                <a:solidFill>
                  <a:srgbClr val="FFFFFF"/>
                </a:solidFill>
                <a:latin typeface="Calibri" panose="020F0502020204030204"/>
              </a:rPr>
              <a:t>RAG DEL TRACK</a:t>
            </a:r>
            <a:endParaRPr lang="es-MX" sz="750">
              <a:solidFill>
                <a:prstClr val="black"/>
              </a:solidFill>
              <a:latin typeface="Calibri" panose="020F0502020204030204"/>
            </a:endParaRPr>
          </a:p>
        </p:txBody>
      </p:sp>
      <p:sp>
        <p:nvSpPr>
          <p:cNvPr id="126" name="Shape 7">
            <a:extLst>
              <a:ext uri="{FF2B5EF4-FFF2-40B4-BE49-F238E27FC236}">
                <a16:creationId xmlns:a16="http://schemas.microsoft.com/office/drawing/2014/main" id="{AFCCEB3B-4E5F-0CC3-3DFB-2D9D19D1F9D9}"/>
              </a:ext>
            </a:extLst>
          </p:cNvPr>
          <p:cNvSpPr/>
          <p:nvPr/>
        </p:nvSpPr>
        <p:spPr>
          <a:xfrm>
            <a:off x="201168" y="996696"/>
            <a:ext cx="182880" cy="182880"/>
          </a:xfrm>
          <a:prstGeom prst="ellipse">
            <a:avLst/>
          </a:prstGeom>
          <a:solidFill>
            <a:schemeClr val="accent2"/>
          </a:solidFill>
          <a:ln w="12700">
            <a:solidFill>
              <a:schemeClr val="accent2"/>
            </a:solidFill>
            <a:prstDash val="solid"/>
          </a:ln>
        </p:spPr>
        <p:txBody>
          <a:bodyPr/>
          <a:lstStyle/>
          <a:p>
            <a:endParaRPr lang="es-MX">
              <a:solidFill>
                <a:prstClr val="black"/>
              </a:solidFill>
              <a:latin typeface="Calibri" panose="020F0502020204030204"/>
            </a:endParaRPr>
          </a:p>
        </p:txBody>
      </p:sp>
      <p:sp>
        <p:nvSpPr>
          <p:cNvPr id="127" name="Text 8">
            <a:extLst>
              <a:ext uri="{FF2B5EF4-FFF2-40B4-BE49-F238E27FC236}">
                <a16:creationId xmlns:a16="http://schemas.microsoft.com/office/drawing/2014/main" id="{ADFE3582-EEA0-557E-AC19-16071F8958CB}"/>
              </a:ext>
            </a:extLst>
          </p:cNvPr>
          <p:cNvSpPr/>
          <p:nvPr/>
        </p:nvSpPr>
        <p:spPr>
          <a:xfrm>
            <a:off x="429768" y="960120"/>
            <a:ext cx="822960" cy="256032"/>
          </a:xfrm>
          <a:prstGeom prst="rect">
            <a:avLst/>
          </a:prstGeom>
          <a:noFill/>
          <a:ln/>
        </p:spPr>
        <p:txBody>
          <a:bodyPr wrap="square" lIns="0" tIns="0" rIns="0" bIns="0" rtlCol="0" anchor="ctr"/>
          <a:lstStyle/>
          <a:p>
            <a:r>
              <a:rPr lang="es-MX" sz="750" b="1">
                <a:solidFill>
                  <a:srgbClr val="0D1F5C"/>
                </a:solidFill>
                <a:latin typeface="Calibri" panose="020F0502020204030204"/>
              </a:rPr>
              <a:t>GENERAL</a:t>
            </a:r>
            <a:endParaRPr lang="es-MX" sz="750">
              <a:solidFill>
                <a:prstClr val="black"/>
              </a:solidFill>
              <a:latin typeface="Calibri" panose="020F0502020204030204"/>
            </a:endParaRPr>
          </a:p>
        </p:txBody>
      </p:sp>
      <p:sp>
        <p:nvSpPr>
          <p:cNvPr id="128" name="Text 9">
            <a:extLst>
              <a:ext uri="{FF2B5EF4-FFF2-40B4-BE49-F238E27FC236}">
                <a16:creationId xmlns:a16="http://schemas.microsoft.com/office/drawing/2014/main" id="{2600F1B2-96AD-5159-E87F-F4DD400BF4B5}"/>
              </a:ext>
            </a:extLst>
          </p:cNvPr>
          <p:cNvSpPr/>
          <p:nvPr/>
        </p:nvSpPr>
        <p:spPr>
          <a:xfrm>
            <a:off x="1261872" y="960120"/>
            <a:ext cx="1810512" cy="256032"/>
          </a:xfrm>
          <a:prstGeom prst="rect">
            <a:avLst/>
          </a:prstGeom>
          <a:noFill/>
          <a:ln/>
        </p:spPr>
        <p:txBody>
          <a:bodyPr wrap="square" lIns="0" tIns="0" rIns="0" bIns="0" rtlCol="0" anchor="ctr"/>
          <a:lstStyle/>
          <a:p>
            <a:r>
              <a:rPr lang="es-MX" sz="680">
                <a:solidFill>
                  <a:srgbClr val="3A3A3A"/>
                </a:solidFill>
                <a:latin typeface="Calibri" panose="020F0502020204030204"/>
              </a:rPr>
              <a:t>Sin fechas de implementación confirmadas. 10 semanas de construcción desde 18-Ago llegan al 29-Oct — 2 </a:t>
            </a:r>
            <a:r>
              <a:rPr lang="es-MX" sz="680" err="1">
                <a:solidFill>
                  <a:srgbClr val="3A3A3A"/>
                </a:solidFill>
                <a:latin typeface="Calibri" panose="020F0502020204030204"/>
              </a:rPr>
              <a:t>sem</a:t>
            </a:r>
            <a:r>
              <a:rPr lang="es-MX" sz="680">
                <a:solidFill>
                  <a:srgbClr val="3A3A3A"/>
                </a:solidFill>
                <a:latin typeface="Calibri" panose="020F0502020204030204"/>
              </a:rPr>
              <a:t>. después del inicio de SIT.</a:t>
            </a:r>
          </a:p>
        </p:txBody>
      </p:sp>
      <p:sp>
        <p:nvSpPr>
          <p:cNvPr id="129" name="Shape 10">
            <a:extLst>
              <a:ext uri="{FF2B5EF4-FFF2-40B4-BE49-F238E27FC236}">
                <a16:creationId xmlns:a16="http://schemas.microsoft.com/office/drawing/2014/main" id="{D0442979-5B95-3CEE-E703-5D76FF2DEB55}"/>
              </a:ext>
            </a:extLst>
          </p:cNvPr>
          <p:cNvSpPr/>
          <p:nvPr/>
        </p:nvSpPr>
        <p:spPr>
          <a:xfrm>
            <a:off x="201168" y="1289304"/>
            <a:ext cx="182880" cy="182880"/>
          </a:xfrm>
          <a:prstGeom prst="ellipse">
            <a:avLst/>
          </a:prstGeom>
          <a:solidFill>
            <a:schemeClr val="accent2"/>
          </a:solidFill>
          <a:ln w="12700">
            <a:solidFill>
              <a:schemeClr val="accent2"/>
            </a:solidFill>
            <a:prstDash val="solid"/>
          </a:ln>
        </p:spPr>
        <p:txBody>
          <a:bodyPr/>
          <a:lstStyle/>
          <a:p>
            <a:endParaRPr lang="es-MX">
              <a:solidFill>
                <a:prstClr val="black"/>
              </a:solidFill>
              <a:latin typeface="Calibri" panose="020F0502020204030204"/>
            </a:endParaRPr>
          </a:p>
        </p:txBody>
      </p:sp>
      <p:sp>
        <p:nvSpPr>
          <p:cNvPr id="130" name="Text 11">
            <a:extLst>
              <a:ext uri="{FF2B5EF4-FFF2-40B4-BE49-F238E27FC236}">
                <a16:creationId xmlns:a16="http://schemas.microsoft.com/office/drawing/2014/main" id="{7831E0E5-869D-1558-B96A-D3D451475E4A}"/>
              </a:ext>
            </a:extLst>
          </p:cNvPr>
          <p:cNvSpPr/>
          <p:nvPr/>
        </p:nvSpPr>
        <p:spPr>
          <a:xfrm>
            <a:off x="429768" y="1252728"/>
            <a:ext cx="822960" cy="256032"/>
          </a:xfrm>
          <a:prstGeom prst="rect">
            <a:avLst/>
          </a:prstGeom>
          <a:noFill/>
          <a:ln/>
        </p:spPr>
        <p:txBody>
          <a:bodyPr wrap="square" lIns="0" tIns="0" rIns="0" bIns="0" rtlCol="0" anchor="ctr"/>
          <a:lstStyle/>
          <a:p>
            <a:r>
              <a:rPr lang="es-MX" sz="750" b="1">
                <a:solidFill>
                  <a:srgbClr val="0D1F5C"/>
                </a:solidFill>
                <a:latin typeface="Calibri" panose="020F0502020204030204"/>
              </a:rPr>
              <a:t>SOLUCIÓN</a:t>
            </a:r>
            <a:endParaRPr lang="es-MX" sz="750">
              <a:solidFill>
                <a:prstClr val="black"/>
              </a:solidFill>
              <a:latin typeface="Calibri" panose="020F0502020204030204"/>
            </a:endParaRPr>
          </a:p>
        </p:txBody>
      </p:sp>
      <p:sp>
        <p:nvSpPr>
          <p:cNvPr id="131" name="Text 12">
            <a:extLst>
              <a:ext uri="{FF2B5EF4-FFF2-40B4-BE49-F238E27FC236}">
                <a16:creationId xmlns:a16="http://schemas.microsoft.com/office/drawing/2014/main" id="{D0B1CEA7-0B02-7C3C-7F32-01093BC0F93E}"/>
              </a:ext>
            </a:extLst>
          </p:cNvPr>
          <p:cNvSpPr/>
          <p:nvPr/>
        </p:nvSpPr>
        <p:spPr>
          <a:xfrm>
            <a:off x="1261872" y="1271651"/>
            <a:ext cx="1810512" cy="256032"/>
          </a:xfrm>
          <a:prstGeom prst="rect">
            <a:avLst/>
          </a:prstGeom>
          <a:noFill/>
          <a:ln/>
        </p:spPr>
        <p:txBody>
          <a:bodyPr wrap="square" lIns="0" tIns="0" rIns="0" bIns="0" rtlCol="0" anchor="ctr"/>
          <a:lstStyle/>
          <a:p>
            <a:r>
              <a:rPr lang="es-MX" sz="680">
                <a:solidFill>
                  <a:srgbClr val="3A3A3A"/>
                </a:solidFill>
                <a:latin typeface="Calibri" panose="020F0502020204030204"/>
              </a:rPr>
              <a:t>Cero fechas de implementación. </a:t>
            </a:r>
            <a:r>
              <a:rPr lang="es-MX" sz="680" err="1">
                <a:solidFill>
                  <a:srgbClr val="3A3A3A"/>
                </a:solidFill>
                <a:latin typeface="Calibri" panose="020F0502020204030204"/>
              </a:rPr>
              <a:t>APIficación</a:t>
            </a:r>
            <a:r>
              <a:rPr lang="es-MX" sz="680">
                <a:solidFill>
                  <a:srgbClr val="3A3A3A"/>
                </a:solidFill>
                <a:latin typeface="Calibri" panose="020F0502020204030204"/>
              </a:rPr>
              <a:t> entrega </a:t>
            </a:r>
            <a:r>
              <a:rPr lang="es-MX" sz="680" err="1">
                <a:solidFill>
                  <a:srgbClr val="3A3A3A"/>
                </a:solidFill>
                <a:latin typeface="Calibri" panose="020F0502020204030204"/>
              </a:rPr>
              <a:t>DTMs</a:t>
            </a:r>
            <a:r>
              <a:rPr lang="es-MX" sz="680">
                <a:solidFill>
                  <a:srgbClr val="3A3A3A"/>
                </a:solidFill>
                <a:latin typeface="Calibri" panose="020F0502020204030204"/>
              </a:rPr>
              <a:t> el 18-Ago — a partir de ahí se confirman fechas de construcción.</a:t>
            </a:r>
          </a:p>
        </p:txBody>
      </p:sp>
      <p:sp>
        <p:nvSpPr>
          <p:cNvPr id="132" name="Shape 13">
            <a:extLst>
              <a:ext uri="{FF2B5EF4-FFF2-40B4-BE49-F238E27FC236}">
                <a16:creationId xmlns:a16="http://schemas.microsoft.com/office/drawing/2014/main" id="{D798A83E-0734-436E-C34C-5F102C58EF1F}"/>
              </a:ext>
            </a:extLst>
          </p:cNvPr>
          <p:cNvSpPr/>
          <p:nvPr/>
        </p:nvSpPr>
        <p:spPr>
          <a:xfrm>
            <a:off x="201168" y="1581912"/>
            <a:ext cx="182880" cy="182880"/>
          </a:xfrm>
          <a:prstGeom prst="ellipse">
            <a:avLst/>
          </a:prstGeom>
          <a:solidFill>
            <a:srgbClr val="FF0000"/>
          </a:solidFill>
          <a:ln w="12700">
            <a:solidFill>
              <a:srgbClr val="FF0000"/>
            </a:solidFill>
            <a:prstDash val="solid"/>
          </a:ln>
        </p:spPr>
        <p:txBody>
          <a:bodyPr/>
          <a:lstStyle/>
          <a:p>
            <a:endParaRPr lang="es-MX">
              <a:solidFill>
                <a:prstClr val="black"/>
              </a:solidFill>
              <a:latin typeface="Calibri" panose="020F0502020204030204"/>
            </a:endParaRPr>
          </a:p>
        </p:txBody>
      </p:sp>
      <p:sp>
        <p:nvSpPr>
          <p:cNvPr id="133" name="Text 14">
            <a:extLst>
              <a:ext uri="{FF2B5EF4-FFF2-40B4-BE49-F238E27FC236}">
                <a16:creationId xmlns:a16="http://schemas.microsoft.com/office/drawing/2014/main" id="{FA031668-AD6E-00D3-54FD-7BCBEF2DAA08}"/>
              </a:ext>
            </a:extLst>
          </p:cNvPr>
          <p:cNvSpPr/>
          <p:nvPr/>
        </p:nvSpPr>
        <p:spPr>
          <a:xfrm>
            <a:off x="429768" y="1545336"/>
            <a:ext cx="822960" cy="256032"/>
          </a:xfrm>
          <a:prstGeom prst="rect">
            <a:avLst/>
          </a:prstGeom>
          <a:noFill/>
          <a:ln/>
        </p:spPr>
        <p:txBody>
          <a:bodyPr wrap="square" lIns="0" tIns="0" rIns="0" bIns="0" rtlCol="0" anchor="ctr"/>
          <a:lstStyle/>
          <a:p>
            <a:r>
              <a:rPr lang="es-MX" sz="750" b="1">
                <a:solidFill>
                  <a:srgbClr val="0D1F5C"/>
                </a:solidFill>
                <a:latin typeface="Calibri" panose="020F0502020204030204"/>
              </a:rPr>
              <a:t>INTEGRACIONES</a:t>
            </a:r>
            <a:endParaRPr lang="es-MX" sz="750">
              <a:solidFill>
                <a:prstClr val="black"/>
              </a:solidFill>
              <a:latin typeface="Calibri" panose="020F0502020204030204"/>
            </a:endParaRPr>
          </a:p>
        </p:txBody>
      </p:sp>
      <p:sp>
        <p:nvSpPr>
          <p:cNvPr id="134" name="Text 15">
            <a:extLst>
              <a:ext uri="{FF2B5EF4-FFF2-40B4-BE49-F238E27FC236}">
                <a16:creationId xmlns:a16="http://schemas.microsoft.com/office/drawing/2014/main" id="{15C93ECE-A2DA-4971-5DCD-CB26C784C062}"/>
              </a:ext>
            </a:extLst>
          </p:cNvPr>
          <p:cNvSpPr/>
          <p:nvPr/>
        </p:nvSpPr>
        <p:spPr>
          <a:xfrm>
            <a:off x="1261872" y="1589560"/>
            <a:ext cx="1810512" cy="256032"/>
          </a:xfrm>
          <a:prstGeom prst="rect">
            <a:avLst/>
          </a:prstGeom>
          <a:noFill/>
          <a:ln/>
        </p:spPr>
        <p:txBody>
          <a:bodyPr wrap="square" lIns="0" tIns="0" rIns="0" bIns="0" rtlCol="0" anchor="ctr"/>
          <a:lstStyle/>
          <a:p>
            <a:r>
              <a:rPr lang="es-MX" sz="680">
                <a:solidFill>
                  <a:srgbClr val="3A3A3A"/>
                </a:solidFill>
                <a:latin typeface="Calibri" panose="020F0502020204030204"/>
              </a:rPr>
              <a:t>Número de integraciones pendiente de confirmar con </a:t>
            </a:r>
            <a:r>
              <a:rPr lang="es-MX" sz="680" err="1">
                <a:solidFill>
                  <a:srgbClr val="3A3A3A"/>
                </a:solidFill>
                <a:latin typeface="Calibri" panose="020F0502020204030204"/>
              </a:rPr>
              <a:t>APIficación</a:t>
            </a:r>
            <a:r>
              <a:rPr lang="es-MX" sz="680">
                <a:solidFill>
                  <a:srgbClr val="3A3A3A"/>
                </a:solidFill>
                <a:latin typeface="Calibri" panose="020F0502020204030204"/>
              </a:rPr>
              <a:t>. Sesión técnica acordada para validar inventario.</a:t>
            </a:r>
          </a:p>
        </p:txBody>
      </p:sp>
      <p:sp>
        <p:nvSpPr>
          <p:cNvPr id="135" name="Shape 16">
            <a:extLst>
              <a:ext uri="{FF2B5EF4-FFF2-40B4-BE49-F238E27FC236}">
                <a16:creationId xmlns:a16="http://schemas.microsoft.com/office/drawing/2014/main" id="{7A8AF61C-BEC3-B020-3908-34F9666BE5C5}"/>
              </a:ext>
            </a:extLst>
          </p:cNvPr>
          <p:cNvSpPr/>
          <p:nvPr/>
        </p:nvSpPr>
        <p:spPr>
          <a:xfrm>
            <a:off x="164592" y="2029968"/>
            <a:ext cx="2926080" cy="201168"/>
          </a:xfrm>
          <a:prstGeom prst="rect">
            <a:avLst/>
          </a:prstGeom>
          <a:solidFill>
            <a:srgbClr val="0D1F5C"/>
          </a:solidFill>
          <a:ln w="12700">
            <a:solidFill>
              <a:srgbClr val="0D1F5C"/>
            </a:solidFill>
            <a:prstDash val="solid"/>
          </a:ln>
        </p:spPr>
        <p:txBody>
          <a:bodyPr/>
          <a:lstStyle/>
          <a:p>
            <a:endParaRPr lang="es-MX">
              <a:solidFill>
                <a:prstClr val="black"/>
              </a:solidFill>
              <a:latin typeface="Calibri" panose="020F0502020204030204"/>
            </a:endParaRPr>
          </a:p>
        </p:txBody>
      </p:sp>
      <p:sp>
        <p:nvSpPr>
          <p:cNvPr id="136" name="Text 17">
            <a:extLst>
              <a:ext uri="{FF2B5EF4-FFF2-40B4-BE49-F238E27FC236}">
                <a16:creationId xmlns:a16="http://schemas.microsoft.com/office/drawing/2014/main" id="{F113F4CD-10A8-C88F-6FD6-7EC514F4C534}"/>
              </a:ext>
            </a:extLst>
          </p:cNvPr>
          <p:cNvSpPr/>
          <p:nvPr/>
        </p:nvSpPr>
        <p:spPr>
          <a:xfrm>
            <a:off x="219456" y="2029968"/>
            <a:ext cx="2834640" cy="201168"/>
          </a:xfrm>
          <a:prstGeom prst="rect">
            <a:avLst/>
          </a:prstGeom>
          <a:noFill/>
          <a:ln/>
        </p:spPr>
        <p:txBody>
          <a:bodyPr wrap="square" lIns="0" tIns="0" rIns="0" bIns="0" rtlCol="0" anchor="ctr"/>
          <a:lstStyle/>
          <a:p>
            <a:r>
              <a:rPr lang="es-MX" sz="750" b="1">
                <a:solidFill>
                  <a:srgbClr val="FFFFFF"/>
                </a:solidFill>
                <a:latin typeface="Calibri" panose="020F0502020204030204"/>
              </a:rPr>
              <a:t>RESUMEN DEL ALCANCE</a:t>
            </a:r>
            <a:endParaRPr lang="es-MX" sz="750">
              <a:solidFill>
                <a:prstClr val="black"/>
              </a:solidFill>
              <a:latin typeface="Calibri" panose="020F0502020204030204"/>
            </a:endParaRPr>
          </a:p>
        </p:txBody>
      </p:sp>
      <p:sp>
        <p:nvSpPr>
          <p:cNvPr id="137" name="Shape 18">
            <a:extLst>
              <a:ext uri="{FF2B5EF4-FFF2-40B4-BE49-F238E27FC236}">
                <a16:creationId xmlns:a16="http://schemas.microsoft.com/office/drawing/2014/main" id="{CE0EBC6B-765E-D8F8-C5B4-B6B64CB3DBDE}"/>
              </a:ext>
            </a:extLst>
          </p:cNvPr>
          <p:cNvSpPr/>
          <p:nvPr/>
        </p:nvSpPr>
        <p:spPr>
          <a:xfrm>
            <a:off x="164592" y="2258568"/>
            <a:ext cx="2926080" cy="274320"/>
          </a:xfrm>
          <a:prstGeom prst="rect">
            <a:avLst/>
          </a:prstGeom>
          <a:solidFill>
            <a:srgbClr val="FFFFFF"/>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138" name="Text 19">
            <a:extLst>
              <a:ext uri="{FF2B5EF4-FFF2-40B4-BE49-F238E27FC236}">
                <a16:creationId xmlns:a16="http://schemas.microsoft.com/office/drawing/2014/main" id="{EBC57926-94DC-F9DF-CC19-808D95E15A65}"/>
              </a:ext>
            </a:extLst>
          </p:cNvPr>
          <p:cNvSpPr/>
          <p:nvPr/>
        </p:nvSpPr>
        <p:spPr>
          <a:xfrm>
            <a:off x="219456" y="2286000"/>
            <a:ext cx="914400" cy="219456"/>
          </a:xfrm>
          <a:prstGeom prst="rect">
            <a:avLst/>
          </a:prstGeom>
          <a:noFill/>
          <a:ln/>
        </p:spPr>
        <p:txBody>
          <a:bodyPr wrap="square" lIns="0" tIns="0" rIns="0" bIns="0" rtlCol="0" anchor="ctr"/>
          <a:lstStyle/>
          <a:p>
            <a:r>
              <a:rPr lang="es-MX" sz="720" b="1">
                <a:solidFill>
                  <a:srgbClr val="0D1F5C"/>
                </a:solidFill>
                <a:latin typeface="Calibri" panose="020F0502020204030204"/>
              </a:rPr>
              <a:t>HUs validadas</a:t>
            </a:r>
            <a:endParaRPr lang="es-MX" sz="720">
              <a:solidFill>
                <a:prstClr val="black"/>
              </a:solidFill>
              <a:latin typeface="Calibri" panose="020F0502020204030204"/>
            </a:endParaRPr>
          </a:p>
        </p:txBody>
      </p:sp>
      <p:sp>
        <p:nvSpPr>
          <p:cNvPr id="139" name="Text 20">
            <a:extLst>
              <a:ext uri="{FF2B5EF4-FFF2-40B4-BE49-F238E27FC236}">
                <a16:creationId xmlns:a16="http://schemas.microsoft.com/office/drawing/2014/main" id="{2CFA3335-4951-F482-9188-B54F3EA7B05B}"/>
              </a:ext>
            </a:extLst>
          </p:cNvPr>
          <p:cNvSpPr/>
          <p:nvPr/>
        </p:nvSpPr>
        <p:spPr>
          <a:xfrm>
            <a:off x="822960" y="2286000"/>
            <a:ext cx="256032" cy="219456"/>
          </a:xfrm>
          <a:prstGeom prst="rect">
            <a:avLst/>
          </a:prstGeom>
          <a:noFill/>
          <a:ln/>
        </p:spPr>
        <p:txBody>
          <a:bodyPr wrap="square" lIns="0" tIns="0" rIns="0" bIns="0" rtlCol="0" anchor="ctr"/>
          <a:lstStyle/>
          <a:p>
            <a:pPr algn="ctr"/>
            <a:r>
              <a:rPr lang="es-MX" sz="1100" b="1">
                <a:solidFill>
                  <a:srgbClr val="1B3A8C"/>
                </a:solidFill>
                <a:latin typeface="Calibri" panose="020F0502020204030204"/>
              </a:rPr>
              <a:t>5</a:t>
            </a:r>
            <a:endParaRPr lang="es-MX" sz="1100">
              <a:solidFill>
                <a:prstClr val="black"/>
              </a:solidFill>
              <a:latin typeface="Calibri" panose="020F0502020204030204"/>
            </a:endParaRPr>
          </a:p>
        </p:txBody>
      </p:sp>
      <p:sp>
        <p:nvSpPr>
          <p:cNvPr id="140" name="Text 21">
            <a:extLst>
              <a:ext uri="{FF2B5EF4-FFF2-40B4-BE49-F238E27FC236}">
                <a16:creationId xmlns:a16="http://schemas.microsoft.com/office/drawing/2014/main" id="{921F35B0-F626-53CA-E9FF-E89008B979F8}"/>
              </a:ext>
            </a:extLst>
          </p:cNvPr>
          <p:cNvSpPr/>
          <p:nvPr/>
        </p:nvSpPr>
        <p:spPr>
          <a:xfrm>
            <a:off x="1169078" y="2286000"/>
            <a:ext cx="1609344" cy="219456"/>
          </a:xfrm>
          <a:prstGeom prst="rect">
            <a:avLst/>
          </a:prstGeom>
          <a:noFill/>
          <a:ln/>
        </p:spPr>
        <p:txBody>
          <a:bodyPr wrap="square" lIns="0" tIns="0" rIns="0" bIns="0" rtlCol="0" anchor="ctr"/>
          <a:lstStyle/>
          <a:p>
            <a:r>
              <a:rPr lang="es-MX" sz="700">
                <a:solidFill>
                  <a:srgbClr val="3A3A3A"/>
                </a:solidFill>
                <a:latin typeface="Calibri" panose="020F0502020204030204"/>
              </a:rPr>
              <a:t>5 Should</a:t>
            </a:r>
            <a:endParaRPr lang="es-MX" sz="700">
              <a:solidFill>
                <a:prstClr val="black"/>
              </a:solidFill>
              <a:latin typeface="Calibri" panose="020F0502020204030204"/>
            </a:endParaRPr>
          </a:p>
        </p:txBody>
      </p:sp>
      <p:sp>
        <p:nvSpPr>
          <p:cNvPr id="141" name="Shape 22">
            <a:extLst>
              <a:ext uri="{FF2B5EF4-FFF2-40B4-BE49-F238E27FC236}">
                <a16:creationId xmlns:a16="http://schemas.microsoft.com/office/drawing/2014/main" id="{9C3B1C05-19BB-F57B-42A5-9B723AEF2802}"/>
              </a:ext>
            </a:extLst>
          </p:cNvPr>
          <p:cNvSpPr/>
          <p:nvPr/>
        </p:nvSpPr>
        <p:spPr>
          <a:xfrm>
            <a:off x="164592" y="2532888"/>
            <a:ext cx="2926080" cy="274320"/>
          </a:xfrm>
          <a:prstGeom prst="rect">
            <a:avLst/>
          </a:prstGeom>
          <a:solidFill>
            <a:srgbClr val="E8EBF4"/>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142" name="Text 23">
            <a:extLst>
              <a:ext uri="{FF2B5EF4-FFF2-40B4-BE49-F238E27FC236}">
                <a16:creationId xmlns:a16="http://schemas.microsoft.com/office/drawing/2014/main" id="{6142124D-6F53-F6DD-214B-29C79C1A4B8C}"/>
              </a:ext>
            </a:extLst>
          </p:cNvPr>
          <p:cNvSpPr/>
          <p:nvPr/>
        </p:nvSpPr>
        <p:spPr>
          <a:xfrm>
            <a:off x="219456" y="2560320"/>
            <a:ext cx="914400" cy="219456"/>
          </a:xfrm>
          <a:prstGeom prst="rect">
            <a:avLst/>
          </a:prstGeom>
          <a:noFill/>
          <a:ln/>
        </p:spPr>
        <p:txBody>
          <a:bodyPr wrap="square" lIns="0" tIns="0" rIns="0" bIns="0" rtlCol="0" anchor="ctr"/>
          <a:lstStyle/>
          <a:p>
            <a:r>
              <a:rPr lang="es-MX" sz="720" b="1">
                <a:solidFill>
                  <a:srgbClr val="0D1F5C"/>
                </a:solidFill>
                <a:latin typeface="Calibri" panose="020F0502020204030204"/>
              </a:rPr>
              <a:t>Tipo de HU</a:t>
            </a:r>
            <a:endParaRPr lang="es-MX" sz="720">
              <a:solidFill>
                <a:prstClr val="black"/>
              </a:solidFill>
              <a:latin typeface="Calibri" panose="020F0502020204030204"/>
            </a:endParaRPr>
          </a:p>
        </p:txBody>
      </p:sp>
      <p:sp>
        <p:nvSpPr>
          <p:cNvPr id="143" name="Text 24">
            <a:extLst>
              <a:ext uri="{FF2B5EF4-FFF2-40B4-BE49-F238E27FC236}">
                <a16:creationId xmlns:a16="http://schemas.microsoft.com/office/drawing/2014/main" id="{21F0B0EE-73D7-618B-6830-A09A49C7D196}"/>
              </a:ext>
            </a:extLst>
          </p:cNvPr>
          <p:cNvSpPr/>
          <p:nvPr/>
        </p:nvSpPr>
        <p:spPr>
          <a:xfrm>
            <a:off x="1169078" y="2560320"/>
            <a:ext cx="1938528" cy="219456"/>
          </a:xfrm>
          <a:prstGeom prst="rect">
            <a:avLst/>
          </a:prstGeom>
          <a:noFill/>
          <a:ln/>
        </p:spPr>
        <p:txBody>
          <a:bodyPr wrap="square" lIns="0" tIns="0" rIns="0" bIns="0" rtlCol="0" anchor="ctr"/>
          <a:lstStyle/>
          <a:p>
            <a:r>
              <a:rPr lang="es-MX" sz="700" b="1">
                <a:solidFill>
                  <a:srgbClr val="3A3A3A"/>
                </a:solidFill>
                <a:latin typeface="Calibri" panose="020F0502020204030204"/>
              </a:rPr>
              <a:t>5 </a:t>
            </a:r>
            <a:r>
              <a:rPr lang="es-MX" sz="700">
                <a:solidFill>
                  <a:srgbClr val="3A3A3A"/>
                </a:solidFill>
                <a:latin typeface="Calibri" panose="020F0502020204030204"/>
              </a:rPr>
              <a:t> </a:t>
            </a:r>
            <a:r>
              <a:rPr lang="es-MX" sz="700" b="1">
                <a:solidFill>
                  <a:srgbClr val="3A3A3A"/>
                </a:solidFill>
                <a:latin typeface="Calibri" panose="020F0502020204030204"/>
              </a:rPr>
              <a:t>Solución + Integración</a:t>
            </a:r>
            <a:endParaRPr lang="es-MX" sz="700" b="1">
              <a:solidFill>
                <a:prstClr val="black"/>
              </a:solidFill>
              <a:latin typeface="Calibri" panose="020F0502020204030204"/>
            </a:endParaRPr>
          </a:p>
        </p:txBody>
      </p:sp>
      <p:sp>
        <p:nvSpPr>
          <p:cNvPr id="144" name="Shape 25">
            <a:extLst>
              <a:ext uri="{FF2B5EF4-FFF2-40B4-BE49-F238E27FC236}">
                <a16:creationId xmlns:a16="http://schemas.microsoft.com/office/drawing/2014/main" id="{2C0193B1-F594-1C61-6DE3-2EE8877B7DB4}"/>
              </a:ext>
            </a:extLst>
          </p:cNvPr>
          <p:cNvSpPr/>
          <p:nvPr/>
        </p:nvSpPr>
        <p:spPr>
          <a:xfrm>
            <a:off x="164592" y="2807208"/>
            <a:ext cx="2926080" cy="274320"/>
          </a:xfrm>
          <a:prstGeom prst="rect">
            <a:avLst/>
          </a:prstGeom>
          <a:solidFill>
            <a:srgbClr val="FFFFFF"/>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145" name="Text 26">
            <a:extLst>
              <a:ext uri="{FF2B5EF4-FFF2-40B4-BE49-F238E27FC236}">
                <a16:creationId xmlns:a16="http://schemas.microsoft.com/office/drawing/2014/main" id="{EA947477-7A25-320C-48E9-008033C1E7BA}"/>
              </a:ext>
            </a:extLst>
          </p:cNvPr>
          <p:cNvSpPr/>
          <p:nvPr/>
        </p:nvSpPr>
        <p:spPr>
          <a:xfrm>
            <a:off x="219456" y="2834640"/>
            <a:ext cx="914400" cy="219456"/>
          </a:xfrm>
          <a:prstGeom prst="rect">
            <a:avLst/>
          </a:prstGeom>
          <a:noFill/>
          <a:ln/>
        </p:spPr>
        <p:txBody>
          <a:bodyPr wrap="square" lIns="0" tIns="0" rIns="0" bIns="0" rtlCol="0" anchor="ctr"/>
          <a:lstStyle/>
          <a:p>
            <a:r>
              <a:rPr lang="es-MX" sz="720" b="1">
                <a:solidFill>
                  <a:srgbClr val="0D1F5C"/>
                </a:solidFill>
                <a:latin typeface="Calibri" panose="020F0502020204030204"/>
              </a:rPr>
              <a:t>Impacto solución</a:t>
            </a:r>
            <a:endParaRPr lang="es-MX" sz="720">
              <a:solidFill>
                <a:prstClr val="black"/>
              </a:solidFill>
              <a:latin typeface="Calibri" panose="020F0502020204030204"/>
            </a:endParaRPr>
          </a:p>
        </p:txBody>
      </p:sp>
      <p:sp>
        <p:nvSpPr>
          <p:cNvPr id="146" name="Text 27">
            <a:extLst>
              <a:ext uri="{FF2B5EF4-FFF2-40B4-BE49-F238E27FC236}">
                <a16:creationId xmlns:a16="http://schemas.microsoft.com/office/drawing/2014/main" id="{4BC43D26-7485-2E15-8BD5-F1B6C2155E8D}"/>
              </a:ext>
            </a:extLst>
          </p:cNvPr>
          <p:cNvSpPr/>
          <p:nvPr/>
        </p:nvSpPr>
        <p:spPr>
          <a:xfrm>
            <a:off x="1169077" y="2834640"/>
            <a:ext cx="1958533" cy="219456"/>
          </a:xfrm>
          <a:prstGeom prst="rect">
            <a:avLst/>
          </a:prstGeom>
          <a:noFill/>
          <a:ln/>
        </p:spPr>
        <p:txBody>
          <a:bodyPr wrap="square" lIns="0" tIns="0" rIns="0" bIns="0" rtlCol="0" anchor="ctr"/>
          <a:lstStyle/>
          <a:p>
            <a:r>
              <a:rPr lang="es-MX" sz="700" b="1">
                <a:solidFill>
                  <a:srgbClr val="3A3A3A"/>
                </a:solidFill>
                <a:latin typeface="Calibri" panose="020F0502020204030204"/>
              </a:rPr>
              <a:t>5 Desarrollo + Configuración</a:t>
            </a:r>
            <a:endParaRPr lang="es-MX" sz="700" b="1">
              <a:solidFill>
                <a:prstClr val="black"/>
              </a:solidFill>
              <a:latin typeface="Calibri" panose="020F0502020204030204"/>
            </a:endParaRPr>
          </a:p>
        </p:txBody>
      </p:sp>
      <p:sp>
        <p:nvSpPr>
          <p:cNvPr id="147" name="Shape 28">
            <a:extLst>
              <a:ext uri="{FF2B5EF4-FFF2-40B4-BE49-F238E27FC236}">
                <a16:creationId xmlns:a16="http://schemas.microsoft.com/office/drawing/2014/main" id="{61724A51-CBCB-2559-E727-0DBF2D1F6EDD}"/>
              </a:ext>
            </a:extLst>
          </p:cNvPr>
          <p:cNvSpPr/>
          <p:nvPr/>
        </p:nvSpPr>
        <p:spPr>
          <a:xfrm>
            <a:off x="164592" y="3081528"/>
            <a:ext cx="2926080" cy="274320"/>
          </a:xfrm>
          <a:prstGeom prst="rect">
            <a:avLst/>
          </a:prstGeom>
          <a:solidFill>
            <a:srgbClr val="E8EBF4"/>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148" name="Text 29">
            <a:extLst>
              <a:ext uri="{FF2B5EF4-FFF2-40B4-BE49-F238E27FC236}">
                <a16:creationId xmlns:a16="http://schemas.microsoft.com/office/drawing/2014/main" id="{094B83F4-7056-8A38-7DD2-EAE6D35FC0A8}"/>
              </a:ext>
            </a:extLst>
          </p:cNvPr>
          <p:cNvSpPr/>
          <p:nvPr/>
        </p:nvSpPr>
        <p:spPr>
          <a:xfrm>
            <a:off x="219456" y="3108960"/>
            <a:ext cx="914400" cy="219456"/>
          </a:xfrm>
          <a:prstGeom prst="rect">
            <a:avLst/>
          </a:prstGeom>
          <a:noFill/>
          <a:ln/>
        </p:spPr>
        <p:txBody>
          <a:bodyPr wrap="square" lIns="0" tIns="0" rIns="0" bIns="0" rtlCol="0" anchor="ctr"/>
          <a:lstStyle/>
          <a:p>
            <a:r>
              <a:rPr lang="es-MX" sz="720" b="1">
                <a:solidFill>
                  <a:srgbClr val="0D1F5C"/>
                </a:solidFill>
                <a:latin typeface="Calibri" panose="020F0502020204030204"/>
              </a:rPr>
              <a:t>Complejidad</a:t>
            </a:r>
            <a:endParaRPr lang="es-MX" sz="720">
              <a:solidFill>
                <a:prstClr val="black"/>
              </a:solidFill>
              <a:latin typeface="Calibri" panose="020F0502020204030204"/>
            </a:endParaRPr>
          </a:p>
        </p:txBody>
      </p:sp>
      <p:sp>
        <p:nvSpPr>
          <p:cNvPr id="149" name="Text 30">
            <a:extLst>
              <a:ext uri="{FF2B5EF4-FFF2-40B4-BE49-F238E27FC236}">
                <a16:creationId xmlns:a16="http://schemas.microsoft.com/office/drawing/2014/main" id="{363601FA-39F3-E14B-8C42-4C961C3A6D46}"/>
              </a:ext>
            </a:extLst>
          </p:cNvPr>
          <p:cNvSpPr/>
          <p:nvPr/>
        </p:nvSpPr>
        <p:spPr>
          <a:xfrm>
            <a:off x="1169077" y="3108960"/>
            <a:ext cx="1799547" cy="219456"/>
          </a:xfrm>
          <a:prstGeom prst="rect">
            <a:avLst/>
          </a:prstGeom>
          <a:noFill/>
          <a:ln/>
        </p:spPr>
        <p:txBody>
          <a:bodyPr wrap="square" lIns="0" tIns="0" rIns="0" bIns="0" rtlCol="0" anchor="ctr"/>
          <a:lstStyle/>
          <a:p>
            <a:r>
              <a:rPr lang="es-MX" sz="700" i="1">
                <a:solidFill>
                  <a:srgbClr val="C00000"/>
                </a:solidFill>
                <a:latin typeface="Calibri" panose="020F0502020204030204"/>
              </a:rPr>
              <a:t>Pendiente por número de integraciones faltante</a:t>
            </a:r>
          </a:p>
        </p:txBody>
      </p:sp>
      <p:sp>
        <p:nvSpPr>
          <p:cNvPr id="150" name="Shape 31">
            <a:extLst>
              <a:ext uri="{FF2B5EF4-FFF2-40B4-BE49-F238E27FC236}">
                <a16:creationId xmlns:a16="http://schemas.microsoft.com/office/drawing/2014/main" id="{B119207D-8960-3137-CD03-F3CACC3A09BE}"/>
              </a:ext>
            </a:extLst>
          </p:cNvPr>
          <p:cNvSpPr/>
          <p:nvPr/>
        </p:nvSpPr>
        <p:spPr>
          <a:xfrm>
            <a:off x="164592" y="3355848"/>
            <a:ext cx="2926080" cy="274320"/>
          </a:xfrm>
          <a:prstGeom prst="rect">
            <a:avLst/>
          </a:prstGeom>
          <a:solidFill>
            <a:srgbClr val="FFFFFF"/>
          </a:solidFill>
          <a:ln w="6350">
            <a:solidFill>
              <a:srgbClr val="D0D5E8"/>
            </a:solidFill>
            <a:prstDash val="solid"/>
          </a:ln>
        </p:spPr>
        <p:txBody>
          <a:bodyPr/>
          <a:lstStyle/>
          <a:p>
            <a:endParaRPr lang="es-MX">
              <a:solidFill>
                <a:prstClr val="black"/>
              </a:solidFill>
              <a:latin typeface="Calibri" panose="020F0502020204030204"/>
            </a:endParaRPr>
          </a:p>
        </p:txBody>
      </p:sp>
      <p:sp>
        <p:nvSpPr>
          <p:cNvPr id="151" name="Text 32">
            <a:extLst>
              <a:ext uri="{FF2B5EF4-FFF2-40B4-BE49-F238E27FC236}">
                <a16:creationId xmlns:a16="http://schemas.microsoft.com/office/drawing/2014/main" id="{65B7B912-6426-C814-85DD-592681A047F3}"/>
              </a:ext>
            </a:extLst>
          </p:cNvPr>
          <p:cNvSpPr/>
          <p:nvPr/>
        </p:nvSpPr>
        <p:spPr>
          <a:xfrm>
            <a:off x="219456" y="3383280"/>
            <a:ext cx="914400" cy="219456"/>
          </a:xfrm>
          <a:prstGeom prst="rect">
            <a:avLst/>
          </a:prstGeom>
          <a:noFill/>
          <a:ln/>
        </p:spPr>
        <p:txBody>
          <a:bodyPr wrap="square" lIns="0" tIns="0" rIns="0" bIns="0" rtlCol="0" anchor="ctr"/>
          <a:lstStyle/>
          <a:p>
            <a:r>
              <a:rPr lang="es-MX" sz="720" b="1">
                <a:solidFill>
                  <a:srgbClr val="0D1F5C"/>
                </a:solidFill>
                <a:latin typeface="Calibri" panose="020F0502020204030204"/>
              </a:rPr>
              <a:t>Integraciones</a:t>
            </a:r>
            <a:endParaRPr lang="es-MX" sz="720">
              <a:solidFill>
                <a:prstClr val="black"/>
              </a:solidFill>
              <a:latin typeface="Calibri" panose="020F0502020204030204"/>
            </a:endParaRPr>
          </a:p>
        </p:txBody>
      </p:sp>
      <p:sp>
        <p:nvSpPr>
          <p:cNvPr id="152" name="Text 33">
            <a:extLst>
              <a:ext uri="{FF2B5EF4-FFF2-40B4-BE49-F238E27FC236}">
                <a16:creationId xmlns:a16="http://schemas.microsoft.com/office/drawing/2014/main" id="{453674E9-E54D-6C43-8267-8FFED0B0D687}"/>
              </a:ext>
            </a:extLst>
          </p:cNvPr>
          <p:cNvSpPr/>
          <p:nvPr/>
        </p:nvSpPr>
        <p:spPr>
          <a:xfrm>
            <a:off x="822960" y="3383280"/>
            <a:ext cx="256032" cy="219456"/>
          </a:xfrm>
          <a:prstGeom prst="rect">
            <a:avLst/>
          </a:prstGeom>
          <a:noFill/>
          <a:ln/>
        </p:spPr>
        <p:txBody>
          <a:bodyPr wrap="square" lIns="0" tIns="0" rIns="0" bIns="0" rtlCol="0" anchor="ctr"/>
          <a:lstStyle/>
          <a:p>
            <a:pPr algn="ctr"/>
            <a:endParaRPr lang="es-MX" sz="1100">
              <a:solidFill>
                <a:prstClr val="black"/>
              </a:solidFill>
              <a:latin typeface="Calibri" panose="020F0502020204030204"/>
            </a:endParaRPr>
          </a:p>
        </p:txBody>
      </p:sp>
      <p:sp>
        <p:nvSpPr>
          <p:cNvPr id="153" name="Text 34">
            <a:extLst>
              <a:ext uri="{FF2B5EF4-FFF2-40B4-BE49-F238E27FC236}">
                <a16:creationId xmlns:a16="http://schemas.microsoft.com/office/drawing/2014/main" id="{AD0E220B-9A9E-C3CD-3B55-6886B40A095D}"/>
              </a:ext>
            </a:extLst>
          </p:cNvPr>
          <p:cNvSpPr/>
          <p:nvPr/>
        </p:nvSpPr>
        <p:spPr>
          <a:xfrm>
            <a:off x="1169078" y="3383280"/>
            <a:ext cx="1609344" cy="219456"/>
          </a:xfrm>
          <a:prstGeom prst="rect">
            <a:avLst/>
          </a:prstGeom>
          <a:noFill/>
          <a:ln/>
        </p:spPr>
        <p:txBody>
          <a:bodyPr wrap="square" lIns="0" tIns="0" rIns="0" bIns="0" rtlCol="0" anchor="ctr"/>
          <a:lstStyle/>
          <a:p>
            <a:r>
              <a:rPr lang="es-MX" sz="700" i="1">
                <a:solidFill>
                  <a:srgbClr val="C00000"/>
                </a:solidFill>
                <a:latin typeface="Calibri" panose="020F0502020204030204"/>
              </a:rPr>
              <a:t>Número de integraciones por confirmar</a:t>
            </a:r>
          </a:p>
        </p:txBody>
      </p:sp>
      <p:sp>
        <p:nvSpPr>
          <p:cNvPr id="315" name="Shape 84">
            <a:extLst>
              <a:ext uri="{FF2B5EF4-FFF2-40B4-BE49-F238E27FC236}">
                <a16:creationId xmlns:a16="http://schemas.microsoft.com/office/drawing/2014/main" id="{25E9A689-1846-628D-5310-57414B5630A0}"/>
              </a:ext>
            </a:extLst>
          </p:cNvPr>
          <p:cNvSpPr/>
          <p:nvPr/>
        </p:nvSpPr>
        <p:spPr>
          <a:xfrm>
            <a:off x="7711440" y="544732"/>
            <a:ext cx="182880" cy="91440"/>
          </a:xfrm>
          <a:prstGeom prst="rect">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316" name="Text 85">
            <a:extLst>
              <a:ext uri="{FF2B5EF4-FFF2-40B4-BE49-F238E27FC236}">
                <a16:creationId xmlns:a16="http://schemas.microsoft.com/office/drawing/2014/main" id="{B768703E-A4CC-A2E7-25AA-3F4EC295D49A}"/>
              </a:ext>
            </a:extLst>
          </p:cNvPr>
          <p:cNvSpPr/>
          <p:nvPr/>
        </p:nvSpPr>
        <p:spPr>
          <a:xfrm>
            <a:off x="7921752" y="508156"/>
            <a:ext cx="914400" cy="182880"/>
          </a:xfrm>
          <a:prstGeom prst="rect">
            <a:avLst/>
          </a:prstGeom>
          <a:noFill/>
          <a:ln/>
        </p:spPr>
        <p:txBody>
          <a:bodyPr wrap="square" lIns="0" tIns="0" rIns="0" bIns="0" rtlCol="0" anchor="ctr"/>
          <a:lstStyle/>
          <a:p>
            <a:r>
              <a:rPr lang="es-MX" sz="650">
                <a:solidFill>
                  <a:srgbClr val="3A3A3A"/>
                </a:solidFill>
                <a:latin typeface="Calibri" panose="020F0502020204030204"/>
              </a:rPr>
              <a:t>Análisis</a:t>
            </a:r>
            <a:endParaRPr lang="es-MX" sz="650">
              <a:solidFill>
                <a:prstClr val="black"/>
              </a:solidFill>
              <a:latin typeface="Calibri" panose="020F0502020204030204"/>
            </a:endParaRPr>
          </a:p>
        </p:txBody>
      </p:sp>
      <p:sp>
        <p:nvSpPr>
          <p:cNvPr id="317" name="Shape 86">
            <a:extLst>
              <a:ext uri="{FF2B5EF4-FFF2-40B4-BE49-F238E27FC236}">
                <a16:creationId xmlns:a16="http://schemas.microsoft.com/office/drawing/2014/main" id="{EF72D0CB-DC18-4722-8CF1-71E04647F817}"/>
              </a:ext>
            </a:extLst>
          </p:cNvPr>
          <p:cNvSpPr/>
          <p:nvPr/>
        </p:nvSpPr>
        <p:spPr>
          <a:xfrm>
            <a:off x="8808720" y="544732"/>
            <a:ext cx="182880" cy="91440"/>
          </a:xfrm>
          <a:prstGeom prst="rect">
            <a:avLst/>
          </a:prstGeom>
          <a:solidFill>
            <a:srgbClr val="F5C800"/>
          </a:solidFill>
          <a:ln w="12700">
            <a:solidFill>
              <a:srgbClr val="F5C800"/>
            </a:solidFill>
            <a:prstDash val="solid"/>
          </a:ln>
        </p:spPr>
        <p:txBody>
          <a:bodyPr/>
          <a:lstStyle/>
          <a:p>
            <a:endParaRPr lang="es-MX">
              <a:solidFill>
                <a:prstClr val="black"/>
              </a:solidFill>
              <a:latin typeface="Calibri" panose="020F0502020204030204"/>
            </a:endParaRPr>
          </a:p>
        </p:txBody>
      </p:sp>
      <p:sp>
        <p:nvSpPr>
          <p:cNvPr id="318" name="Text 87">
            <a:extLst>
              <a:ext uri="{FF2B5EF4-FFF2-40B4-BE49-F238E27FC236}">
                <a16:creationId xmlns:a16="http://schemas.microsoft.com/office/drawing/2014/main" id="{2453A1C8-5D60-DB64-616F-C1A81F5AAF95}"/>
              </a:ext>
            </a:extLst>
          </p:cNvPr>
          <p:cNvSpPr/>
          <p:nvPr/>
        </p:nvSpPr>
        <p:spPr>
          <a:xfrm>
            <a:off x="9019032" y="508156"/>
            <a:ext cx="914400" cy="182880"/>
          </a:xfrm>
          <a:prstGeom prst="rect">
            <a:avLst/>
          </a:prstGeom>
          <a:noFill/>
          <a:ln/>
        </p:spPr>
        <p:txBody>
          <a:bodyPr wrap="square" lIns="0" tIns="0" rIns="0" bIns="0" rtlCol="0" anchor="ctr"/>
          <a:lstStyle/>
          <a:p>
            <a:r>
              <a:rPr lang="es-MX" sz="650">
                <a:solidFill>
                  <a:srgbClr val="3A3A3A"/>
                </a:solidFill>
                <a:latin typeface="Calibri" panose="020F0502020204030204"/>
              </a:rPr>
              <a:t>Diseño</a:t>
            </a:r>
            <a:endParaRPr lang="es-MX" sz="650">
              <a:solidFill>
                <a:prstClr val="black"/>
              </a:solidFill>
              <a:latin typeface="Calibri" panose="020F0502020204030204"/>
            </a:endParaRPr>
          </a:p>
        </p:txBody>
      </p:sp>
      <p:sp>
        <p:nvSpPr>
          <p:cNvPr id="319" name="Shape 88">
            <a:extLst>
              <a:ext uri="{FF2B5EF4-FFF2-40B4-BE49-F238E27FC236}">
                <a16:creationId xmlns:a16="http://schemas.microsoft.com/office/drawing/2014/main" id="{BFC70BCA-33FC-30C0-F47E-A421E6DFB608}"/>
              </a:ext>
            </a:extLst>
          </p:cNvPr>
          <p:cNvSpPr/>
          <p:nvPr/>
        </p:nvSpPr>
        <p:spPr>
          <a:xfrm>
            <a:off x="9906000" y="544732"/>
            <a:ext cx="182880" cy="91440"/>
          </a:xfrm>
          <a:prstGeom prst="rect">
            <a:avLst/>
          </a:prstGeom>
          <a:solidFill>
            <a:srgbClr val="27AE60"/>
          </a:solidFill>
          <a:ln w="12700">
            <a:solidFill>
              <a:srgbClr val="27AE60"/>
            </a:solidFill>
            <a:prstDash val="solid"/>
          </a:ln>
        </p:spPr>
        <p:txBody>
          <a:bodyPr/>
          <a:lstStyle/>
          <a:p>
            <a:endParaRPr lang="es-MX">
              <a:solidFill>
                <a:prstClr val="black"/>
              </a:solidFill>
              <a:latin typeface="Calibri" panose="020F0502020204030204"/>
            </a:endParaRPr>
          </a:p>
        </p:txBody>
      </p:sp>
      <p:sp>
        <p:nvSpPr>
          <p:cNvPr id="320" name="Text 89">
            <a:extLst>
              <a:ext uri="{FF2B5EF4-FFF2-40B4-BE49-F238E27FC236}">
                <a16:creationId xmlns:a16="http://schemas.microsoft.com/office/drawing/2014/main" id="{290A256E-1B19-2735-3D3D-5BE527B230F6}"/>
              </a:ext>
            </a:extLst>
          </p:cNvPr>
          <p:cNvSpPr/>
          <p:nvPr/>
        </p:nvSpPr>
        <p:spPr>
          <a:xfrm>
            <a:off x="10116312" y="508156"/>
            <a:ext cx="914400" cy="182880"/>
          </a:xfrm>
          <a:prstGeom prst="rect">
            <a:avLst/>
          </a:prstGeom>
          <a:noFill/>
          <a:ln/>
        </p:spPr>
        <p:txBody>
          <a:bodyPr wrap="square" lIns="0" tIns="0" rIns="0" bIns="0" rtlCol="0" anchor="ctr"/>
          <a:lstStyle/>
          <a:p>
            <a:r>
              <a:rPr lang="es-MX" sz="650">
                <a:solidFill>
                  <a:srgbClr val="3A3A3A"/>
                </a:solidFill>
                <a:latin typeface="Calibri" panose="020F0502020204030204"/>
              </a:rPr>
              <a:t>Implementación</a:t>
            </a:r>
            <a:endParaRPr lang="es-MX" sz="650">
              <a:solidFill>
                <a:prstClr val="black"/>
              </a:solidFill>
              <a:latin typeface="Calibri" panose="020F0502020204030204"/>
            </a:endParaRPr>
          </a:p>
        </p:txBody>
      </p:sp>
      <p:sp>
        <p:nvSpPr>
          <p:cNvPr id="321" name="Text 90">
            <a:extLst>
              <a:ext uri="{FF2B5EF4-FFF2-40B4-BE49-F238E27FC236}">
                <a16:creationId xmlns:a16="http://schemas.microsoft.com/office/drawing/2014/main" id="{5080688F-3A00-14DE-F9E5-EDA8E9C525A3}"/>
              </a:ext>
            </a:extLst>
          </p:cNvPr>
          <p:cNvSpPr/>
          <p:nvPr/>
        </p:nvSpPr>
        <p:spPr>
          <a:xfrm>
            <a:off x="11003280" y="508156"/>
            <a:ext cx="1188720" cy="182880"/>
          </a:xfrm>
          <a:prstGeom prst="rect">
            <a:avLst/>
          </a:prstGeom>
          <a:noFill/>
          <a:ln/>
        </p:spPr>
        <p:txBody>
          <a:bodyPr wrap="square" lIns="0" tIns="0" rIns="0" bIns="0" rtlCol="0" anchor="ctr"/>
          <a:lstStyle/>
          <a:p>
            <a:r>
              <a:rPr lang="es-MX" sz="650" b="1">
                <a:solidFill>
                  <a:srgbClr val="0D1F5C"/>
                </a:solidFill>
                <a:latin typeface="Calibri" panose="020F0502020204030204"/>
              </a:rPr>
              <a:t>% HU Must Have</a:t>
            </a:r>
            <a:endParaRPr lang="es-MX" sz="650">
              <a:solidFill>
                <a:prstClr val="black"/>
              </a:solidFill>
              <a:latin typeface="Calibri" panose="020F0502020204030204"/>
            </a:endParaRPr>
          </a:p>
        </p:txBody>
      </p:sp>
      <p:sp>
        <p:nvSpPr>
          <p:cNvPr id="3" name="Shape 35">
            <a:extLst>
              <a:ext uri="{FF2B5EF4-FFF2-40B4-BE49-F238E27FC236}">
                <a16:creationId xmlns:a16="http://schemas.microsoft.com/office/drawing/2014/main" id="{2C39C28F-699C-9F34-606F-14E5DEBCF89A}"/>
              </a:ext>
            </a:extLst>
          </p:cNvPr>
          <p:cNvSpPr/>
          <p:nvPr/>
        </p:nvSpPr>
        <p:spPr>
          <a:xfrm>
            <a:off x="3176016" y="749446"/>
            <a:ext cx="8796528" cy="204256"/>
          </a:xfrm>
          <a:prstGeom prst="rect">
            <a:avLst/>
          </a:prstGeom>
          <a:solidFill>
            <a:srgbClr val="0D1F5C"/>
          </a:solidFill>
          <a:ln w="12700">
            <a:solidFill>
              <a:srgbClr val="0D1F5C"/>
            </a:solidFill>
            <a:prstDash val="solid"/>
          </a:ln>
        </p:spPr>
        <p:txBody>
          <a:bodyPr/>
          <a:lstStyle/>
          <a:p>
            <a:endParaRPr lang="es-MX"/>
          </a:p>
        </p:txBody>
      </p:sp>
      <p:sp>
        <p:nvSpPr>
          <p:cNvPr id="6" name="Text 36">
            <a:extLst>
              <a:ext uri="{FF2B5EF4-FFF2-40B4-BE49-F238E27FC236}">
                <a16:creationId xmlns:a16="http://schemas.microsoft.com/office/drawing/2014/main" id="{192AF758-1613-41AA-8454-7200F758F77F}"/>
              </a:ext>
            </a:extLst>
          </p:cNvPr>
          <p:cNvSpPr/>
          <p:nvPr/>
        </p:nvSpPr>
        <p:spPr>
          <a:xfrm>
            <a:off x="3230880" y="749446"/>
            <a:ext cx="8705088" cy="204256"/>
          </a:xfrm>
          <a:prstGeom prst="rect">
            <a:avLst/>
          </a:prstGeom>
          <a:noFill/>
          <a:ln/>
        </p:spPr>
        <p:txBody>
          <a:bodyPr wrap="square" lIns="0" tIns="0" rIns="0" bIns="0" rtlCol="0" anchor="ctr"/>
          <a:lstStyle/>
          <a:p>
            <a:pPr marL="0" indent="0">
              <a:buNone/>
            </a:pPr>
            <a:r>
              <a:rPr lang="es-MX" sz="750" b="1">
                <a:solidFill>
                  <a:srgbClr val="FFFFFF"/>
                </a:solidFill>
              </a:rPr>
              <a:t>CRONOGRAMA POR FUNCIONALIDAD </a:t>
            </a:r>
            <a:endParaRPr lang="es-MX" sz="750"/>
          </a:p>
        </p:txBody>
      </p:sp>
      <p:sp>
        <p:nvSpPr>
          <p:cNvPr id="8" name="Shape 37">
            <a:extLst>
              <a:ext uri="{FF2B5EF4-FFF2-40B4-BE49-F238E27FC236}">
                <a16:creationId xmlns:a16="http://schemas.microsoft.com/office/drawing/2014/main" id="{F62ACE83-D3AD-F1DF-A143-184615CE1921}"/>
              </a:ext>
            </a:extLst>
          </p:cNvPr>
          <p:cNvSpPr/>
          <p:nvPr/>
        </p:nvSpPr>
        <p:spPr>
          <a:xfrm>
            <a:off x="3176016" y="953702"/>
            <a:ext cx="8796528" cy="185687"/>
          </a:xfrm>
          <a:prstGeom prst="rect">
            <a:avLst/>
          </a:prstGeom>
          <a:solidFill>
            <a:srgbClr val="1B3A8C"/>
          </a:solidFill>
          <a:ln w="12700">
            <a:solidFill>
              <a:srgbClr val="1B3A8C"/>
            </a:solidFill>
            <a:prstDash val="solid"/>
          </a:ln>
        </p:spPr>
        <p:txBody>
          <a:bodyPr/>
          <a:lstStyle/>
          <a:p>
            <a:endParaRPr lang="es-MX"/>
          </a:p>
        </p:txBody>
      </p:sp>
      <p:sp>
        <p:nvSpPr>
          <p:cNvPr id="10" name="Text 38">
            <a:extLst>
              <a:ext uri="{FF2B5EF4-FFF2-40B4-BE49-F238E27FC236}">
                <a16:creationId xmlns:a16="http://schemas.microsoft.com/office/drawing/2014/main" id="{225ED2E0-F9AD-9A8C-6FFF-3398F414E8C6}"/>
              </a:ext>
            </a:extLst>
          </p:cNvPr>
          <p:cNvSpPr/>
          <p:nvPr/>
        </p:nvSpPr>
        <p:spPr>
          <a:xfrm>
            <a:off x="3221736" y="953702"/>
            <a:ext cx="2240280" cy="185687"/>
          </a:xfrm>
          <a:prstGeom prst="rect">
            <a:avLst/>
          </a:prstGeom>
          <a:noFill/>
          <a:ln/>
        </p:spPr>
        <p:txBody>
          <a:bodyPr wrap="square" lIns="0" tIns="0" rIns="0" bIns="0" rtlCol="0" anchor="ctr"/>
          <a:lstStyle/>
          <a:p>
            <a:pPr marL="0" indent="0">
              <a:buNone/>
            </a:pPr>
            <a:r>
              <a:rPr lang="es-MX" sz="750" b="1">
                <a:solidFill>
                  <a:srgbClr val="FFFFFF"/>
                </a:solidFill>
              </a:rPr>
              <a:t>Funcionalidad</a:t>
            </a:r>
            <a:endParaRPr lang="es-MX" sz="750"/>
          </a:p>
        </p:txBody>
      </p:sp>
      <p:sp>
        <p:nvSpPr>
          <p:cNvPr id="24" name="Shape 45">
            <a:extLst>
              <a:ext uri="{FF2B5EF4-FFF2-40B4-BE49-F238E27FC236}">
                <a16:creationId xmlns:a16="http://schemas.microsoft.com/office/drawing/2014/main" id="{6F986B37-579A-4604-C41B-2C96D28C9419}"/>
              </a:ext>
            </a:extLst>
          </p:cNvPr>
          <p:cNvSpPr/>
          <p:nvPr/>
        </p:nvSpPr>
        <p:spPr>
          <a:xfrm>
            <a:off x="3176016" y="1139390"/>
            <a:ext cx="8796528" cy="278531"/>
          </a:xfrm>
          <a:prstGeom prst="rect">
            <a:avLst/>
          </a:prstGeom>
          <a:solidFill>
            <a:srgbClr val="FFFFFF"/>
          </a:solidFill>
          <a:ln w="6350">
            <a:solidFill>
              <a:srgbClr val="D0D5E8"/>
            </a:solidFill>
            <a:prstDash val="solid"/>
          </a:ln>
        </p:spPr>
        <p:txBody>
          <a:bodyPr/>
          <a:lstStyle/>
          <a:p>
            <a:endParaRPr lang="es-MX"/>
          </a:p>
        </p:txBody>
      </p:sp>
      <p:sp>
        <p:nvSpPr>
          <p:cNvPr id="26" name="Text 46">
            <a:extLst>
              <a:ext uri="{FF2B5EF4-FFF2-40B4-BE49-F238E27FC236}">
                <a16:creationId xmlns:a16="http://schemas.microsoft.com/office/drawing/2014/main" id="{5FC76CBF-2128-C593-4F58-60B1422712A2}"/>
              </a:ext>
            </a:extLst>
          </p:cNvPr>
          <p:cNvSpPr/>
          <p:nvPr/>
        </p:nvSpPr>
        <p:spPr>
          <a:xfrm>
            <a:off x="3221736" y="1157958"/>
            <a:ext cx="2194560" cy="241394"/>
          </a:xfrm>
          <a:prstGeom prst="rect">
            <a:avLst/>
          </a:prstGeom>
          <a:noFill/>
          <a:ln/>
        </p:spPr>
        <p:txBody>
          <a:bodyPr wrap="square" lIns="0" tIns="0" rIns="0" bIns="0" rtlCol="0" anchor="ctr"/>
          <a:lstStyle/>
          <a:p>
            <a:r>
              <a:rPr lang="es-MX" sz="650" b="1">
                <a:solidFill>
                  <a:srgbClr val="0D1F5C"/>
                </a:solidFill>
              </a:rPr>
              <a:t>Operación de compras                                  (4 Hus - 0% M) </a:t>
            </a:r>
          </a:p>
          <a:p>
            <a:r>
              <a:rPr lang="es-MX" sz="650" b="1">
                <a:solidFill>
                  <a:srgbClr val="0D1F5C"/>
                </a:solidFill>
              </a:rPr>
              <a:t>diferidas en sucursal</a:t>
            </a:r>
            <a:endParaRPr lang="es-MX" sz="650"/>
          </a:p>
        </p:txBody>
      </p:sp>
      <p:sp>
        <p:nvSpPr>
          <p:cNvPr id="30" name="Shape 48">
            <a:extLst>
              <a:ext uri="{FF2B5EF4-FFF2-40B4-BE49-F238E27FC236}">
                <a16:creationId xmlns:a16="http://schemas.microsoft.com/office/drawing/2014/main" id="{D910082F-E05D-0AF8-8334-E51369D83177}"/>
              </a:ext>
            </a:extLst>
          </p:cNvPr>
          <p:cNvSpPr/>
          <p:nvPr/>
        </p:nvSpPr>
        <p:spPr>
          <a:xfrm>
            <a:off x="7969459" y="1218307"/>
            <a:ext cx="2016000" cy="120697"/>
          </a:xfrm>
          <a:prstGeom prst="roundRect">
            <a:avLst>
              <a:gd name="adj" fmla="val 15385"/>
            </a:avLst>
          </a:prstGeom>
          <a:solidFill>
            <a:srgbClr val="BDBDBD"/>
          </a:solidFill>
          <a:ln w="6350">
            <a:solidFill>
              <a:srgbClr val="AAAAAA"/>
            </a:solidFill>
            <a:prstDash val="dash"/>
          </a:ln>
        </p:spPr>
        <p:txBody>
          <a:bodyPr/>
          <a:lstStyle/>
          <a:p>
            <a:endParaRPr lang="es-MX"/>
          </a:p>
        </p:txBody>
      </p:sp>
      <p:sp>
        <p:nvSpPr>
          <p:cNvPr id="32" name="Text 49">
            <a:extLst>
              <a:ext uri="{FF2B5EF4-FFF2-40B4-BE49-F238E27FC236}">
                <a16:creationId xmlns:a16="http://schemas.microsoft.com/office/drawing/2014/main" id="{397A06E2-3E6C-FE25-40B9-0569652CDD52}"/>
              </a:ext>
            </a:extLst>
          </p:cNvPr>
          <p:cNvSpPr/>
          <p:nvPr/>
        </p:nvSpPr>
        <p:spPr>
          <a:xfrm>
            <a:off x="8015179" y="1218307"/>
            <a:ext cx="1980000" cy="120697"/>
          </a:xfrm>
          <a:prstGeom prst="rect">
            <a:avLst/>
          </a:prstGeom>
          <a:noFill/>
          <a:ln/>
        </p:spPr>
        <p:txBody>
          <a:bodyPr wrap="square" lIns="0" tIns="0" rIns="0" bIns="0" rtlCol="0" anchor="ctr"/>
          <a:lstStyle/>
          <a:p>
            <a:pPr marL="0" indent="0">
              <a:buNone/>
            </a:pPr>
            <a:r>
              <a:rPr lang="es-MX" sz="600" i="1">
                <a:solidFill>
                  <a:srgbClr val="C0392B"/>
                </a:solidFill>
              </a:rPr>
              <a:t>Pendiente confirmación de fechas de implementación</a:t>
            </a:r>
            <a:endParaRPr lang="es-MX" sz="600"/>
          </a:p>
        </p:txBody>
      </p:sp>
      <p:sp>
        <p:nvSpPr>
          <p:cNvPr id="36" name="Shape 51">
            <a:extLst>
              <a:ext uri="{FF2B5EF4-FFF2-40B4-BE49-F238E27FC236}">
                <a16:creationId xmlns:a16="http://schemas.microsoft.com/office/drawing/2014/main" id="{14A2E269-EA02-735B-2F46-EBE248B596CF}"/>
              </a:ext>
            </a:extLst>
          </p:cNvPr>
          <p:cNvSpPr/>
          <p:nvPr/>
        </p:nvSpPr>
        <p:spPr>
          <a:xfrm>
            <a:off x="3176016" y="1417921"/>
            <a:ext cx="8796528" cy="278531"/>
          </a:xfrm>
          <a:prstGeom prst="rect">
            <a:avLst/>
          </a:prstGeom>
          <a:solidFill>
            <a:srgbClr val="E8EBF4"/>
          </a:solidFill>
          <a:ln w="6350">
            <a:solidFill>
              <a:srgbClr val="D0D5E8"/>
            </a:solidFill>
            <a:prstDash val="solid"/>
          </a:ln>
        </p:spPr>
        <p:txBody>
          <a:bodyPr/>
          <a:lstStyle/>
          <a:p>
            <a:endParaRPr lang="es-MX"/>
          </a:p>
        </p:txBody>
      </p:sp>
      <p:sp>
        <p:nvSpPr>
          <p:cNvPr id="38" name="Text 52">
            <a:extLst>
              <a:ext uri="{FF2B5EF4-FFF2-40B4-BE49-F238E27FC236}">
                <a16:creationId xmlns:a16="http://schemas.microsoft.com/office/drawing/2014/main" id="{613CF5B0-5F62-1706-9120-434265A37C77}"/>
              </a:ext>
            </a:extLst>
          </p:cNvPr>
          <p:cNvSpPr/>
          <p:nvPr/>
        </p:nvSpPr>
        <p:spPr>
          <a:xfrm>
            <a:off x="3221736" y="1436490"/>
            <a:ext cx="2194560" cy="241394"/>
          </a:xfrm>
          <a:prstGeom prst="rect">
            <a:avLst/>
          </a:prstGeom>
          <a:noFill/>
          <a:ln/>
        </p:spPr>
        <p:txBody>
          <a:bodyPr wrap="square" lIns="0" tIns="0" rIns="0" bIns="0" rtlCol="0" anchor="ctr"/>
          <a:lstStyle/>
          <a:p>
            <a:r>
              <a:rPr lang="es-MX" sz="650" b="1">
                <a:solidFill>
                  <a:srgbClr val="0D1F5C"/>
                </a:solidFill>
              </a:rPr>
              <a:t>Control de saldo a favor en caja             (1 HU  – 0% M)</a:t>
            </a:r>
            <a:endParaRPr lang="es-MX" sz="650"/>
          </a:p>
        </p:txBody>
      </p:sp>
      <p:sp>
        <p:nvSpPr>
          <p:cNvPr id="42" name="Shape 54">
            <a:extLst>
              <a:ext uri="{FF2B5EF4-FFF2-40B4-BE49-F238E27FC236}">
                <a16:creationId xmlns:a16="http://schemas.microsoft.com/office/drawing/2014/main" id="{CE8E9916-80EA-5168-7257-2A69BCA81A64}"/>
              </a:ext>
            </a:extLst>
          </p:cNvPr>
          <p:cNvSpPr/>
          <p:nvPr/>
        </p:nvSpPr>
        <p:spPr>
          <a:xfrm>
            <a:off x="7969459" y="1496838"/>
            <a:ext cx="2016000" cy="120697"/>
          </a:xfrm>
          <a:prstGeom prst="roundRect">
            <a:avLst>
              <a:gd name="adj" fmla="val 15385"/>
            </a:avLst>
          </a:prstGeom>
          <a:solidFill>
            <a:srgbClr val="BDBDBD"/>
          </a:solidFill>
          <a:ln w="6350">
            <a:solidFill>
              <a:srgbClr val="AAAAAA"/>
            </a:solidFill>
            <a:prstDash val="dash"/>
          </a:ln>
        </p:spPr>
        <p:txBody>
          <a:bodyPr/>
          <a:lstStyle/>
          <a:p>
            <a:endParaRPr lang="es-MX"/>
          </a:p>
        </p:txBody>
      </p:sp>
      <p:sp>
        <p:nvSpPr>
          <p:cNvPr id="44" name="Text 55">
            <a:extLst>
              <a:ext uri="{FF2B5EF4-FFF2-40B4-BE49-F238E27FC236}">
                <a16:creationId xmlns:a16="http://schemas.microsoft.com/office/drawing/2014/main" id="{D2482BC1-5F29-27A3-3798-18759ECE58A6}"/>
              </a:ext>
            </a:extLst>
          </p:cNvPr>
          <p:cNvSpPr/>
          <p:nvPr/>
        </p:nvSpPr>
        <p:spPr>
          <a:xfrm>
            <a:off x="8015179" y="1496838"/>
            <a:ext cx="1980000" cy="120697"/>
          </a:xfrm>
          <a:prstGeom prst="rect">
            <a:avLst/>
          </a:prstGeom>
          <a:noFill/>
          <a:ln/>
        </p:spPr>
        <p:txBody>
          <a:bodyPr wrap="square" lIns="0" tIns="0" rIns="0" bIns="0" rtlCol="0" anchor="ctr"/>
          <a:lstStyle/>
          <a:p>
            <a:r>
              <a:rPr lang="es-MX" sz="600" i="1">
                <a:solidFill>
                  <a:srgbClr val="C0392B"/>
                </a:solidFill>
              </a:rPr>
              <a:t>Pendiente confirmación de fechas de implementación</a:t>
            </a:r>
            <a:endParaRPr lang="es-MX" sz="600"/>
          </a:p>
        </p:txBody>
      </p:sp>
      <p:sp>
        <p:nvSpPr>
          <p:cNvPr id="91" name="Text 39">
            <a:extLst>
              <a:ext uri="{FF2B5EF4-FFF2-40B4-BE49-F238E27FC236}">
                <a16:creationId xmlns:a16="http://schemas.microsoft.com/office/drawing/2014/main" id="{217C1A3D-2272-3E85-3AB8-97C1250B33DF}"/>
              </a:ext>
            </a:extLst>
          </p:cNvPr>
          <p:cNvSpPr/>
          <p:nvPr/>
        </p:nvSpPr>
        <p:spPr>
          <a:xfrm>
            <a:off x="5723499" y="962072"/>
            <a:ext cx="503339" cy="168947"/>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Jun</a:t>
            </a:r>
            <a:endParaRPr lang="es-MX" sz="750">
              <a:solidFill>
                <a:prstClr val="black"/>
              </a:solidFill>
              <a:latin typeface="Calibri" panose="020F0502020204030204"/>
            </a:endParaRPr>
          </a:p>
        </p:txBody>
      </p:sp>
      <p:sp>
        <p:nvSpPr>
          <p:cNvPr id="92" name="Text 40">
            <a:extLst>
              <a:ext uri="{FF2B5EF4-FFF2-40B4-BE49-F238E27FC236}">
                <a16:creationId xmlns:a16="http://schemas.microsoft.com/office/drawing/2014/main" id="{8720DD1C-363C-485E-02E7-CBFCE67FAF30}"/>
              </a:ext>
            </a:extLst>
          </p:cNvPr>
          <p:cNvSpPr/>
          <p:nvPr/>
        </p:nvSpPr>
        <p:spPr>
          <a:xfrm>
            <a:off x="6646172" y="962072"/>
            <a:ext cx="503339" cy="168947"/>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Jul</a:t>
            </a:r>
            <a:endParaRPr lang="es-MX" sz="750">
              <a:solidFill>
                <a:prstClr val="black"/>
              </a:solidFill>
              <a:latin typeface="Calibri" panose="020F0502020204030204"/>
            </a:endParaRPr>
          </a:p>
        </p:txBody>
      </p:sp>
      <p:sp>
        <p:nvSpPr>
          <p:cNvPr id="93" name="Text 41">
            <a:extLst>
              <a:ext uri="{FF2B5EF4-FFF2-40B4-BE49-F238E27FC236}">
                <a16:creationId xmlns:a16="http://schemas.microsoft.com/office/drawing/2014/main" id="{9BD0E012-3958-A4B1-EA97-43027C54BBD1}"/>
              </a:ext>
            </a:extLst>
          </p:cNvPr>
          <p:cNvSpPr/>
          <p:nvPr/>
        </p:nvSpPr>
        <p:spPr>
          <a:xfrm>
            <a:off x="7568845" y="962072"/>
            <a:ext cx="503339" cy="168947"/>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Ago</a:t>
            </a:r>
            <a:endParaRPr lang="es-MX" sz="750">
              <a:solidFill>
                <a:prstClr val="black"/>
              </a:solidFill>
              <a:latin typeface="Calibri" panose="020F0502020204030204"/>
            </a:endParaRPr>
          </a:p>
        </p:txBody>
      </p:sp>
      <p:sp>
        <p:nvSpPr>
          <p:cNvPr id="94" name="Text 42">
            <a:extLst>
              <a:ext uri="{FF2B5EF4-FFF2-40B4-BE49-F238E27FC236}">
                <a16:creationId xmlns:a16="http://schemas.microsoft.com/office/drawing/2014/main" id="{1030FDD0-05DB-FE12-555E-57F04B0C2906}"/>
              </a:ext>
            </a:extLst>
          </p:cNvPr>
          <p:cNvSpPr/>
          <p:nvPr/>
        </p:nvSpPr>
        <p:spPr>
          <a:xfrm>
            <a:off x="8491518" y="962072"/>
            <a:ext cx="503339" cy="168947"/>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Sep</a:t>
            </a:r>
            <a:endParaRPr lang="es-MX" sz="750">
              <a:solidFill>
                <a:prstClr val="black"/>
              </a:solidFill>
              <a:latin typeface="Calibri" panose="020F0502020204030204"/>
            </a:endParaRPr>
          </a:p>
        </p:txBody>
      </p:sp>
      <p:sp>
        <p:nvSpPr>
          <p:cNvPr id="95" name="Text 43">
            <a:extLst>
              <a:ext uri="{FF2B5EF4-FFF2-40B4-BE49-F238E27FC236}">
                <a16:creationId xmlns:a16="http://schemas.microsoft.com/office/drawing/2014/main" id="{929862C1-C676-1D20-21E6-DE864D882E2B}"/>
              </a:ext>
            </a:extLst>
          </p:cNvPr>
          <p:cNvSpPr/>
          <p:nvPr/>
        </p:nvSpPr>
        <p:spPr>
          <a:xfrm>
            <a:off x="9414191" y="962072"/>
            <a:ext cx="503339" cy="168947"/>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Oct</a:t>
            </a:r>
            <a:endParaRPr lang="es-MX" sz="750">
              <a:solidFill>
                <a:prstClr val="black"/>
              </a:solidFill>
              <a:latin typeface="Calibri" panose="020F0502020204030204"/>
            </a:endParaRPr>
          </a:p>
        </p:txBody>
      </p:sp>
      <p:sp>
        <p:nvSpPr>
          <p:cNvPr id="96" name="Text 44">
            <a:extLst>
              <a:ext uri="{FF2B5EF4-FFF2-40B4-BE49-F238E27FC236}">
                <a16:creationId xmlns:a16="http://schemas.microsoft.com/office/drawing/2014/main" id="{89A1570D-72EA-7EBD-55EE-5F009B8B7420}"/>
              </a:ext>
            </a:extLst>
          </p:cNvPr>
          <p:cNvSpPr/>
          <p:nvPr/>
        </p:nvSpPr>
        <p:spPr>
          <a:xfrm>
            <a:off x="10336864" y="962072"/>
            <a:ext cx="503339" cy="168947"/>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Nov</a:t>
            </a:r>
            <a:endParaRPr lang="es-MX" sz="750">
              <a:solidFill>
                <a:prstClr val="black"/>
              </a:solidFill>
              <a:latin typeface="Calibri" panose="020F0502020204030204"/>
            </a:endParaRPr>
          </a:p>
        </p:txBody>
      </p:sp>
      <p:sp>
        <p:nvSpPr>
          <p:cNvPr id="97" name="Text 44">
            <a:extLst>
              <a:ext uri="{FF2B5EF4-FFF2-40B4-BE49-F238E27FC236}">
                <a16:creationId xmlns:a16="http://schemas.microsoft.com/office/drawing/2014/main" id="{BCDE5DD6-E13C-B484-FA55-04FE6E78B5FA}"/>
              </a:ext>
            </a:extLst>
          </p:cNvPr>
          <p:cNvSpPr/>
          <p:nvPr/>
        </p:nvSpPr>
        <p:spPr>
          <a:xfrm>
            <a:off x="11259537" y="962072"/>
            <a:ext cx="503339" cy="168947"/>
          </a:xfrm>
          <a:prstGeom prst="rect">
            <a:avLst/>
          </a:prstGeom>
          <a:noFill/>
          <a:ln/>
        </p:spPr>
        <p:txBody>
          <a:bodyPr wrap="square" lIns="0" tIns="0" rIns="0" bIns="0" rtlCol="0" anchor="ctr"/>
          <a:lstStyle/>
          <a:p>
            <a:pPr algn="ctr"/>
            <a:r>
              <a:rPr lang="es-MX" sz="750" b="1">
                <a:solidFill>
                  <a:srgbClr val="FFFFFF"/>
                </a:solidFill>
                <a:latin typeface="Calibri" panose="020F0502020204030204"/>
              </a:rPr>
              <a:t>Dic</a:t>
            </a:r>
            <a:endParaRPr lang="es-MX" sz="750">
              <a:solidFill>
                <a:prstClr val="black"/>
              </a:solidFill>
              <a:latin typeface="Calibri" panose="020F0502020204030204"/>
            </a:endParaRPr>
          </a:p>
        </p:txBody>
      </p:sp>
      <p:cxnSp>
        <p:nvCxnSpPr>
          <p:cNvPr id="99" name="Straight Connector 98">
            <a:extLst>
              <a:ext uri="{FF2B5EF4-FFF2-40B4-BE49-F238E27FC236}">
                <a16:creationId xmlns:a16="http://schemas.microsoft.com/office/drawing/2014/main" id="{02A71572-6DD0-BCAB-78B6-66401508BF84}"/>
              </a:ext>
            </a:extLst>
          </p:cNvPr>
          <p:cNvCxnSpPr>
            <a:cxnSpLocks/>
          </p:cNvCxnSpPr>
          <p:nvPr/>
        </p:nvCxnSpPr>
        <p:spPr>
          <a:xfrm>
            <a:off x="7359178" y="1128544"/>
            <a:ext cx="0" cy="576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BEF0E64-5A33-0435-00F4-8DCE23903EB4}"/>
              </a:ext>
            </a:extLst>
          </p:cNvPr>
          <p:cNvCxnSpPr>
            <a:cxnSpLocks/>
          </p:cNvCxnSpPr>
          <p:nvPr/>
        </p:nvCxnSpPr>
        <p:spPr>
          <a:xfrm>
            <a:off x="8281851" y="1128544"/>
            <a:ext cx="0" cy="576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32AC3536-9D8B-302C-EE21-43A676815135}"/>
              </a:ext>
            </a:extLst>
          </p:cNvPr>
          <p:cNvCxnSpPr>
            <a:cxnSpLocks/>
          </p:cNvCxnSpPr>
          <p:nvPr/>
        </p:nvCxnSpPr>
        <p:spPr>
          <a:xfrm>
            <a:off x="9204524" y="1128544"/>
            <a:ext cx="0" cy="576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B2D8D03F-37BB-EC18-8A31-AA665616A853}"/>
              </a:ext>
            </a:extLst>
          </p:cNvPr>
          <p:cNvCxnSpPr>
            <a:cxnSpLocks/>
          </p:cNvCxnSpPr>
          <p:nvPr/>
        </p:nvCxnSpPr>
        <p:spPr>
          <a:xfrm>
            <a:off x="10127197" y="1128544"/>
            <a:ext cx="0" cy="576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A2B59504-17EE-5920-608F-A5706A64E440}"/>
              </a:ext>
            </a:extLst>
          </p:cNvPr>
          <p:cNvCxnSpPr>
            <a:cxnSpLocks/>
          </p:cNvCxnSpPr>
          <p:nvPr/>
        </p:nvCxnSpPr>
        <p:spPr>
          <a:xfrm>
            <a:off x="6436505" y="1128544"/>
            <a:ext cx="0" cy="576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F67E656A-AD04-CA6B-A677-4F06EACC25B8}"/>
              </a:ext>
            </a:extLst>
          </p:cNvPr>
          <p:cNvCxnSpPr>
            <a:cxnSpLocks/>
          </p:cNvCxnSpPr>
          <p:nvPr/>
        </p:nvCxnSpPr>
        <p:spPr>
          <a:xfrm>
            <a:off x="11049870" y="1128544"/>
            <a:ext cx="0" cy="576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3A25AD96-E0AF-AD0D-8A66-F5D9D98143E8}"/>
              </a:ext>
            </a:extLst>
          </p:cNvPr>
          <p:cNvCxnSpPr>
            <a:cxnSpLocks/>
          </p:cNvCxnSpPr>
          <p:nvPr/>
        </p:nvCxnSpPr>
        <p:spPr>
          <a:xfrm>
            <a:off x="5513832" y="1128544"/>
            <a:ext cx="0" cy="576000"/>
          </a:xfrm>
          <a:prstGeom prst="line">
            <a:avLst/>
          </a:prstGeom>
          <a:ln w="63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13" name="Shape 53">
            <a:extLst>
              <a:ext uri="{FF2B5EF4-FFF2-40B4-BE49-F238E27FC236}">
                <a16:creationId xmlns:a16="http://schemas.microsoft.com/office/drawing/2014/main" id="{F5ADFF47-4514-270A-A198-57176E4C46F2}"/>
              </a:ext>
            </a:extLst>
          </p:cNvPr>
          <p:cNvSpPr/>
          <p:nvPr/>
        </p:nvSpPr>
        <p:spPr>
          <a:xfrm>
            <a:off x="5526024" y="1216152"/>
            <a:ext cx="1548000" cy="126000"/>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115" name="Shape 53">
            <a:extLst>
              <a:ext uri="{FF2B5EF4-FFF2-40B4-BE49-F238E27FC236}">
                <a16:creationId xmlns:a16="http://schemas.microsoft.com/office/drawing/2014/main" id="{F9507E46-5CD7-82EB-BF1B-FE331D2DDD3B}"/>
              </a:ext>
            </a:extLst>
          </p:cNvPr>
          <p:cNvSpPr/>
          <p:nvPr/>
        </p:nvSpPr>
        <p:spPr>
          <a:xfrm>
            <a:off x="5526024" y="1489952"/>
            <a:ext cx="1548000" cy="126000"/>
          </a:xfrm>
          <a:prstGeom prst="roundRect">
            <a:avLst>
              <a:gd name="adj" fmla="val 14286"/>
            </a:avLst>
          </a:prstGeom>
          <a:solidFill>
            <a:srgbClr val="5B9BD5"/>
          </a:solidFill>
          <a:ln w="12700">
            <a:solidFill>
              <a:srgbClr val="5B9BD5"/>
            </a:solidFill>
            <a:prstDash val="solid"/>
          </a:ln>
        </p:spPr>
        <p:txBody>
          <a:bodyPr/>
          <a:lstStyle/>
          <a:p>
            <a:endParaRPr lang="es-MX">
              <a:solidFill>
                <a:prstClr val="black"/>
              </a:solidFill>
              <a:latin typeface="Calibri" panose="020F0502020204030204"/>
            </a:endParaRPr>
          </a:p>
        </p:txBody>
      </p:sp>
      <p:sp>
        <p:nvSpPr>
          <p:cNvPr id="160" name="Shape 91">
            <a:extLst>
              <a:ext uri="{FF2B5EF4-FFF2-40B4-BE49-F238E27FC236}">
                <a16:creationId xmlns:a16="http://schemas.microsoft.com/office/drawing/2014/main" id="{098BE3D0-8C23-733A-DDCA-94C97F5B6B5B}"/>
              </a:ext>
            </a:extLst>
          </p:cNvPr>
          <p:cNvSpPr/>
          <p:nvPr/>
        </p:nvSpPr>
        <p:spPr>
          <a:xfrm>
            <a:off x="164592" y="3810762"/>
            <a:ext cx="11932920" cy="201168"/>
          </a:xfrm>
          <a:prstGeom prst="rect">
            <a:avLst/>
          </a:prstGeom>
          <a:solidFill>
            <a:srgbClr val="0D1F5C"/>
          </a:solidFill>
          <a:ln w="12700">
            <a:solidFill>
              <a:srgbClr val="0D1F5C"/>
            </a:solidFill>
            <a:prstDash val="solid"/>
          </a:ln>
        </p:spPr>
        <p:txBody>
          <a:bodyPr/>
          <a:lstStyle/>
          <a:p>
            <a:endParaRPr lang="es-MX"/>
          </a:p>
        </p:txBody>
      </p:sp>
      <p:sp>
        <p:nvSpPr>
          <p:cNvPr id="161" name="Text 92">
            <a:extLst>
              <a:ext uri="{FF2B5EF4-FFF2-40B4-BE49-F238E27FC236}">
                <a16:creationId xmlns:a16="http://schemas.microsoft.com/office/drawing/2014/main" id="{403CF92E-E241-0BF2-D7C8-99FD292B95C1}"/>
              </a:ext>
            </a:extLst>
          </p:cNvPr>
          <p:cNvSpPr/>
          <p:nvPr/>
        </p:nvSpPr>
        <p:spPr>
          <a:xfrm>
            <a:off x="219456" y="3810762"/>
            <a:ext cx="11841480" cy="201168"/>
          </a:xfrm>
          <a:prstGeom prst="rect">
            <a:avLst/>
          </a:prstGeom>
          <a:noFill/>
          <a:ln/>
        </p:spPr>
        <p:txBody>
          <a:bodyPr wrap="square" lIns="0" tIns="0" rIns="0" bIns="0" rtlCol="0" anchor="ctr"/>
          <a:lstStyle/>
          <a:p>
            <a:pPr marL="0" indent="0">
              <a:buNone/>
            </a:pPr>
            <a:r>
              <a:rPr lang="es-MX" sz="750" b="1">
                <a:solidFill>
                  <a:srgbClr val="FFFFFF"/>
                </a:solidFill>
              </a:rPr>
              <a:t>RAID — Puntos de Atención SmartVista</a:t>
            </a:r>
            <a:endParaRPr lang="es-MX" sz="750"/>
          </a:p>
        </p:txBody>
      </p:sp>
      <p:sp>
        <p:nvSpPr>
          <p:cNvPr id="162" name="Shape 93">
            <a:extLst>
              <a:ext uri="{FF2B5EF4-FFF2-40B4-BE49-F238E27FC236}">
                <a16:creationId xmlns:a16="http://schemas.microsoft.com/office/drawing/2014/main" id="{C0E618A9-D503-3C63-51AE-E0B27B50F4C3}"/>
              </a:ext>
            </a:extLst>
          </p:cNvPr>
          <p:cNvSpPr/>
          <p:nvPr/>
        </p:nvSpPr>
        <p:spPr>
          <a:xfrm>
            <a:off x="164592" y="4011930"/>
            <a:ext cx="11932920" cy="201168"/>
          </a:xfrm>
          <a:prstGeom prst="rect">
            <a:avLst/>
          </a:prstGeom>
          <a:solidFill>
            <a:srgbClr val="0D1F5C"/>
          </a:solidFill>
          <a:ln w="12700">
            <a:solidFill>
              <a:srgbClr val="0D1F5C"/>
            </a:solidFill>
            <a:prstDash val="solid"/>
          </a:ln>
        </p:spPr>
        <p:txBody>
          <a:bodyPr/>
          <a:lstStyle/>
          <a:p>
            <a:endParaRPr lang="es-MX"/>
          </a:p>
        </p:txBody>
      </p:sp>
      <p:sp>
        <p:nvSpPr>
          <p:cNvPr id="163" name="Text 94">
            <a:extLst>
              <a:ext uri="{FF2B5EF4-FFF2-40B4-BE49-F238E27FC236}">
                <a16:creationId xmlns:a16="http://schemas.microsoft.com/office/drawing/2014/main" id="{33A3EA8B-FE9B-0532-65CD-72049A1D51D3}"/>
              </a:ext>
            </a:extLst>
          </p:cNvPr>
          <p:cNvSpPr/>
          <p:nvPr/>
        </p:nvSpPr>
        <p:spPr>
          <a:xfrm>
            <a:off x="192024" y="4030218"/>
            <a:ext cx="384048" cy="164592"/>
          </a:xfrm>
          <a:prstGeom prst="rect">
            <a:avLst/>
          </a:prstGeom>
          <a:noFill/>
          <a:ln/>
        </p:spPr>
        <p:txBody>
          <a:bodyPr wrap="square" lIns="0" tIns="0" rIns="0" bIns="0" rtlCol="0" anchor="ctr"/>
          <a:lstStyle/>
          <a:p>
            <a:pPr marL="0" indent="0" algn="ctr">
              <a:buNone/>
            </a:pPr>
            <a:r>
              <a:rPr lang="es-MX" sz="700" b="1">
                <a:solidFill>
                  <a:srgbClr val="FFFFFF"/>
                </a:solidFill>
              </a:rPr>
              <a:t>ID</a:t>
            </a:r>
            <a:endParaRPr lang="es-MX" sz="700"/>
          </a:p>
        </p:txBody>
      </p:sp>
      <p:sp>
        <p:nvSpPr>
          <p:cNvPr id="164" name="Text 95">
            <a:extLst>
              <a:ext uri="{FF2B5EF4-FFF2-40B4-BE49-F238E27FC236}">
                <a16:creationId xmlns:a16="http://schemas.microsoft.com/office/drawing/2014/main" id="{92AB56F1-F4C0-C51F-A152-08C057E4A84F}"/>
              </a:ext>
            </a:extLst>
          </p:cNvPr>
          <p:cNvSpPr/>
          <p:nvPr/>
        </p:nvSpPr>
        <p:spPr>
          <a:xfrm>
            <a:off x="594360" y="4030218"/>
            <a:ext cx="621792" cy="164592"/>
          </a:xfrm>
          <a:prstGeom prst="rect">
            <a:avLst/>
          </a:prstGeom>
          <a:noFill/>
          <a:ln/>
        </p:spPr>
        <p:txBody>
          <a:bodyPr wrap="square" lIns="0" tIns="0" rIns="0" bIns="0" rtlCol="0" anchor="ctr"/>
          <a:lstStyle/>
          <a:p>
            <a:pPr marL="0" indent="0" algn="ctr">
              <a:buNone/>
            </a:pPr>
            <a:r>
              <a:rPr lang="es-MX" sz="700" b="1">
                <a:solidFill>
                  <a:srgbClr val="FFFFFF"/>
                </a:solidFill>
              </a:rPr>
              <a:t>TIPO</a:t>
            </a:r>
            <a:endParaRPr lang="es-MX" sz="700"/>
          </a:p>
        </p:txBody>
      </p:sp>
      <p:sp>
        <p:nvSpPr>
          <p:cNvPr id="165" name="Text 96">
            <a:extLst>
              <a:ext uri="{FF2B5EF4-FFF2-40B4-BE49-F238E27FC236}">
                <a16:creationId xmlns:a16="http://schemas.microsoft.com/office/drawing/2014/main" id="{4444E758-CAD8-6E4F-1053-95D79E641185}"/>
              </a:ext>
            </a:extLst>
          </p:cNvPr>
          <p:cNvSpPr/>
          <p:nvPr/>
        </p:nvSpPr>
        <p:spPr>
          <a:xfrm>
            <a:off x="1361440" y="4030218"/>
            <a:ext cx="4114800" cy="164592"/>
          </a:xfrm>
          <a:prstGeom prst="rect">
            <a:avLst/>
          </a:prstGeom>
          <a:noFill/>
          <a:ln/>
        </p:spPr>
        <p:txBody>
          <a:bodyPr wrap="square" lIns="0" tIns="0" rIns="0" bIns="0" rtlCol="0" anchor="ctr"/>
          <a:lstStyle/>
          <a:p>
            <a:pPr marL="0" indent="0" algn="l">
              <a:buNone/>
            </a:pPr>
            <a:r>
              <a:rPr lang="es-MX" sz="700" b="1">
                <a:solidFill>
                  <a:srgbClr val="FFFFFF"/>
                </a:solidFill>
              </a:rPr>
              <a:t>DESCRIPCIÓN</a:t>
            </a:r>
            <a:endParaRPr lang="es-MX" sz="700"/>
          </a:p>
        </p:txBody>
      </p:sp>
      <p:sp>
        <p:nvSpPr>
          <p:cNvPr id="166" name="Text 97">
            <a:extLst>
              <a:ext uri="{FF2B5EF4-FFF2-40B4-BE49-F238E27FC236}">
                <a16:creationId xmlns:a16="http://schemas.microsoft.com/office/drawing/2014/main" id="{EBC83F83-5F99-5F71-9E8F-53FAC1D45F44}"/>
              </a:ext>
            </a:extLst>
          </p:cNvPr>
          <p:cNvSpPr/>
          <p:nvPr/>
        </p:nvSpPr>
        <p:spPr>
          <a:xfrm>
            <a:off x="5477256" y="4030218"/>
            <a:ext cx="822960" cy="164592"/>
          </a:xfrm>
          <a:prstGeom prst="rect">
            <a:avLst/>
          </a:prstGeom>
          <a:noFill/>
          <a:ln/>
        </p:spPr>
        <p:txBody>
          <a:bodyPr wrap="square" lIns="0" tIns="0" rIns="0" bIns="0" rtlCol="0" anchor="ctr"/>
          <a:lstStyle/>
          <a:p>
            <a:pPr marL="0" indent="0" algn="ctr">
              <a:buNone/>
            </a:pPr>
            <a:r>
              <a:rPr lang="es-MX" sz="700" b="1">
                <a:solidFill>
                  <a:srgbClr val="FFFFFF"/>
                </a:solidFill>
              </a:rPr>
              <a:t>SEVERIDAD</a:t>
            </a:r>
            <a:endParaRPr lang="es-MX" sz="700"/>
          </a:p>
        </p:txBody>
      </p:sp>
      <p:sp>
        <p:nvSpPr>
          <p:cNvPr id="167" name="Text 98">
            <a:extLst>
              <a:ext uri="{FF2B5EF4-FFF2-40B4-BE49-F238E27FC236}">
                <a16:creationId xmlns:a16="http://schemas.microsoft.com/office/drawing/2014/main" id="{8B72AD75-A713-0E4E-EFAE-118A6626B49B}"/>
              </a:ext>
            </a:extLst>
          </p:cNvPr>
          <p:cNvSpPr/>
          <p:nvPr/>
        </p:nvSpPr>
        <p:spPr>
          <a:xfrm>
            <a:off x="6528816" y="4030218"/>
            <a:ext cx="864000" cy="164592"/>
          </a:xfrm>
          <a:prstGeom prst="rect">
            <a:avLst/>
          </a:prstGeom>
          <a:noFill/>
          <a:ln/>
        </p:spPr>
        <p:txBody>
          <a:bodyPr wrap="square" lIns="0" tIns="0" rIns="0" bIns="0" rtlCol="0" anchor="ctr"/>
          <a:lstStyle/>
          <a:p>
            <a:pPr marL="0" indent="0" algn="l">
              <a:buNone/>
            </a:pPr>
            <a:r>
              <a:rPr lang="es-MX" sz="700" b="1">
                <a:solidFill>
                  <a:srgbClr val="FFFFFF"/>
                </a:solidFill>
              </a:rPr>
              <a:t>IMPACTO EN PLAN</a:t>
            </a:r>
            <a:endParaRPr lang="es-MX" sz="700"/>
          </a:p>
        </p:txBody>
      </p:sp>
      <p:sp>
        <p:nvSpPr>
          <p:cNvPr id="168" name="Text 99">
            <a:extLst>
              <a:ext uri="{FF2B5EF4-FFF2-40B4-BE49-F238E27FC236}">
                <a16:creationId xmlns:a16="http://schemas.microsoft.com/office/drawing/2014/main" id="{BDBDAE8D-33FE-1024-CF0B-1AC962949075}"/>
              </a:ext>
            </a:extLst>
          </p:cNvPr>
          <p:cNvSpPr/>
          <p:nvPr/>
        </p:nvSpPr>
        <p:spPr>
          <a:xfrm>
            <a:off x="7644384" y="4030218"/>
            <a:ext cx="4462272" cy="164592"/>
          </a:xfrm>
          <a:prstGeom prst="rect">
            <a:avLst/>
          </a:prstGeom>
          <a:noFill/>
          <a:ln/>
        </p:spPr>
        <p:txBody>
          <a:bodyPr wrap="square" lIns="0" tIns="0" rIns="0" bIns="0" rtlCol="0" anchor="ctr"/>
          <a:lstStyle/>
          <a:p>
            <a:pPr marL="0" indent="0" algn="l">
              <a:buNone/>
            </a:pPr>
            <a:r>
              <a:rPr lang="es-MX" sz="700" b="1">
                <a:solidFill>
                  <a:srgbClr val="FFFFFF"/>
                </a:solidFill>
              </a:rPr>
              <a:t>ACCIÓN REQUERIDA</a:t>
            </a:r>
            <a:endParaRPr lang="es-MX" sz="700"/>
          </a:p>
        </p:txBody>
      </p:sp>
      <p:sp>
        <p:nvSpPr>
          <p:cNvPr id="169" name="Shape 100">
            <a:extLst>
              <a:ext uri="{FF2B5EF4-FFF2-40B4-BE49-F238E27FC236}">
                <a16:creationId xmlns:a16="http://schemas.microsoft.com/office/drawing/2014/main" id="{F74B2073-D0C7-F27F-39CF-4DBE0B28D2F7}"/>
              </a:ext>
            </a:extLst>
          </p:cNvPr>
          <p:cNvSpPr/>
          <p:nvPr/>
        </p:nvSpPr>
        <p:spPr>
          <a:xfrm>
            <a:off x="164592" y="4213098"/>
            <a:ext cx="11932920" cy="493200"/>
          </a:xfrm>
          <a:prstGeom prst="rect">
            <a:avLst/>
          </a:prstGeom>
          <a:solidFill>
            <a:srgbClr val="FFFFFF"/>
          </a:solidFill>
          <a:ln w="6350">
            <a:solidFill>
              <a:srgbClr val="D0D5E8"/>
            </a:solidFill>
            <a:prstDash val="solid"/>
          </a:ln>
        </p:spPr>
        <p:txBody>
          <a:bodyPr/>
          <a:lstStyle/>
          <a:p>
            <a:endParaRPr lang="es-MX"/>
          </a:p>
        </p:txBody>
      </p:sp>
      <p:sp>
        <p:nvSpPr>
          <p:cNvPr id="170" name="Text 101">
            <a:extLst>
              <a:ext uri="{FF2B5EF4-FFF2-40B4-BE49-F238E27FC236}">
                <a16:creationId xmlns:a16="http://schemas.microsoft.com/office/drawing/2014/main" id="{0F3EDCF2-9367-E66E-7381-32CC5CB5F33E}"/>
              </a:ext>
            </a:extLst>
          </p:cNvPr>
          <p:cNvSpPr/>
          <p:nvPr/>
        </p:nvSpPr>
        <p:spPr>
          <a:xfrm>
            <a:off x="187452" y="4316227"/>
            <a:ext cx="411480" cy="365760"/>
          </a:xfrm>
          <a:prstGeom prst="rect">
            <a:avLst/>
          </a:prstGeom>
          <a:noFill/>
          <a:ln/>
        </p:spPr>
        <p:txBody>
          <a:bodyPr wrap="square" lIns="0" tIns="0" rIns="0" bIns="0" rtlCol="0" anchor="t"/>
          <a:lstStyle/>
          <a:p>
            <a:pPr marL="0" indent="0" algn="ctr">
              <a:buNone/>
            </a:pPr>
            <a:r>
              <a:rPr lang="es-MX" sz="700" b="1">
                <a:solidFill>
                  <a:srgbClr val="0D1F5C"/>
                </a:solidFill>
              </a:rPr>
              <a:t>SW-I01</a:t>
            </a:r>
            <a:endParaRPr lang="es-MX" sz="700"/>
          </a:p>
        </p:txBody>
      </p:sp>
      <p:sp>
        <p:nvSpPr>
          <p:cNvPr id="171" name="Shape 105">
            <a:extLst>
              <a:ext uri="{FF2B5EF4-FFF2-40B4-BE49-F238E27FC236}">
                <a16:creationId xmlns:a16="http://schemas.microsoft.com/office/drawing/2014/main" id="{7F2AEBEF-4F5A-A33A-C855-68421C28D394}"/>
              </a:ext>
            </a:extLst>
          </p:cNvPr>
          <p:cNvSpPr/>
          <p:nvPr/>
        </p:nvSpPr>
        <p:spPr>
          <a:xfrm>
            <a:off x="5513211" y="4304538"/>
            <a:ext cx="749808" cy="164592"/>
          </a:xfrm>
          <a:prstGeom prst="roundRect">
            <a:avLst>
              <a:gd name="adj" fmla="val 16667"/>
            </a:avLst>
          </a:prstGeom>
          <a:solidFill>
            <a:srgbClr val="C00000"/>
          </a:solidFill>
          <a:ln w="12700">
            <a:solidFill>
              <a:srgbClr val="C00000"/>
            </a:solidFill>
            <a:prstDash val="solid"/>
          </a:ln>
        </p:spPr>
        <p:txBody>
          <a:bodyPr/>
          <a:lstStyle/>
          <a:p>
            <a:pPr algn="ctr"/>
            <a:endParaRPr lang="es-MX"/>
          </a:p>
        </p:txBody>
      </p:sp>
      <p:sp>
        <p:nvSpPr>
          <p:cNvPr id="172" name="Text 106">
            <a:extLst>
              <a:ext uri="{FF2B5EF4-FFF2-40B4-BE49-F238E27FC236}">
                <a16:creationId xmlns:a16="http://schemas.microsoft.com/office/drawing/2014/main" id="{F5AE9875-829C-74B4-31B7-35141DF8C595}"/>
              </a:ext>
            </a:extLst>
          </p:cNvPr>
          <p:cNvSpPr/>
          <p:nvPr/>
        </p:nvSpPr>
        <p:spPr>
          <a:xfrm>
            <a:off x="5513211" y="4304538"/>
            <a:ext cx="749808" cy="164592"/>
          </a:xfrm>
          <a:prstGeom prst="rect">
            <a:avLst/>
          </a:prstGeom>
          <a:noFill/>
          <a:ln/>
        </p:spPr>
        <p:txBody>
          <a:bodyPr wrap="square" lIns="0" tIns="0" rIns="0" bIns="0" rtlCol="0" anchor="ctr"/>
          <a:lstStyle/>
          <a:p>
            <a:pPr marL="0" indent="0" algn="ctr">
              <a:buNone/>
            </a:pPr>
            <a:r>
              <a:rPr lang="es-MX" sz="650" b="1">
                <a:solidFill>
                  <a:srgbClr val="FFFFFF"/>
                </a:solidFill>
              </a:rPr>
              <a:t>CRÍTICA</a:t>
            </a:r>
            <a:endParaRPr lang="es-MX" sz="650"/>
          </a:p>
        </p:txBody>
      </p:sp>
      <p:sp>
        <p:nvSpPr>
          <p:cNvPr id="173" name="Shape 109">
            <a:extLst>
              <a:ext uri="{FF2B5EF4-FFF2-40B4-BE49-F238E27FC236}">
                <a16:creationId xmlns:a16="http://schemas.microsoft.com/office/drawing/2014/main" id="{3852019A-3BEB-0E6C-8856-DE1F6C74A850}"/>
              </a:ext>
            </a:extLst>
          </p:cNvPr>
          <p:cNvSpPr/>
          <p:nvPr/>
        </p:nvSpPr>
        <p:spPr>
          <a:xfrm>
            <a:off x="164592" y="4709925"/>
            <a:ext cx="11932920" cy="493200"/>
          </a:xfrm>
          <a:prstGeom prst="rect">
            <a:avLst/>
          </a:prstGeom>
          <a:solidFill>
            <a:srgbClr val="E8EBF4"/>
          </a:solidFill>
          <a:ln w="6350">
            <a:solidFill>
              <a:srgbClr val="D0D5E8"/>
            </a:solidFill>
            <a:prstDash val="solid"/>
          </a:ln>
        </p:spPr>
        <p:txBody>
          <a:bodyPr/>
          <a:lstStyle/>
          <a:p>
            <a:endParaRPr lang="es-MX"/>
          </a:p>
        </p:txBody>
      </p:sp>
      <p:sp>
        <p:nvSpPr>
          <p:cNvPr id="174" name="Text 110">
            <a:extLst>
              <a:ext uri="{FF2B5EF4-FFF2-40B4-BE49-F238E27FC236}">
                <a16:creationId xmlns:a16="http://schemas.microsoft.com/office/drawing/2014/main" id="{973051A2-01A8-8933-4137-B070EBF7517B}"/>
              </a:ext>
            </a:extLst>
          </p:cNvPr>
          <p:cNvSpPr/>
          <p:nvPr/>
        </p:nvSpPr>
        <p:spPr>
          <a:xfrm>
            <a:off x="187452" y="4828732"/>
            <a:ext cx="411480" cy="365760"/>
          </a:xfrm>
          <a:prstGeom prst="rect">
            <a:avLst/>
          </a:prstGeom>
          <a:noFill/>
          <a:ln/>
        </p:spPr>
        <p:txBody>
          <a:bodyPr wrap="square" lIns="0" tIns="0" rIns="0" bIns="0" rtlCol="0" anchor="t"/>
          <a:lstStyle/>
          <a:p>
            <a:pPr marL="0" indent="0" algn="ctr">
              <a:buNone/>
            </a:pPr>
            <a:r>
              <a:rPr lang="es-MX" sz="700" b="1">
                <a:solidFill>
                  <a:srgbClr val="0D1F5C"/>
                </a:solidFill>
              </a:rPr>
              <a:t>SW-R02</a:t>
            </a:r>
            <a:endParaRPr lang="es-MX" sz="700"/>
          </a:p>
        </p:txBody>
      </p:sp>
      <p:sp>
        <p:nvSpPr>
          <p:cNvPr id="177" name="Shape 118">
            <a:extLst>
              <a:ext uri="{FF2B5EF4-FFF2-40B4-BE49-F238E27FC236}">
                <a16:creationId xmlns:a16="http://schemas.microsoft.com/office/drawing/2014/main" id="{2411DC87-5696-ADCB-D09C-5ADFF1C291B9}"/>
              </a:ext>
            </a:extLst>
          </p:cNvPr>
          <p:cNvSpPr/>
          <p:nvPr/>
        </p:nvSpPr>
        <p:spPr>
          <a:xfrm>
            <a:off x="164592" y="5215216"/>
            <a:ext cx="11932920" cy="493686"/>
          </a:xfrm>
          <a:prstGeom prst="rect">
            <a:avLst/>
          </a:prstGeom>
          <a:solidFill>
            <a:srgbClr val="FFFFFF"/>
          </a:solidFill>
          <a:ln w="6350">
            <a:solidFill>
              <a:srgbClr val="D0D5E8"/>
            </a:solidFill>
            <a:prstDash val="solid"/>
          </a:ln>
        </p:spPr>
        <p:txBody>
          <a:bodyPr/>
          <a:lstStyle/>
          <a:p>
            <a:endParaRPr lang="es-MX"/>
          </a:p>
        </p:txBody>
      </p:sp>
      <p:sp>
        <p:nvSpPr>
          <p:cNvPr id="178" name="Text 119">
            <a:extLst>
              <a:ext uri="{FF2B5EF4-FFF2-40B4-BE49-F238E27FC236}">
                <a16:creationId xmlns:a16="http://schemas.microsoft.com/office/drawing/2014/main" id="{87EC4778-21DA-5C54-9712-A2A8A6521053}"/>
              </a:ext>
            </a:extLst>
          </p:cNvPr>
          <p:cNvSpPr/>
          <p:nvPr/>
        </p:nvSpPr>
        <p:spPr>
          <a:xfrm>
            <a:off x="187452" y="5312664"/>
            <a:ext cx="411480" cy="365760"/>
          </a:xfrm>
          <a:prstGeom prst="rect">
            <a:avLst/>
          </a:prstGeom>
          <a:noFill/>
          <a:ln/>
        </p:spPr>
        <p:txBody>
          <a:bodyPr wrap="square" lIns="0" tIns="0" rIns="0" bIns="0" rtlCol="0" anchor="t"/>
          <a:lstStyle/>
          <a:p>
            <a:pPr marL="0" indent="0" algn="ctr">
              <a:buNone/>
            </a:pPr>
            <a:r>
              <a:rPr lang="es-MX" sz="700" b="1">
                <a:solidFill>
                  <a:srgbClr val="0D1F5C"/>
                </a:solidFill>
              </a:rPr>
              <a:t>SW-R02</a:t>
            </a:r>
            <a:endParaRPr lang="es-MX" sz="700"/>
          </a:p>
        </p:txBody>
      </p:sp>
      <p:sp>
        <p:nvSpPr>
          <p:cNvPr id="179" name="Shape 120">
            <a:extLst>
              <a:ext uri="{FF2B5EF4-FFF2-40B4-BE49-F238E27FC236}">
                <a16:creationId xmlns:a16="http://schemas.microsoft.com/office/drawing/2014/main" id="{20C4193B-1F88-785B-C597-256F739785D3}"/>
              </a:ext>
            </a:extLst>
          </p:cNvPr>
          <p:cNvSpPr/>
          <p:nvPr/>
        </p:nvSpPr>
        <p:spPr>
          <a:xfrm>
            <a:off x="630936" y="5306656"/>
            <a:ext cx="548640" cy="164592"/>
          </a:xfrm>
          <a:prstGeom prst="roundRect">
            <a:avLst>
              <a:gd name="adj" fmla="val 16667"/>
            </a:avLst>
          </a:prstGeom>
          <a:solidFill>
            <a:srgbClr val="E07B00"/>
          </a:solidFill>
          <a:ln w="12700">
            <a:solidFill>
              <a:srgbClr val="E07B00"/>
            </a:solidFill>
            <a:prstDash val="solid"/>
          </a:ln>
        </p:spPr>
        <p:txBody>
          <a:bodyPr/>
          <a:lstStyle/>
          <a:p>
            <a:pPr algn="ctr"/>
            <a:endParaRPr lang="es-MX"/>
          </a:p>
        </p:txBody>
      </p:sp>
      <p:sp>
        <p:nvSpPr>
          <p:cNvPr id="180" name="Text 121">
            <a:extLst>
              <a:ext uri="{FF2B5EF4-FFF2-40B4-BE49-F238E27FC236}">
                <a16:creationId xmlns:a16="http://schemas.microsoft.com/office/drawing/2014/main" id="{53BD68C7-DB1B-360A-A590-7C4144A529A5}"/>
              </a:ext>
            </a:extLst>
          </p:cNvPr>
          <p:cNvSpPr/>
          <p:nvPr/>
        </p:nvSpPr>
        <p:spPr>
          <a:xfrm>
            <a:off x="630936" y="5306656"/>
            <a:ext cx="548640" cy="164592"/>
          </a:xfrm>
          <a:prstGeom prst="rect">
            <a:avLst/>
          </a:prstGeom>
          <a:noFill/>
          <a:ln/>
        </p:spPr>
        <p:txBody>
          <a:bodyPr wrap="square" lIns="0" tIns="0" rIns="0" bIns="0" rtlCol="0" anchor="ctr"/>
          <a:lstStyle/>
          <a:p>
            <a:pPr marL="0" indent="0" algn="ctr">
              <a:buNone/>
            </a:pPr>
            <a:r>
              <a:rPr lang="es-MX" sz="650" b="1">
                <a:solidFill>
                  <a:srgbClr val="FFFFFF"/>
                </a:solidFill>
              </a:rPr>
              <a:t>RIESGO</a:t>
            </a:r>
            <a:endParaRPr lang="es-MX" sz="650"/>
          </a:p>
        </p:txBody>
      </p:sp>
      <p:sp>
        <p:nvSpPr>
          <p:cNvPr id="181" name="Text 122">
            <a:extLst>
              <a:ext uri="{FF2B5EF4-FFF2-40B4-BE49-F238E27FC236}">
                <a16:creationId xmlns:a16="http://schemas.microsoft.com/office/drawing/2014/main" id="{BC261605-94C0-2E60-1D1C-66DC566AAF8F}"/>
              </a:ext>
            </a:extLst>
          </p:cNvPr>
          <p:cNvSpPr/>
          <p:nvPr/>
        </p:nvSpPr>
        <p:spPr>
          <a:xfrm>
            <a:off x="1352296" y="4737357"/>
            <a:ext cx="4078224" cy="365760"/>
          </a:xfrm>
          <a:prstGeom prst="rect">
            <a:avLst/>
          </a:prstGeom>
          <a:noFill/>
          <a:ln/>
        </p:spPr>
        <p:txBody>
          <a:bodyPr wrap="square" lIns="0" tIns="0" rIns="0" bIns="0" rtlCol="0" anchor="t"/>
          <a:lstStyle/>
          <a:p>
            <a:pPr marL="0" indent="0">
              <a:buNone/>
            </a:pPr>
            <a:r>
              <a:rPr lang="es-MX" sz="700" b="1">
                <a:solidFill>
                  <a:srgbClr val="3A3A3A"/>
                </a:solidFill>
              </a:rPr>
              <a:t>10 semanas de implementación desde 18-Ago llegan al 29-Oct — 2 semanas después del inicio de SIT. </a:t>
            </a:r>
            <a:r>
              <a:rPr lang="es-MX" sz="700">
                <a:solidFill>
                  <a:srgbClr val="3A3A3A"/>
                </a:solidFill>
              </a:rPr>
              <a:t>Con la estimación preliminar de 10 semanas, SIWEB no puede cerrar implementación antes del 15-Oct. El margen para el primer ciclo de SIT es estructuralmente insuficiente.</a:t>
            </a:r>
          </a:p>
          <a:p>
            <a:pPr marL="0" indent="0">
              <a:buNone/>
            </a:pPr>
            <a:endParaRPr lang="es-MX" sz="700"/>
          </a:p>
        </p:txBody>
      </p:sp>
      <p:sp>
        <p:nvSpPr>
          <p:cNvPr id="184" name="Text 125">
            <a:extLst>
              <a:ext uri="{FF2B5EF4-FFF2-40B4-BE49-F238E27FC236}">
                <a16:creationId xmlns:a16="http://schemas.microsoft.com/office/drawing/2014/main" id="{BD80C682-89E8-7836-59FF-773B9AE893BD}"/>
              </a:ext>
            </a:extLst>
          </p:cNvPr>
          <p:cNvSpPr/>
          <p:nvPr/>
        </p:nvSpPr>
        <p:spPr>
          <a:xfrm>
            <a:off x="6528816" y="4737357"/>
            <a:ext cx="864000" cy="365760"/>
          </a:xfrm>
          <a:prstGeom prst="rect">
            <a:avLst/>
          </a:prstGeom>
          <a:noFill/>
          <a:ln/>
        </p:spPr>
        <p:txBody>
          <a:bodyPr wrap="square" lIns="0" tIns="0" rIns="0" bIns="0" rtlCol="0" anchor="t"/>
          <a:lstStyle/>
          <a:p>
            <a:pPr marL="0" indent="0">
              <a:buNone/>
            </a:pPr>
            <a:r>
              <a:rPr lang="es-MX" sz="700">
                <a:solidFill>
                  <a:srgbClr val="3A3A3A"/>
                </a:solidFill>
              </a:rPr>
              <a:t>Plan · Calidad</a:t>
            </a:r>
            <a:endParaRPr lang="es-MX" sz="700"/>
          </a:p>
        </p:txBody>
      </p:sp>
      <p:sp>
        <p:nvSpPr>
          <p:cNvPr id="185" name="Text 126">
            <a:extLst>
              <a:ext uri="{FF2B5EF4-FFF2-40B4-BE49-F238E27FC236}">
                <a16:creationId xmlns:a16="http://schemas.microsoft.com/office/drawing/2014/main" id="{132778A1-9EA8-31F6-91D4-2DB2B3984FA7}"/>
              </a:ext>
            </a:extLst>
          </p:cNvPr>
          <p:cNvSpPr/>
          <p:nvPr/>
        </p:nvSpPr>
        <p:spPr>
          <a:xfrm>
            <a:off x="7635240" y="4737357"/>
            <a:ext cx="4425696" cy="365760"/>
          </a:xfrm>
          <a:prstGeom prst="rect">
            <a:avLst/>
          </a:prstGeom>
          <a:noFill/>
          <a:ln/>
        </p:spPr>
        <p:txBody>
          <a:bodyPr wrap="square" lIns="0" tIns="0" rIns="0" bIns="0" rtlCol="0" anchor="t"/>
          <a:lstStyle/>
          <a:p>
            <a:pPr marL="88900" indent="-88900">
              <a:buFont typeface="Arial" panose="020B0604020202020204" pitchFamily="34" charset="0"/>
              <a:buChar char="•"/>
            </a:pPr>
            <a:r>
              <a:rPr lang="es-MX" sz="680">
                <a:solidFill>
                  <a:srgbClr val="3A3A3A"/>
                </a:solidFill>
              </a:rPr>
              <a:t>Evaluar posibles escenarios de mitigación: (1) reducción de alcance </a:t>
            </a:r>
            <a:r>
              <a:rPr lang="es-MX" sz="680" err="1">
                <a:solidFill>
                  <a:srgbClr val="3A3A3A"/>
                </a:solidFill>
              </a:rPr>
              <a:t>Should</a:t>
            </a:r>
            <a:r>
              <a:rPr lang="es-MX" sz="680">
                <a:solidFill>
                  <a:srgbClr val="3A3A3A"/>
                </a:solidFill>
              </a:rPr>
              <a:t> (2) estrategia de SIT en segundo ciclo para SIWEB. </a:t>
            </a:r>
          </a:p>
        </p:txBody>
      </p:sp>
      <p:grpSp>
        <p:nvGrpSpPr>
          <p:cNvPr id="259" name="Group 258">
            <a:extLst>
              <a:ext uri="{FF2B5EF4-FFF2-40B4-BE49-F238E27FC236}">
                <a16:creationId xmlns:a16="http://schemas.microsoft.com/office/drawing/2014/main" id="{8A0CE476-1501-D281-95AD-034401FEAC38}"/>
              </a:ext>
            </a:extLst>
          </p:cNvPr>
          <p:cNvGrpSpPr/>
          <p:nvPr/>
        </p:nvGrpSpPr>
        <p:grpSpPr>
          <a:xfrm>
            <a:off x="630936" y="4801365"/>
            <a:ext cx="548640" cy="164592"/>
            <a:chOff x="630936" y="4304538"/>
            <a:chExt cx="548640" cy="164592"/>
          </a:xfrm>
        </p:grpSpPr>
        <p:sp>
          <p:nvSpPr>
            <p:cNvPr id="260" name="Shape 102">
              <a:extLst>
                <a:ext uri="{FF2B5EF4-FFF2-40B4-BE49-F238E27FC236}">
                  <a16:creationId xmlns:a16="http://schemas.microsoft.com/office/drawing/2014/main" id="{0A9E8348-4E0B-21C3-6850-67F78E640218}"/>
                </a:ext>
              </a:extLst>
            </p:cNvPr>
            <p:cNvSpPr/>
            <p:nvPr/>
          </p:nvSpPr>
          <p:spPr>
            <a:xfrm>
              <a:off x="630936" y="4304538"/>
              <a:ext cx="548640" cy="164592"/>
            </a:xfrm>
            <a:prstGeom prst="roundRect">
              <a:avLst>
                <a:gd name="adj" fmla="val 16667"/>
              </a:avLst>
            </a:prstGeom>
            <a:solidFill>
              <a:srgbClr val="E07B00"/>
            </a:solidFill>
            <a:ln w="12700">
              <a:solidFill>
                <a:srgbClr val="E07B00"/>
              </a:solidFill>
              <a:prstDash val="solid"/>
            </a:ln>
          </p:spPr>
          <p:txBody>
            <a:bodyPr/>
            <a:lstStyle/>
            <a:p>
              <a:pPr algn="ctr"/>
              <a:endParaRPr lang="es-MX"/>
            </a:p>
          </p:txBody>
        </p:sp>
        <p:sp>
          <p:nvSpPr>
            <p:cNvPr id="261" name="Text 103">
              <a:extLst>
                <a:ext uri="{FF2B5EF4-FFF2-40B4-BE49-F238E27FC236}">
                  <a16:creationId xmlns:a16="http://schemas.microsoft.com/office/drawing/2014/main" id="{284B8A31-32AF-20BF-4D1A-2BD2637C75B0}"/>
                </a:ext>
              </a:extLst>
            </p:cNvPr>
            <p:cNvSpPr/>
            <p:nvPr/>
          </p:nvSpPr>
          <p:spPr>
            <a:xfrm>
              <a:off x="630936" y="4304538"/>
              <a:ext cx="548640" cy="164592"/>
            </a:xfrm>
            <a:prstGeom prst="rect">
              <a:avLst/>
            </a:prstGeom>
            <a:noFill/>
            <a:ln/>
          </p:spPr>
          <p:txBody>
            <a:bodyPr wrap="square" lIns="0" tIns="0" rIns="0" bIns="0" rtlCol="0" anchor="ctr"/>
            <a:lstStyle/>
            <a:p>
              <a:pPr marL="0" indent="0" algn="ctr">
                <a:buNone/>
              </a:pPr>
              <a:r>
                <a:rPr lang="es-MX" sz="650" b="1">
                  <a:solidFill>
                    <a:srgbClr val="FFFFFF"/>
                  </a:solidFill>
                </a:rPr>
                <a:t>RIESGO</a:t>
              </a:r>
              <a:endParaRPr lang="es-MX" sz="650"/>
            </a:p>
          </p:txBody>
        </p:sp>
      </p:grpSp>
      <p:grpSp>
        <p:nvGrpSpPr>
          <p:cNvPr id="262" name="Group 261">
            <a:extLst>
              <a:ext uri="{FF2B5EF4-FFF2-40B4-BE49-F238E27FC236}">
                <a16:creationId xmlns:a16="http://schemas.microsoft.com/office/drawing/2014/main" id="{8AF0D1AB-EB51-DD98-1186-823C7D8533C2}"/>
              </a:ext>
            </a:extLst>
          </p:cNvPr>
          <p:cNvGrpSpPr/>
          <p:nvPr/>
        </p:nvGrpSpPr>
        <p:grpSpPr>
          <a:xfrm>
            <a:off x="630936" y="4304538"/>
            <a:ext cx="548640" cy="164592"/>
            <a:chOff x="630936" y="4725162"/>
            <a:chExt cx="548640" cy="164592"/>
          </a:xfrm>
        </p:grpSpPr>
        <p:sp>
          <p:nvSpPr>
            <p:cNvPr id="263" name="Shape 111">
              <a:extLst>
                <a:ext uri="{FF2B5EF4-FFF2-40B4-BE49-F238E27FC236}">
                  <a16:creationId xmlns:a16="http://schemas.microsoft.com/office/drawing/2014/main" id="{E1FA86F7-F480-3186-24B9-FCCD49BEAEB3}"/>
                </a:ext>
              </a:extLst>
            </p:cNvPr>
            <p:cNvSpPr/>
            <p:nvPr/>
          </p:nvSpPr>
          <p:spPr>
            <a:xfrm>
              <a:off x="630936" y="4725162"/>
              <a:ext cx="548640" cy="164592"/>
            </a:xfrm>
            <a:prstGeom prst="roundRect">
              <a:avLst>
                <a:gd name="adj" fmla="val 16667"/>
              </a:avLst>
            </a:prstGeom>
            <a:solidFill>
              <a:srgbClr val="C0392B"/>
            </a:solidFill>
            <a:ln w="12700">
              <a:solidFill>
                <a:srgbClr val="C0392B"/>
              </a:solidFill>
              <a:prstDash val="solid"/>
            </a:ln>
          </p:spPr>
          <p:txBody>
            <a:bodyPr/>
            <a:lstStyle/>
            <a:p>
              <a:pPr algn="ctr"/>
              <a:endParaRPr lang="es-MX"/>
            </a:p>
          </p:txBody>
        </p:sp>
        <p:sp>
          <p:nvSpPr>
            <p:cNvPr id="264" name="Text 112">
              <a:extLst>
                <a:ext uri="{FF2B5EF4-FFF2-40B4-BE49-F238E27FC236}">
                  <a16:creationId xmlns:a16="http://schemas.microsoft.com/office/drawing/2014/main" id="{C7B1E8B7-0781-0919-C1A7-69368FE6190A}"/>
                </a:ext>
              </a:extLst>
            </p:cNvPr>
            <p:cNvSpPr/>
            <p:nvPr/>
          </p:nvSpPr>
          <p:spPr>
            <a:xfrm>
              <a:off x="630936" y="4725162"/>
              <a:ext cx="548640" cy="164592"/>
            </a:xfrm>
            <a:prstGeom prst="rect">
              <a:avLst/>
            </a:prstGeom>
            <a:noFill/>
            <a:ln/>
          </p:spPr>
          <p:txBody>
            <a:bodyPr wrap="square" lIns="0" tIns="0" rIns="0" bIns="0" rtlCol="0" anchor="ctr"/>
            <a:lstStyle/>
            <a:p>
              <a:pPr marL="0" indent="0" algn="ctr">
                <a:buNone/>
              </a:pPr>
              <a:r>
                <a:rPr lang="es-MX" sz="650" b="1">
                  <a:solidFill>
                    <a:srgbClr val="FFFFFF"/>
                  </a:solidFill>
                </a:rPr>
                <a:t>ISSUE</a:t>
              </a:r>
              <a:endParaRPr lang="es-MX" sz="650"/>
            </a:p>
          </p:txBody>
        </p:sp>
      </p:grpSp>
      <p:sp>
        <p:nvSpPr>
          <p:cNvPr id="265" name="Text 104">
            <a:extLst>
              <a:ext uri="{FF2B5EF4-FFF2-40B4-BE49-F238E27FC236}">
                <a16:creationId xmlns:a16="http://schemas.microsoft.com/office/drawing/2014/main" id="{3C9C6869-CF70-DECC-BEF2-C8DA408C0CFB}"/>
              </a:ext>
            </a:extLst>
          </p:cNvPr>
          <p:cNvSpPr/>
          <p:nvPr/>
        </p:nvSpPr>
        <p:spPr>
          <a:xfrm>
            <a:off x="1352296" y="5242648"/>
            <a:ext cx="4078224" cy="365760"/>
          </a:xfrm>
          <a:prstGeom prst="rect">
            <a:avLst/>
          </a:prstGeom>
          <a:noFill/>
          <a:ln/>
        </p:spPr>
        <p:txBody>
          <a:bodyPr wrap="square" lIns="0" tIns="0" rIns="0" bIns="0" rtlCol="0" anchor="t"/>
          <a:lstStyle/>
          <a:p>
            <a:r>
              <a:rPr lang="es-MX" sz="700" b="1">
                <a:solidFill>
                  <a:srgbClr val="3A3A3A"/>
                </a:solidFill>
              </a:rPr>
              <a:t>Inventario de integraciones sin confirmar — requiere sesión técnica APIficación + SmartVista. </a:t>
            </a:r>
            <a:r>
              <a:rPr lang="es-MX" sz="700">
                <a:solidFill>
                  <a:srgbClr val="3A3A3A"/>
                </a:solidFill>
              </a:rPr>
              <a:t>Número, características técnicas y dependencias de integraciones SIWEB pendientes de validación. Sin este cierre no es posible dimensionar el esfuerzo real ni confirmar el calendario de implementación</a:t>
            </a:r>
            <a:r>
              <a:rPr lang="es-MX" sz="800">
                <a:solidFill>
                  <a:srgbClr val="3A3A3A"/>
                </a:solidFill>
              </a:rPr>
              <a:t>.</a:t>
            </a:r>
            <a:endParaRPr lang="es-MX" sz="800"/>
          </a:p>
        </p:txBody>
      </p:sp>
      <p:sp>
        <p:nvSpPr>
          <p:cNvPr id="278" name="Text 113">
            <a:extLst>
              <a:ext uri="{FF2B5EF4-FFF2-40B4-BE49-F238E27FC236}">
                <a16:creationId xmlns:a16="http://schemas.microsoft.com/office/drawing/2014/main" id="{918FF8FE-A71D-5D8D-78E1-B9D8C308ACBC}"/>
              </a:ext>
            </a:extLst>
          </p:cNvPr>
          <p:cNvSpPr/>
          <p:nvPr/>
        </p:nvSpPr>
        <p:spPr>
          <a:xfrm>
            <a:off x="1352296" y="4240530"/>
            <a:ext cx="4078224" cy="365760"/>
          </a:xfrm>
          <a:prstGeom prst="rect">
            <a:avLst/>
          </a:prstGeom>
          <a:noFill/>
          <a:ln/>
        </p:spPr>
        <p:txBody>
          <a:bodyPr wrap="square" lIns="0" tIns="0" rIns="0" bIns="0" rtlCol="0" anchor="t"/>
          <a:lstStyle/>
          <a:p>
            <a:pPr marL="0" indent="0">
              <a:buNone/>
            </a:pPr>
            <a:r>
              <a:rPr lang="es-MX" sz="700" b="1">
                <a:solidFill>
                  <a:srgbClr val="3A3A3A"/>
                </a:solidFill>
              </a:rPr>
              <a:t>Fechas de implementación sin confirmar — dependencia directa de </a:t>
            </a:r>
            <a:r>
              <a:rPr lang="es-MX" sz="700" b="1" err="1">
                <a:solidFill>
                  <a:srgbClr val="3A3A3A"/>
                </a:solidFill>
              </a:rPr>
              <a:t>DTMs</a:t>
            </a:r>
            <a:r>
              <a:rPr lang="es-MX" sz="700" b="1">
                <a:solidFill>
                  <a:srgbClr val="3A3A3A"/>
                </a:solidFill>
              </a:rPr>
              <a:t> que </a:t>
            </a:r>
            <a:r>
              <a:rPr lang="es-MX" sz="700" b="1" err="1">
                <a:solidFill>
                  <a:srgbClr val="3A3A3A"/>
                </a:solidFill>
              </a:rPr>
              <a:t>APIficación</a:t>
            </a:r>
            <a:r>
              <a:rPr lang="es-MX" sz="700" b="1">
                <a:solidFill>
                  <a:srgbClr val="3A3A3A"/>
                </a:solidFill>
              </a:rPr>
              <a:t> entrega el 18-Ago. </a:t>
            </a:r>
            <a:r>
              <a:rPr lang="es-MX" sz="700">
                <a:solidFill>
                  <a:srgbClr val="3A3A3A"/>
                </a:solidFill>
              </a:rPr>
              <a:t>Sin </a:t>
            </a:r>
            <a:r>
              <a:rPr lang="es-MX" sz="700" err="1">
                <a:solidFill>
                  <a:srgbClr val="3A3A3A"/>
                </a:solidFill>
              </a:rPr>
              <a:t>DTMs</a:t>
            </a:r>
            <a:r>
              <a:rPr lang="es-MX" sz="700">
                <a:solidFill>
                  <a:srgbClr val="3A3A3A"/>
                </a:solidFill>
              </a:rPr>
              <a:t> el equipo de solución SIWEB no puede identificar modificaciones requeridas ni estimar esfuerzo. A partir del 18-Ago se confirmarán fechas de construcción.</a:t>
            </a:r>
          </a:p>
        </p:txBody>
      </p:sp>
      <p:sp>
        <p:nvSpPr>
          <p:cNvPr id="280" name="Text 107">
            <a:extLst>
              <a:ext uri="{FF2B5EF4-FFF2-40B4-BE49-F238E27FC236}">
                <a16:creationId xmlns:a16="http://schemas.microsoft.com/office/drawing/2014/main" id="{6CB54B35-85FE-FFEC-25D3-DEA390E74CDF}"/>
              </a:ext>
            </a:extLst>
          </p:cNvPr>
          <p:cNvSpPr/>
          <p:nvPr/>
        </p:nvSpPr>
        <p:spPr>
          <a:xfrm>
            <a:off x="6528816" y="5242648"/>
            <a:ext cx="864000" cy="365760"/>
          </a:xfrm>
          <a:prstGeom prst="rect">
            <a:avLst/>
          </a:prstGeom>
          <a:noFill/>
          <a:ln/>
        </p:spPr>
        <p:txBody>
          <a:bodyPr wrap="square" lIns="0" tIns="0" rIns="0" bIns="0" rtlCol="0" anchor="t"/>
          <a:lstStyle/>
          <a:p>
            <a:pPr marL="0" indent="0">
              <a:buNone/>
            </a:pPr>
            <a:r>
              <a:rPr lang="es-MX" sz="700">
                <a:solidFill>
                  <a:srgbClr val="3A3A3A"/>
                </a:solidFill>
              </a:rPr>
              <a:t>Plan · Alcance</a:t>
            </a:r>
          </a:p>
        </p:txBody>
      </p:sp>
      <p:sp>
        <p:nvSpPr>
          <p:cNvPr id="281" name="Text 116">
            <a:extLst>
              <a:ext uri="{FF2B5EF4-FFF2-40B4-BE49-F238E27FC236}">
                <a16:creationId xmlns:a16="http://schemas.microsoft.com/office/drawing/2014/main" id="{97101811-CCF8-9302-CE90-592300CE579B}"/>
              </a:ext>
            </a:extLst>
          </p:cNvPr>
          <p:cNvSpPr/>
          <p:nvPr/>
        </p:nvSpPr>
        <p:spPr>
          <a:xfrm>
            <a:off x="6528816" y="4240530"/>
            <a:ext cx="864000" cy="365760"/>
          </a:xfrm>
          <a:prstGeom prst="rect">
            <a:avLst/>
          </a:prstGeom>
          <a:noFill/>
          <a:ln/>
        </p:spPr>
        <p:txBody>
          <a:bodyPr wrap="square" lIns="0" tIns="0" rIns="0" bIns="0" rtlCol="0" anchor="t"/>
          <a:lstStyle/>
          <a:p>
            <a:pPr marL="0" indent="0">
              <a:buNone/>
            </a:pPr>
            <a:r>
              <a:rPr lang="es-MX" sz="700">
                <a:solidFill>
                  <a:srgbClr val="3A3A3A"/>
                </a:solidFill>
              </a:rPr>
              <a:t>Plan · Recursos</a:t>
            </a:r>
            <a:endParaRPr lang="es-MX" sz="700"/>
          </a:p>
        </p:txBody>
      </p:sp>
      <p:sp>
        <p:nvSpPr>
          <p:cNvPr id="286" name="Text 108">
            <a:extLst>
              <a:ext uri="{FF2B5EF4-FFF2-40B4-BE49-F238E27FC236}">
                <a16:creationId xmlns:a16="http://schemas.microsoft.com/office/drawing/2014/main" id="{E95461BC-2C90-50A7-228A-6AECB137FE0A}"/>
              </a:ext>
            </a:extLst>
          </p:cNvPr>
          <p:cNvSpPr/>
          <p:nvPr/>
        </p:nvSpPr>
        <p:spPr>
          <a:xfrm>
            <a:off x="7635240" y="5242648"/>
            <a:ext cx="4425696" cy="365760"/>
          </a:xfrm>
          <a:prstGeom prst="rect">
            <a:avLst/>
          </a:prstGeom>
          <a:noFill/>
          <a:ln/>
        </p:spPr>
        <p:txBody>
          <a:bodyPr wrap="square" lIns="0" tIns="0" rIns="0" bIns="0" rtlCol="0" anchor="t"/>
          <a:lstStyle/>
          <a:p>
            <a:pPr marL="88900" indent="-88900">
              <a:buFont typeface="Arial" panose="020B0604020202020204" pitchFamily="34" charset="0"/>
              <a:buChar char="•"/>
            </a:pPr>
            <a:r>
              <a:rPr lang="es-MX" sz="680">
                <a:solidFill>
                  <a:srgbClr val="3A3A3A"/>
                </a:solidFill>
              </a:rPr>
              <a:t>Ejecutar sesiones técnicas de entendimiento de historias de usuario con </a:t>
            </a:r>
            <a:r>
              <a:rPr lang="es-MX" sz="680" err="1">
                <a:solidFill>
                  <a:srgbClr val="3A3A3A"/>
                </a:solidFill>
              </a:rPr>
              <a:t>APIficación</a:t>
            </a:r>
            <a:r>
              <a:rPr lang="es-MX" sz="680">
                <a:solidFill>
                  <a:srgbClr val="3A3A3A"/>
                </a:solidFill>
              </a:rPr>
              <a:t> + </a:t>
            </a:r>
            <a:r>
              <a:rPr lang="es-MX" sz="680" err="1">
                <a:solidFill>
                  <a:srgbClr val="3A3A3A"/>
                </a:solidFill>
              </a:rPr>
              <a:t>SmartVista</a:t>
            </a:r>
            <a:r>
              <a:rPr lang="es-MX" sz="680">
                <a:solidFill>
                  <a:srgbClr val="3A3A3A"/>
                </a:solidFill>
              </a:rPr>
              <a:t> + SIWEB. </a:t>
            </a:r>
          </a:p>
          <a:p>
            <a:pPr marL="88900" indent="-88900">
              <a:buFont typeface="Arial" panose="020B0604020202020204" pitchFamily="34" charset="0"/>
              <a:buChar char="•"/>
            </a:pPr>
            <a:r>
              <a:rPr lang="es-MX" sz="680">
                <a:solidFill>
                  <a:srgbClr val="3A3A3A"/>
                </a:solidFill>
              </a:rPr>
              <a:t>Al concluir análisis de HUs cerrar inventario de integraciones antes del 22-Ago.</a:t>
            </a:r>
          </a:p>
          <a:p>
            <a:endParaRPr lang="es-MX" sz="680">
              <a:solidFill>
                <a:srgbClr val="3A3A3A"/>
              </a:solidFill>
            </a:endParaRPr>
          </a:p>
        </p:txBody>
      </p:sp>
      <p:sp>
        <p:nvSpPr>
          <p:cNvPr id="289" name="Text 117">
            <a:extLst>
              <a:ext uri="{FF2B5EF4-FFF2-40B4-BE49-F238E27FC236}">
                <a16:creationId xmlns:a16="http://schemas.microsoft.com/office/drawing/2014/main" id="{A8381C61-3CF6-5CD8-14F1-9390E16A04AF}"/>
              </a:ext>
            </a:extLst>
          </p:cNvPr>
          <p:cNvSpPr/>
          <p:nvPr/>
        </p:nvSpPr>
        <p:spPr>
          <a:xfrm>
            <a:off x="7635240" y="4240530"/>
            <a:ext cx="4425696" cy="365760"/>
          </a:xfrm>
          <a:prstGeom prst="rect">
            <a:avLst/>
          </a:prstGeom>
          <a:noFill/>
          <a:ln/>
        </p:spPr>
        <p:txBody>
          <a:bodyPr wrap="square" lIns="0" tIns="0" rIns="0" bIns="0" rtlCol="0" anchor="t"/>
          <a:lstStyle/>
          <a:p>
            <a:pPr marL="88900" indent="-88900">
              <a:buFont typeface="Arial" panose="020B0604020202020204" pitchFamily="34" charset="0"/>
              <a:buChar char="•"/>
            </a:pPr>
            <a:r>
              <a:rPr lang="es-MX" sz="680" err="1">
                <a:solidFill>
                  <a:srgbClr val="3A3A3A"/>
                </a:solidFill>
              </a:rPr>
              <a:t>APIficación</a:t>
            </a:r>
            <a:r>
              <a:rPr lang="es-MX" sz="680">
                <a:solidFill>
                  <a:srgbClr val="3A3A3A"/>
                </a:solidFill>
              </a:rPr>
              <a:t> entrega </a:t>
            </a:r>
            <a:r>
              <a:rPr lang="es-MX" sz="680" err="1">
                <a:solidFill>
                  <a:srgbClr val="3A3A3A"/>
                </a:solidFill>
              </a:rPr>
              <a:t>DTMs</a:t>
            </a:r>
            <a:r>
              <a:rPr lang="es-MX" sz="680">
                <a:solidFill>
                  <a:srgbClr val="3A3A3A"/>
                </a:solidFill>
              </a:rPr>
              <a:t> SIWEB el 18-Ago. Equipo SIWEB confirma fechas de implementación en los 3 días siguientes. Escalar si hay retraso.</a:t>
            </a:r>
          </a:p>
        </p:txBody>
      </p:sp>
      <p:cxnSp>
        <p:nvCxnSpPr>
          <p:cNvPr id="9" name="Straight Connector 8">
            <a:extLst>
              <a:ext uri="{FF2B5EF4-FFF2-40B4-BE49-F238E27FC236}">
                <a16:creationId xmlns:a16="http://schemas.microsoft.com/office/drawing/2014/main" id="{BAA764B0-64E7-1FEB-1393-C90B376759B5}"/>
              </a:ext>
            </a:extLst>
          </p:cNvPr>
          <p:cNvCxnSpPr>
            <a:cxnSpLocks/>
          </p:cNvCxnSpPr>
          <p:nvPr/>
        </p:nvCxnSpPr>
        <p:spPr>
          <a:xfrm>
            <a:off x="187632" y="1248791"/>
            <a:ext cx="2880000" cy="0"/>
          </a:xfrm>
          <a:prstGeom prst="line">
            <a:avLst/>
          </a:prstGeom>
          <a:ln w="9525">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8F2C7F4-3FC7-3845-09F8-05F566781F56}"/>
              </a:ext>
            </a:extLst>
          </p:cNvPr>
          <p:cNvCxnSpPr>
            <a:cxnSpLocks/>
          </p:cNvCxnSpPr>
          <p:nvPr/>
        </p:nvCxnSpPr>
        <p:spPr>
          <a:xfrm>
            <a:off x="187632" y="1552702"/>
            <a:ext cx="2880000" cy="0"/>
          </a:xfrm>
          <a:prstGeom prst="line">
            <a:avLst/>
          </a:prstGeom>
          <a:ln w="9525">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14" name="Shape 53">
            <a:extLst>
              <a:ext uri="{FF2B5EF4-FFF2-40B4-BE49-F238E27FC236}">
                <a16:creationId xmlns:a16="http://schemas.microsoft.com/office/drawing/2014/main" id="{747F0374-A325-69AA-AF48-82FB82FB1402}"/>
              </a:ext>
            </a:extLst>
          </p:cNvPr>
          <p:cNvSpPr/>
          <p:nvPr/>
        </p:nvSpPr>
        <p:spPr>
          <a:xfrm>
            <a:off x="7538721" y="1212289"/>
            <a:ext cx="396000" cy="126000"/>
          </a:xfrm>
          <a:prstGeom prst="roundRect">
            <a:avLst>
              <a:gd name="adj" fmla="val 14286"/>
            </a:avLst>
          </a:prstGeom>
          <a:solidFill>
            <a:schemeClr val="accent2"/>
          </a:solidFill>
          <a:ln w="12700">
            <a:solidFill>
              <a:schemeClr val="accent2"/>
            </a:solidFill>
            <a:prstDash val="solid"/>
          </a:ln>
        </p:spPr>
        <p:txBody>
          <a:bodyPr/>
          <a:lstStyle/>
          <a:p>
            <a:endParaRPr lang="es-MX">
              <a:solidFill>
                <a:prstClr val="black"/>
              </a:solidFill>
              <a:latin typeface="Calibri" panose="020F0502020204030204"/>
            </a:endParaRPr>
          </a:p>
        </p:txBody>
      </p:sp>
      <p:sp>
        <p:nvSpPr>
          <p:cNvPr id="16" name="Shape 53">
            <a:extLst>
              <a:ext uri="{FF2B5EF4-FFF2-40B4-BE49-F238E27FC236}">
                <a16:creationId xmlns:a16="http://schemas.microsoft.com/office/drawing/2014/main" id="{28925DFE-A1C0-C309-1A40-7AD578FF46C1}"/>
              </a:ext>
            </a:extLst>
          </p:cNvPr>
          <p:cNvSpPr/>
          <p:nvPr/>
        </p:nvSpPr>
        <p:spPr>
          <a:xfrm>
            <a:off x="7538721" y="1485882"/>
            <a:ext cx="396000" cy="126000"/>
          </a:xfrm>
          <a:prstGeom prst="roundRect">
            <a:avLst>
              <a:gd name="adj" fmla="val 14286"/>
            </a:avLst>
          </a:prstGeom>
          <a:solidFill>
            <a:schemeClr val="accent2"/>
          </a:solidFill>
          <a:ln w="12700">
            <a:solidFill>
              <a:schemeClr val="accent2"/>
            </a:solidFill>
            <a:prstDash val="solid"/>
          </a:ln>
        </p:spPr>
        <p:txBody>
          <a:bodyPr/>
          <a:lstStyle/>
          <a:p>
            <a:endParaRPr lang="es-MX">
              <a:solidFill>
                <a:prstClr val="black"/>
              </a:solidFill>
              <a:latin typeface="Calibri" panose="020F0502020204030204"/>
            </a:endParaRPr>
          </a:p>
        </p:txBody>
      </p:sp>
      <p:sp>
        <p:nvSpPr>
          <p:cNvPr id="20" name="Shape 105">
            <a:extLst>
              <a:ext uri="{FF2B5EF4-FFF2-40B4-BE49-F238E27FC236}">
                <a16:creationId xmlns:a16="http://schemas.microsoft.com/office/drawing/2014/main" id="{93A3399D-0CE2-5164-4B10-77F5C73306E6}"/>
              </a:ext>
            </a:extLst>
          </p:cNvPr>
          <p:cNvSpPr/>
          <p:nvPr/>
        </p:nvSpPr>
        <p:spPr>
          <a:xfrm>
            <a:off x="5513211" y="4824270"/>
            <a:ext cx="749808" cy="164592"/>
          </a:xfrm>
          <a:prstGeom prst="roundRect">
            <a:avLst>
              <a:gd name="adj" fmla="val 16667"/>
            </a:avLst>
          </a:prstGeom>
          <a:solidFill>
            <a:srgbClr val="C00000"/>
          </a:solidFill>
          <a:ln w="12700">
            <a:solidFill>
              <a:srgbClr val="C00000"/>
            </a:solidFill>
            <a:prstDash val="solid"/>
          </a:ln>
        </p:spPr>
        <p:txBody>
          <a:bodyPr/>
          <a:lstStyle/>
          <a:p>
            <a:pPr algn="ctr"/>
            <a:endParaRPr lang="es-MX"/>
          </a:p>
        </p:txBody>
      </p:sp>
      <p:sp>
        <p:nvSpPr>
          <p:cNvPr id="22" name="Text 106">
            <a:extLst>
              <a:ext uri="{FF2B5EF4-FFF2-40B4-BE49-F238E27FC236}">
                <a16:creationId xmlns:a16="http://schemas.microsoft.com/office/drawing/2014/main" id="{E704CBBA-1FB2-1974-E1A7-5ACAC51D34D0}"/>
              </a:ext>
            </a:extLst>
          </p:cNvPr>
          <p:cNvSpPr/>
          <p:nvPr/>
        </p:nvSpPr>
        <p:spPr>
          <a:xfrm>
            <a:off x="5513211" y="4824270"/>
            <a:ext cx="749808" cy="164592"/>
          </a:xfrm>
          <a:prstGeom prst="rect">
            <a:avLst/>
          </a:prstGeom>
          <a:noFill/>
          <a:ln/>
        </p:spPr>
        <p:txBody>
          <a:bodyPr wrap="square" lIns="0" tIns="0" rIns="0" bIns="0" rtlCol="0" anchor="ctr"/>
          <a:lstStyle/>
          <a:p>
            <a:pPr marL="0" indent="0" algn="ctr">
              <a:buNone/>
            </a:pPr>
            <a:r>
              <a:rPr lang="es-MX" sz="650" b="1">
                <a:solidFill>
                  <a:srgbClr val="FFFFFF"/>
                </a:solidFill>
              </a:rPr>
              <a:t>CRÍTICA</a:t>
            </a:r>
            <a:endParaRPr lang="es-MX" sz="650"/>
          </a:p>
        </p:txBody>
      </p:sp>
      <p:sp>
        <p:nvSpPr>
          <p:cNvPr id="25" name="Shape 123">
            <a:extLst>
              <a:ext uri="{FF2B5EF4-FFF2-40B4-BE49-F238E27FC236}">
                <a16:creationId xmlns:a16="http://schemas.microsoft.com/office/drawing/2014/main" id="{B406D3E7-849B-0BFF-BC25-595C99B25C2F}"/>
              </a:ext>
            </a:extLst>
          </p:cNvPr>
          <p:cNvSpPr/>
          <p:nvPr/>
        </p:nvSpPr>
        <p:spPr>
          <a:xfrm>
            <a:off x="5513832" y="5306656"/>
            <a:ext cx="749808" cy="164592"/>
          </a:xfrm>
          <a:prstGeom prst="roundRect">
            <a:avLst>
              <a:gd name="adj" fmla="val 16667"/>
            </a:avLst>
          </a:prstGeom>
          <a:solidFill>
            <a:srgbClr val="FF0000"/>
          </a:solidFill>
          <a:ln w="12700">
            <a:solidFill>
              <a:srgbClr val="FF0000"/>
            </a:solidFill>
            <a:prstDash val="solid"/>
          </a:ln>
        </p:spPr>
        <p:txBody>
          <a:bodyPr/>
          <a:lstStyle/>
          <a:p>
            <a:pPr algn="ctr"/>
            <a:endParaRPr lang="es-MX"/>
          </a:p>
        </p:txBody>
      </p:sp>
      <p:sp>
        <p:nvSpPr>
          <p:cNvPr id="28" name="Text 124">
            <a:extLst>
              <a:ext uri="{FF2B5EF4-FFF2-40B4-BE49-F238E27FC236}">
                <a16:creationId xmlns:a16="http://schemas.microsoft.com/office/drawing/2014/main" id="{C59336F0-7E87-D41C-4DDD-263018134C9B}"/>
              </a:ext>
            </a:extLst>
          </p:cNvPr>
          <p:cNvSpPr/>
          <p:nvPr/>
        </p:nvSpPr>
        <p:spPr>
          <a:xfrm>
            <a:off x="5513832" y="5306656"/>
            <a:ext cx="749808" cy="164592"/>
          </a:xfrm>
          <a:prstGeom prst="rect">
            <a:avLst/>
          </a:prstGeom>
          <a:noFill/>
          <a:ln>
            <a:noFill/>
          </a:ln>
        </p:spPr>
        <p:txBody>
          <a:bodyPr wrap="square" lIns="0" tIns="0" rIns="0" bIns="0" rtlCol="0" anchor="ctr"/>
          <a:lstStyle/>
          <a:p>
            <a:pPr marL="0" indent="0" algn="ctr">
              <a:buNone/>
            </a:pPr>
            <a:r>
              <a:rPr lang="es-MX" sz="650" b="1">
                <a:solidFill>
                  <a:srgbClr val="FFFFFF"/>
                </a:solidFill>
              </a:rPr>
              <a:t>ALTA</a:t>
            </a:r>
            <a:endParaRPr lang="es-MX" sz="650"/>
          </a:p>
        </p:txBody>
      </p:sp>
      <p:sp>
        <p:nvSpPr>
          <p:cNvPr id="4" name="Ey">
            <a:extLst>
              <a:ext uri="{FF2B5EF4-FFF2-40B4-BE49-F238E27FC236}">
                <a16:creationId xmlns:a16="http://schemas.microsoft.com/office/drawing/2014/main" id="{39CFCA34-13B3-7167-1DA0-785F28113C32}"/>
              </a:ext>
            </a:extLst>
          </p:cNvPr>
          <p:cNvSpPr txBox="1"/>
          <p:nvPr/>
        </p:nvSpPr>
        <p:spPr>
          <a:xfrm>
            <a:off x="380000" y="188056"/>
            <a:ext cx="5000000" cy="153888"/>
          </a:xfrm>
          <a:prstGeom prst="rect">
            <a:avLst/>
          </a:prstGeom>
          <a:noFill/>
          <a:ln>
            <a:noFill/>
          </a:ln>
        </p:spPr>
        <p:txBody>
          <a:bodyPr wrap="square" lIns="0" tIns="0" rIns="0" bIns="0" anchor="ctr">
            <a:spAutoFit/>
          </a:bodyPr>
          <a:lstStyle/>
          <a:p>
            <a:pPr algn="l" defTabSz="228600">
              <a:lnSpc>
                <a:spcPct val="100000"/>
              </a:lnSpc>
              <a:spcBef>
                <a:spcPts val="0"/>
              </a:spcBef>
              <a:spcAft>
                <a:spcPts val="0"/>
              </a:spcAft>
              <a:buNone/>
            </a:pPr>
            <a:r>
              <a:rPr lang="es-MX" sz="1000" b="1" kern="1200">
                <a:solidFill>
                  <a:srgbClr val="888888"/>
                </a:solidFill>
                <a:latin typeface="Poppins"/>
              </a:rPr>
              <a:t>APÉNDICE 3 – DETALLE POR TRACK — ALCANCE, PLAN Y RAID</a:t>
            </a:r>
          </a:p>
        </p:txBody>
      </p:sp>
    </p:spTree>
    <p:extLst>
      <p:ext uri="{BB962C8B-B14F-4D97-AF65-F5344CB8AC3E}">
        <p14:creationId xmlns:p14="http://schemas.microsoft.com/office/powerpoint/2010/main" val="32902792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TBOX" val="Tex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ccenture 2020">
  <a:themeElements>
    <a:clrScheme name="BanCoppel_2025">
      <a:dk1>
        <a:srgbClr val="000000"/>
      </a:dk1>
      <a:lt1>
        <a:srgbClr val="FFFFFF"/>
      </a:lt1>
      <a:dk2>
        <a:srgbClr val="595959"/>
      </a:dk2>
      <a:lt2>
        <a:srgbClr val="EEEEEE"/>
      </a:lt2>
      <a:accent1>
        <a:srgbClr val="1C41E8"/>
      </a:accent1>
      <a:accent2>
        <a:srgbClr val="F0D224"/>
      </a:accent2>
      <a:accent3>
        <a:srgbClr val="052879"/>
      </a:accent3>
      <a:accent4>
        <a:srgbClr val="081754"/>
      </a:accent4>
      <a:accent5>
        <a:srgbClr val="1CA8F7"/>
      </a:accent5>
      <a:accent6>
        <a:srgbClr val="EEE8E3"/>
      </a:accent6>
      <a:hlink>
        <a:srgbClr val="0097A7"/>
      </a:hlink>
      <a:folHlink>
        <a:srgbClr val="0097A7"/>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IMP_Acc_PPT_Tmplt_Graphik_210225_Fixed_Accessible.potx" id="{80BF15C9-A5DA-472C-9F1E-82F4EBB43D59}" vid="{02DD174B-CE7A-418B-90DA-AC9D16AAE59C}"/>
    </a:ext>
  </a:extLst>
</a:theme>
</file>

<file path=ppt/theme/theme2.xml><?xml version="1.0" encoding="utf-8"?>
<a:theme xmlns:a="http://schemas.openxmlformats.org/drawingml/2006/main" name="4_Accenture 2020">
  <a:themeElements>
    <a:clrScheme name="BanCoppel_2025">
      <a:dk1>
        <a:srgbClr val="000000"/>
      </a:dk1>
      <a:lt1>
        <a:srgbClr val="FFFFFF"/>
      </a:lt1>
      <a:dk2>
        <a:srgbClr val="595959"/>
      </a:dk2>
      <a:lt2>
        <a:srgbClr val="EEEEEE"/>
      </a:lt2>
      <a:accent1>
        <a:srgbClr val="1C41E8"/>
      </a:accent1>
      <a:accent2>
        <a:srgbClr val="F0D224"/>
      </a:accent2>
      <a:accent3>
        <a:srgbClr val="052879"/>
      </a:accent3>
      <a:accent4>
        <a:srgbClr val="081754"/>
      </a:accent4>
      <a:accent5>
        <a:srgbClr val="1CA8F7"/>
      </a:accent5>
      <a:accent6>
        <a:srgbClr val="EEE8E3"/>
      </a:accent6>
      <a:hlink>
        <a:srgbClr val="0097A7"/>
      </a:hlink>
      <a:folHlink>
        <a:srgbClr val="0097A7"/>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IMP_Acc_PPT_Tmplt_Graphik_210225_Fixed_Accessible.potx" id="{80BF15C9-A5DA-472C-9F1E-82F4EBB43D59}" vid="{02DD174B-CE7A-418B-90DA-AC9D16AAE59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3E19C14E6CE42D4B977263D409F6C8DA" ma:contentTypeVersion="3" ma:contentTypeDescription="Crear nuevo documento." ma:contentTypeScope="" ma:versionID="2f4c844843fc0eaeefe441df60b3155f">
  <xsd:schema xmlns:xsd="http://www.w3.org/2001/XMLSchema" xmlns:xs="http://www.w3.org/2001/XMLSchema" xmlns:p="http://schemas.microsoft.com/office/2006/metadata/properties" xmlns:ns2="2e63f7ca-11da-434c-beda-f4aca14d09b4" targetNamespace="http://schemas.microsoft.com/office/2006/metadata/properties" ma:root="true" ma:fieldsID="060792bb7d35dfa6360dd3fbf1c23d8f" ns2:_="">
    <xsd:import namespace="2e63f7ca-11da-434c-beda-f4aca14d09b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63f7ca-11da-434c-beda-f4aca14d09b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AAF184F-D41D-4152-9453-168A413CA25F}">
  <ds:schemaRefs>
    <ds:schemaRef ds:uri="http://schemas.microsoft.com/sharepoint/v3/contenttype/forms"/>
  </ds:schemaRefs>
</ds:datastoreItem>
</file>

<file path=customXml/itemProps2.xml><?xml version="1.0" encoding="utf-8"?>
<ds:datastoreItem xmlns:ds="http://schemas.openxmlformats.org/officeDocument/2006/customXml" ds:itemID="{A65A9715-4822-4D4B-B502-AAF583F78BD8}">
  <ds:schemaRefs>
    <ds:schemaRef ds:uri="http://schemas.microsoft.com/office/2006/metadata/properties"/>
    <ds:schemaRef ds:uri="http://www.w3.org/XML/1998/namespace"/>
    <ds:schemaRef ds:uri="http://schemas.openxmlformats.org/package/2006/metadata/core-properties"/>
    <ds:schemaRef ds:uri="http://purl.org/dc/dcmitype/"/>
    <ds:schemaRef ds:uri="http://purl.org/dc/elements/1.1/"/>
    <ds:schemaRef ds:uri="http://schemas.microsoft.com/office/2006/documentManagement/types"/>
    <ds:schemaRef ds:uri="http://purl.org/dc/terms/"/>
    <ds:schemaRef ds:uri="http://schemas.microsoft.com/office/infopath/2007/PartnerControls"/>
    <ds:schemaRef ds:uri="bcf21e1d-e7b2-4ba8-bb72-ca5e3ff425f9"/>
  </ds:schemaRefs>
</ds:datastoreItem>
</file>

<file path=customXml/itemProps3.xml><?xml version="1.0" encoding="utf-8"?>
<ds:datastoreItem xmlns:ds="http://schemas.openxmlformats.org/officeDocument/2006/customXml" ds:itemID="{9F15B136-D9B2-423C-8C9C-00F7A1B896FB}"/>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
  <TotalTime>0</TotalTime>
  <Words>6418</Words>
  <Application>Microsoft Office PowerPoint</Application>
  <PresentationFormat>Widescreen</PresentationFormat>
  <Paragraphs>900</Paragraphs>
  <Slides>20</Slides>
  <Notes>20</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31" baseType="lpstr">
      <vt:lpstr>Aptos</vt:lpstr>
      <vt:lpstr>Arial</vt:lpstr>
      <vt:lpstr>Calibri</vt:lpstr>
      <vt:lpstr>Graphik</vt:lpstr>
      <vt:lpstr>Graphik (Body)</vt:lpstr>
      <vt:lpstr>Poppins</vt:lpstr>
      <vt:lpstr>Poppins Light</vt:lpstr>
      <vt:lpstr>Tahoma</vt:lpstr>
      <vt:lpstr>Accenture 2020</vt:lpstr>
      <vt:lpstr>4_Accenture 2020</vt:lpstr>
      <vt:lpstr>think-cell Slide</vt:lpstr>
      <vt:lpstr>Roadmap R4</vt:lpstr>
      <vt:lpstr>ROADMAP R4</vt:lpstr>
      <vt:lpstr>PowerPoint Presentation</vt:lpstr>
      <vt:lpstr>PowerPoint Presentation</vt:lpstr>
      <vt:lpstr>PowerPoint Presentation</vt:lpstr>
      <vt:lpstr>PowerPoint Presentation</vt:lpstr>
      <vt:lpstr>PowerPoint Presentation</vt:lpstr>
      <vt:lpstr>Próximos pasos Roadmap R4</vt:lpstr>
      <vt:lpstr>GRACIAS</vt:lpstr>
      <vt:lpstr>Apéndices</vt:lpstr>
      <vt:lpstr>Apéndice 1 – Inventario de sesiones de análisis por track </vt:lpstr>
      <vt:lpstr>Apéndice 2 – Detalle de Inventario de HUs e Inventario de integraciones</vt:lpstr>
      <vt:lpstr>Apéndice 2 – Detalle de Inventario de HUs e Inventario de integraciones</vt:lpstr>
      <vt:lpstr>PowerPoint Presentation</vt:lpstr>
      <vt:lpstr>PowerPoint Presentation</vt:lpstr>
      <vt:lpstr>Apéndice 3 – Detalle por track — alcance, plan y RAID</vt:lpstr>
      <vt:lpstr>PowerPoint Presentation</vt:lpstr>
      <vt:lpstr>PowerPoint Presentation</vt:lpstr>
      <vt:lpstr>PowerPoint Presentation</vt:lpstr>
      <vt:lpstr>PowerPoint Presentation</vt:lpstr>
    </vt:vector>
  </TitlesOfParts>
  <Manager/>
  <Company>Accenture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Banking Modernization</dc:subject>
  <dc:creator>m.a.de.tomas.mures@accenture.com</dc:creator>
  <cp:keywords/>
  <cp:lastModifiedBy>Cervantes, Ana</cp:lastModifiedBy>
  <cp:revision>1</cp:revision>
  <cp:lastPrinted>2025-11-14T08:57:03Z</cp:lastPrinted>
  <dcterms:created xsi:type="dcterms:W3CDTF">2022-04-27T16:46:11Z</dcterms:created>
  <dcterms:modified xsi:type="dcterms:W3CDTF">2026-08-12T18:11:10Z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0x0101003E19C14E6CE42D4B977263D409F6C8DA</vt:lpwstr>
  </property>
  <property fmtid="{D5CDD505-2E9C-101B-9397-08002B2CF9AE}" pid="3" name="NXPowerLiteLastOptimized">
    <vt:lpwstr>3154886</vt:lpwstr>
  </property>
  <property fmtid="{D5CDD505-2E9C-101B-9397-08002B2CF9AE}" pid="4" name="NXPowerLiteSettings">
    <vt:lpwstr>F78007B004F000</vt:lpwstr>
  </property>
  <property fmtid="{D5CDD505-2E9C-101B-9397-08002B2CF9AE}" pid="5" name="NXPowerLiteVersion">
    <vt:lpwstr>D9.1.2</vt:lpwstr>
  </property>
</Properties>
</file>