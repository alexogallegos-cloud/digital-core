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4754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" y="950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UNITY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Blueprint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" y="2560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interoperabilidad del ecosistema 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Bancoppel Plan Director - Interoperability Blueprint  ·  v0.1  ·  Julio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749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pic>
        <p:nvPicPr>
          <p:cNvPr id="12" name="Image 0" descr="/home/claude/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0" y="365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52160" y="877824"/>
            <a:ext cx="5943600" cy="1828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91440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852160" y="115214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interop: Apolo, Transact, SmartVista y legado PISA/Informix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2160" y="155448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52160" y="179222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E-IN-05 (bases) · insumo de E-IN-07 (estrategia completa)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219456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52160" y="243230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de arranque de talleres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83464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52160" y="307238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TI · Design Authority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este blueprint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único de la capa de interoperabilidad de UNITY: qué capacidades, patrones y herramientas conectan Apolo, Transact, SmartVista y el legado PISA/Informix. Fundamentado en el inventario E-IN-03 y el catálogo E-IN-05.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ahora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se gestiona en silos: seis protocolos activos (ISO 8583, SOAP, REST, Interact, SFTP, archivos) sin visión E2E. INT-01 está materializado. Sin un mapa común, cada equipo decide con información parcial.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907792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no 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291840"/>
            <a:ext cx="11676888" cy="64008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346704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la arquitectura técnica de infraestructura (switches, hilos, interfaces Informix) — eso es E-AQ-02. No prescribe patrones objetivo donde el Design Authority aún no ha decidido.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y dominios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0" y="365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8229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BLUEPRINT</a:t>
            </a:r>
            <a:endParaRPr lang="en-US" sz="900" dirty="0"/>
          </a:p>
        </p:txBody>
      </p:sp>
      <p:pic>
        <p:nvPicPr>
          <p:cNvPr id="12" name="Image 0" descr="/home/claude/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116768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0 (dominios)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0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463040"/>
                <a:gridCol w="1463040"/>
                <a:gridCol w="14630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&amp;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Kernel &amp; Platform — IC-01 a IC-12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9144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4215384"/>
                <a:gridCol w="1563624"/>
                <a:gridCol w="1746504"/>
                <a:gridCol w="288950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&amp; Access Management (IAM)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 / SSO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 &amp; Threat Mgmt (VTM)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 Encryption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Kernel &amp; Platform — IC-13 a IC-24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9144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4215384"/>
                <a:gridCol w="1563624"/>
                <a:gridCol w="1746504"/>
                <a:gridCol w="288950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Logging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Aggregation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Health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 Tracing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/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/ Technical Dashboards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Flag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UUID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Inbound - API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Kernel &amp; Platform — IC-25 a IC-36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9144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4215384"/>
                <a:gridCol w="1563624"/>
                <a:gridCol w="1746504"/>
                <a:gridCol w="288950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Outbound - API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Gateway (SFTP)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OpenBanking 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Versioning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Handling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 Portal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Coexistencia &amp; Legacy + Distributed Transactions — IC-37 a IC-48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  <a:gridCol w="2377440"/>
                <a:gridCol w="1188720"/>
                <a:gridCol w="132588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Adaptor PISA / Informix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 sobre Informix — Wrapper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 BUS → MuleSoft Bridge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Anti-Corruption Layer (ACL)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Strangler 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 / Syndein Adaptor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Coexistencia &amp;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Orchestrator (stateless)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Choreography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&amp; Forward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Consistency (2PC)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Consistency (Saga / Compensation)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Administration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Transversal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Event Processing — IC-49 a IC-57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  <a:gridCol w="2377440"/>
                <a:gridCol w="1188720"/>
                <a:gridCol w="132588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Streaming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Registry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Multi-protocol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Sourcing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Event Processing (CEP)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Mesh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 / Kappa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Omnichannel &amp; Canales + Infrastructure — IC-58 a IC-72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  <a:gridCol w="2377440"/>
                <a:gridCol w="1188720"/>
                <a:gridCol w="132588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Data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Orchestration (stateful workflow)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CED N4 — Arquitectura Dual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Apolo + Transact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Canales Digitales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Canales Físicos / OFI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 / Session Replication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Omnichannel &amp; Canales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Runtimes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 Platform Configurations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Strategies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Mesh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Circuit Breaker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Chaos Engineering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Scoring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SmartVista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 · L1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6400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capacidades — Nivel 1 (83 capacidades) — Data Delivery — IC-73 a IC-83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  <a:gridCol w="2377440"/>
                <a:gridCol w="1188720"/>
                <a:gridCol w="132588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Catalog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Data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Data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Virtualization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Data Capture (CDC)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CQRS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Aggregation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 — Golden Record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IC-83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DataStage — Re-mapeo de fuentes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603504"/>
            <a:ext cx="128016" cy="128016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01000" y="603504"/>
            <a:ext cx="128016" cy="12801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35440" y="603504"/>
            <a:ext cx="128016" cy="128016"/>
          </a:xfrm>
          <a:prstGeom prst="rect">
            <a:avLst/>
          </a:prstGeom>
          <a:solidFill>
            <a:srgbClr val="D4007A"/>
          </a:solidFill>
          <a:ln/>
        </p:spPr>
      </p:sp>
      <p:sp>
        <p:nvSpPr>
          <p:cNvPr id="17" name="Text 14"/>
          <p:cNvSpPr/>
          <p:nvPr/>
        </p:nvSpPr>
        <p:spPr>
          <a:xfrm>
            <a:off x="940003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69880" y="603504"/>
            <a:ext cx="128016" cy="12801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9" name="Text 16"/>
          <p:cNvSpPr/>
          <p:nvPr/>
        </p:nvSpPr>
        <p:spPr>
          <a:xfrm>
            <a:off x="10634472" y="585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UNITY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116768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Instanciación de dominios en UNITY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4114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Plataforma(s)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en la interop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Canales /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 de cliente, formularios, validaciones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Transaccional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 (T24)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Apertura de cuenta, saldos, movimientos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Tarjetas y Pagos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SmartVista (BPC)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Autorización TDC, ISO 8583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Legado / PISA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PISA/Informix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actual en coexistencia; sin mapa funcional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/ 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Apigee · MuleSoft · IBM BUS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Enrutamiento, orquestación, ESB en migración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/ MDM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 · DataStage · DWH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 Record y pipelines analíticos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Coexistencia, orquestación y transacciones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0" y="365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8229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BLUEPRINT</a:t>
            </a:r>
            <a:endParaRPr lang="en-US" sz="900" dirty="0"/>
          </a:p>
        </p:txBody>
      </p:sp>
      <p:pic>
        <p:nvPicPr>
          <p:cNvPr id="12" name="Image 0" descr="/home/claude/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· PISA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PISA ↔ 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82296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documento define cómo Apolo, Transact o SmartVista acceden a PISA durante la coexistencia. La integración Apolo↔PISA (T-03/T-04 del inventario) está en Confianza Baja. El diseño de esta capa es la decisión de arquitectura más sensible del programa.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84708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Adaptor hacia Informix [PENDIENTE TALLER + DA]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231136"/>
            <a:ext cx="1167688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286000"/>
            <a:ext cx="11320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No existe adaptador genérico hacia PISA. ~80 SUDs ejecutan SPL sobre Informix; 13.000–14.000 stored procedures sin mapa funcional (ARQ-07). El patrón (wrapper de servicios, Anti-Corruption Layer, Strangler) se decide en el Design Authority — no se prescribe aquí.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Atomicidad entre dos cores y el legado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Transact y SmartVista como cores nuevos más PISA activo, una operación puede tocar tres sistemas. La consistencia distribuida (Saga/compensación vs 2PC) no está diseñada (IC-47, Gap crítico).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pendiente [DA]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Elegir mecanismo de atomicidad y su tecnología. Informix está cerca de sus límites transaccionales (ARQ-10), lo que condiciona la opción 2PC. Decisión de Design Authority dentro de E-IN-05/E-IN-07.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ADAPTORS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Adaptadores y puente transitorio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wrappers exponen servicios de PISA como APIs orquestables. El puente IBM BUS → MuleSoft (IC-39) es el componente transitorio de migración del ESB actual hacia la capa de integración objetivo.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Interact/Syndein hacia sucursales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 y SIWEB integran contra el core vía tramas Interact/Syndein (IC-42). Activo en canales físicos; sin plan de re-integración documentado.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FORWARD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cuando PISA no está disponible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82296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diseño de Store &amp; Forward (IC-45, Gap). Programa acciones futuras con reintentos y da continuidad cuando un sistema anfitrión está en ventana de mantenimiento. Relevante para la arquitectura transitoria de CED N4.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hoy, MuleSoft objetivo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es el gestor de APIs actual. Tiene EOL en 2027 (ARQ-09); OpenBanking y BancoppelWS dependen de él. La migración a MuleSoft no tiene plan ni inventario de APIs documentado.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Redespliegues recurrentes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de 3 redespliegues por despliegue original, por errores de configuración (IPs, MuleSoft/Apigee) — INT-02, materializado. Requiere checklist de conectividad por ambiente.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· GOLDEN RECORD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como capacidad de interoperabilidad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82296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gestiona el Golden Record (registro único de cliente) que alimenta SmartVista y Transact. Su Fase 2 (Sep-2026) condiciona la migración TDC R4 de SmartVista (INT-09, H21 del roadmap).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84708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sin diseñar [E-IN-06]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231136"/>
            <a:ext cx="11676888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286000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El diseño de API, el modelo de datos del Golden Record y la secuencia de sincronización con SmartVista/Transact no existen (T-05/T-06/T-07, Confianza Baja). Es el entregable E-IN-06; dependencia crítica.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· CED N4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dual de CED N4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 N4 involucra dos plataformas con roles no intercambiables: Apolo gestiona el onboarding (captura, formularios, validaciones); Transact gestiona el core transaccional (apertura de cuenta, saldos, movimientos).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canal y aprobaciones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Data Management (IC-58) recarga datos capturados para reducir abandono en onboarding. El flujo de aprobaciones (IC-60) intercepta servicios que requieren confirmación. Ambos en Gap.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 E2E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observabilidad de un proceso de punta a punta entre los seis protocolos activos (IC-18, Gap). Cuando algo falla en producción, no hay mapa que ubique el problema. Núcleo del riesgo INT-01.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 Datadog [PENDIENTE]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La extensión de Datadog para observabilidad E2E se propone en la remediación de INT-01, pero no está documentada. Splunk es la herramienta de monitorización actual del programa (doc 12); presenta problemas de performance conocidos en correlación E2E entre protocolos.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SEGURIDAD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Entrada/salida vía DMZ hacia terceros, procesadores de pago e instituciones. File Gateway sobre SFTP (remesas, CECOBAN). Event Gateway sin definición (TBD), sujeto a la decisión de arquitectura de eventos.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la capa de interop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IAM, gestión de tokens y certificados dependen hoy de microservicios sin capa unificada. No hay observabilidad ni respuesta de ciberseguridad sobre las capas de interoperabilidad.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y datos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0" y="365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8229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BLUEPRINT</a:t>
            </a:r>
            <a:endParaRPr lang="en-US" sz="900" dirty="0"/>
          </a:p>
        </p:txBody>
      </p:sp>
      <p:pic>
        <p:nvPicPr>
          <p:cNvPr id="12" name="Image 0" descr="/home/claude/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eventos [PENDIENTE DA]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109728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Todo el track de Event Processing (9 capacidades, IC-49 a IC-57) está Pendiente DA. La arquitectura de eventos de UNITY no está definida. La decisión de plataforma y patrón corresponde a E-IN-05/E-IN-07 y al Design Authority. No se prescribe patrón objetivo.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E2E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 extremo a extremo [BORRADOR]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91440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Autorización POS: SmartVista valida la transacción (ISO 8583), consulta el Golden Record de ATLAS y refleja el movimiento en Transact. Sirve para validar la interacción entre los tres sistemas. Detalle pendiente de taller.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DELIVERY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Re-mapeo DataStage post-Informix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82296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pipelines de DataStage toman datos de Informix. Cuando Informix se decomise, se rompen (IC-83, Gap). El re-mapeo hacia Transact/SmartVista como fuente es prerequisito de continuidad analítica y regulatoria (T-17/T-19, Confianza Baja).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84708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para desacople gradual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231136"/>
            <a:ext cx="11676888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286000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Data Capture (IC-79) se propone para desacoplar Informix de forma progresiva (ARQ-07). Su adopción como patrón es decisión de Design Authority.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batch — CECOBAN, SPEI, remesas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82296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en lotes vía DataStage y Control-M (IC-76). Gobierno de batch pendiente (INT-05): catálogo de jobs de Control-M con frecuencia, dependencias y sistemas destino no documentado.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548640"/>
            <a:ext cx="116768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candidato de interoperabilidad [BORRADOR]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59536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9436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actual / candidata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Apigee (actual, EOL 2027) → MuleSoft (objetivo)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migración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ESB / 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 BUS (actual) → MuleSoft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migración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decidir — 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 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Splunk (actual) + Datadog (propuesta E2E)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connectors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Wrappers hacia PISA/Informix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 (Golden Record)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603504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cierran los talleres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87552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42416"/>
            <a:ext cx="1132027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owners (hoy 'Por asignar'). Elevar las entradas de Confianza Baja del inventario. Reducir las 41 capacidades en Gap o Pendiente DA a medida que el Design Authority cierra decisiones.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755648"/>
            <a:ext cx="113202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que escalan al Design Authority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11676888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94560"/>
            <a:ext cx="1132027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Adaptor a PISA, atomicidad distribuida con dos cores, arquitectura de eventos, integración ATLAS. Ninguna se resuelve dentro de un stream.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661404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INTEROPERABILIDAD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1D93F977-D894-4483-A15C-33BDDAE8DFA9}"/>
</file>

<file path=customXml/itemProps2.xml><?xml version="1.0" encoding="utf-8"?>
<ds:datastoreItem xmlns:ds="http://schemas.openxmlformats.org/officeDocument/2006/customXml" ds:itemID="{0D528C77-3A85-4173-81FA-35DE636A5283}"/>
</file>

<file path=customXml/itemProps3.xml><?xml version="1.0" encoding="utf-8"?>
<ds:datastoreItem xmlns:ds="http://schemas.openxmlformats.org/officeDocument/2006/customXml" ds:itemID="{60C40A3A-8168-4671-A928-9AC3F3E2E0B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2026-07-14T18:58:18Z</dcterms:created>
  <dcterms:modified xsi:type="dcterms:W3CDTF">2026-07-14T18:58:18Z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