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" r:id="rId5"/>
    <p:sldId id="256" r:id="rId6"/>
    <p:sldId id="258" r:id="rId7"/>
    <p:sldId id="25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797"/>
    <a:srgbClr val="FFFFFF"/>
    <a:srgbClr val="D6A822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Pichardo, Joaquín Ernesto" userId="c87ddcfd-47b6-4d33-88ec-183604329254" providerId="ADAL" clId="{FEED0C0E-EE09-4E8C-9317-9489866A5FB2}"/>
    <pc:docChg chg="undo custSel addSld modSld">
      <pc:chgData name="Antonio Pichardo, Joaquín Ernesto" userId="c87ddcfd-47b6-4d33-88ec-183604329254" providerId="ADAL" clId="{FEED0C0E-EE09-4E8C-9317-9489866A5FB2}" dt="2026-08-16T17:57:32.577" v="195" actId="478"/>
      <pc:docMkLst>
        <pc:docMk/>
      </pc:docMkLst>
      <pc:sldChg chg="modSp mod">
        <pc:chgData name="Antonio Pichardo, Joaquín Ernesto" userId="c87ddcfd-47b6-4d33-88ec-183604329254" providerId="ADAL" clId="{FEED0C0E-EE09-4E8C-9317-9489866A5FB2}" dt="2026-08-11T00:10:24.754" v="192" actId="1038"/>
        <pc:sldMkLst>
          <pc:docMk/>
          <pc:sldMk cId="0" sldId="256"/>
        </pc:sldMkLst>
        <pc:spChg chg="mod">
          <ac:chgData name="Antonio Pichardo, Joaquín Ernesto" userId="c87ddcfd-47b6-4d33-88ec-183604329254" providerId="ADAL" clId="{FEED0C0E-EE09-4E8C-9317-9489866A5FB2}" dt="2026-08-10T23:56:37.369" v="16" actId="1076"/>
          <ac:spMkLst>
            <pc:docMk/>
            <pc:sldMk cId="0" sldId="256"/>
            <ac:spMk id="468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1T00:10:24.754" v="192" actId="1038"/>
          <ac:spMkLst>
            <pc:docMk/>
            <pc:sldMk cId="0" sldId="256"/>
            <ac:spMk id="545" creationId="{00000000-0000-0000-0000-000000000000}"/>
          </ac:spMkLst>
        </pc:spChg>
      </pc:sldChg>
      <pc:sldChg chg="addSp delSp modSp add mod setBg">
        <pc:chgData name="Antonio Pichardo, Joaquín Ernesto" userId="c87ddcfd-47b6-4d33-88ec-183604329254" providerId="ADAL" clId="{FEED0C0E-EE09-4E8C-9317-9489866A5FB2}" dt="2026-08-16T17:57:32.577" v="195" actId="478"/>
        <pc:sldMkLst>
          <pc:docMk/>
          <pc:sldMk cId="0" sldId="257"/>
        </pc:sldMkLst>
        <pc:spChg chg="add del mod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10" creationId="{BBE81BEF-1220-43B5-BFAB-5269DB8394B9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12" creationId="{F00F3406-CCBE-B349-DDE3-C262D344DE65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14" creationId="{CF38931C-3E3C-FF5A-1088-FC30DB43FE81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16" creationId="{156642F8-E9EF-ED6F-DAD9-D8CB42FB9873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18" creationId="{12F76AAC-D9FA-4AEA-3E3F-00608387A886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20" creationId="{055CC748-028F-E8F0-5B40-AA49337F8C47}"/>
          </ac:spMkLst>
        </pc:spChg>
        <pc:spChg chg="add del">
          <ac:chgData name="Antonio Pichardo, Joaquín Ernesto" userId="c87ddcfd-47b6-4d33-88ec-183604329254" providerId="ADAL" clId="{FEED0C0E-EE09-4E8C-9317-9489866A5FB2}" dt="2026-08-16T17:57:32.577" v="195" actId="478"/>
          <ac:spMkLst>
            <pc:docMk/>
            <pc:sldMk cId="0" sldId="257"/>
            <ac:spMk id="522" creationId="{19C44D26-76E7-F6A5-8CAD-4DC45B251C0C}"/>
          </ac:spMkLst>
        </pc:spChg>
      </pc:sldChg>
      <pc:sldChg chg="addSp delSp modSp add mod setBg">
        <pc:chgData name="Antonio Pichardo, Joaquín Ernesto" userId="c87ddcfd-47b6-4d33-88ec-183604329254" providerId="ADAL" clId="{FEED0C0E-EE09-4E8C-9317-9489866A5FB2}" dt="2026-08-11T00:10:12.844" v="172" actId="1037"/>
        <pc:sldMkLst>
          <pc:docMk/>
          <pc:sldMk cId="0" sldId="258"/>
        </pc:sldMkLst>
        <pc:spChg chg="mod">
          <ac:chgData name="Antonio Pichardo, Joaquín Ernesto" userId="c87ddcfd-47b6-4d33-88ec-183604329254" providerId="ADAL" clId="{FEED0C0E-EE09-4E8C-9317-9489866A5FB2}" dt="2026-08-11T00:08:00.700" v="108" actId="208"/>
          <ac:spMkLst>
            <pc:docMk/>
            <pc:sldMk cId="0" sldId="258"/>
            <ac:spMk id="421" creationId="{00000000-0000-0000-0000-000000000000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12" creationId="{F5E25C85-18FF-CF4B-9881-08059A62D8D4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14" creationId="{50A81550-F9AA-3732-F1D6-AA26CCD02CE4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16" creationId="{A2F365F2-FD3E-F9C4-D84C-DC40E25AD702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20" creationId="{07E9D9DC-F0AF-E500-393B-75E9811B637D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22" creationId="{9118FB3F-79CD-687E-7DF8-CA3F55D176DF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28" creationId="{6F4759F4-9108-B6D7-6978-7FCA75E9772D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36" creationId="{5FB65956-7E67-9B29-B478-CA7604428102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38" creationId="{21FFD221-C746-EA82-8CA4-D3FD06219A07}"/>
          </ac:spMkLst>
        </pc:spChg>
        <pc:spChg chg="add">
          <ac:chgData name="Antonio Pichardo, Joaquín Ernesto" userId="c87ddcfd-47b6-4d33-88ec-183604329254" providerId="ADAL" clId="{FEED0C0E-EE09-4E8C-9317-9489866A5FB2}" dt="2026-08-10T23:54:21.236" v="5" actId="22"/>
          <ac:spMkLst>
            <pc:docMk/>
            <pc:sldMk cId="0" sldId="258"/>
            <ac:spMk id="540" creationId="{597731AF-979E-ADEC-2E67-41A5D93CF378}"/>
          </ac:spMkLst>
        </pc:spChg>
        <pc:spChg chg="mod">
          <ac:chgData name="Antonio Pichardo, Joaquín Ernesto" userId="c87ddcfd-47b6-4d33-88ec-183604329254" providerId="ADAL" clId="{FEED0C0E-EE09-4E8C-9317-9489866A5FB2}" dt="2026-08-10T23:55:27.688" v="10" actId="208"/>
          <ac:spMkLst>
            <pc:docMk/>
            <pc:sldMk cId="0" sldId="258"/>
            <ac:spMk id="555" creationId="{9BD95C84-CC32-8A0A-CA76-4B87B0B51C83}"/>
          </ac:spMkLst>
        </pc:spChg>
        <pc:spChg chg="add mod">
          <ac:chgData name="Antonio Pichardo, Joaquín Ernesto" userId="c87ddcfd-47b6-4d33-88ec-183604329254" providerId="ADAL" clId="{FEED0C0E-EE09-4E8C-9317-9489866A5FB2}" dt="2026-08-10T23:55:14.185" v="9" actId="207"/>
          <ac:spMkLst>
            <pc:docMk/>
            <pc:sldMk cId="0" sldId="258"/>
            <ac:spMk id="557" creationId="{D352F031-B94E-870D-EA59-98F14F9BC062}"/>
          </ac:spMkLst>
        </pc:spChg>
        <pc:spChg chg="add mod">
          <ac:chgData name="Antonio Pichardo, Joaquín Ernesto" userId="c87ddcfd-47b6-4d33-88ec-183604329254" providerId="ADAL" clId="{FEED0C0E-EE09-4E8C-9317-9489866A5FB2}" dt="2026-08-11T00:10:12.844" v="172" actId="1037"/>
          <ac:spMkLst>
            <pc:docMk/>
            <pc:sldMk cId="0" sldId="258"/>
            <ac:spMk id="559" creationId="{334D49AF-2D40-0DDE-A45C-41D5477C8923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61" creationId="{B567B112-82A8-CB7D-C903-41DE4530941B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63" creationId="{0D9ABC4C-60F4-6580-7313-B24CDF21FF0B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65" creationId="{FDD5B5AA-6FC1-6233-367E-CBCD3E130ECC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67" creationId="{A1DB7EDB-E0EC-EB4E-7755-A9318CD0D4CD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69" creationId="{B61BE3A9-FC3E-3062-F1DB-A2E97693AFB2}"/>
          </ac:spMkLst>
        </pc:spChg>
        <pc:spChg chg="add">
          <ac:chgData name="Antonio Pichardo, Joaquín Ernesto" userId="c87ddcfd-47b6-4d33-88ec-183604329254" providerId="ADAL" clId="{FEED0C0E-EE09-4E8C-9317-9489866A5FB2}" dt="2026-08-10T23:56:52.768" v="17" actId="22"/>
          <ac:spMkLst>
            <pc:docMk/>
            <pc:sldMk cId="0" sldId="258"/>
            <ac:spMk id="571" creationId="{30710BD0-5565-F42F-983B-8401AA825C54}"/>
          </ac:spMkLst>
        </pc:spChg>
      </pc:sldChg>
      <pc:sldChg chg="addSp delSp modSp add mod setBg">
        <pc:chgData name="Antonio Pichardo, Joaquín Ernesto" userId="c87ddcfd-47b6-4d33-88ec-183604329254" providerId="ADAL" clId="{FEED0C0E-EE09-4E8C-9317-9489866A5FB2}" dt="2026-08-11T00:09:56.742" v="148" actId="1037"/>
        <pc:sldMkLst>
          <pc:docMk/>
          <pc:sldMk cId="0" sldId="259"/>
        </pc:sldMkLst>
        <pc:spChg chg="mod">
          <ac:chgData name="Antonio Pichardo, Joaquín Ernesto" userId="c87ddcfd-47b6-4d33-88ec-183604329254" providerId="ADAL" clId="{FEED0C0E-EE09-4E8C-9317-9489866A5FB2}" dt="2026-08-11T00:08:32.144" v="110" actId="208"/>
          <ac:spMkLst>
            <pc:docMk/>
            <pc:sldMk cId="0" sldId="259"/>
            <ac:spMk id="421" creationId="{00000000-0000-0000-0000-000000000000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10" creationId="{1C52C637-8EAA-2E85-2571-39FA0A401565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20" creationId="{119BE87E-DFD0-21C7-6008-BBCAA8679642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22" creationId="{29608195-D34D-5B63-D07D-A22A2D911459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26" creationId="{603BBA98-13C7-772D-DE9A-E6B9AC8AB8AA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28" creationId="{FEF5B23C-6329-0AEA-79E6-A75846D94F81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30" creationId="{F721D99D-EEC0-D70D-066E-7DF06D59A5B4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32" creationId="{8ACEEF20-C640-578D-2782-220CDA32B009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34" creationId="{39853D89-3139-3FA6-8996-467E6168BDD5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38" creationId="{2DE9C3FC-7545-2C5C-B7B8-F670D13225B1}"/>
          </ac:spMkLst>
        </pc:spChg>
        <pc:spChg chg="add">
          <ac:chgData name="Antonio Pichardo, Joaquín Ernesto" userId="c87ddcfd-47b6-4d33-88ec-183604329254" providerId="ADAL" clId="{FEED0C0E-EE09-4E8C-9317-9489866A5FB2}" dt="2026-08-11T00:07:31.787" v="106" actId="22"/>
          <ac:spMkLst>
            <pc:docMk/>
            <pc:sldMk cId="0" sldId="259"/>
            <ac:spMk id="540" creationId="{01271188-63B6-5C5B-C2BD-7284C199281F}"/>
          </ac:spMkLst>
        </pc:spChg>
        <pc:spChg chg="add mod">
          <ac:chgData name="Antonio Pichardo, Joaquín Ernesto" userId="c87ddcfd-47b6-4d33-88ec-183604329254" providerId="ADAL" clId="{FEED0C0E-EE09-4E8C-9317-9489866A5FB2}" dt="2026-08-11T00:09:56.742" v="148" actId="1037"/>
          <ac:spMkLst>
            <pc:docMk/>
            <pc:sldMk cId="0" sldId="259"/>
            <ac:spMk id="1813" creationId="{21D27749-5575-92F0-041A-7FA90EDC0FEB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15" creationId="{71A7EFDE-1BD6-1F7D-D7EC-EEC2D0BFB77A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17" creationId="{BDE56AB4-72D1-751B-8B2E-9CE7CDEAF41C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19" creationId="{CE4F90FC-F884-78A2-E3AE-B2062975AB0B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21" creationId="{57FBA19A-15F3-5F12-52CC-8BE32C00F86A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23" creationId="{104B0EF9-AF17-8971-8E72-C66AE16EB9DB}"/>
          </ac:spMkLst>
        </pc:spChg>
        <pc:spChg chg="add">
          <ac:chgData name="Antonio Pichardo, Joaquín Ernesto" userId="c87ddcfd-47b6-4d33-88ec-183604329254" providerId="ADAL" clId="{FEED0C0E-EE09-4E8C-9317-9489866A5FB2}" dt="2026-08-11T00:09:15.895" v="111" actId="22"/>
          <ac:spMkLst>
            <pc:docMk/>
            <pc:sldMk cId="0" sldId="259"/>
            <ac:spMk id="1825" creationId="{0D081EC0-ECB6-4BF7-9C23-F951FB124C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42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3158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3158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13" name="Shape 311"/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4" name="Text 312"/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315" name="Shape 313"/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6" name="Text 314"/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317" name="Shape 315"/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8" name="Text 316"/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319" name="Shape 317"/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20" name="Text 318"/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321" name="Shape 319"/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22" name="Text 320"/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323" name="Shape 321"/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24" name="Text 322"/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325" name="Shape 323"/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26" name="Text 324"/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327" name="Shape 325"/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28" name="Text 326"/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329" name="Shape 327"/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0" name="Text 328"/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 anchor="ctr"/>
          <a:lstStyle/>
          <a:p>
            <a:pPr algn="ctr"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 anchor="ctr"/>
          <a:lstStyle/>
          <a:p>
            <a:pPr algn="ctr"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4383814" y="6658201"/>
            <a:ext cx="151996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por aplicaciones Core</a:t>
            </a:r>
          </a:p>
        </p:txBody>
      </p:sp>
      <p:sp>
        <p:nvSpPr>
          <p:cNvPr id="546" name="Rectangle 545"/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548" name="Rectangle 547"/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550" name="Rectangle 549"/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TextBox 550"/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7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 anchor="ctr"/>
          <a:lstStyle/>
          <a:p>
            <a:pPr algn="ctr"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 anchor="ctr"/>
          <a:lstStyle/>
          <a:p>
            <a:pPr algn="ctr">
              <a:defRPr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1D2B47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10" name="Shape 309">
            <a:extLst>
              <a:ext uri="{FF2B5EF4-FFF2-40B4-BE49-F238E27FC236}">
                <a16:creationId xmlns:a16="http://schemas.microsoft.com/office/drawing/2014/main" id="{0AA9DF74-2451-2340-DFAD-82652ED5BCE1}"/>
              </a:ext>
            </a:extLst>
          </p:cNvPr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512" name="Text 310">
            <a:extLst>
              <a:ext uri="{FF2B5EF4-FFF2-40B4-BE49-F238E27FC236}">
                <a16:creationId xmlns:a16="http://schemas.microsoft.com/office/drawing/2014/main" id="{F5E25C85-18FF-CF4B-9881-08059A62D8D4}"/>
              </a:ext>
            </a:extLst>
          </p:cNvPr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514" name="Shape 311">
            <a:extLst>
              <a:ext uri="{FF2B5EF4-FFF2-40B4-BE49-F238E27FC236}">
                <a16:creationId xmlns:a16="http://schemas.microsoft.com/office/drawing/2014/main" id="{50A81550-F9AA-3732-F1D6-AA26CCD02CE4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16" name="Text 312">
            <a:extLst>
              <a:ext uri="{FF2B5EF4-FFF2-40B4-BE49-F238E27FC236}">
                <a16:creationId xmlns:a16="http://schemas.microsoft.com/office/drawing/2014/main" id="{A2F365F2-FD3E-F9C4-D84C-DC40E25AD702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18" name="Shape 313">
            <a:extLst>
              <a:ext uri="{FF2B5EF4-FFF2-40B4-BE49-F238E27FC236}">
                <a16:creationId xmlns:a16="http://schemas.microsoft.com/office/drawing/2014/main" id="{3A2A11DA-12C3-C2F1-B34E-CFCA35493456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20" name="Text 314">
            <a:extLst>
              <a:ext uri="{FF2B5EF4-FFF2-40B4-BE49-F238E27FC236}">
                <a16:creationId xmlns:a16="http://schemas.microsoft.com/office/drawing/2014/main" id="{07E9D9DC-F0AF-E500-393B-75E9811B637D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22" name="Shape 315">
            <a:extLst>
              <a:ext uri="{FF2B5EF4-FFF2-40B4-BE49-F238E27FC236}">
                <a16:creationId xmlns:a16="http://schemas.microsoft.com/office/drawing/2014/main" id="{9118FB3F-79CD-687E-7DF8-CA3F55D176DF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24" name="Text 316">
            <a:extLst>
              <a:ext uri="{FF2B5EF4-FFF2-40B4-BE49-F238E27FC236}">
                <a16:creationId xmlns:a16="http://schemas.microsoft.com/office/drawing/2014/main" id="{5169E04F-CF76-9C31-9799-AC554E5BFEC3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26" name="Shape 317">
            <a:extLst>
              <a:ext uri="{FF2B5EF4-FFF2-40B4-BE49-F238E27FC236}">
                <a16:creationId xmlns:a16="http://schemas.microsoft.com/office/drawing/2014/main" id="{C507BB3C-45CF-D371-31E0-A72D0FE8E046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28" name="Text 318">
            <a:extLst>
              <a:ext uri="{FF2B5EF4-FFF2-40B4-BE49-F238E27FC236}">
                <a16:creationId xmlns:a16="http://schemas.microsoft.com/office/drawing/2014/main" id="{6F4759F4-9108-B6D7-6978-7FCA75E9772D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30" name="Shape 319">
            <a:extLst>
              <a:ext uri="{FF2B5EF4-FFF2-40B4-BE49-F238E27FC236}">
                <a16:creationId xmlns:a16="http://schemas.microsoft.com/office/drawing/2014/main" id="{286742C7-46DE-D4EB-30EA-0143F0AE5EFD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32" name="Text 320">
            <a:extLst>
              <a:ext uri="{FF2B5EF4-FFF2-40B4-BE49-F238E27FC236}">
                <a16:creationId xmlns:a16="http://schemas.microsoft.com/office/drawing/2014/main" id="{DF4265F8-BC5D-7214-7E39-1B490810B598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34" name="Shape 321">
            <a:extLst>
              <a:ext uri="{FF2B5EF4-FFF2-40B4-BE49-F238E27FC236}">
                <a16:creationId xmlns:a16="http://schemas.microsoft.com/office/drawing/2014/main" id="{5F328C5D-73BC-0BFC-B61F-295054EE1610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36" name="Text 322">
            <a:extLst>
              <a:ext uri="{FF2B5EF4-FFF2-40B4-BE49-F238E27FC236}">
                <a16:creationId xmlns:a16="http://schemas.microsoft.com/office/drawing/2014/main" id="{5FB65956-7E67-9B29-B478-CA76044281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38" name="Shape 323">
            <a:extLst>
              <a:ext uri="{FF2B5EF4-FFF2-40B4-BE49-F238E27FC236}">
                <a16:creationId xmlns:a16="http://schemas.microsoft.com/office/drawing/2014/main" id="{21FFD221-C746-EA82-8CA4-D3FD06219A07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40" name="Text 324">
            <a:extLst>
              <a:ext uri="{FF2B5EF4-FFF2-40B4-BE49-F238E27FC236}">
                <a16:creationId xmlns:a16="http://schemas.microsoft.com/office/drawing/2014/main" id="{597731AF-979E-ADEC-2E67-41A5D93CF378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543" name="Shape 325">
            <a:extLst>
              <a:ext uri="{FF2B5EF4-FFF2-40B4-BE49-F238E27FC236}">
                <a16:creationId xmlns:a16="http://schemas.microsoft.com/office/drawing/2014/main" id="{623882C7-D17A-390B-6C5D-654CC74B4563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3" name="Text 326">
            <a:extLst>
              <a:ext uri="{FF2B5EF4-FFF2-40B4-BE49-F238E27FC236}">
                <a16:creationId xmlns:a16="http://schemas.microsoft.com/office/drawing/2014/main" id="{D1052E50-AE64-566E-0AF8-5A91AFE7BCC4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55" name="Shape 327">
            <a:extLst>
              <a:ext uri="{FF2B5EF4-FFF2-40B4-BE49-F238E27FC236}">
                <a16:creationId xmlns:a16="http://schemas.microsoft.com/office/drawing/2014/main" id="{9BD95C84-CC32-8A0A-CA76-4B87B0B51C83}"/>
              </a:ext>
            </a:extLst>
          </p:cNvPr>
          <p:cNvSpPr/>
          <p:nvPr/>
        </p:nvSpPr>
        <p:spPr>
          <a:xfrm>
            <a:off x="1522476" y="4821292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7" name="Text 328">
            <a:extLst>
              <a:ext uri="{FF2B5EF4-FFF2-40B4-BE49-F238E27FC236}">
                <a16:creationId xmlns:a16="http://schemas.microsoft.com/office/drawing/2014/main" id="{D352F031-B94E-870D-EA59-98F14F9BC062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FE699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334D49AF-2D40-0DDE-A45C-41D5477C8923}"/>
              </a:ext>
            </a:extLst>
          </p:cNvPr>
          <p:cNvSpPr txBox="1"/>
          <p:nvPr/>
        </p:nvSpPr>
        <p:spPr>
          <a:xfrm>
            <a:off x="4228203" y="6662142"/>
            <a:ext cx="1667444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por aplicaciones NO Core</a:t>
            </a: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B567B112-82A8-CB7D-C903-41DE4530941B}"/>
              </a:ext>
            </a:extLst>
          </p:cNvPr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0D9ABC4C-60F4-6580-7313-B24CDF21FF0B}"/>
              </a:ext>
            </a:extLst>
          </p:cNvPr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FDD5B5AA-6FC1-6233-367E-CBCD3E130ECC}"/>
              </a:ext>
            </a:extLst>
          </p:cNvPr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A1DB7EDB-E0EC-EB4E-7755-A9318CD0D4CD}"/>
              </a:ext>
            </a:extLst>
          </p:cNvPr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B61BE3A9-FC3E-3062-F1DB-A2E97693AFB2}"/>
              </a:ext>
            </a:extLst>
          </p:cNvPr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0710BD0-5565-F42F-983B-8401AA825C54}"/>
              </a:ext>
            </a:extLst>
          </p:cNvPr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1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1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1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1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1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424" name="Shape 311">
            <a:extLst>
              <a:ext uri="{FF2B5EF4-FFF2-40B4-BE49-F238E27FC236}">
                <a16:creationId xmlns:a16="http://schemas.microsoft.com/office/drawing/2014/main" id="{96A46273-C383-1072-D7C7-9B307EF66C1A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10" name="Text 312">
            <a:extLst>
              <a:ext uri="{FF2B5EF4-FFF2-40B4-BE49-F238E27FC236}">
                <a16:creationId xmlns:a16="http://schemas.microsoft.com/office/drawing/2014/main" id="{1C52C637-8EAA-2E85-2571-39FA0A401565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12" name="Shape 313">
            <a:extLst>
              <a:ext uri="{FF2B5EF4-FFF2-40B4-BE49-F238E27FC236}">
                <a16:creationId xmlns:a16="http://schemas.microsoft.com/office/drawing/2014/main" id="{74AB84A6-B145-9408-6725-AE6AA4C72C71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14" name="Text 314">
            <a:extLst>
              <a:ext uri="{FF2B5EF4-FFF2-40B4-BE49-F238E27FC236}">
                <a16:creationId xmlns:a16="http://schemas.microsoft.com/office/drawing/2014/main" id="{DB463D1C-390A-7805-14DB-DE6AFF1A3832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16" name="Shape 315">
            <a:extLst>
              <a:ext uri="{FF2B5EF4-FFF2-40B4-BE49-F238E27FC236}">
                <a16:creationId xmlns:a16="http://schemas.microsoft.com/office/drawing/2014/main" id="{4DA09B48-1859-5051-B853-06AACD8E3482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18" name="Text 316">
            <a:extLst>
              <a:ext uri="{FF2B5EF4-FFF2-40B4-BE49-F238E27FC236}">
                <a16:creationId xmlns:a16="http://schemas.microsoft.com/office/drawing/2014/main" id="{6C90AC80-2925-57D1-7417-B6D78E4ED89D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20" name="Shape 317">
            <a:extLst>
              <a:ext uri="{FF2B5EF4-FFF2-40B4-BE49-F238E27FC236}">
                <a16:creationId xmlns:a16="http://schemas.microsoft.com/office/drawing/2014/main" id="{119BE87E-DFD0-21C7-6008-BBCAA8679642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22" name="Text 318">
            <a:extLst>
              <a:ext uri="{FF2B5EF4-FFF2-40B4-BE49-F238E27FC236}">
                <a16:creationId xmlns:a16="http://schemas.microsoft.com/office/drawing/2014/main" id="{29608195-D34D-5B63-D07D-A22A2D911459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24" name="Shape 319">
            <a:extLst>
              <a:ext uri="{FF2B5EF4-FFF2-40B4-BE49-F238E27FC236}">
                <a16:creationId xmlns:a16="http://schemas.microsoft.com/office/drawing/2014/main" id="{1AA405B7-753C-C847-6893-229CB0980542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8CBAD"/>
          </a:solidFill>
          <a:ln w="6985">
            <a:solidFill>
              <a:srgbClr val="C77D4E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26" name="Text 320">
            <a:extLst>
              <a:ext uri="{FF2B5EF4-FFF2-40B4-BE49-F238E27FC236}">
                <a16:creationId xmlns:a16="http://schemas.microsoft.com/office/drawing/2014/main" id="{603BBA98-13C7-772D-DE9A-E6B9AC8AB8AA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28" name="Shape 321">
            <a:extLst>
              <a:ext uri="{FF2B5EF4-FFF2-40B4-BE49-F238E27FC236}">
                <a16:creationId xmlns:a16="http://schemas.microsoft.com/office/drawing/2014/main" id="{FEF5B23C-6329-0AEA-79E6-A75846D94F81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30" name="Text 322">
            <a:extLst>
              <a:ext uri="{FF2B5EF4-FFF2-40B4-BE49-F238E27FC236}">
                <a16:creationId xmlns:a16="http://schemas.microsoft.com/office/drawing/2014/main" id="{F721D99D-EEC0-D70D-066E-7DF06D59A5B4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32" name="Shape 323">
            <a:extLst>
              <a:ext uri="{FF2B5EF4-FFF2-40B4-BE49-F238E27FC236}">
                <a16:creationId xmlns:a16="http://schemas.microsoft.com/office/drawing/2014/main" id="{8ACEEF20-C640-578D-2782-220CDA32B009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FE699"/>
          </a:solidFill>
          <a:ln w="6985">
            <a:solidFill>
              <a:srgbClr val="D6A822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34" name="Text 324">
            <a:extLst>
              <a:ext uri="{FF2B5EF4-FFF2-40B4-BE49-F238E27FC236}">
                <a16:creationId xmlns:a16="http://schemas.microsoft.com/office/drawing/2014/main" id="{39853D89-3139-3FA6-8996-467E6168BDD5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536" name="Shape 325">
            <a:extLst>
              <a:ext uri="{FF2B5EF4-FFF2-40B4-BE49-F238E27FC236}">
                <a16:creationId xmlns:a16="http://schemas.microsoft.com/office/drawing/2014/main" id="{7B1956C3-AC47-05D8-039D-EEE10D32B6B8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38" name="Text 326">
            <a:extLst>
              <a:ext uri="{FF2B5EF4-FFF2-40B4-BE49-F238E27FC236}">
                <a16:creationId xmlns:a16="http://schemas.microsoft.com/office/drawing/2014/main" id="{2DE9C3FC-7545-2C5C-B7B8-F670D13225B1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40" name="Shape 327">
            <a:extLst>
              <a:ext uri="{FF2B5EF4-FFF2-40B4-BE49-F238E27FC236}">
                <a16:creationId xmlns:a16="http://schemas.microsoft.com/office/drawing/2014/main" id="{01271188-63B6-5C5B-C2BD-7284C199281F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B7E1CD"/>
          </a:solidFill>
          <a:ln w="6985">
            <a:solidFill>
              <a:srgbClr val="4FA670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43" name="Text 328">
            <a:extLst>
              <a:ext uri="{FF2B5EF4-FFF2-40B4-BE49-F238E27FC236}">
                <a16:creationId xmlns:a16="http://schemas.microsoft.com/office/drawing/2014/main" id="{FF6E077A-AB19-6CE0-DFB4-925C77330C40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21D27749-5575-92F0-041A-7FA90EDC0FEB}"/>
              </a:ext>
            </a:extLst>
          </p:cNvPr>
          <p:cNvSpPr txBox="1"/>
          <p:nvPr/>
        </p:nvSpPr>
        <p:spPr>
          <a:xfrm>
            <a:off x="4212963" y="6662142"/>
            <a:ext cx="1694695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por todas las aplicaciones</a:t>
            </a:r>
          </a:p>
        </p:txBody>
      </p:sp>
      <p:sp>
        <p:nvSpPr>
          <p:cNvPr id="1815" name="Rectangle 1814">
            <a:extLst>
              <a:ext uri="{FF2B5EF4-FFF2-40B4-BE49-F238E27FC236}">
                <a16:creationId xmlns:a16="http://schemas.microsoft.com/office/drawing/2014/main" id="{71A7EFDE-1BD6-1F7D-D7EC-EEC2D0BFB77A}"/>
              </a:ext>
            </a:extLst>
          </p:cNvPr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7" name="TextBox 1816">
            <a:extLst>
              <a:ext uri="{FF2B5EF4-FFF2-40B4-BE49-F238E27FC236}">
                <a16:creationId xmlns:a16="http://schemas.microsoft.com/office/drawing/2014/main" id="{BDE56AB4-72D1-751B-8B2E-9CE7CDEAF41C}"/>
              </a:ext>
            </a:extLst>
          </p:cNvPr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1819" name="Rectangle 1818">
            <a:extLst>
              <a:ext uri="{FF2B5EF4-FFF2-40B4-BE49-F238E27FC236}">
                <a16:creationId xmlns:a16="http://schemas.microsoft.com/office/drawing/2014/main" id="{CE4F90FC-F884-78A2-E3AE-B2062975AB0B}"/>
              </a:ext>
            </a:extLst>
          </p:cNvPr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1" name="TextBox 1820">
            <a:extLst>
              <a:ext uri="{FF2B5EF4-FFF2-40B4-BE49-F238E27FC236}">
                <a16:creationId xmlns:a16="http://schemas.microsoft.com/office/drawing/2014/main" id="{57FBA19A-15F3-5F12-52CC-8BE32C00F86A}"/>
              </a:ext>
            </a:extLst>
          </p:cNvPr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1823" name="Rectangle 1822">
            <a:extLst>
              <a:ext uri="{FF2B5EF4-FFF2-40B4-BE49-F238E27FC236}">
                <a16:creationId xmlns:a16="http://schemas.microsoft.com/office/drawing/2014/main" id="{104B0EF9-AF17-8971-8E72-C66AE16EB9DB}"/>
              </a:ext>
            </a:extLst>
          </p:cNvPr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5" name="TextBox 1824">
            <a:extLst>
              <a:ext uri="{FF2B5EF4-FFF2-40B4-BE49-F238E27FC236}">
                <a16:creationId xmlns:a16="http://schemas.microsoft.com/office/drawing/2014/main" id="{0D081EC0-ECB6-4BF7-9C23-F951FB124CDA}"/>
              </a:ext>
            </a:extLst>
          </p:cNvPr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6A265388-A23D-4B92-A64A-5A686A9B69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554A52-0E77-482D-A6BB-1E1E2BA1A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BC95A2-6ED5-4EFD-9801-042807E006AB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3727</Words>
  <Application>Microsoft Office PowerPoint</Application>
  <PresentationFormat>Widescreen</PresentationFormat>
  <Paragraphs>1016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- Arquitectura Empresarial de Referencia</dc:title>
  <dc:subject>UNITY Enterprise Architecture L1 L2 L3 Capability Map</dc:subject>
  <dc:creator>Antonio Pichardo, Joaquín Ernesto</dc:creator>
  <cp:lastModifiedBy>Antonio Pichardo, Joaquín Ernesto</cp:lastModifiedBy>
  <cp:revision>3</cp:revision>
  <dcterms:created xsi:type="dcterms:W3CDTF">2026-08-10T23:11:35Z</dcterms:created>
  <dcterms:modified xsi:type="dcterms:W3CDTF">2026-08-16T17:57:36Z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