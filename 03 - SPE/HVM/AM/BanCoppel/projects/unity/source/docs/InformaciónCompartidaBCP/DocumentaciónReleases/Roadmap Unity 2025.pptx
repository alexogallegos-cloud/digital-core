
<file path=[Content_Types].xml><?xml version="1.0" encoding="utf-8"?>
<Types xmlns="http://schemas.openxmlformats.org/package/2006/content-types">
  <Default Extension="fntdata" ContentType="application/x-fontdata"/>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2" r:id="rId4"/>
    <p:sldMasterId id="2147483813" r:id="rId5"/>
    <p:sldMasterId id="2147483814" r:id="rId6"/>
    <p:sldMasterId id="2147483815" r:id="rId7"/>
    <p:sldMasterId id="2147483816" r:id="rId8"/>
    <p:sldMasterId id="2147483817" r:id="rId9"/>
    <p:sldMasterId id="2147483818"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Lst>
  <p:sldSz cy="5143500" cx="9144000"/>
  <p:notesSz cx="6858000" cy="9144000"/>
  <p:embeddedFontLst>
    <p:embeddedFont>
      <p:font typeface="Montserrat"/>
      <p:regular r:id="rId27"/>
      <p:bold r:id="rId28"/>
      <p:italic r:id="rId29"/>
      <p:boldItalic r:id="rId30"/>
    </p:embeddedFont>
    <p:embeddedFont>
      <p:font typeface="Helvetica Neue"/>
      <p:regular r:id="rId31"/>
      <p:bold r:id="rId32"/>
      <p:italic r:id="rId33"/>
      <p:boldItalic r:id="rId34"/>
    </p:embeddedFont>
    <p:embeddedFont>
      <p:font typeface="Helvetica Neue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230F59-D65F-4629-BC37-529972A66126}">
  <a:tblStyle styleId="{1C230F59-D65F-4629-BC37-529972A6612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05F5E45-6C60-4678-B48A-06F230435844}" styleName="Table_1">
    <a:wholeTbl>
      <a:tcTxStyle b="off" i="off">
        <a:font>
          <a:latin typeface="Aptos"/>
          <a:ea typeface="Aptos"/>
          <a:cs typeface="Aptos"/>
        </a:font>
        <a:srgbClr val="FFFFFF"/>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C4E3EF"/>
              </a:solidFill>
              <a:prstDash val="solid"/>
              <a:round/>
              <a:headEnd len="sm" w="sm" type="none"/>
              <a:tailEnd len="sm" w="sm" type="none"/>
            </a:ln>
          </a:top>
          <a:bottom>
            <a:ln cap="flat" cmpd="sng" w="12700">
              <a:solidFill>
                <a:srgbClr val="C4E3EF"/>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C4E3EF">
              <a:alpha val="20000"/>
            </a:srgbClr>
          </a:solidFill>
        </a:fill>
      </a:tcStyle>
    </a:band1H>
    <a:band2H>
      <a:tcTxStyle b="off" i="off"/>
    </a:band2H>
    <a:band1V>
      <a:tcTxStyle b="off" i="off"/>
      <a:tcStyle>
        <a:fill>
          <a:solidFill>
            <a:srgbClr val="C4E3EF">
              <a:alpha val="20000"/>
            </a:srgbClr>
          </a:solidFill>
        </a:fill>
      </a:tcStyle>
    </a:band1V>
    <a:band2V>
      <a:tcTxStyle b="off" i="off"/>
    </a:band2V>
    <a:lastCol>
      <a:tcTxStyle b="on" i="off"/>
    </a:lastCol>
    <a:firstCol>
      <a:tcTxStyle b="on" i="off"/>
    </a:firstCol>
    <a:lastRow>
      <a:tcTxStyle b="on" i="off"/>
      <a:tcStyle>
        <a:tcBdr>
          <a:top>
            <a:ln cap="flat" cmpd="sng" w="12700">
              <a:solidFill>
                <a:srgbClr val="C4E3EF"/>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C4E3EF"/>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customXml" Target="../customXml/item1.xml"/><Relationship Id="rId21" Type="http://schemas.openxmlformats.org/officeDocument/2006/relationships/slide" Target="slides/slide10.xml"/><Relationship Id="rId34" Type="http://schemas.openxmlformats.org/officeDocument/2006/relationships/font" Target="fonts/HelveticaNeue-boldItalic.fntdata"/><Relationship Id="rId7" Type="http://schemas.openxmlformats.org/officeDocument/2006/relationships/slideMaster" Target="slideMasters/slideMaster4.xml"/><Relationship Id="rId20" Type="http://schemas.openxmlformats.org/officeDocument/2006/relationships/slide" Target="slides/slide9.xml"/><Relationship Id="rId2" Type="http://schemas.openxmlformats.org/officeDocument/2006/relationships/presProps" Target="presProps.xml"/><Relationship Id="rId29" Type="http://schemas.openxmlformats.org/officeDocument/2006/relationships/font" Target="fonts/Montserrat-italic.fntdata"/><Relationship Id="rId16" Type="http://schemas.openxmlformats.org/officeDocument/2006/relationships/slide" Target="slides/slide5.xml"/><Relationship Id="rId41" Type="http://schemas.openxmlformats.org/officeDocument/2006/relationships/customXml" Target="../customXml/item3.xml"/><Relationship Id="rId24" Type="http://schemas.openxmlformats.org/officeDocument/2006/relationships/slide" Target="slides/slide13.xml"/><Relationship Id="rId1" Type="http://schemas.openxmlformats.org/officeDocument/2006/relationships/theme" Target="theme/theme6.xml"/><Relationship Id="rId6" Type="http://schemas.openxmlformats.org/officeDocument/2006/relationships/slideMaster" Target="slideMasters/slideMaster3.xml"/><Relationship Id="rId11" Type="http://schemas.openxmlformats.org/officeDocument/2006/relationships/notesMaster" Target="notesMasters/notesMaster1.xml"/><Relationship Id="rId32" Type="http://schemas.openxmlformats.org/officeDocument/2006/relationships/font" Target="fonts/HelveticaNeue-bold.fntdata"/><Relationship Id="rId37" Type="http://schemas.openxmlformats.org/officeDocument/2006/relationships/font" Target="fonts/HelveticaNeueLight-italic.fntdata"/><Relationship Id="rId40" Type="http://schemas.openxmlformats.org/officeDocument/2006/relationships/customXml" Target="../customXml/item2.xml"/><Relationship Id="rId23" Type="http://schemas.openxmlformats.org/officeDocument/2006/relationships/slide" Target="slides/slide12.xml"/><Relationship Id="rId28" Type="http://schemas.openxmlformats.org/officeDocument/2006/relationships/font" Target="fonts/Montserrat-bold.fntdata"/><Relationship Id="rId5" Type="http://schemas.openxmlformats.org/officeDocument/2006/relationships/slideMaster" Target="slideMasters/slideMaster2.xml"/><Relationship Id="rId15" Type="http://schemas.openxmlformats.org/officeDocument/2006/relationships/slide" Target="slides/slide4.xml"/><Relationship Id="rId36" Type="http://schemas.openxmlformats.org/officeDocument/2006/relationships/font" Target="fonts/HelveticaNeueLight-bold.fntdata"/><Relationship Id="rId31" Type="http://schemas.openxmlformats.org/officeDocument/2006/relationships/font" Target="fonts/HelveticaNeue-regular.fntdata"/><Relationship Id="rId10" Type="http://schemas.openxmlformats.org/officeDocument/2006/relationships/slideMaster" Target="slideMasters/slideMaster7.xml"/><Relationship Id="rId19" Type="http://schemas.openxmlformats.org/officeDocument/2006/relationships/slide" Target="slides/slide8.xml"/><Relationship Id="rId22"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Master" Target="slideMasters/slideMaster6.xml"/><Relationship Id="rId27" Type="http://schemas.openxmlformats.org/officeDocument/2006/relationships/font" Target="fonts/Montserrat-regular.fntdata"/><Relationship Id="rId30" Type="http://schemas.openxmlformats.org/officeDocument/2006/relationships/font" Target="fonts/Montserrat-boldItalic.fntdata"/><Relationship Id="rId35" Type="http://schemas.openxmlformats.org/officeDocument/2006/relationships/font" Target="fonts/HelveticaNeueLight-regular.fntdata"/><Relationship Id="rId14" Type="http://schemas.openxmlformats.org/officeDocument/2006/relationships/slide" Target="slides/slide3.xml"/><Relationship Id="rId8" Type="http://schemas.openxmlformats.org/officeDocument/2006/relationships/slideMaster" Target="slideMasters/slideMaster5.xml"/><Relationship Id="rId3" Type="http://schemas.openxmlformats.org/officeDocument/2006/relationships/tableStyles" Target="tableStyles.xml"/><Relationship Id="rId25" Type="http://schemas.openxmlformats.org/officeDocument/2006/relationships/slide" Target="slides/slide14.xml"/><Relationship Id="rId33" Type="http://schemas.openxmlformats.org/officeDocument/2006/relationships/font" Target="fonts/HelveticaNeue-italic.fntdata"/><Relationship Id="rId12" Type="http://schemas.openxmlformats.org/officeDocument/2006/relationships/slide" Target="slides/slide1.xml"/><Relationship Id="rId17" Type="http://schemas.openxmlformats.org/officeDocument/2006/relationships/slide" Target="slides/slide6.xml"/><Relationship Id="rId38" Type="http://schemas.openxmlformats.org/officeDocument/2006/relationships/font" Target="fonts/HelveticaNeue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f978f9fb9e_1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f978f9fb9e_1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f978f9fb9e_1_14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f978f9fb9e_1_14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g3f978f9fb9e_1_14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f978f9fb9e_1_1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3f978f9fb9e_1_1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f978f9fb9e_1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f978f9fb9e_1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f978f9fb9e_1_5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2" name="Google Shape;922;g3f978f9fb9e_1_5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f978f9fb9e_1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3f978f9fb9e_1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f978f9fb9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4" name="Google Shape;1014;g3f978f9fb9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3f978f9fb9e_1_1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3f978f9fb9e_1_1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f978f9fb9e_1_2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0" name="Google Shape;1280;g3f978f9fb9e_1_25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3f978f9fb9e_1_25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2" name="Google Shape;1342;g3f978f9fb9e_1_25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3" name="Google Shape;1343;g3f978f9fb9e_1_25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f978f9fb9e_1_3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0" name="Google Shape;1530;g3f978f9fb9e_1_3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1" name="Google Shape;1531;g3f978f9fb9e_1_3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g3874338ebba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2" name="Google Shape;1672;g3874338ebba_0_5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3f978f9fb9e_1_3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2" name="Google Shape;1692;g3f978f9fb9e_1_3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3f978f9fb9e_1_3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3f978f9fb9e_1_3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gestión del proyecto fue a nivel tecnología y continuó asi</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3f978f9fb9e_1_3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3f978f9fb9e_1_3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jpg"/><Relationship Id="rId3" Type="http://schemas.openxmlformats.org/officeDocument/2006/relationships/image" Target="../media/image3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9.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0.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5.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7.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9.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0.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5.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5.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7.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9.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5.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5.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7.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0.png"/><Relationship Id="rId3" Type="http://schemas.openxmlformats.org/officeDocument/2006/relationships/image" Target="../media/image5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Gris">
  <p:cSld name="TITLE_1_1_3_4">
    <p:bg>
      <p:bgPr>
        <a:solidFill>
          <a:schemeClr val="lt2"/>
        </a:solidFill>
      </p:bgPr>
    </p:bg>
    <p:spTree>
      <p:nvGrpSpPr>
        <p:cNvPr id="50" name="Shape 50"/>
        <p:cNvGrpSpPr/>
        <p:nvPr/>
      </p:nvGrpSpPr>
      <p:grpSpPr>
        <a:xfrm>
          <a:off x="0" y="0"/>
          <a:ext cx="0" cy="0"/>
          <a:chOff x="0" y="0"/>
          <a:chExt cx="0" cy="0"/>
        </a:xfrm>
      </p:grpSpPr>
      <p:sp>
        <p:nvSpPr>
          <p:cNvPr id="51" name="Google Shape;51;p13"/>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52" name="Google Shape;52;p13"/>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pic>
        <p:nvPicPr>
          <p:cNvPr id="53" name="Google Shape;53;p13" title="Logo_Coppel-04.png"/>
          <p:cNvPicPr preferRelativeResize="0"/>
          <p:nvPr/>
        </p:nvPicPr>
        <p:blipFill rotWithShape="1">
          <a:blip r:embed="rId2">
            <a:alphaModFix/>
          </a:blip>
          <a:srcRect b="0" l="0" r="0" t="0"/>
          <a:stretch/>
        </p:blipFill>
        <p:spPr>
          <a:xfrm>
            <a:off x="8184051" y="4768522"/>
            <a:ext cx="681477" cy="1437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p:cSld name="TITLE_1_1_3_5">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rgbClr val="00287F"/>
                </a:solidFill>
              </a:rPr>
              <a:t>‹#›</a:t>
            </a:fld>
            <a:endParaRPr sz="600">
              <a:solidFill>
                <a:srgbClr val="00287F"/>
              </a:solidFill>
            </a:endParaRPr>
          </a:p>
        </p:txBody>
      </p:sp>
      <p:sp>
        <p:nvSpPr>
          <p:cNvPr id="56" name="Google Shape;56;p14"/>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rgbClr val="00287F"/>
                </a:solidFill>
                <a:latin typeface="Helvetica Neue"/>
                <a:ea typeface="Helvetica Neue"/>
                <a:cs typeface="Helvetica Neue"/>
                <a:sym typeface="Helvetica Neue"/>
              </a:rPr>
              <a:t>Título de la presentación</a:t>
            </a:r>
            <a:endParaRPr i="0" sz="600" u="none" cap="none" strike="noStrike">
              <a:solidFill>
                <a:srgbClr val="00287F"/>
              </a:solidFill>
              <a:latin typeface="Helvetica Neue"/>
              <a:ea typeface="Helvetica Neue"/>
              <a:cs typeface="Helvetica Neue"/>
              <a:sym typeface="Helvetica Neue"/>
            </a:endParaRPr>
          </a:p>
        </p:txBody>
      </p:sp>
      <p:pic>
        <p:nvPicPr>
          <p:cNvPr id="57" name="Google Shape;57;p14" title="primary logo .png"/>
          <p:cNvPicPr preferRelativeResize="0"/>
          <p:nvPr/>
        </p:nvPicPr>
        <p:blipFill>
          <a:blip r:embed="rId2">
            <a:alphaModFix/>
          </a:blip>
          <a:stretch>
            <a:fillRect/>
          </a:stretch>
        </p:blipFill>
        <p:spPr>
          <a:xfrm>
            <a:off x="7917038" y="4768162"/>
            <a:ext cx="948751" cy="1440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1">
  <p:cSld name="TITLE_1_1_3_6">
    <p:bg>
      <p:bgPr>
        <a:solidFill>
          <a:schemeClr val="lt1"/>
        </a:solidFill>
      </p:bgPr>
    </p:bg>
    <p:spTree>
      <p:nvGrpSpPr>
        <p:cNvPr id="58" name="Shape 58"/>
        <p:cNvGrpSpPr/>
        <p:nvPr/>
      </p:nvGrpSpPr>
      <p:grpSpPr>
        <a:xfrm>
          <a:off x="0" y="0"/>
          <a:ext cx="0" cy="0"/>
          <a:chOff x="0" y="0"/>
          <a:chExt cx="0" cy="0"/>
        </a:xfrm>
      </p:grpSpPr>
      <p:sp>
        <p:nvSpPr>
          <p:cNvPr id="59" name="Google Shape;59;p15"/>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60" name="Google Shape;60;p15"/>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pic>
        <p:nvPicPr>
          <p:cNvPr id="61" name="Google Shape;61;p15" title="Logo_Coppel-04.png"/>
          <p:cNvPicPr preferRelativeResize="0"/>
          <p:nvPr/>
        </p:nvPicPr>
        <p:blipFill rotWithShape="1">
          <a:blip r:embed="rId2">
            <a:alphaModFix/>
          </a:blip>
          <a:srcRect b="0" l="0" r="0" t="0"/>
          <a:stretch/>
        </p:blipFill>
        <p:spPr>
          <a:xfrm>
            <a:off x="8184051" y="4768522"/>
            <a:ext cx="681477" cy="1437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Portada Dark Blue">
  <p:cSld name="TITLE_5_1">
    <p:bg>
      <p:bgPr>
        <a:solidFill>
          <a:srgbClr val="081754"/>
        </a:solidFill>
      </p:bgPr>
    </p:bg>
    <p:spTree>
      <p:nvGrpSpPr>
        <p:cNvPr id="62" name="Shape 62"/>
        <p:cNvGrpSpPr/>
        <p:nvPr/>
      </p:nvGrpSpPr>
      <p:grpSpPr>
        <a:xfrm>
          <a:off x="0" y="0"/>
          <a:ext cx="0" cy="0"/>
          <a:chOff x="0" y="0"/>
          <a:chExt cx="0" cy="0"/>
        </a:xfrm>
      </p:grpSpPr>
      <p:sp>
        <p:nvSpPr>
          <p:cNvPr id="63" name="Google Shape;63;p16"/>
          <p:cNvSpPr/>
          <p:nvPr/>
        </p:nvSpPr>
        <p:spPr>
          <a:xfrm>
            <a:off x="6401900" y="0"/>
            <a:ext cx="5143500" cy="5143500"/>
          </a:xfrm>
          <a:prstGeom prst="ellipse">
            <a:avLst/>
          </a:prstGeom>
          <a:solidFill>
            <a:srgbClr val="F0D2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1754 Dark Blue">
  <p:cSld name="TITLE_1_1_3_1_1">
    <p:bg>
      <p:bgPr>
        <a:solidFill>
          <a:srgbClr val="081754"/>
        </a:solidFill>
      </p:bgPr>
    </p:bg>
    <p:spTree>
      <p:nvGrpSpPr>
        <p:cNvPr id="64" name="Shape 64"/>
        <p:cNvGrpSpPr/>
        <p:nvPr/>
      </p:nvGrpSpPr>
      <p:grpSpPr>
        <a:xfrm>
          <a:off x="0" y="0"/>
          <a:ext cx="0" cy="0"/>
          <a:chOff x="0" y="0"/>
          <a:chExt cx="0" cy="0"/>
        </a:xfrm>
      </p:grpSpPr>
      <p:pic>
        <p:nvPicPr>
          <p:cNvPr id="65" name="Google Shape;65;p17"/>
          <p:cNvPicPr preferRelativeResize="0"/>
          <p:nvPr/>
        </p:nvPicPr>
        <p:blipFill rotWithShape="1">
          <a:blip r:embed="rId2">
            <a:alphaModFix/>
          </a:blip>
          <a:srcRect b="0" l="0" r="0" t="0"/>
          <a:stretch/>
        </p:blipFill>
        <p:spPr>
          <a:xfrm>
            <a:off x="317832" y="4646436"/>
            <a:ext cx="781466" cy="362122"/>
          </a:xfrm>
          <a:prstGeom prst="rect">
            <a:avLst/>
          </a:prstGeom>
          <a:noFill/>
          <a:ln>
            <a:noFill/>
          </a:ln>
        </p:spPr>
      </p:pic>
      <p:pic>
        <p:nvPicPr>
          <p:cNvPr id="66" name="Google Shape;66;p17" title="Primary logo white.png"/>
          <p:cNvPicPr preferRelativeResize="0"/>
          <p:nvPr/>
        </p:nvPicPr>
        <p:blipFill rotWithShape="1">
          <a:blip r:embed="rId3">
            <a:alphaModFix/>
          </a:blip>
          <a:srcRect b="0" l="0" r="0" t="0"/>
          <a:stretch/>
        </p:blipFill>
        <p:spPr>
          <a:xfrm>
            <a:off x="7917041" y="4767935"/>
            <a:ext cx="948751" cy="144532"/>
          </a:xfrm>
          <a:prstGeom prst="rect">
            <a:avLst/>
          </a:prstGeom>
          <a:noFill/>
          <a:ln>
            <a:noFill/>
          </a:ln>
        </p:spPr>
      </p:pic>
      <p:sp>
        <p:nvSpPr>
          <p:cNvPr id="67" name="Google Shape;67;p17"/>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68" name="Google Shape;68;p17"/>
          <p:cNvSpPr txBox="1"/>
          <p:nvPr/>
        </p:nvSpPr>
        <p:spPr>
          <a:xfrm>
            <a:off x="257117" y="130706"/>
            <a:ext cx="17322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chemeClr val="lt1"/>
                </a:solidFill>
                <a:latin typeface="Helvetica Neue"/>
                <a:ea typeface="Helvetica Neue"/>
                <a:cs typeface="Helvetica Neue"/>
                <a:sym typeface="Helvetica Neue"/>
              </a:rPr>
              <a:t>Ecosistemas de Transformación</a:t>
            </a:r>
            <a:endParaRPr b="0"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2">
  <p:cSld name="TITLE_1_1_3_7">
    <p:bg>
      <p:bgPr>
        <a:solidFill>
          <a:schemeClr val="lt1"/>
        </a:solidFill>
      </p:bgPr>
    </p:bg>
    <p:spTree>
      <p:nvGrpSpPr>
        <p:cNvPr id="69" name="Shape 69"/>
        <p:cNvGrpSpPr/>
        <p:nvPr/>
      </p:nvGrpSpPr>
      <p:grpSpPr>
        <a:xfrm>
          <a:off x="0" y="0"/>
          <a:ext cx="0" cy="0"/>
          <a:chOff x="0" y="0"/>
          <a:chExt cx="0" cy="0"/>
        </a:xfrm>
      </p:grpSpPr>
      <p:sp>
        <p:nvSpPr>
          <p:cNvPr id="70" name="Google Shape;70;p18"/>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71" name="Google Shape;71;p18"/>
          <p:cNvSpPr txBox="1"/>
          <p:nvPr/>
        </p:nvSpPr>
        <p:spPr>
          <a:xfrm>
            <a:off x="257117" y="130706"/>
            <a:ext cx="16557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Ecosistemas de Transformación</a:t>
            </a:r>
            <a:endParaRPr b="0" i="0" sz="600" u="none" cap="none" strike="noStrike">
              <a:solidFill>
                <a:srgbClr val="00287F"/>
              </a:solidFill>
              <a:latin typeface="Helvetica Neue"/>
              <a:ea typeface="Helvetica Neue"/>
              <a:cs typeface="Helvetica Neue"/>
              <a:sym typeface="Helvetica Neue"/>
            </a:endParaRPr>
          </a:p>
        </p:txBody>
      </p:sp>
      <p:pic>
        <p:nvPicPr>
          <p:cNvPr id="72" name="Google Shape;72;p18"/>
          <p:cNvPicPr preferRelativeResize="0"/>
          <p:nvPr/>
        </p:nvPicPr>
        <p:blipFill rotWithShape="1">
          <a:blip r:embed="rId2">
            <a:alphaModFix/>
          </a:blip>
          <a:srcRect b="0" l="0" r="0" t="0"/>
          <a:stretch/>
        </p:blipFill>
        <p:spPr>
          <a:xfrm>
            <a:off x="317827" y="4646438"/>
            <a:ext cx="781466" cy="362119"/>
          </a:xfrm>
          <a:prstGeom prst="rect">
            <a:avLst/>
          </a:prstGeom>
          <a:noFill/>
          <a:ln>
            <a:noFill/>
          </a:ln>
        </p:spPr>
      </p:pic>
      <p:pic>
        <p:nvPicPr>
          <p:cNvPr id="73" name="Google Shape;73;p18" title="primary logo .png"/>
          <p:cNvPicPr preferRelativeResize="0"/>
          <p:nvPr/>
        </p:nvPicPr>
        <p:blipFill rotWithShape="1">
          <a:blip r:embed="rId3">
            <a:alphaModFix/>
          </a:blip>
          <a:srcRect b="0" l="0" r="0" t="0"/>
          <a:stretch/>
        </p:blipFill>
        <p:spPr>
          <a:xfrm>
            <a:off x="7917038" y="4768163"/>
            <a:ext cx="948751" cy="1440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3">
  <p:cSld name="TITLE_1_1_3_8">
    <p:bg>
      <p:bgPr>
        <a:solidFill>
          <a:schemeClr val="lt1"/>
        </a:solidFill>
      </p:bgPr>
    </p:bg>
    <p:spTree>
      <p:nvGrpSpPr>
        <p:cNvPr id="74" name="Shape 74"/>
        <p:cNvGrpSpPr/>
        <p:nvPr/>
      </p:nvGrpSpPr>
      <p:grpSpPr>
        <a:xfrm>
          <a:off x="0" y="0"/>
          <a:ext cx="0" cy="0"/>
          <a:chOff x="0" y="0"/>
          <a:chExt cx="0" cy="0"/>
        </a:xfrm>
      </p:grpSpPr>
      <p:sp>
        <p:nvSpPr>
          <p:cNvPr id="75" name="Google Shape;75;p19"/>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76" name="Google Shape;76;p19"/>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pic>
        <p:nvPicPr>
          <p:cNvPr id="77" name="Google Shape;77;p19" title="Logo_Coppel-04.png"/>
          <p:cNvPicPr preferRelativeResize="0"/>
          <p:nvPr/>
        </p:nvPicPr>
        <p:blipFill rotWithShape="1">
          <a:blip r:embed="rId2">
            <a:alphaModFix/>
          </a:blip>
          <a:srcRect b="0" l="0" r="0" t="0"/>
          <a:stretch/>
        </p:blipFill>
        <p:spPr>
          <a:xfrm>
            <a:off x="8184051" y="4768522"/>
            <a:ext cx="681477" cy="1437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1" type="titleOnly">
  <p:cSld name="TITLE_ONLY">
    <p:bg>
      <p:bgPr>
        <a:solidFill>
          <a:schemeClr val="accent1"/>
        </a:solidFill>
      </p:bgPr>
    </p:bg>
    <p:spTree>
      <p:nvGrpSpPr>
        <p:cNvPr id="83" name="Shape 83"/>
        <p:cNvGrpSpPr/>
        <p:nvPr/>
      </p:nvGrpSpPr>
      <p:grpSpPr>
        <a:xfrm>
          <a:off x="0" y="0"/>
          <a:ext cx="0" cy="0"/>
          <a:chOff x="0" y="0"/>
          <a:chExt cx="0" cy="0"/>
        </a:xfrm>
      </p:grpSpPr>
      <p:sp>
        <p:nvSpPr>
          <p:cNvPr id="84" name="Google Shape;84;p21"/>
          <p:cNvSpPr/>
          <p:nvPr/>
        </p:nvSpPr>
        <p:spPr>
          <a:xfrm>
            <a:off x="7334250" y="4514850"/>
            <a:ext cx="1410900" cy="457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1"/>
          <p:cNvSpPr/>
          <p:nvPr/>
        </p:nvSpPr>
        <p:spPr>
          <a:xfrm rot="-5400000">
            <a:off x="1169389" y="395845"/>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1"/>
          <p:cNvSpPr/>
          <p:nvPr/>
        </p:nvSpPr>
        <p:spPr>
          <a:xfrm rot="3302961">
            <a:off x="480944" y="872052"/>
            <a:ext cx="680782" cy="680782"/>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1"/>
          <p:cNvSpPr/>
          <p:nvPr/>
        </p:nvSpPr>
        <p:spPr>
          <a:xfrm rot="-5400000">
            <a:off x="123303" y="145763"/>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1"/>
          <p:cNvSpPr/>
          <p:nvPr/>
        </p:nvSpPr>
        <p:spPr>
          <a:xfrm rot="-6228950">
            <a:off x="7335683" y="3896676"/>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1"/>
          <p:cNvSpPr/>
          <p:nvPr/>
        </p:nvSpPr>
        <p:spPr>
          <a:xfrm rot="-5400000">
            <a:off x="8135189" y="4156370"/>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 name="Google Shape;90;p21"/>
          <p:cNvPicPr preferRelativeResize="0"/>
          <p:nvPr/>
        </p:nvPicPr>
        <p:blipFill rotWithShape="1">
          <a:blip r:embed="rId2">
            <a:alphaModFix/>
          </a:blip>
          <a:srcRect b="13104" l="0" r="0" t="13111"/>
          <a:stretch/>
        </p:blipFill>
        <p:spPr>
          <a:xfrm>
            <a:off x="3341" y="4092896"/>
            <a:ext cx="1807636" cy="823800"/>
          </a:xfrm>
          <a:prstGeom prst="rect">
            <a:avLst/>
          </a:prstGeom>
          <a:noFill/>
          <a:ln>
            <a:noFill/>
          </a:ln>
        </p:spPr>
      </p:pic>
      <p:sp>
        <p:nvSpPr>
          <p:cNvPr id="91" name="Google Shape;91;p21"/>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s" sz="1100" u="none" cap="none" strike="noStrike">
                <a:solidFill>
                  <a:srgbClr val="FFFFFF"/>
                </a:solidFill>
                <a:latin typeface="Arial"/>
                <a:ea typeface="Arial"/>
                <a:cs typeface="Arial"/>
                <a:sym typeface="Arial"/>
              </a:rPr>
              <a:t>‹#›</a:t>
            </a:fld>
            <a:endParaRPr b="1" i="0" sz="1100" u="none" cap="none" strike="noStrike">
              <a:solidFill>
                <a:srgbClr val="FFFFFF"/>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5">
    <p:spTree>
      <p:nvGrpSpPr>
        <p:cNvPr id="92" name="Shape 92"/>
        <p:cNvGrpSpPr/>
        <p:nvPr/>
      </p:nvGrpSpPr>
      <p:grpSpPr>
        <a:xfrm>
          <a:off x="0" y="0"/>
          <a:ext cx="0" cy="0"/>
          <a:chOff x="0" y="0"/>
          <a:chExt cx="0" cy="0"/>
        </a:xfrm>
      </p:grpSpPr>
      <p:sp>
        <p:nvSpPr>
          <p:cNvPr id="93" name="Google Shape;93;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94" name="Google Shape;94;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95" name="Google Shape;9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p:cSld name="SECTION_TITLE_AND_DESCRIPTION">
    <p:spTree>
      <p:nvGrpSpPr>
        <p:cNvPr id="96" name="Shape 96"/>
        <p:cNvGrpSpPr/>
        <p:nvPr/>
      </p:nvGrpSpPr>
      <p:grpSpPr>
        <a:xfrm>
          <a:off x="0" y="0"/>
          <a:ext cx="0" cy="0"/>
          <a:chOff x="0" y="0"/>
          <a:chExt cx="0" cy="0"/>
        </a:xfrm>
      </p:grpSpPr>
      <p:sp>
        <p:nvSpPr>
          <p:cNvPr id="97" name="Google Shape;97;p23"/>
          <p:cNvSpPr/>
          <p:nvPr/>
        </p:nvSpPr>
        <p:spPr>
          <a:xfrm>
            <a:off x="8924700" y="-25"/>
            <a:ext cx="219300" cy="5143500"/>
          </a:xfrm>
          <a:prstGeom prst="rect">
            <a:avLst/>
          </a:prstGeom>
          <a:solidFill>
            <a:srgbClr val="C4E3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3"/>
          <p:cNvSpPr/>
          <p:nvPr/>
        </p:nvSpPr>
        <p:spPr>
          <a:xfrm rot="5400000">
            <a:off x="88040" y="4866686"/>
            <a:ext cx="219300" cy="2193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3"/>
          <p:cNvSpPr/>
          <p:nvPr/>
        </p:nvSpPr>
        <p:spPr>
          <a:xfrm rot="-692587">
            <a:off x="96448" y="4617033"/>
            <a:ext cx="202394" cy="202100"/>
          </a:xfrm>
          <a:prstGeom prst="chord">
            <a:avLst>
              <a:gd fmla="val 2700000" name="adj1"/>
              <a:gd fmla="val 16200000" name="adj2"/>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3"/>
          <p:cNvSpPr/>
          <p:nvPr/>
        </p:nvSpPr>
        <p:spPr>
          <a:xfrm rot="5400000">
            <a:off x="88040" y="4349791"/>
            <a:ext cx="219300" cy="2193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3"/>
          <p:cNvSpPr/>
          <p:nvPr/>
        </p:nvSpPr>
        <p:spPr>
          <a:xfrm rot="-692587">
            <a:off x="96448" y="4083633"/>
            <a:ext cx="202394" cy="202100"/>
          </a:xfrm>
          <a:prstGeom prst="chord">
            <a:avLst>
              <a:gd fmla="val 2700000" name="adj1"/>
              <a:gd fmla="val 16200000" name="adj2"/>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1" type="title">
  <p:cSld name="TITLE">
    <p:bg>
      <p:bgPr>
        <a:solidFill>
          <a:schemeClr val="accent1"/>
        </a:solidFill>
      </p:bgPr>
    </p:bg>
    <p:spTree>
      <p:nvGrpSpPr>
        <p:cNvPr id="102" name="Shape 102"/>
        <p:cNvGrpSpPr/>
        <p:nvPr/>
      </p:nvGrpSpPr>
      <p:grpSpPr>
        <a:xfrm>
          <a:off x="0" y="0"/>
          <a:ext cx="0" cy="0"/>
          <a:chOff x="0" y="0"/>
          <a:chExt cx="0" cy="0"/>
        </a:xfrm>
      </p:grpSpPr>
      <p:sp>
        <p:nvSpPr>
          <p:cNvPr id="103" name="Google Shape;103;p24"/>
          <p:cNvSpPr/>
          <p:nvPr/>
        </p:nvSpPr>
        <p:spPr>
          <a:xfrm rot="5400000">
            <a:off x="-870367" y="3451642"/>
            <a:ext cx="2037300" cy="2037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4"/>
          <p:cNvSpPr/>
          <p:nvPr/>
        </p:nvSpPr>
        <p:spPr>
          <a:xfrm rot="5400000">
            <a:off x="1136651" y="4274076"/>
            <a:ext cx="1365300" cy="1365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4"/>
          <p:cNvSpPr/>
          <p:nvPr/>
        </p:nvSpPr>
        <p:spPr>
          <a:xfrm rot="5400000">
            <a:off x="1212851" y="3640392"/>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4"/>
          <p:cNvSpPr/>
          <p:nvPr/>
        </p:nvSpPr>
        <p:spPr>
          <a:xfrm>
            <a:off x="7134225" y="4429125"/>
            <a:ext cx="1771800" cy="522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4"/>
          <p:cNvSpPr txBox="1"/>
          <p:nvPr>
            <p:ph idx="1" type="subTitle"/>
          </p:nvPr>
        </p:nvSpPr>
        <p:spPr>
          <a:xfrm>
            <a:off x="311700" y="1529200"/>
            <a:ext cx="8520600" cy="5229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9pPr>
          </a:lstStyle>
          <a:p/>
        </p:txBody>
      </p:sp>
      <p:sp>
        <p:nvSpPr>
          <p:cNvPr id="108" name="Google Shape;108;p24"/>
          <p:cNvSpPr txBox="1"/>
          <p:nvPr>
            <p:ph type="ctrTitle"/>
          </p:nvPr>
        </p:nvSpPr>
        <p:spPr>
          <a:xfrm>
            <a:off x="311700" y="668375"/>
            <a:ext cx="8520600" cy="9603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3500"/>
              <a:buFont typeface="Arial"/>
              <a:buChar char="■"/>
              <a:defRPr b="0" i="0" sz="3500" u="none" cap="none" strike="noStrike">
                <a:solidFill>
                  <a:srgbClr val="FFFFFF"/>
                </a:solidFill>
                <a:latin typeface="Arial"/>
                <a:ea typeface="Arial"/>
                <a:cs typeface="Arial"/>
                <a:sym typeface="Arial"/>
              </a:defRPr>
            </a:lvl9pPr>
          </a:lstStyle>
          <a:p/>
        </p:txBody>
      </p:sp>
      <p:sp>
        <p:nvSpPr>
          <p:cNvPr id="109" name="Google Shape;109;p24"/>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s" sz="1100" u="none" cap="none" strike="noStrike">
                <a:solidFill>
                  <a:srgbClr val="FFFFFF"/>
                </a:solidFill>
                <a:latin typeface="Arial"/>
                <a:ea typeface="Arial"/>
                <a:cs typeface="Arial"/>
                <a:sym typeface="Arial"/>
              </a:rPr>
              <a:t>‹#›</a:t>
            </a:fld>
            <a:endParaRPr b="1" i="0" sz="1100" u="none" cap="none" strike="noStrike">
              <a:solidFill>
                <a:srgbClr val="FFFFFF"/>
              </a:solidFill>
              <a:latin typeface="Arial"/>
              <a:ea typeface="Arial"/>
              <a:cs typeface="Arial"/>
              <a:sym typeface="Arial"/>
            </a:endParaRPr>
          </a:p>
        </p:txBody>
      </p:sp>
      <p:pic>
        <p:nvPicPr>
          <p:cNvPr id="110" name="Google Shape;110;p24"/>
          <p:cNvPicPr preferRelativeResize="0"/>
          <p:nvPr/>
        </p:nvPicPr>
        <p:blipFill rotWithShape="1">
          <a:blip r:embed="rId2">
            <a:alphaModFix/>
          </a:blip>
          <a:srcRect b="13111" l="0" r="0" t="13104"/>
          <a:stretch/>
        </p:blipFill>
        <p:spPr>
          <a:xfrm>
            <a:off x="5781675" y="3305175"/>
            <a:ext cx="3482148" cy="158702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2" type="secHead">
  <p:cSld name="SECTION_HEADER">
    <p:bg>
      <p:bgPr>
        <a:solidFill>
          <a:schemeClr val="accent4"/>
        </a:solidFill>
      </p:bgPr>
    </p:bg>
    <p:spTree>
      <p:nvGrpSpPr>
        <p:cNvPr id="111" name="Shape 111"/>
        <p:cNvGrpSpPr/>
        <p:nvPr/>
      </p:nvGrpSpPr>
      <p:grpSpPr>
        <a:xfrm>
          <a:off x="0" y="0"/>
          <a:ext cx="0" cy="0"/>
          <a:chOff x="0" y="0"/>
          <a:chExt cx="0" cy="0"/>
        </a:xfrm>
      </p:grpSpPr>
      <p:sp>
        <p:nvSpPr>
          <p:cNvPr id="112" name="Google Shape;112;p25"/>
          <p:cNvSpPr/>
          <p:nvPr/>
        </p:nvSpPr>
        <p:spPr>
          <a:xfrm>
            <a:off x="7267575" y="4257675"/>
            <a:ext cx="1190700" cy="769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5"/>
          <p:cNvSpPr txBox="1"/>
          <p:nvPr>
            <p:ph idx="1" type="subTitle"/>
          </p:nvPr>
        </p:nvSpPr>
        <p:spPr>
          <a:xfrm>
            <a:off x="311700" y="1529200"/>
            <a:ext cx="8520600" cy="5229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9pPr>
          </a:lstStyle>
          <a:p/>
        </p:txBody>
      </p:sp>
      <p:sp>
        <p:nvSpPr>
          <p:cNvPr id="114" name="Google Shape;114;p25"/>
          <p:cNvSpPr/>
          <p:nvPr/>
        </p:nvSpPr>
        <p:spPr>
          <a:xfrm>
            <a:off x="7573325" y="3021743"/>
            <a:ext cx="2037300" cy="2037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5"/>
          <p:cNvSpPr/>
          <p:nvPr/>
        </p:nvSpPr>
        <p:spPr>
          <a:xfrm>
            <a:off x="8245459" y="1656425"/>
            <a:ext cx="1365300" cy="1365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5"/>
          <p:cNvSpPr/>
          <p:nvPr/>
        </p:nvSpPr>
        <p:spPr>
          <a:xfrm>
            <a:off x="7645175" y="2419500"/>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25"/>
          <p:cNvPicPr preferRelativeResize="0"/>
          <p:nvPr/>
        </p:nvPicPr>
        <p:blipFill rotWithShape="1">
          <a:blip r:embed="rId2">
            <a:alphaModFix/>
          </a:blip>
          <a:srcRect b="19443" l="0" r="0" t="19436"/>
          <a:stretch/>
        </p:blipFill>
        <p:spPr>
          <a:xfrm>
            <a:off x="-204800" y="3597700"/>
            <a:ext cx="3376625" cy="1274801"/>
          </a:xfrm>
          <a:prstGeom prst="rect">
            <a:avLst/>
          </a:prstGeom>
          <a:noFill/>
          <a:ln>
            <a:noFill/>
          </a:ln>
        </p:spPr>
      </p:pic>
      <p:sp>
        <p:nvSpPr>
          <p:cNvPr id="118" name="Google Shape;118;p25"/>
          <p:cNvSpPr txBox="1"/>
          <p:nvPr>
            <p:ph type="ctrTitle"/>
          </p:nvPr>
        </p:nvSpPr>
        <p:spPr>
          <a:xfrm>
            <a:off x="311700" y="668375"/>
            <a:ext cx="8520600" cy="9603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3" type="tx">
  <p:cSld name="TITLE_AND_BODY">
    <p:spTree>
      <p:nvGrpSpPr>
        <p:cNvPr id="119" name="Shape 119"/>
        <p:cNvGrpSpPr/>
        <p:nvPr/>
      </p:nvGrpSpPr>
      <p:grpSpPr>
        <a:xfrm>
          <a:off x="0" y="0"/>
          <a:ext cx="0" cy="0"/>
          <a:chOff x="0" y="0"/>
          <a:chExt cx="0" cy="0"/>
        </a:xfrm>
      </p:grpSpPr>
      <p:sp>
        <p:nvSpPr>
          <p:cNvPr id="120" name="Google Shape;120;p26"/>
          <p:cNvSpPr/>
          <p:nvPr/>
        </p:nvSpPr>
        <p:spPr>
          <a:xfrm>
            <a:off x="7134225" y="4429125"/>
            <a:ext cx="1771800" cy="522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6"/>
          <p:cNvSpPr/>
          <p:nvPr/>
        </p:nvSpPr>
        <p:spPr>
          <a:xfrm>
            <a:off x="7489800" y="3497693"/>
            <a:ext cx="2037300" cy="2037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6"/>
          <p:cNvSpPr/>
          <p:nvPr/>
        </p:nvSpPr>
        <p:spPr>
          <a:xfrm>
            <a:off x="6776752" y="2714000"/>
            <a:ext cx="1151100" cy="1151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6"/>
          <p:cNvSpPr/>
          <p:nvPr/>
        </p:nvSpPr>
        <p:spPr>
          <a:xfrm>
            <a:off x="6826850" y="4033563"/>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6"/>
          <p:cNvSpPr txBox="1"/>
          <p:nvPr>
            <p:ph idx="1" type="subTitle"/>
          </p:nvPr>
        </p:nvSpPr>
        <p:spPr>
          <a:xfrm>
            <a:off x="311700" y="1529200"/>
            <a:ext cx="8520600" cy="5229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2100"/>
              <a:buFont typeface="Arial"/>
              <a:buNone/>
              <a:defRPr b="1" i="0" sz="2100" u="none" cap="none" strike="noStrike">
                <a:solidFill>
                  <a:schemeClr val="accent1"/>
                </a:solidFill>
                <a:latin typeface="Arial"/>
                <a:ea typeface="Arial"/>
                <a:cs typeface="Arial"/>
                <a:sym typeface="Arial"/>
              </a:defRPr>
            </a:lvl9pPr>
          </a:lstStyle>
          <a:p/>
        </p:txBody>
      </p:sp>
      <p:sp>
        <p:nvSpPr>
          <p:cNvPr id="125" name="Google Shape;125;p26"/>
          <p:cNvSpPr txBox="1"/>
          <p:nvPr>
            <p:ph type="ctrTitle"/>
          </p:nvPr>
        </p:nvSpPr>
        <p:spPr>
          <a:xfrm>
            <a:off x="311700" y="668375"/>
            <a:ext cx="8520600" cy="9603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3500"/>
              <a:buFont typeface="Arial"/>
              <a:buChar char="■"/>
              <a:defRPr b="0" i="0" sz="3500" u="none" cap="none" strike="noStrike">
                <a:solidFill>
                  <a:schemeClr val="accent1"/>
                </a:solidFill>
                <a:latin typeface="Arial"/>
                <a:ea typeface="Arial"/>
                <a:cs typeface="Arial"/>
                <a:sym typeface="Aria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 Agenda" type="twoColTx">
  <p:cSld name="TITLE_AND_TWO_COLUMNS">
    <p:spTree>
      <p:nvGrpSpPr>
        <p:cNvPr id="126" name="Shape 126"/>
        <p:cNvGrpSpPr/>
        <p:nvPr/>
      </p:nvGrpSpPr>
      <p:grpSpPr>
        <a:xfrm>
          <a:off x="0" y="0"/>
          <a:ext cx="0" cy="0"/>
          <a:chOff x="0" y="0"/>
          <a:chExt cx="0" cy="0"/>
        </a:xfrm>
      </p:grpSpPr>
      <p:sp>
        <p:nvSpPr>
          <p:cNvPr id="127" name="Google Shape;127;p27"/>
          <p:cNvSpPr/>
          <p:nvPr/>
        </p:nvSpPr>
        <p:spPr>
          <a:xfrm>
            <a:off x="7154700" y="-973075"/>
            <a:ext cx="2646900" cy="2646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7"/>
          <p:cNvSpPr/>
          <p:nvPr/>
        </p:nvSpPr>
        <p:spPr>
          <a:xfrm>
            <a:off x="5810275" y="54267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7"/>
          <p:cNvSpPr/>
          <p:nvPr/>
        </p:nvSpPr>
        <p:spPr>
          <a:xfrm>
            <a:off x="7154700" y="177327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7"/>
          <p:cNvSpPr/>
          <p:nvPr/>
        </p:nvSpPr>
        <p:spPr>
          <a:xfrm>
            <a:off x="7394800" y="1423925"/>
            <a:ext cx="249900" cy="249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7"/>
          <p:cNvSpPr txBox="1"/>
          <p:nvPr>
            <p:ph idx="1" type="subTitle"/>
          </p:nvPr>
        </p:nvSpPr>
        <p:spPr>
          <a:xfrm>
            <a:off x="311700" y="691000"/>
            <a:ext cx="4174500" cy="5229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1pPr>
            <a:lvl2pPr lvl="1"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2pPr>
            <a:lvl3pPr lvl="2"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3pPr>
            <a:lvl4pPr lvl="3"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4pPr>
            <a:lvl5pPr lvl="4"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5pPr>
            <a:lvl6pPr lvl="5"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6pPr>
            <a:lvl7pPr lvl="6"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7pPr>
            <a:lvl8pPr lvl="7"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8pPr>
            <a:lvl9pPr lvl="8" marR="0" algn="l">
              <a:lnSpc>
                <a:spcPct val="100000"/>
              </a:lnSpc>
              <a:spcBef>
                <a:spcPts val="0"/>
              </a:spcBef>
              <a:spcAft>
                <a:spcPts val="0"/>
              </a:spcAft>
              <a:buClr>
                <a:srgbClr val="666666"/>
              </a:buClr>
              <a:buSzPts val="2700"/>
              <a:buFont typeface="Arial"/>
              <a:buNone/>
              <a:defRPr b="1" i="0" sz="27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CUSTOM_5">
    <p:spTree>
      <p:nvGrpSpPr>
        <p:cNvPr id="132" name="Shape 132"/>
        <p:cNvGrpSpPr/>
        <p:nvPr/>
      </p:nvGrpSpPr>
      <p:grpSpPr>
        <a:xfrm>
          <a:off x="0" y="0"/>
          <a:ext cx="0" cy="0"/>
          <a:chOff x="0" y="0"/>
          <a:chExt cx="0" cy="0"/>
        </a:xfrm>
      </p:grpSpPr>
      <p:sp>
        <p:nvSpPr>
          <p:cNvPr id="133" name="Google Shape;133;p28"/>
          <p:cNvSpPr/>
          <p:nvPr/>
        </p:nvSpPr>
        <p:spPr>
          <a:xfrm>
            <a:off x="0" y="0"/>
            <a:ext cx="25551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8"/>
          <p:cNvSpPr/>
          <p:nvPr/>
        </p:nvSpPr>
        <p:spPr>
          <a:xfrm rot="9906064">
            <a:off x="835383" y="4161372"/>
            <a:ext cx="647571" cy="6475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8"/>
          <p:cNvSpPr/>
          <p:nvPr/>
        </p:nvSpPr>
        <p:spPr>
          <a:xfrm>
            <a:off x="371836" y="3386144"/>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8"/>
          <p:cNvSpPr/>
          <p:nvPr/>
        </p:nvSpPr>
        <p:spPr>
          <a:xfrm>
            <a:off x="1465490" y="3557163"/>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8"/>
          <p:cNvSpPr/>
          <p:nvPr/>
        </p:nvSpPr>
        <p:spPr>
          <a:xfrm rot="-7530040">
            <a:off x="991688" y="3081145"/>
            <a:ext cx="647825" cy="647825"/>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8"/>
          <p:cNvSpPr/>
          <p:nvPr/>
        </p:nvSpPr>
        <p:spPr>
          <a:xfrm>
            <a:off x="1503481" y="2601904"/>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8"/>
          <p:cNvSpPr/>
          <p:nvPr/>
        </p:nvSpPr>
        <p:spPr>
          <a:xfrm>
            <a:off x="687007" y="2431998"/>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8"/>
          <p:cNvSpPr/>
          <p:nvPr/>
        </p:nvSpPr>
        <p:spPr>
          <a:xfrm rot="-1082937">
            <a:off x="1587891" y="1910860"/>
            <a:ext cx="647776" cy="647776"/>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8"/>
          <p:cNvSpPr/>
          <p:nvPr/>
        </p:nvSpPr>
        <p:spPr>
          <a:xfrm rot="-6095770">
            <a:off x="194935" y="1911031"/>
            <a:ext cx="647721" cy="64772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8"/>
          <p:cNvSpPr/>
          <p:nvPr/>
        </p:nvSpPr>
        <p:spPr>
          <a:xfrm>
            <a:off x="807675" y="1373941"/>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8"/>
          <p:cNvSpPr/>
          <p:nvPr/>
        </p:nvSpPr>
        <p:spPr>
          <a:xfrm rot="9906064">
            <a:off x="880295" y="582896"/>
            <a:ext cx="647571" cy="6475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8"/>
          <p:cNvSpPr/>
          <p:nvPr/>
        </p:nvSpPr>
        <p:spPr>
          <a:xfrm>
            <a:off x="1560441" y="138799"/>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8"/>
          <p:cNvSpPr/>
          <p:nvPr/>
        </p:nvSpPr>
        <p:spPr>
          <a:xfrm>
            <a:off x="1600229" y="982661"/>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8"/>
          <p:cNvSpPr/>
          <p:nvPr/>
        </p:nvSpPr>
        <p:spPr>
          <a:xfrm>
            <a:off x="167317" y="748933"/>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2">
  <p:cSld name="ONE_COLUMN_TEXT">
    <p:bg>
      <p:bgPr>
        <a:solidFill>
          <a:schemeClr val="accent4"/>
        </a:solidFill>
      </p:bgPr>
    </p:bg>
    <p:spTree>
      <p:nvGrpSpPr>
        <p:cNvPr id="147" name="Shape 147"/>
        <p:cNvGrpSpPr/>
        <p:nvPr/>
      </p:nvGrpSpPr>
      <p:grpSpPr>
        <a:xfrm>
          <a:off x="0" y="0"/>
          <a:ext cx="0" cy="0"/>
          <a:chOff x="0" y="0"/>
          <a:chExt cx="0" cy="0"/>
        </a:xfrm>
      </p:grpSpPr>
      <p:sp>
        <p:nvSpPr>
          <p:cNvPr id="148" name="Google Shape;148;p29"/>
          <p:cNvSpPr/>
          <p:nvPr/>
        </p:nvSpPr>
        <p:spPr>
          <a:xfrm>
            <a:off x="7134225" y="4429125"/>
            <a:ext cx="1771800" cy="522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9"/>
          <p:cNvSpPr/>
          <p:nvPr/>
        </p:nvSpPr>
        <p:spPr>
          <a:xfrm rot="-5400000">
            <a:off x="1169389" y="3958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9"/>
          <p:cNvSpPr/>
          <p:nvPr/>
        </p:nvSpPr>
        <p:spPr>
          <a:xfrm rot="3302961">
            <a:off x="480944" y="872052"/>
            <a:ext cx="680782" cy="680782"/>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9"/>
          <p:cNvSpPr/>
          <p:nvPr/>
        </p:nvSpPr>
        <p:spPr>
          <a:xfrm rot="-5400000">
            <a:off x="123303" y="145763"/>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9"/>
          <p:cNvSpPr/>
          <p:nvPr/>
        </p:nvSpPr>
        <p:spPr>
          <a:xfrm rot="-6228950">
            <a:off x="7335683" y="3896676"/>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9"/>
          <p:cNvSpPr/>
          <p:nvPr/>
        </p:nvSpPr>
        <p:spPr>
          <a:xfrm rot="-5400000">
            <a:off x="8135189" y="4156370"/>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4" name="Google Shape;154;p29"/>
          <p:cNvPicPr preferRelativeResize="0"/>
          <p:nvPr/>
        </p:nvPicPr>
        <p:blipFill rotWithShape="1">
          <a:blip r:embed="rId2">
            <a:alphaModFix/>
          </a:blip>
          <a:srcRect b="19443" l="0" r="0" t="19436"/>
          <a:stretch/>
        </p:blipFill>
        <p:spPr>
          <a:xfrm>
            <a:off x="-52400" y="4103344"/>
            <a:ext cx="2037299" cy="769158"/>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3">
  <p:cSld name="MAIN_POINT">
    <p:bg>
      <p:bgPr>
        <a:solidFill>
          <a:srgbClr val="FFFFFF"/>
        </a:solidFill>
      </p:bgPr>
    </p:bg>
    <p:spTree>
      <p:nvGrpSpPr>
        <p:cNvPr id="155" name="Shape 155"/>
        <p:cNvGrpSpPr/>
        <p:nvPr/>
      </p:nvGrpSpPr>
      <p:grpSpPr>
        <a:xfrm>
          <a:off x="0" y="0"/>
          <a:ext cx="0" cy="0"/>
          <a:chOff x="0" y="0"/>
          <a:chExt cx="0" cy="0"/>
        </a:xfrm>
      </p:grpSpPr>
      <p:sp>
        <p:nvSpPr>
          <p:cNvPr id="156" name="Google Shape;156;p30"/>
          <p:cNvSpPr/>
          <p:nvPr/>
        </p:nvSpPr>
        <p:spPr>
          <a:xfrm>
            <a:off x="7334250" y="4486275"/>
            <a:ext cx="1213800" cy="523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0"/>
          <p:cNvSpPr/>
          <p:nvPr/>
        </p:nvSpPr>
        <p:spPr>
          <a:xfrm>
            <a:off x="7419425" y="3694625"/>
            <a:ext cx="1213800" cy="12138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0"/>
          <p:cNvSpPr/>
          <p:nvPr/>
        </p:nvSpPr>
        <p:spPr>
          <a:xfrm rot="8266488">
            <a:off x="8097995" y="4364183"/>
            <a:ext cx="810658" cy="810658"/>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0"/>
          <p:cNvSpPr/>
          <p:nvPr/>
        </p:nvSpPr>
        <p:spPr>
          <a:xfrm>
            <a:off x="85875" y="915725"/>
            <a:ext cx="348900" cy="348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0"/>
          <p:cNvSpPr/>
          <p:nvPr/>
        </p:nvSpPr>
        <p:spPr>
          <a:xfrm rot="4031714">
            <a:off x="243167"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0"/>
          <p:cNvSpPr/>
          <p:nvPr/>
        </p:nvSpPr>
        <p:spPr>
          <a:xfrm>
            <a:off x="8742743" y="4024362"/>
            <a:ext cx="255900" cy="255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2" name="Google Shape;162;p30"/>
          <p:cNvPicPr preferRelativeResize="0"/>
          <p:nvPr/>
        </p:nvPicPr>
        <p:blipFill rotWithShape="1">
          <a:blip r:embed="rId2">
            <a:alphaModFix/>
          </a:blip>
          <a:srcRect b="19443" l="0" r="0" t="19436"/>
          <a:stretch/>
        </p:blipFill>
        <p:spPr>
          <a:xfrm>
            <a:off x="-52400" y="4103344"/>
            <a:ext cx="2037299" cy="769158"/>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2">
  <p:cSld name="CAPTION_ONLY">
    <p:bg>
      <p:bgPr>
        <a:solidFill>
          <a:schemeClr val="accent1"/>
        </a:solidFill>
      </p:bgPr>
    </p:bg>
    <p:spTree>
      <p:nvGrpSpPr>
        <p:cNvPr id="163" name="Shape 163"/>
        <p:cNvGrpSpPr/>
        <p:nvPr/>
      </p:nvGrpSpPr>
      <p:grpSpPr>
        <a:xfrm>
          <a:off x="0" y="0"/>
          <a:ext cx="0" cy="0"/>
          <a:chOff x="0" y="0"/>
          <a:chExt cx="0" cy="0"/>
        </a:xfrm>
      </p:grpSpPr>
      <p:sp>
        <p:nvSpPr>
          <p:cNvPr id="164" name="Google Shape;164;p31"/>
          <p:cNvSpPr/>
          <p:nvPr/>
        </p:nvSpPr>
        <p:spPr>
          <a:xfrm rot="6299737">
            <a:off x="7758645" y="-372105"/>
            <a:ext cx="1655683" cy="1655683"/>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1"/>
          <p:cNvSpPr/>
          <p:nvPr/>
        </p:nvSpPr>
        <p:spPr>
          <a:xfrm rot="-7034365">
            <a:off x="7191372" y="315224"/>
            <a:ext cx="1105723" cy="1105723"/>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1"/>
          <p:cNvSpPr/>
          <p:nvPr/>
        </p:nvSpPr>
        <p:spPr>
          <a:xfrm rot="6300266">
            <a:off x="8253608" y="1395540"/>
            <a:ext cx="348792" cy="348792"/>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1"/>
          <p:cNvSpPr/>
          <p:nvPr/>
        </p:nvSpPr>
        <p:spPr>
          <a:xfrm>
            <a:off x="7134225" y="4429125"/>
            <a:ext cx="1771800" cy="522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1"/>
          <p:cNvSpPr/>
          <p:nvPr/>
        </p:nvSpPr>
        <p:spPr>
          <a:xfrm>
            <a:off x="7134225" y="4429125"/>
            <a:ext cx="1771800" cy="522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9" name="Google Shape;169;p31"/>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170" name="Google Shape;170;p31"/>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171" name="Google Shape;171;p31"/>
          <p:cNvPicPr preferRelativeResize="0"/>
          <p:nvPr/>
        </p:nvPicPr>
        <p:blipFill rotWithShape="1">
          <a:blip r:embed="rId3">
            <a:alphaModFix/>
          </a:blip>
          <a:srcRect b="13111" l="0" r="0" t="13104"/>
          <a:stretch/>
        </p:blipFill>
        <p:spPr>
          <a:xfrm>
            <a:off x="7388451" y="4410973"/>
            <a:ext cx="1256596" cy="5727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2">
  <p:cSld name="BIG_NUMBER">
    <p:spTree>
      <p:nvGrpSpPr>
        <p:cNvPr id="172" name="Shape 172"/>
        <p:cNvGrpSpPr/>
        <p:nvPr/>
      </p:nvGrpSpPr>
      <p:grpSpPr>
        <a:xfrm>
          <a:off x="0" y="0"/>
          <a:ext cx="0" cy="0"/>
          <a:chOff x="0" y="0"/>
          <a:chExt cx="0" cy="0"/>
        </a:xfrm>
      </p:grpSpPr>
      <p:sp>
        <p:nvSpPr>
          <p:cNvPr id="173" name="Google Shape;173;p32"/>
          <p:cNvSpPr/>
          <p:nvPr/>
        </p:nvSpPr>
        <p:spPr>
          <a:xfrm>
            <a:off x="7134225" y="4429125"/>
            <a:ext cx="1771800" cy="522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2"/>
          <p:cNvSpPr/>
          <p:nvPr/>
        </p:nvSpPr>
        <p:spPr>
          <a:xfrm>
            <a:off x="7489800" y="3497693"/>
            <a:ext cx="2037300" cy="2037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2"/>
          <p:cNvSpPr/>
          <p:nvPr/>
        </p:nvSpPr>
        <p:spPr>
          <a:xfrm>
            <a:off x="6776752" y="2714000"/>
            <a:ext cx="1151100" cy="1151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2"/>
          <p:cNvSpPr/>
          <p:nvPr/>
        </p:nvSpPr>
        <p:spPr>
          <a:xfrm>
            <a:off x="6826850" y="4033563"/>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7" name="Google Shape;177;p32"/>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178" name="Google Shape;178;p32"/>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179" name="Google Shape;179;p32"/>
          <p:cNvPicPr preferRelativeResize="0"/>
          <p:nvPr/>
        </p:nvPicPr>
        <p:blipFill rotWithShape="1">
          <a:blip r:embed="rId3">
            <a:alphaModFix/>
          </a:blip>
          <a:srcRect b="13111" l="0" r="0" t="13104"/>
          <a:stretch/>
        </p:blipFill>
        <p:spPr>
          <a:xfrm>
            <a:off x="7388451" y="4410973"/>
            <a:ext cx="1256596" cy="5727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4" type="blank">
  <p:cSld name="BLANK">
    <p:spTree>
      <p:nvGrpSpPr>
        <p:cNvPr id="180" name="Shape 180"/>
        <p:cNvGrpSpPr/>
        <p:nvPr/>
      </p:nvGrpSpPr>
      <p:grpSpPr>
        <a:xfrm>
          <a:off x="0" y="0"/>
          <a:ext cx="0" cy="0"/>
          <a:chOff x="0" y="0"/>
          <a:chExt cx="0" cy="0"/>
        </a:xfrm>
      </p:grpSpPr>
      <p:sp>
        <p:nvSpPr>
          <p:cNvPr id="181" name="Google Shape;181;p33"/>
          <p:cNvSpPr txBox="1"/>
          <p:nvPr>
            <p:ph idx="12" type="sldNum"/>
          </p:nvPr>
        </p:nvSpPr>
        <p:spPr>
          <a:xfrm>
            <a:off x="8275783" y="18706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
              <a:t>‹#›</a:t>
            </a:fld>
            <a:endParaRPr/>
          </a:p>
        </p:txBody>
      </p:sp>
      <p:grpSp>
        <p:nvGrpSpPr>
          <p:cNvPr id="182" name="Google Shape;182;p33"/>
          <p:cNvGrpSpPr/>
          <p:nvPr/>
        </p:nvGrpSpPr>
        <p:grpSpPr>
          <a:xfrm>
            <a:off x="-183575" y="4559138"/>
            <a:ext cx="1336080" cy="929220"/>
            <a:chOff x="-183575" y="4559138"/>
            <a:chExt cx="1336080" cy="929220"/>
          </a:xfrm>
        </p:grpSpPr>
        <p:sp>
          <p:nvSpPr>
            <p:cNvPr id="183" name="Google Shape;183;p33"/>
            <p:cNvSpPr/>
            <p:nvPr/>
          </p:nvSpPr>
          <p:spPr>
            <a:xfrm rot="-4500616">
              <a:off x="-108933" y="4749101"/>
              <a:ext cx="664615" cy="664615"/>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3"/>
            <p:cNvSpPr/>
            <p:nvPr/>
          </p:nvSpPr>
          <p:spPr>
            <a:xfrm rot="4798384">
              <a:off x="427429" y="4917384"/>
              <a:ext cx="315316" cy="315316"/>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3"/>
            <p:cNvSpPr/>
            <p:nvPr/>
          </p:nvSpPr>
          <p:spPr>
            <a:xfrm rot="-4504115">
              <a:off x="106342" y="4574779"/>
              <a:ext cx="139718" cy="139718"/>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3"/>
            <p:cNvSpPr/>
            <p:nvPr/>
          </p:nvSpPr>
          <p:spPr>
            <a:xfrm rot="-4500746">
              <a:off x="757667" y="4714320"/>
              <a:ext cx="354976" cy="354976"/>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7" name="Google Shape;187;p33"/>
          <p:cNvSpPr/>
          <p:nvPr/>
        </p:nvSpPr>
        <p:spPr>
          <a:xfrm rot="9423094">
            <a:off x="8072654" y="121307"/>
            <a:ext cx="559371" cy="5593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3"/>
          <p:cNvSpPr/>
          <p:nvPr/>
        </p:nvSpPr>
        <p:spPr>
          <a:xfrm rot="-4499816">
            <a:off x="7814712" y="236748"/>
            <a:ext cx="185421" cy="185421"/>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1">
  <p:cSld name="CUSTOM">
    <p:bg>
      <p:bgPr>
        <a:solidFill>
          <a:schemeClr val="accent1"/>
        </a:solidFill>
      </p:bgPr>
    </p:bg>
    <p:spTree>
      <p:nvGrpSpPr>
        <p:cNvPr id="189" name="Shape 189"/>
        <p:cNvGrpSpPr/>
        <p:nvPr/>
      </p:nvGrpSpPr>
      <p:grpSpPr>
        <a:xfrm>
          <a:off x="0" y="0"/>
          <a:ext cx="0" cy="0"/>
          <a:chOff x="0" y="0"/>
          <a:chExt cx="0" cy="0"/>
        </a:xfrm>
      </p:grpSpPr>
      <p:sp>
        <p:nvSpPr>
          <p:cNvPr id="190" name="Google Shape;190;p34"/>
          <p:cNvSpPr/>
          <p:nvPr/>
        </p:nvSpPr>
        <p:spPr>
          <a:xfrm>
            <a:off x="7154700" y="-973075"/>
            <a:ext cx="2646900" cy="2646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4"/>
          <p:cNvSpPr/>
          <p:nvPr/>
        </p:nvSpPr>
        <p:spPr>
          <a:xfrm>
            <a:off x="5810275" y="54267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4"/>
          <p:cNvSpPr/>
          <p:nvPr/>
        </p:nvSpPr>
        <p:spPr>
          <a:xfrm>
            <a:off x="7154700" y="177327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4"/>
          <p:cNvSpPr/>
          <p:nvPr/>
        </p:nvSpPr>
        <p:spPr>
          <a:xfrm>
            <a:off x="7394800" y="1423925"/>
            <a:ext cx="249900" cy="249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4"/>
          <p:cNvSpPr/>
          <p:nvPr/>
        </p:nvSpPr>
        <p:spPr>
          <a:xfrm>
            <a:off x="6762750" y="4219575"/>
            <a:ext cx="2381400" cy="924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3">
  <p:cSld name="CUSTOM_1">
    <p:bg>
      <p:bgPr>
        <a:solidFill>
          <a:schemeClr val="accent4"/>
        </a:solidFill>
      </p:bgPr>
    </p:bg>
    <p:spTree>
      <p:nvGrpSpPr>
        <p:cNvPr id="195" name="Shape 195"/>
        <p:cNvGrpSpPr/>
        <p:nvPr/>
      </p:nvGrpSpPr>
      <p:grpSpPr>
        <a:xfrm>
          <a:off x="0" y="0"/>
          <a:ext cx="0" cy="0"/>
          <a:chOff x="0" y="0"/>
          <a:chExt cx="0" cy="0"/>
        </a:xfrm>
      </p:grpSpPr>
      <p:sp>
        <p:nvSpPr>
          <p:cNvPr id="196" name="Google Shape;196;p35"/>
          <p:cNvSpPr/>
          <p:nvPr/>
        </p:nvSpPr>
        <p:spPr>
          <a:xfrm>
            <a:off x="7958575" y="-36382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5"/>
          <p:cNvSpPr/>
          <p:nvPr/>
        </p:nvSpPr>
        <p:spPr>
          <a:xfrm>
            <a:off x="8135525" y="122592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5"/>
          <p:cNvSpPr/>
          <p:nvPr/>
        </p:nvSpPr>
        <p:spPr>
          <a:xfrm>
            <a:off x="7708675" y="976025"/>
            <a:ext cx="249900" cy="249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5"/>
          <p:cNvSpPr/>
          <p:nvPr/>
        </p:nvSpPr>
        <p:spPr>
          <a:xfrm>
            <a:off x="-453750" y="4239725"/>
            <a:ext cx="1259100" cy="12591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5">
  <p:cSld name="CUSTOM_2">
    <p:spTree>
      <p:nvGrpSpPr>
        <p:cNvPr id="200" name="Shape 200"/>
        <p:cNvGrpSpPr/>
        <p:nvPr/>
      </p:nvGrpSpPr>
      <p:grpSpPr>
        <a:xfrm>
          <a:off x="0" y="0"/>
          <a:ext cx="0" cy="0"/>
          <a:chOff x="0" y="0"/>
          <a:chExt cx="0" cy="0"/>
        </a:xfrm>
      </p:grpSpPr>
      <p:sp>
        <p:nvSpPr>
          <p:cNvPr id="201" name="Google Shape;201;p36"/>
          <p:cNvSpPr/>
          <p:nvPr/>
        </p:nvSpPr>
        <p:spPr>
          <a:xfrm>
            <a:off x="-180975" y="-142875"/>
            <a:ext cx="5191200" cy="5457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6"/>
          <p:cNvSpPr/>
          <p:nvPr/>
        </p:nvSpPr>
        <p:spPr>
          <a:xfrm>
            <a:off x="85875" y="915725"/>
            <a:ext cx="348900" cy="3489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6"/>
          <p:cNvSpPr/>
          <p:nvPr/>
        </p:nvSpPr>
        <p:spPr>
          <a:xfrm rot="4031714">
            <a:off x="243167"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6">
  <p:cSld name="CUSTOM_3">
    <p:spTree>
      <p:nvGrpSpPr>
        <p:cNvPr id="204" name="Shape 204"/>
        <p:cNvGrpSpPr/>
        <p:nvPr/>
      </p:nvGrpSpPr>
      <p:grpSpPr>
        <a:xfrm>
          <a:off x="0" y="0"/>
          <a:ext cx="0" cy="0"/>
          <a:chOff x="0" y="0"/>
          <a:chExt cx="0" cy="0"/>
        </a:xfrm>
      </p:grpSpPr>
      <p:sp>
        <p:nvSpPr>
          <p:cNvPr id="205" name="Google Shape;205;p37"/>
          <p:cNvSpPr/>
          <p:nvPr/>
        </p:nvSpPr>
        <p:spPr>
          <a:xfrm>
            <a:off x="0" y="0"/>
            <a:ext cx="2067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7"/>
          <p:cNvSpPr/>
          <p:nvPr/>
        </p:nvSpPr>
        <p:spPr>
          <a:xfrm rot="-6228950">
            <a:off x="7335683" y="3391851"/>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7"/>
          <p:cNvSpPr/>
          <p:nvPr/>
        </p:nvSpPr>
        <p:spPr>
          <a:xfrm rot="-5400000">
            <a:off x="8135189" y="36515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7">
  <p:cSld name="CUSTOM_4">
    <p:bg>
      <p:bgPr>
        <a:solidFill>
          <a:schemeClr val="accent1"/>
        </a:solidFill>
      </p:bgPr>
    </p:bg>
    <p:spTree>
      <p:nvGrpSpPr>
        <p:cNvPr id="208" name="Shape 208"/>
        <p:cNvGrpSpPr/>
        <p:nvPr/>
      </p:nvGrpSpPr>
      <p:grpSpPr>
        <a:xfrm>
          <a:off x="0" y="0"/>
          <a:ext cx="0" cy="0"/>
          <a:chOff x="0" y="0"/>
          <a:chExt cx="0" cy="0"/>
        </a:xfrm>
      </p:grpSpPr>
      <p:sp>
        <p:nvSpPr>
          <p:cNvPr id="209" name="Google Shape;209;p38"/>
          <p:cNvSpPr/>
          <p:nvPr/>
        </p:nvSpPr>
        <p:spPr>
          <a:xfrm>
            <a:off x="0" y="857250"/>
            <a:ext cx="6039000" cy="3410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8"/>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s" sz="1100" u="none" cap="none" strike="noStrike">
                <a:solidFill>
                  <a:srgbClr val="FFFFFF"/>
                </a:solidFill>
                <a:latin typeface="Arial"/>
                <a:ea typeface="Arial"/>
                <a:cs typeface="Arial"/>
                <a:sym typeface="Arial"/>
              </a:rPr>
              <a:t>‹#›</a:t>
            </a:fld>
            <a:endParaRPr b="1" i="0" sz="1100" u="none" cap="none" strike="noStrike">
              <a:solidFill>
                <a:srgbClr val="FFFFFF"/>
              </a:solidFill>
              <a:latin typeface="Arial"/>
              <a:ea typeface="Arial"/>
              <a:cs typeface="Arial"/>
              <a:sym typeface="Arial"/>
            </a:endParaRPr>
          </a:p>
        </p:txBody>
      </p:sp>
      <p:sp>
        <p:nvSpPr>
          <p:cNvPr id="211" name="Google Shape;211;p38"/>
          <p:cNvSpPr/>
          <p:nvPr/>
        </p:nvSpPr>
        <p:spPr>
          <a:xfrm rot="9423094">
            <a:off x="8072654" y="121307"/>
            <a:ext cx="559371" cy="5593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8"/>
          <p:cNvSpPr/>
          <p:nvPr/>
        </p:nvSpPr>
        <p:spPr>
          <a:xfrm rot="-4499816">
            <a:off x="7814712" y="236748"/>
            <a:ext cx="185421" cy="185421"/>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8"/>
          <p:cNvSpPr/>
          <p:nvPr/>
        </p:nvSpPr>
        <p:spPr>
          <a:xfrm>
            <a:off x="7324725" y="3276600"/>
            <a:ext cx="1724100" cy="6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4" name="Google Shape;214;p38"/>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215" name="Google Shape;215;p38"/>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216" name="Google Shape;216;p38"/>
          <p:cNvPicPr preferRelativeResize="0"/>
          <p:nvPr/>
        </p:nvPicPr>
        <p:blipFill rotWithShape="1">
          <a:blip r:embed="rId3">
            <a:alphaModFix/>
          </a:blip>
          <a:srcRect b="13111" l="0" r="0" t="13104"/>
          <a:stretch/>
        </p:blipFill>
        <p:spPr>
          <a:xfrm>
            <a:off x="7388451" y="4410973"/>
            <a:ext cx="1256596" cy="5727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8">
  <p:cSld name="CUSTOM_4_1">
    <p:bg>
      <p:bgPr>
        <a:solidFill>
          <a:schemeClr val="accent4"/>
        </a:solidFill>
      </p:bgPr>
    </p:bg>
    <p:spTree>
      <p:nvGrpSpPr>
        <p:cNvPr id="217" name="Shape 217"/>
        <p:cNvGrpSpPr/>
        <p:nvPr/>
      </p:nvGrpSpPr>
      <p:grpSpPr>
        <a:xfrm>
          <a:off x="0" y="0"/>
          <a:ext cx="0" cy="0"/>
          <a:chOff x="0" y="0"/>
          <a:chExt cx="0" cy="0"/>
        </a:xfrm>
      </p:grpSpPr>
      <p:sp>
        <p:nvSpPr>
          <p:cNvPr id="218" name="Google Shape;218;p39"/>
          <p:cNvSpPr/>
          <p:nvPr/>
        </p:nvSpPr>
        <p:spPr>
          <a:xfrm>
            <a:off x="3124200" y="857250"/>
            <a:ext cx="6039000" cy="3410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9"/>
          <p:cNvSpPr/>
          <p:nvPr/>
        </p:nvSpPr>
        <p:spPr>
          <a:xfrm>
            <a:off x="85875" y="915725"/>
            <a:ext cx="348900" cy="3489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9"/>
          <p:cNvSpPr/>
          <p:nvPr/>
        </p:nvSpPr>
        <p:spPr>
          <a:xfrm rot="4031714">
            <a:off x="243167" y="152063"/>
            <a:ext cx="779427" cy="779427"/>
          </a:xfrm>
          <a:prstGeom prst="chord">
            <a:avLst>
              <a:gd fmla="val 270000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4">
  <p:cSld name="CUSTOM_6">
    <p:bg>
      <p:bgPr>
        <a:solidFill>
          <a:schemeClr val="dk1"/>
        </a:solidFill>
      </p:bgPr>
    </p:bg>
    <p:spTree>
      <p:nvGrpSpPr>
        <p:cNvPr id="221" name="Shape 221"/>
        <p:cNvGrpSpPr/>
        <p:nvPr/>
      </p:nvGrpSpPr>
      <p:grpSpPr>
        <a:xfrm>
          <a:off x="0" y="0"/>
          <a:ext cx="0" cy="0"/>
          <a:chOff x="0" y="0"/>
          <a:chExt cx="0" cy="0"/>
        </a:xfrm>
      </p:grpSpPr>
      <p:sp>
        <p:nvSpPr>
          <p:cNvPr id="222" name="Google Shape;222;p40"/>
          <p:cNvSpPr/>
          <p:nvPr/>
        </p:nvSpPr>
        <p:spPr>
          <a:xfrm>
            <a:off x="85875" y="915725"/>
            <a:ext cx="348900" cy="3489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0"/>
          <p:cNvSpPr/>
          <p:nvPr/>
        </p:nvSpPr>
        <p:spPr>
          <a:xfrm rot="4031714">
            <a:off x="243167"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40"/>
          <p:cNvSpPr/>
          <p:nvPr/>
        </p:nvSpPr>
        <p:spPr>
          <a:xfrm>
            <a:off x="7267575" y="4010025"/>
            <a:ext cx="1733700" cy="10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0"/>
          <p:cNvSpPr/>
          <p:nvPr/>
        </p:nvSpPr>
        <p:spPr>
          <a:xfrm rot="-6228950">
            <a:off x="7335683" y="3772851"/>
            <a:ext cx="680900" cy="680900"/>
          </a:xfrm>
          <a:prstGeom prst="chord">
            <a:avLst>
              <a:gd fmla="val 2700000" name="adj1"/>
              <a:gd fmla="val 16200000" name="adj2"/>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0"/>
          <p:cNvSpPr/>
          <p:nvPr/>
        </p:nvSpPr>
        <p:spPr>
          <a:xfrm rot="-5400000">
            <a:off x="8135189" y="40325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7" name="Google Shape;227;p40"/>
          <p:cNvPicPr preferRelativeResize="0"/>
          <p:nvPr/>
        </p:nvPicPr>
        <p:blipFill rotWithShape="1">
          <a:blip r:embed="rId2">
            <a:alphaModFix/>
          </a:blip>
          <a:srcRect b="19443" l="0" r="0" t="19436"/>
          <a:stretch/>
        </p:blipFill>
        <p:spPr>
          <a:xfrm>
            <a:off x="-52400" y="4103344"/>
            <a:ext cx="2037299" cy="769158"/>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
  <p:cSld name="CAPTION_ONLY_1">
    <p:spTree>
      <p:nvGrpSpPr>
        <p:cNvPr id="228" name="Shape 228"/>
        <p:cNvGrpSpPr/>
        <p:nvPr/>
      </p:nvGrpSpPr>
      <p:grpSpPr>
        <a:xfrm>
          <a:off x="0" y="0"/>
          <a:ext cx="0" cy="0"/>
          <a:chOff x="0" y="0"/>
          <a:chExt cx="0" cy="0"/>
        </a:xfrm>
      </p:grpSpPr>
      <p:sp>
        <p:nvSpPr>
          <p:cNvPr id="229" name="Google Shape;229;p41"/>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1"/>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1"/>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32" name="Google Shape;232;p41"/>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2">
  <p:cSld name="CAPTION_ONLY_2">
    <p:spTree>
      <p:nvGrpSpPr>
        <p:cNvPr id="233" name="Shape 233"/>
        <p:cNvGrpSpPr/>
        <p:nvPr/>
      </p:nvGrpSpPr>
      <p:grpSpPr>
        <a:xfrm>
          <a:off x="0" y="0"/>
          <a:ext cx="0" cy="0"/>
          <a:chOff x="0" y="0"/>
          <a:chExt cx="0" cy="0"/>
        </a:xfrm>
      </p:grpSpPr>
      <p:sp>
        <p:nvSpPr>
          <p:cNvPr id="234" name="Google Shape;234;p42"/>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2"/>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2"/>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37" name="Google Shape;237;p42"/>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3">
  <p:cSld name="CAPTION_ONLY_3">
    <p:spTree>
      <p:nvGrpSpPr>
        <p:cNvPr id="238" name="Shape 238"/>
        <p:cNvGrpSpPr/>
        <p:nvPr/>
      </p:nvGrpSpPr>
      <p:grpSpPr>
        <a:xfrm>
          <a:off x="0" y="0"/>
          <a:ext cx="0" cy="0"/>
          <a:chOff x="0" y="0"/>
          <a:chExt cx="0" cy="0"/>
        </a:xfrm>
      </p:grpSpPr>
      <p:sp>
        <p:nvSpPr>
          <p:cNvPr id="239" name="Google Shape;239;p43"/>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43"/>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43"/>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42" name="Google Shape;242;p43"/>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4">
  <p:cSld name="CAPTION_ONLY_4">
    <p:spTree>
      <p:nvGrpSpPr>
        <p:cNvPr id="243" name="Shape 243"/>
        <p:cNvGrpSpPr/>
        <p:nvPr/>
      </p:nvGrpSpPr>
      <p:grpSpPr>
        <a:xfrm>
          <a:off x="0" y="0"/>
          <a:ext cx="0" cy="0"/>
          <a:chOff x="0" y="0"/>
          <a:chExt cx="0" cy="0"/>
        </a:xfrm>
      </p:grpSpPr>
      <p:sp>
        <p:nvSpPr>
          <p:cNvPr id="244" name="Google Shape;244;p44"/>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44"/>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4"/>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47" name="Google Shape;247;p44"/>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5">
  <p:cSld name="CAPTION_ONLY_5">
    <p:spTree>
      <p:nvGrpSpPr>
        <p:cNvPr id="248" name="Shape 248"/>
        <p:cNvGrpSpPr/>
        <p:nvPr/>
      </p:nvGrpSpPr>
      <p:grpSpPr>
        <a:xfrm>
          <a:off x="0" y="0"/>
          <a:ext cx="0" cy="0"/>
          <a:chOff x="0" y="0"/>
          <a:chExt cx="0" cy="0"/>
        </a:xfrm>
      </p:grpSpPr>
      <p:sp>
        <p:nvSpPr>
          <p:cNvPr id="249" name="Google Shape;249;p45"/>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5"/>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45"/>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52" name="Google Shape;252;p45"/>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
  <p:cSld name="TITLE_AND_BODY_1">
    <p:spTree>
      <p:nvGrpSpPr>
        <p:cNvPr id="253" name="Shape 253"/>
        <p:cNvGrpSpPr/>
        <p:nvPr/>
      </p:nvGrpSpPr>
      <p:grpSpPr>
        <a:xfrm>
          <a:off x="0" y="0"/>
          <a:ext cx="0" cy="0"/>
          <a:chOff x="0" y="0"/>
          <a:chExt cx="0" cy="0"/>
        </a:xfrm>
      </p:grpSpPr>
      <p:sp>
        <p:nvSpPr>
          <p:cNvPr id="254" name="Google Shape;254;p4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55" name="Google Shape;255;p46"/>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56" name="Google Shape;25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cía 8">
  <p:cSld name="BLANK_9">
    <p:spTree>
      <p:nvGrpSpPr>
        <p:cNvPr id="257" name="Shape 257"/>
        <p:cNvGrpSpPr/>
        <p:nvPr/>
      </p:nvGrpSpPr>
      <p:grpSpPr>
        <a:xfrm>
          <a:off x="0" y="0"/>
          <a:ext cx="0" cy="0"/>
          <a:chOff x="0" y="0"/>
          <a:chExt cx="0" cy="0"/>
        </a:xfrm>
      </p:grpSpPr>
      <p:sp>
        <p:nvSpPr>
          <p:cNvPr id="258" name="Google Shape;258;p47"/>
          <p:cNvSpPr txBox="1"/>
          <p:nvPr>
            <p:ph idx="12" type="sldNum"/>
          </p:nvPr>
        </p:nvSpPr>
        <p:spPr>
          <a:xfrm>
            <a:off x="4297658" y="45870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6">
  <p:cSld name="CAPTION_ONLY_6">
    <p:spTree>
      <p:nvGrpSpPr>
        <p:cNvPr id="259" name="Shape 259"/>
        <p:cNvGrpSpPr/>
        <p:nvPr/>
      </p:nvGrpSpPr>
      <p:grpSpPr>
        <a:xfrm>
          <a:off x="0" y="0"/>
          <a:ext cx="0" cy="0"/>
          <a:chOff x="0" y="0"/>
          <a:chExt cx="0" cy="0"/>
        </a:xfrm>
      </p:grpSpPr>
      <p:sp>
        <p:nvSpPr>
          <p:cNvPr id="260" name="Google Shape;260;p48"/>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8"/>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8"/>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63" name="Google Shape;263;p48"/>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7">
  <p:cSld name="CAPTION_ONLY_7">
    <p:spTree>
      <p:nvGrpSpPr>
        <p:cNvPr id="264" name="Shape 264"/>
        <p:cNvGrpSpPr/>
        <p:nvPr/>
      </p:nvGrpSpPr>
      <p:grpSpPr>
        <a:xfrm>
          <a:off x="0" y="0"/>
          <a:ext cx="0" cy="0"/>
          <a:chOff x="0" y="0"/>
          <a:chExt cx="0" cy="0"/>
        </a:xfrm>
      </p:grpSpPr>
      <p:sp>
        <p:nvSpPr>
          <p:cNvPr id="265" name="Google Shape;265;p49"/>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9"/>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9"/>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68" name="Google Shape;268;p49"/>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269" name="Shape 269"/>
        <p:cNvGrpSpPr/>
        <p:nvPr/>
      </p:nvGrpSpPr>
      <p:grpSpPr>
        <a:xfrm>
          <a:off x="0" y="0"/>
          <a:ext cx="0" cy="0"/>
          <a:chOff x="0" y="0"/>
          <a:chExt cx="0" cy="0"/>
        </a:xfrm>
      </p:grpSpPr>
      <p:sp>
        <p:nvSpPr>
          <p:cNvPr id="270" name="Google Shape;270;p5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71" name="Google Shape;271;p50"/>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72" name="Google Shape;27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8">
  <p:cSld name="CAPTION_ONLY_8">
    <p:spTree>
      <p:nvGrpSpPr>
        <p:cNvPr id="273" name="Shape 273"/>
        <p:cNvGrpSpPr/>
        <p:nvPr/>
      </p:nvGrpSpPr>
      <p:grpSpPr>
        <a:xfrm>
          <a:off x="0" y="0"/>
          <a:ext cx="0" cy="0"/>
          <a:chOff x="0" y="0"/>
          <a:chExt cx="0" cy="0"/>
        </a:xfrm>
      </p:grpSpPr>
      <p:sp>
        <p:nvSpPr>
          <p:cNvPr id="274" name="Google Shape;274;p51"/>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51"/>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51"/>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77" name="Google Shape;277;p51"/>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9">
  <p:cSld name="CAPTION_ONLY_9">
    <p:spTree>
      <p:nvGrpSpPr>
        <p:cNvPr id="278" name="Shape 278"/>
        <p:cNvGrpSpPr/>
        <p:nvPr/>
      </p:nvGrpSpPr>
      <p:grpSpPr>
        <a:xfrm>
          <a:off x="0" y="0"/>
          <a:ext cx="0" cy="0"/>
          <a:chOff x="0" y="0"/>
          <a:chExt cx="0" cy="0"/>
        </a:xfrm>
      </p:grpSpPr>
      <p:sp>
        <p:nvSpPr>
          <p:cNvPr id="279" name="Google Shape;279;p52"/>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52"/>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52"/>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82" name="Google Shape;282;p52"/>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0">
  <p:cSld name="CAPTION_ONLY_10">
    <p:spTree>
      <p:nvGrpSpPr>
        <p:cNvPr id="283" name="Shape 283"/>
        <p:cNvGrpSpPr/>
        <p:nvPr/>
      </p:nvGrpSpPr>
      <p:grpSpPr>
        <a:xfrm>
          <a:off x="0" y="0"/>
          <a:ext cx="0" cy="0"/>
          <a:chOff x="0" y="0"/>
          <a:chExt cx="0" cy="0"/>
        </a:xfrm>
      </p:grpSpPr>
      <p:sp>
        <p:nvSpPr>
          <p:cNvPr id="284" name="Google Shape;284;p53"/>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53"/>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53"/>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87" name="Google Shape;287;p53"/>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1">
  <p:cSld name="CAPTION_ONLY_11">
    <p:spTree>
      <p:nvGrpSpPr>
        <p:cNvPr id="288" name="Shape 288"/>
        <p:cNvGrpSpPr/>
        <p:nvPr/>
      </p:nvGrpSpPr>
      <p:grpSpPr>
        <a:xfrm>
          <a:off x="0" y="0"/>
          <a:ext cx="0" cy="0"/>
          <a:chOff x="0" y="0"/>
          <a:chExt cx="0" cy="0"/>
        </a:xfrm>
      </p:grpSpPr>
      <p:sp>
        <p:nvSpPr>
          <p:cNvPr id="289" name="Google Shape;289;p54"/>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54"/>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4"/>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92" name="Google Shape;292;p54"/>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2">
  <p:cSld name="CAPTION_ONLY_12">
    <p:spTree>
      <p:nvGrpSpPr>
        <p:cNvPr id="293" name="Shape 293"/>
        <p:cNvGrpSpPr/>
        <p:nvPr/>
      </p:nvGrpSpPr>
      <p:grpSpPr>
        <a:xfrm>
          <a:off x="0" y="0"/>
          <a:ext cx="0" cy="0"/>
          <a:chOff x="0" y="0"/>
          <a:chExt cx="0" cy="0"/>
        </a:xfrm>
      </p:grpSpPr>
      <p:sp>
        <p:nvSpPr>
          <p:cNvPr id="294" name="Google Shape;294;p55"/>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5"/>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55"/>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297" name="Google Shape;297;p55"/>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3">
  <p:cSld name="CAPTION_ONLY_13">
    <p:spTree>
      <p:nvGrpSpPr>
        <p:cNvPr id="298" name="Shape 298"/>
        <p:cNvGrpSpPr/>
        <p:nvPr/>
      </p:nvGrpSpPr>
      <p:grpSpPr>
        <a:xfrm>
          <a:off x="0" y="0"/>
          <a:ext cx="0" cy="0"/>
          <a:chOff x="0" y="0"/>
          <a:chExt cx="0" cy="0"/>
        </a:xfrm>
      </p:grpSpPr>
      <p:sp>
        <p:nvSpPr>
          <p:cNvPr id="299" name="Google Shape;299;p56"/>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56"/>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56"/>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302" name="Google Shape;302;p56"/>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4">
  <p:cSld name="CAPTION_ONLY_14">
    <p:spTree>
      <p:nvGrpSpPr>
        <p:cNvPr id="303" name="Shape 303"/>
        <p:cNvGrpSpPr/>
        <p:nvPr/>
      </p:nvGrpSpPr>
      <p:grpSpPr>
        <a:xfrm>
          <a:off x="0" y="0"/>
          <a:ext cx="0" cy="0"/>
          <a:chOff x="0" y="0"/>
          <a:chExt cx="0" cy="0"/>
        </a:xfrm>
      </p:grpSpPr>
      <p:sp>
        <p:nvSpPr>
          <p:cNvPr id="304" name="Google Shape;304;p57"/>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57"/>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57"/>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307" name="Google Shape;307;p57"/>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5">
  <p:cSld name="CAPTION_ONLY_15">
    <p:spTree>
      <p:nvGrpSpPr>
        <p:cNvPr id="308" name="Shape 308"/>
        <p:cNvGrpSpPr/>
        <p:nvPr/>
      </p:nvGrpSpPr>
      <p:grpSpPr>
        <a:xfrm>
          <a:off x="0" y="0"/>
          <a:ext cx="0" cy="0"/>
          <a:chOff x="0" y="0"/>
          <a:chExt cx="0" cy="0"/>
        </a:xfrm>
      </p:grpSpPr>
      <p:sp>
        <p:nvSpPr>
          <p:cNvPr id="309" name="Google Shape;309;p58"/>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58"/>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8"/>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312" name="Google Shape;312;p58"/>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6">
  <p:cSld name="CAPTION_ONLY_16">
    <p:spTree>
      <p:nvGrpSpPr>
        <p:cNvPr id="313" name="Shape 313"/>
        <p:cNvGrpSpPr/>
        <p:nvPr/>
      </p:nvGrpSpPr>
      <p:grpSpPr>
        <a:xfrm>
          <a:off x="0" y="0"/>
          <a:ext cx="0" cy="0"/>
          <a:chOff x="0" y="0"/>
          <a:chExt cx="0" cy="0"/>
        </a:xfrm>
      </p:grpSpPr>
      <p:sp>
        <p:nvSpPr>
          <p:cNvPr id="314" name="Google Shape;314;p59"/>
          <p:cNvSpPr/>
          <p:nvPr/>
        </p:nvSpPr>
        <p:spPr>
          <a:xfrm flipH="1">
            <a:off x="7997775" y="-1152600"/>
            <a:ext cx="2229000" cy="2229000"/>
          </a:xfrm>
          <a:prstGeom prst="donut">
            <a:avLst>
              <a:gd fmla="val 16542" name="adj"/>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59"/>
          <p:cNvSpPr/>
          <p:nvPr/>
        </p:nvSpPr>
        <p:spPr>
          <a:xfrm flipH="1">
            <a:off x="-1070575" y="4118075"/>
            <a:ext cx="2229000" cy="2229000"/>
          </a:xfrm>
          <a:prstGeom prst="donut">
            <a:avLst>
              <a:gd fmla="val 16542" name="adj"/>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59"/>
          <p:cNvSpPr txBox="1"/>
          <p:nvPr>
            <p:ph type="title"/>
          </p:nvPr>
        </p:nvSpPr>
        <p:spPr>
          <a:xfrm>
            <a:off x="159300" y="140225"/>
            <a:ext cx="52863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5AA7"/>
              </a:buClr>
              <a:buSzPts val="1800"/>
              <a:buFont typeface="Arial"/>
              <a:buChar char="●"/>
              <a:defRPr b="1" i="0" sz="1800" u="none" cap="none" strike="noStrike">
                <a:solidFill>
                  <a:srgbClr val="265AA7"/>
                </a:solidFill>
                <a:latin typeface="Arial"/>
                <a:ea typeface="Arial"/>
                <a:cs typeface="Arial"/>
                <a:sym typeface="Arial"/>
              </a:defRPr>
            </a:lvl1pPr>
            <a:lvl2pPr lvl="1"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400"/>
              <a:buFont typeface="Arial"/>
              <a:buChar char="■"/>
              <a:defRPr b="1" i="0" sz="2400" u="none" cap="none" strike="noStrike">
                <a:solidFill>
                  <a:srgbClr val="265AA7"/>
                </a:solidFill>
                <a:latin typeface="Arial"/>
                <a:ea typeface="Arial"/>
                <a:cs typeface="Arial"/>
                <a:sym typeface="Arial"/>
              </a:defRPr>
            </a:lvl9pPr>
          </a:lstStyle>
          <a:p/>
        </p:txBody>
      </p:sp>
      <p:sp>
        <p:nvSpPr>
          <p:cNvPr id="317" name="Google Shape;317;p59"/>
          <p:cNvSpPr txBox="1"/>
          <p:nvPr>
            <p:ph idx="2" type="title"/>
          </p:nvPr>
        </p:nvSpPr>
        <p:spPr>
          <a:xfrm>
            <a:off x="164306" y="415375"/>
            <a:ext cx="37854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3DB9E5"/>
              </a:buClr>
              <a:buSzPts val="1200"/>
              <a:buFont typeface="Arial"/>
              <a:buChar char="●"/>
              <a:defRPr b="1" i="0" sz="1200" u="none" cap="none" strike="noStrike">
                <a:solidFill>
                  <a:srgbClr val="3DB9E5"/>
                </a:solidFill>
                <a:highlight>
                  <a:srgbClr val="FFFFFF"/>
                </a:highlight>
                <a:latin typeface="Arial"/>
                <a:ea typeface="Arial"/>
                <a:cs typeface="Arial"/>
                <a:sym typeface="Arial"/>
              </a:defRPr>
            </a:lvl1pPr>
            <a:lvl2pPr lvl="1"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2pPr>
            <a:lvl3pPr lvl="2"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3pPr>
            <a:lvl4pPr lvl="3"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4pPr>
            <a:lvl5pPr lvl="4"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5pPr>
            <a:lvl6pPr lvl="5"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6pPr>
            <a:lvl7pPr lvl="6"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7pPr>
            <a:lvl8pPr lvl="7"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8pPr>
            <a:lvl9pPr lvl="8" marR="0" algn="l">
              <a:lnSpc>
                <a:spcPct val="100000"/>
              </a:lnSpc>
              <a:spcBef>
                <a:spcPts val="0"/>
              </a:spcBef>
              <a:spcAft>
                <a:spcPts val="0"/>
              </a:spcAft>
              <a:buClr>
                <a:srgbClr val="3DB9E5"/>
              </a:buClr>
              <a:buSzPts val="1400"/>
              <a:buFont typeface="Arial"/>
              <a:buChar char="■"/>
              <a:defRPr b="1" i="0" sz="1400" u="none" cap="none" strike="noStrike">
                <a:solidFill>
                  <a:srgbClr val="3DB9E5"/>
                </a:solidFill>
                <a:highlight>
                  <a:srgbClr val="FFFFFF"/>
                </a:highlight>
                <a:latin typeface="Arial"/>
                <a:ea typeface="Arial"/>
                <a:cs typeface="Arial"/>
                <a:sym typeface="Aria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318" name="Shape 318"/>
        <p:cNvGrpSpPr/>
        <p:nvPr/>
      </p:nvGrpSpPr>
      <p:grpSpPr>
        <a:xfrm>
          <a:off x="0" y="0"/>
          <a:ext cx="0" cy="0"/>
          <a:chOff x="0" y="0"/>
          <a:chExt cx="0" cy="0"/>
        </a:xfrm>
      </p:grpSpPr>
      <p:sp>
        <p:nvSpPr>
          <p:cNvPr id="319" name="Google Shape;319;p6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20" name="Google Shape;320;p60"/>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21" name="Google Shape;321;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2 1">
  <p:cSld name="ONE_COLUMN_TEXT_1">
    <p:spTree>
      <p:nvGrpSpPr>
        <p:cNvPr id="322" name="Shape 322"/>
        <p:cNvGrpSpPr/>
        <p:nvPr/>
      </p:nvGrpSpPr>
      <p:grpSpPr>
        <a:xfrm>
          <a:off x="0" y="0"/>
          <a:ext cx="0" cy="0"/>
          <a:chOff x="0" y="0"/>
          <a:chExt cx="0" cy="0"/>
        </a:xfrm>
      </p:grpSpPr>
      <p:sp>
        <p:nvSpPr>
          <p:cNvPr id="323" name="Google Shape;323;p61"/>
          <p:cNvSpPr txBox="1"/>
          <p:nvPr>
            <p:ph type="title"/>
          </p:nvPr>
        </p:nvSpPr>
        <p:spPr>
          <a:xfrm>
            <a:off x="330750" y="113750"/>
            <a:ext cx="7581600" cy="7557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265AA7"/>
              </a:buClr>
              <a:buSzPts val="2200"/>
              <a:buFont typeface="Montserrat"/>
              <a:buChar char="●"/>
              <a:defRPr b="1" i="0" sz="2200" u="none" cap="none" strike="noStrike">
                <a:solidFill>
                  <a:srgbClr val="265AA7"/>
                </a:solidFill>
                <a:latin typeface="Montserrat"/>
                <a:ea typeface="Montserrat"/>
                <a:cs typeface="Montserrat"/>
                <a:sym typeface="Montserrat"/>
              </a:defRPr>
            </a:lvl1pPr>
            <a:lvl2pPr lvl="1"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9pPr>
          </a:lstStyle>
          <a:p/>
        </p:txBody>
      </p:sp>
      <p:sp>
        <p:nvSpPr>
          <p:cNvPr id="324" name="Google Shape;324;p61"/>
          <p:cNvSpPr txBox="1"/>
          <p:nvPr>
            <p:ph idx="2" type="title"/>
          </p:nvPr>
        </p:nvSpPr>
        <p:spPr>
          <a:xfrm>
            <a:off x="349800" y="955175"/>
            <a:ext cx="7581600" cy="2355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3DB9E5"/>
              </a:buClr>
              <a:buSzPts val="1400"/>
              <a:buFont typeface="Montserrat"/>
              <a:buChar char="●"/>
              <a:defRPr b="1" i="0" sz="1400" u="none" cap="none" strike="noStrike">
                <a:solidFill>
                  <a:srgbClr val="3DB9E5"/>
                </a:solidFill>
                <a:latin typeface="Montserrat"/>
                <a:ea typeface="Montserrat"/>
                <a:cs typeface="Montserrat"/>
                <a:sym typeface="Montserrat"/>
              </a:defRPr>
            </a:lvl1pPr>
            <a:lvl2pPr lvl="1"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2pPr>
            <a:lvl3pPr lvl="2"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3pPr>
            <a:lvl4pPr lvl="3"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4pPr>
            <a:lvl5pPr lvl="4"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5pPr>
            <a:lvl6pPr lvl="5"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6pPr>
            <a:lvl7pPr lvl="6"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7pPr>
            <a:lvl8pPr lvl="7"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8pPr>
            <a:lvl9pPr lvl="8" marR="0" algn="l">
              <a:lnSpc>
                <a:spcPct val="100000"/>
              </a:lnSpc>
              <a:spcBef>
                <a:spcPts val="0"/>
              </a:spcBef>
              <a:spcAft>
                <a:spcPts val="0"/>
              </a:spcAft>
              <a:buClr>
                <a:srgbClr val="265AA7"/>
              </a:buClr>
              <a:buSzPts val="2200"/>
              <a:buFont typeface="Arial"/>
              <a:buChar char="■"/>
              <a:defRPr b="1" i="0" sz="2200" u="none" cap="none" strike="noStrike">
                <a:solidFill>
                  <a:srgbClr val="265AA7"/>
                </a:solidFill>
                <a:latin typeface="Arial"/>
                <a:ea typeface="Arial"/>
                <a:cs typeface="Arial"/>
                <a:sym typeface="Arial"/>
              </a:defRPr>
            </a:lvl9pPr>
          </a:lstStyle>
          <a:p/>
        </p:txBody>
      </p:sp>
      <p:pic>
        <p:nvPicPr>
          <p:cNvPr id="325" name="Google Shape;325;p61"/>
          <p:cNvPicPr preferRelativeResize="0"/>
          <p:nvPr/>
        </p:nvPicPr>
        <p:blipFill rotWithShape="1">
          <a:blip r:embed="rId2">
            <a:alphaModFix/>
          </a:blip>
          <a:srcRect b="19925" l="0" r="0" t="30050"/>
          <a:stretch/>
        </p:blipFill>
        <p:spPr>
          <a:xfrm>
            <a:off x="8453260" y="4634437"/>
            <a:ext cx="427525" cy="163125"/>
          </a:xfrm>
          <a:prstGeom prst="rect">
            <a:avLst/>
          </a:prstGeom>
          <a:noFill/>
          <a:ln>
            <a:noFill/>
          </a:ln>
        </p:spPr>
      </p:pic>
      <p:pic>
        <p:nvPicPr>
          <p:cNvPr id="326" name="Google Shape;326;p61"/>
          <p:cNvPicPr preferRelativeResize="0"/>
          <p:nvPr/>
        </p:nvPicPr>
        <p:blipFill rotWithShape="1">
          <a:blip r:embed="rId3">
            <a:alphaModFix/>
          </a:blip>
          <a:srcRect b="0" l="0" r="0" t="0"/>
          <a:stretch/>
        </p:blipFill>
        <p:spPr>
          <a:xfrm>
            <a:off x="7640936" y="4500124"/>
            <a:ext cx="698998" cy="431751"/>
          </a:xfrm>
          <a:prstGeom prst="rect">
            <a:avLst/>
          </a:prstGeom>
          <a:noFill/>
          <a:ln>
            <a:noFill/>
          </a:ln>
        </p:spPr>
      </p:pic>
      <p:cxnSp>
        <p:nvCxnSpPr>
          <p:cNvPr id="327" name="Google Shape;327;p61"/>
          <p:cNvCxnSpPr/>
          <p:nvPr/>
        </p:nvCxnSpPr>
        <p:spPr>
          <a:xfrm>
            <a:off x="8409810" y="4642362"/>
            <a:ext cx="0" cy="147300"/>
          </a:xfrm>
          <a:prstGeom prst="straightConnector1">
            <a:avLst/>
          </a:prstGeom>
          <a:noFill/>
          <a:ln cap="flat" cmpd="sng" w="9525">
            <a:solidFill>
              <a:srgbClr val="2F5D9D"/>
            </a:solidFill>
            <a:prstDash val="solid"/>
            <a:round/>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4">
    <p:spTree>
      <p:nvGrpSpPr>
        <p:cNvPr id="328" name="Shape 328"/>
        <p:cNvGrpSpPr/>
        <p:nvPr/>
      </p:nvGrpSpPr>
      <p:grpSpPr>
        <a:xfrm>
          <a:off x="0" y="0"/>
          <a:ext cx="0" cy="0"/>
          <a:chOff x="0" y="0"/>
          <a:chExt cx="0" cy="0"/>
        </a:xfrm>
      </p:grpSpPr>
      <p:sp>
        <p:nvSpPr>
          <p:cNvPr id="329" name="Google Shape;329;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330" name="Google Shape;330;p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31" name="Google Shape;331;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9">
  <p:cSld name="CUSTOM_13">
    <p:spTree>
      <p:nvGrpSpPr>
        <p:cNvPr id="332" name="Shape 332"/>
        <p:cNvGrpSpPr/>
        <p:nvPr/>
      </p:nvGrpSpPr>
      <p:grpSpPr>
        <a:xfrm>
          <a:off x="0" y="0"/>
          <a:ext cx="0" cy="0"/>
          <a:chOff x="0" y="0"/>
          <a:chExt cx="0" cy="0"/>
        </a:xfrm>
      </p:grpSpPr>
      <p:pic>
        <p:nvPicPr>
          <p:cNvPr descr="pasted-image.pdf" id="333" name="Google Shape;333;p63"/>
          <p:cNvPicPr preferRelativeResize="0"/>
          <p:nvPr/>
        </p:nvPicPr>
        <p:blipFill rotWithShape="1">
          <a:blip r:embed="rId2">
            <a:alphaModFix/>
          </a:blip>
          <a:srcRect b="0" l="0" r="0" t="0"/>
          <a:stretch/>
        </p:blipFill>
        <p:spPr>
          <a:xfrm>
            <a:off x="7971019" y="4663867"/>
            <a:ext cx="849600" cy="169200"/>
          </a:xfrm>
          <a:prstGeom prst="rect">
            <a:avLst/>
          </a:prstGeom>
          <a:noFill/>
          <a:ln>
            <a:noFill/>
          </a:ln>
        </p:spPr>
      </p:pic>
      <p:sp>
        <p:nvSpPr>
          <p:cNvPr id="334" name="Google Shape;334;p63"/>
          <p:cNvSpPr txBox="1"/>
          <p:nvPr/>
        </p:nvSpPr>
        <p:spPr>
          <a:xfrm>
            <a:off x="8553578" y="190000"/>
            <a:ext cx="425400" cy="3183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1000">
                <a:solidFill>
                  <a:srgbClr val="434343"/>
                </a:solidFill>
              </a:rPr>
              <a:t>‹#›</a:t>
            </a:fld>
            <a:endParaRPr sz="1000">
              <a:solidFill>
                <a:srgbClr val="434343"/>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tivo 1">
  <p:cSld name="CUSTOM_29">
    <p:spTree>
      <p:nvGrpSpPr>
        <p:cNvPr id="335" name="Shape 335"/>
        <p:cNvGrpSpPr/>
        <p:nvPr/>
      </p:nvGrpSpPr>
      <p:grpSpPr>
        <a:xfrm>
          <a:off x="0" y="0"/>
          <a:ext cx="0" cy="0"/>
          <a:chOff x="0" y="0"/>
          <a:chExt cx="0" cy="0"/>
        </a:xfrm>
      </p:grpSpPr>
      <p:sp>
        <p:nvSpPr>
          <p:cNvPr id="336" name="Google Shape;336;p64"/>
          <p:cNvSpPr/>
          <p:nvPr/>
        </p:nvSpPr>
        <p:spPr>
          <a:xfrm>
            <a:off x="0" y="1533219"/>
            <a:ext cx="3351818" cy="2076215"/>
          </a:xfrm>
          <a:custGeom>
            <a:rect b="b" l="l" r="r" t="t"/>
            <a:pathLst>
              <a:path extrusionOk="0" h="4563109" w="7366634">
                <a:moveTo>
                  <a:pt x="5046403" y="0"/>
                </a:moveTo>
                <a:lnTo>
                  <a:pt x="4996629" y="948"/>
                </a:lnTo>
                <a:lnTo>
                  <a:pt x="4947066" y="3042"/>
                </a:lnTo>
                <a:lnTo>
                  <a:pt x="4897713" y="6276"/>
                </a:lnTo>
                <a:lnTo>
                  <a:pt x="4848572" y="10645"/>
                </a:lnTo>
                <a:lnTo>
                  <a:pt x="4799643" y="16144"/>
                </a:lnTo>
                <a:lnTo>
                  <a:pt x="4750926" y="22768"/>
                </a:lnTo>
                <a:lnTo>
                  <a:pt x="4702423" y="30512"/>
                </a:lnTo>
                <a:lnTo>
                  <a:pt x="4654133" y="39371"/>
                </a:lnTo>
                <a:lnTo>
                  <a:pt x="4606057" y="49339"/>
                </a:lnTo>
                <a:lnTo>
                  <a:pt x="4558196" y="60413"/>
                </a:lnTo>
                <a:lnTo>
                  <a:pt x="4510551" y="72586"/>
                </a:lnTo>
                <a:lnTo>
                  <a:pt x="4463122" y="85854"/>
                </a:lnTo>
                <a:lnTo>
                  <a:pt x="4415910" y="100212"/>
                </a:lnTo>
                <a:lnTo>
                  <a:pt x="4368914" y="115655"/>
                </a:lnTo>
                <a:lnTo>
                  <a:pt x="4322137" y="132177"/>
                </a:lnTo>
                <a:lnTo>
                  <a:pt x="4275578" y="149774"/>
                </a:lnTo>
                <a:lnTo>
                  <a:pt x="4229239" y="168441"/>
                </a:lnTo>
                <a:lnTo>
                  <a:pt x="4183119" y="188173"/>
                </a:lnTo>
                <a:lnTo>
                  <a:pt x="4137219" y="208964"/>
                </a:lnTo>
                <a:lnTo>
                  <a:pt x="4091540" y="230811"/>
                </a:lnTo>
                <a:lnTo>
                  <a:pt x="4046082" y="253706"/>
                </a:lnTo>
                <a:lnTo>
                  <a:pt x="4000847" y="277647"/>
                </a:lnTo>
                <a:lnTo>
                  <a:pt x="3955834" y="302627"/>
                </a:lnTo>
                <a:lnTo>
                  <a:pt x="3911044" y="328642"/>
                </a:lnTo>
                <a:lnTo>
                  <a:pt x="3866479" y="355686"/>
                </a:lnTo>
                <a:lnTo>
                  <a:pt x="3824583" y="382557"/>
                </a:lnTo>
                <a:lnTo>
                  <a:pt x="3783658" y="410547"/>
                </a:lnTo>
                <a:lnTo>
                  <a:pt x="3743624" y="439564"/>
                </a:lnTo>
                <a:lnTo>
                  <a:pt x="3704401" y="469517"/>
                </a:lnTo>
                <a:lnTo>
                  <a:pt x="3665911" y="500316"/>
                </a:lnTo>
                <a:lnTo>
                  <a:pt x="3628072" y="531870"/>
                </a:lnTo>
                <a:lnTo>
                  <a:pt x="3590807" y="564088"/>
                </a:lnTo>
                <a:lnTo>
                  <a:pt x="3554035" y="596879"/>
                </a:lnTo>
                <a:lnTo>
                  <a:pt x="3517678" y="630152"/>
                </a:lnTo>
                <a:lnTo>
                  <a:pt x="3481654" y="663817"/>
                </a:lnTo>
                <a:lnTo>
                  <a:pt x="3445886" y="697782"/>
                </a:lnTo>
                <a:lnTo>
                  <a:pt x="3410293" y="731958"/>
                </a:lnTo>
                <a:lnTo>
                  <a:pt x="3303773" y="834834"/>
                </a:lnTo>
                <a:lnTo>
                  <a:pt x="3267028" y="869586"/>
                </a:lnTo>
                <a:lnTo>
                  <a:pt x="3229835" y="903672"/>
                </a:lnTo>
                <a:lnTo>
                  <a:pt x="3192176" y="937072"/>
                </a:lnTo>
                <a:lnTo>
                  <a:pt x="3154037" y="969763"/>
                </a:lnTo>
                <a:lnTo>
                  <a:pt x="3115400" y="1001723"/>
                </a:lnTo>
                <a:lnTo>
                  <a:pt x="3076249" y="1032931"/>
                </a:lnTo>
                <a:lnTo>
                  <a:pt x="3036568" y="1063366"/>
                </a:lnTo>
                <a:lnTo>
                  <a:pt x="2996341" y="1093005"/>
                </a:lnTo>
                <a:lnTo>
                  <a:pt x="2955551" y="1121828"/>
                </a:lnTo>
                <a:lnTo>
                  <a:pt x="2914182" y="1149811"/>
                </a:lnTo>
                <a:lnTo>
                  <a:pt x="2872219" y="1176935"/>
                </a:lnTo>
                <a:lnTo>
                  <a:pt x="2829644" y="1203176"/>
                </a:lnTo>
                <a:lnTo>
                  <a:pt x="2786441" y="1228514"/>
                </a:lnTo>
                <a:lnTo>
                  <a:pt x="2742595" y="1252927"/>
                </a:lnTo>
                <a:lnTo>
                  <a:pt x="2698088" y="1276392"/>
                </a:lnTo>
                <a:lnTo>
                  <a:pt x="2652905" y="1298890"/>
                </a:lnTo>
                <a:lnTo>
                  <a:pt x="2607030" y="1320397"/>
                </a:lnTo>
                <a:lnTo>
                  <a:pt x="2560445" y="1340892"/>
                </a:lnTo>
                <a:lnTo>
                  <a:pt x="2512582" y="1360774"/>
                </a:lnTo>
                <a:lnTo>
                  <a:pt x="2464583" y="1379704"/>
                </a:lnTo>
                <a:lnTo>
                  <a:pt x="2416446" y="1397680"/>
                </a:lnTo>
                <a:lnTo>
                  <a:pt x="2368171" y="1414698"/>
                </a:lnTo>
                <a:lnTo>
                  <a:pt x="2319755" y="1430757"/>
                </a:lnTo>
                <a:lnTo>
                  <a:pt x="2271198" y="1445853"/>
                </a:lnTo>
                <a:lnTo>
                  <a:pt x="2222499" y="1459985"/>
                </a:lnTo>
                <a:lnTo>
                  <a:pt x="2173655" y="1473150"/>
                </a:lnTo>
                <a:lnTo>
                  <a:pt x="2124667" y="1485345"/>
                </a:lnTo>
                <a:lnTo>
                  <a:pt x="2075531" y="1496568"/>
                </a:lnTo>
                <a:lnTo>
                  <a:pt x="2026248" y="1506817"/>
                </a:lnTo>
                <a:lnTo>
                  <a:pt x="1976815" y="1516088"/>
                </a:lnTo>
                <a:lnTo>
                  <a:pt x="1927231" y="1524381"/>
                </a:lnTo>
                <a:lnTo>
                  <a:pt x="1877496" y="1531691"/>
                </a:lnTo>
                <a:lnTo>
                  <a:pt x="1827607" y="1538017"/>
                </a:lnTo>
                <a:lnTo>
                  <a:pt x="1777564" y="1543357"/>
                </a:lnTo>
                <a:lnTo>
                  <a:pt x="1727365" y="1547707"/>
                </a:lnTo>
                <a:lnTo>
                  <a:pt x="1677009" y="1551065"/>
                </a:lnTo>
                <a:lnTo>
                  <a:pt x="1626494" y="1553429"/>
                </a:lnTo>
                <a:lnTo>
                  <a:pt x="1575819" y="1554797"/>
                </a:lnTo>
                <a:lnTo>
                  <a:pt x="1524983" y="1555165"/>
                </a:lnTo>
                <a:lnTo>
                  <a:pt x="1473984" y="1554531"/>
                </a:lnTo>
                <a:lnTo>
                  <a:pt x="1422822" y="1552894"/>
                </a:lnTo>
                <a:lnTo>
                  <a:pt x="1371494" y="1550250"/>
                </a:lnTo>
                <a:lnTo>
                  <a:pt x="1320000" y="1546597"/>
                </a:lnTo>
                <a:lnTo>
                  <a:pt x="1268338" y="1541933"/>
                </a:lnTo>
                <a:lnTo>
                  <a:pt x="1218175" y="1536453"/>
                </a:lnTo>
                <a:lnTo>
                  <a:pt x="1168358" y="1530086"/>
                </a:lnTo>
                <a:lnTo>
                  <a:pt x="1118890" y="1522820"/>
                </a:lnTo>
                <a:lnTo>
                  <a:pt x="1069774" y="1514644"/>
                </a:lnTo>
                <a:lnTo>
                  <a:pt x="1021012" y="1505548"/>
                </a:lnTo>
                <a:lnTo>
                  <a:pt x="972608" y="1495520"/>
                </a:lnTo>
                <a:lnTo>
                  <a:pt x="924563" y="1484551"/>
                </a:lnTo>
                <a:lnTo>
                  <a:pt x="876880" y="1472630"/>
                </a:lnTo>
                <a:lnTo>
                  <a:pt x="829563" y="1459745"/>
                </a:lnTo>
                <a:lnTo>
                  <a:pt x="782613" y="1445887"/>
                </a:lnTo>
                <a:lnTo>
                  <a:pt x="736033" y="1431044"/>
                </a:lnTo>
                <a:lnTo>
                  <a:pt x="689827" y="1415206"/>
                </a:lnTo>
                <a:lnTo>
                  <a:pt x="643996" y="1398362"/>
                </a:lnTo>
                <a:lnTo>
                  <a:pt x="598543" y="1380502"/>
                </a:lnTo>
                <a:lnTo>
                  <a:pt x="553471" y="1361614"/>
                </a:lnTo>
                <a:lnTo>
                  <a:pt x="508783" y="1341688"/>
                </a:lnTo>
                <a:lnTo>
                  <a:pt x="464481" y="1320714"/>
                </a:lnTo>
                <a:lnTo>
                  <a:pt x="420568" y="1298680"/>
                </a:lnTo>
                <a:lnTo>
                  <a:pt x="377047" y="1275576"/>
                </a:lnTo>
                <a:lnTo>
                  <a:pt x="333919" y="1251392"/>
                </a:lnTo>
                <a:lnTo>
                  <a:pt x="291189" y="1226115"/>
                </a:lnTo>
                <a:lnTo>
                  <a:pt x="248858" y="1199737"/>
                </a:lnTo>
                <a:lnTo>
                  <a:pt x="206929" y="1172246"/>
                </a:lnTo>
                <a:lnTo>
                  <a:pt x="165405" y="1143632"/>
                </a:lnTo>
                <a:lnTo>
                  <a:pt x="124289" y="1113883"/>
                </a:lnTo>
                <a:lnTo>
                  <a:pt x="92912" y="1090426"/>
                </a:lnTo>
                <a:lnTo>
                  <a:pt x="61752" y="1066725"/>
                </a:lnTo>
                <a:lnTo>
                  <a:pt x="30787" y="1042807"/>
                </a:lnTo>
                <a:lnTo>
                  <a:pt x="0" y="1018702"/>
                </a:lnTo>
                <a:lnTo>
                  <a:pt x="0" y="3513705"/>
                </a:lnTo>
                <a:lnTo>
                  <a:pt x="40428" y="3483989"/>
                </a:lnTo>
                <a:lnTo>
                  <a:pt x="81209" y="3455187"/>
                </a:lnTo>
                <a:lnTo>
                  <a:pt x="122343" y="3427300"/>
                </a:lnTo>
                <a:lnTo>
                  <a:pt x="163828" y="3400328"/>
                </a:lnTo>
                <a:lnTo>
                  <a:pt x="205665" y="3374270"/>
                </a:lnTo>
                <a:lnTo>
                  <a:pt x="247853" y="3349127"/>
                </a:lnTo>
                <a:lnTo>
                  <a:pt x="290390" y="3324897"/>
                </a:lnTo>
                <a:lnTo>
                  <a:pt x="333278" y="3301582"/>
                </a:lnTo>
                <a:lnTo>
                  <a:pt x="376515" y="3279182"/>
                </a:lnTo>
                <a:lnTo>
                  <a:pt x="420100" y="3257695"/>
                </a:lnTo>
                <a:lnTo>
                  <a:pt x="464033" y="3237123"/>
                </a:lnTo>
                <a:lnTo>
                  <a:pt x="508314" y="3217464"/>
                </a:lnTo>
                <a:lnTo>
                  <a:pt x="552943" y="3198720"/>
                </a:lnTo>
                <a:lnTo>
                  <a:pt x="597917" y="3180889"/>
                </a:lnTo>
                <a:lnTo>
                  <a:pt x="643238" y="3163972"/>
                </a:lnTo>
                <a:lnTo>
                  <a:pt x="688904" y="3147969"/>
                </a:lnTo>
                <a:lnTo>
                  <a:pt x="734916" y="3132880"/>
                </a:lnTo>
                <a:lnTo>
                  <a:pt x="781272" y="3118704"/>
                </a:lnTo>
                <a:lnTo>
                  <a:pt x="827971" y="3105442"/>
                </a:lnTo>
                <a:lnTo>
                  <a:pt x="875014" y="3093093"/>
                </a:lnTo>
                <a:lnTo>
                  <a:pt x="922400" y="3081657"/>
                </a:lnTo>
                <a:lnTo>
                  <a:pt x="970129" y="3071135"/>
                </a:lnTo>
                <a:lnTo>
                  <a:pt x="1018199" y="3061527"/>
                </a:lnTo>
                <a:lnTo>
                  <a:pt x="1066610" y="3052831"/>
                </a:lnTo>
                <a:lnTo>
                  <a:pt x="1115363" y="3045049"/>
                </a:lnTo>
                <a:lnTo>
                  <a:pt x="1164455" y="3038179"/>
                </a:lnTo>
                <a:lnTo>
                  <a:pt x="1213888" y="3032223"/>
                </a:lnTo>
                <a:lnTo>
                  <a:pt x="1263659" y="3027179"/>
                </a:lnTo>
                <a:lnTo>
                  <a:pt x="1313769" y="3023049"/>
                </a:lnTo>
                <a:lnTo>
                  <a:pt x="1364218" y="3019831"/>
                </a:lnTo>
                <a:lnTo>
                  <a:pt x="1415004" y="3017526"/>
                </a:lnTo>
                <a:lnTo>
                  <a:pt x="1466127" y="3016133"/>
                </a:lnTo>
                <a:lnTo>
                  <a:pt x="1517587" y="3015653"/>
                </a:lnTo>
                <a:lnTo>
                  <a:pt x="1569382" y="3016086"/>
                </a:lnTo>
                <a:lnTo>
                  <a:pt x="1621514" y="3017431"/>
                </a:lnTo>
                <a:lnTo>
                  <a:pt x="1673980" y="3019689"/>
                </a:lnTo>
                <a:lnTo>
                  <a:pt x="1725028" y="3022839"/>
                </a:lnTo>
                <a:lnTo>
                  <a:pt x="1775746" y="3026992"/>
                </a:lnTo>
                <a:lnTo>
                  <a:pt x="1826134" y="3032142"/>
                </a:lnTo>
                <a:lnTo>
                  <a:pt x="1876193" y="3038284"/>
                </a:lnTo>
                <a:lnTo>
                  <a:pt x="1925925" y="3045414"/>
                </a:lnTo>
                <a:lnTo>
                  <a:pt x="1975332" y="3053525"/>
                </a:lnTo>
                <a:lnTo>
                  <a:pt x="2024413" y="3062614"/>
                </a:lnTo>
                <a:lnTo>
                  <a:pt x="2073170" y="3072676"/>
                </a:lnTo>
                <a:lnTo>
                  <a:pt x="2121604" y="3083704"/>
                </a:lnTo>
                <a:lnTo>
                  <a:pt x="2169717" y="3095695"/>
                </a:lnTo>
                <a:lnTo>
                  <a:pt x="2217509" y="3108643"/>
                </a:lnTo>
                <a:lnTo>
                  <a:pt x="2264981" y="3122543"/>
                </a:lnTo>
                <a:lnTo>
                  <a:pt x="2312135" y="3137390"/>
                </a:lnTo>
                <a:lnTo>
                  <a:pt x="2358972" y="3153179"/>
                </a:lnTo>
                <a:lnTo>
                  <a:pt x="2405493" y="3169906"/>
                </a:lnTo>
                <a:lnTo>
                  <a:pt x="2451699" y="3187565"/>
                </a:lnTo>
                <a:lnTo>
                  <a:pt x="2497591" y="3206151"/>
                </a:lnTo>
                <a:lnTo>
                  <a:pt x="2543170" y="3225659"/>
                </a:lnTo>
                <a:lnTo>
                  <a:pt x="2588437" y="3246084"/>
                </a:lnTo>
                <a:lnTo>
                  <a:pt x="2633394" y="3267421"/>
                </a:lnTo>
                <a:lnTo>
                  <a:pt x="2678041" y="3289666"/>
                </a:lnTo>
                <a:lnTo>
                  <a:pt x="2722380" y="3312812"/>
                </a:lnTo>
                <a:lnTo>
                  <a:pt x="2766412" y="3336856"/>
                </a:lnTo>
                <a:lnTo>
                  <a:pt x="2810138" y="3361792"/>
                </a:lnTo>
                <a:lnTo>
                  <a:pt x="2853559" y="3387615"/>
                </a:lnTo>
                <a:lnTo>
                  <a:pt x="2896676" y="3414320"/>
                </a:lnTo>
                <a:lnTo>
                  <a:pt x="2939490" y="3441902"/>
                </a:lnTo>
                <a:lnTo>
                  <a:pt x="2982003" y="3470356"/>
                </a:lnTo>
                <a:lnTo>
                  <a:pt x="3023662" y="3499656"/>
                </a:lnTo>
                <a:lnTo>
                  <a:pt x="3064382" y="3529999"/>
                </a:lnTo>
                <a:lnTo>
                  <a:pt x="3104260" y="3561279"/>
                </a:lnTo>
                <a:lnTo>
                  <a:pt x="3143392" y="3593389"/>
                </a:lnTo>
                <a:lnTo>
                  <a:pt x="3181876" y="3626220"/>
                </a:lnTo>
                <a:lnTo>
                  <a:pt x="3219807" y="3659667"/>
                </a:lnTo>
                <a:lnTo>
                  <a:pt x="3257283" y="3693621"/>
                </a:lnTo>
                <a:lnTo>
                  <a:pt x="3294399" y="3727976"/>
                </a:lnTo>
                <a:lnTo>
                  <a:pt x="3331254" y="3762624"/>
                </a:lnTo>
                <a:lnTo>
                  <a:pt x="3477979" y="3902011"/>
                </a:lnTo>
                <a:lnTo>
                  <a:pt x="3514971" y="3936519"/>
                </a:lnTo>
                <a:lnTo>
                  <a:pt x="3553111" y="3971133"/>
                </a:lnTo>
                <a:lnTo>
                  <a:pt x="3591637" y="4004770"/>
                </a:lnTo>
                <a:lnTo>
                  <a:pt x="3630550" y="4037431"/>
                </a:lnTo>
                <a:lnTo>
                  <a:pt x="3669850" y="4069114"/>
                </a:lnTo>
                <a:lnTo>
                  <a:pt x="3709539" y="4099819"/>
                </a:lnTo>
                <a:lnTo>
                  <a:pt x="3749615" y="4129546"/>
                </a:lnTo>
                <a:lnTo>
                  <a:pt x="3790080" y="4158293"/>
                </a:lnTo>
                <a:lnTo>
                  <a:pt x="3830933" y="4186060"/>
                </a:lnTo>
                <a:lnTo>
                  <a:pt x="3872176" y="4212846"/>
                </a:lnTo>
                <a:lnTo>
                  <a:pt x="3913809" y="4238651"/>
                </a:lnTo>
                <a:lnTo>
                  <a:pt x="3955831" y="4263473"/>
                </a:lnTo>
                <a:lnTo>
                  <a:pt x="3998244" y="4287313"/>
                </a:lnTo>
                <a:lnTo>
                  <a:pt x="4041047" y="4310170"/>
                </a:lnTo>
                <a:lnTo>
                  <a:pt x="4084242" y="4332042"/>
                </a:lnTo>
                <a:lnTo>
                  <a:pt x="4127828" y="4352930"/>
                </a:lnTo>
                <a:lnTo>
                  <a:pt x="4171806" y="4372833"/>
                </a:lnTo>
                <a:lnTo>
                  <a:pt x="4216177" y="4391749"/>
                </a:lnTo>
                <a:lnTo>
                  <a:pt x="4260940" y="4409679"/>
                </a:lnTo>
                <a:lnTo>
                  <a:pt x="4306096" y="4426622"/>
                </a:lnTo>
                <a:lnTo>
                  <a:pt x="4351645" y="4442576"/>
                </a:lnTo>
                <a:lnTo>
                  <a:pt x="4397589" y="4457542"/>
                </a:lnTo>
                <a:lnTo>
                  <a:pt x="4443926" y="4471519"/>
                </a:lnTo>
                <a:lnTo>
                  <a:pt x="4490658" y="4484506"/>
                </a:lnTo>
                <a:lnTo>
                  <a:pt x="4537785" y="4496502"/>
                </a:lnTo>
                <a:lnTo>
                  <a:pt x="4585308" y="4507506"/>
                </a:lnTo>
                <a:lnTo>
                  <a:pt x="4633226" y="4517519"/>
                </a:lnTo>
                <a:lnTo>
                  <a:pt x="4681540" y="4526539"/>
                </a:lnTo>
                <a:lnTo>
                  <a:pt x="4730250" y="4534566"/>
                </a:lnTo>
                <a:lnTo>
                  <a:pt x="4779358" y="4541599"/>
                </a:lnTo>
                <a:lnTo>
                  <a:pt x="4828863" y="4547638"/>
                </a:lnTo>
                <a:lnTo>
                  <a:pt x="4878765" y="4552681"/>
                </a:lnTo>
                <a:lnTo>
                  <a:pt x="4929065" y="4556728"/>
                </a:lnTo>
                <a:lnTo>
                  <a:pt x="4979764" y="4559779"/>
                </a:lnTo>
                <a:lnTo>
                  <a:pt x="5030861" y="4561832"/>
                </a:lnTo>
                <a:lnTo>
                  <a:pt x="5082358" y="4562888"/>
                </a:lnTo>
                <a:lnTo>
                  <a:pt x="5134942" y="4562758"/>
                </a:lnTo>
                <a:lnTo>
                  <a:pt x="5187363" y="4561327"/>
                </a:lnTo>
                <a:lnTo>
                  <a:pt x="5239627" y="4558606"/>
                </a:lnTo>
                <a:lnTo>
                  <a:pt x="5291740" y="4554606"/>
                </a:lnTo>
                <a:lnTo>
                  <a:pt x="5343711" y="4549336"/>
                </a:lnTo>
                <a:lnTo>
                  <a:pt x="5395546" y="4542807"/>
                </a:lnTo>
                <a:lnTo>
                  <a:pt x="5447251" y="4535029"/>
                </a:lnTo>
                <a:lnTo>
                  <a:pt x="5498834" y="4526013"/>
                </a:lnTo>
                <a:lnTo>
                  <a:pt x="5550302" y="4515769"/>
                </a:lnTo>
                <a:lnTo>
                  <a:pt x="5601223" y="4504468"/>
                </a:lnTo>
                <a:lnTo>
                  <a:pt x="5651563" y="4492220"/>
                </a:lnTo>
                <a:lnTo>
                  <a:pt x="5701320" y="4479026"/>
                </a:lnTo>
                <a:lnTo>
                  <a:pt x="5750493" y="4464884"/>
                </a:lnTo>
                <a:lnTo>
                  <a:pt x="5799081" y="4449795"/>
                </a:lnTo>
                <a:lnTo>
                  <a:pt x="5847083" y="4433759"/>
                </a:lnTo>
                <a:lnTo>
                  <a:pt x="5894498" y="4416775"/>
                </a:lnTo>
                <a:lnTo>
                  <a:pt x="5941325" y="4398843"/>
                </a:lnTo>
                <a:lnTo>
                  <a:pt x="5987564" y="4379964"/>
                </a:lnTo>
                <a:lnTo>
                  <a:pt x="6033213" y="4360137"/>
                </a:lnTo>
                <a:lnTo>
                  <a:pt x="6078271" y="4339362"/>
                </a:lnTo>
                <a:lnTo>
                  <a:pt x="6122737" y="4317639"/>
                </a:lnTo>
                <a:lnTo>
                  <a:pt x="6166610" y="4294968"/>
                </a:lnTo>
                <a:lnTo>
                  <a:pt x="6209890" y="4271348"/>
                </a:lnTo>
                <a:lnTo>
                  <a:pt x="6252575" y="4246779"/>
                </a:lnTo>
                <a:lnTo>
                  <a:pt x="6294664" y="4221262"/>
                </a:lnTo>
                <a:lnTo>
                  <a:pt x="6336156" y="4194796"/>
                </a:lnTo>
                <a:lnTo>
                  <a:pt x="6377051" y="4167381"/>
                </a:lnTo>
                <a:lnTo>
                  <a:pt x="6417348" y="4139017"/>
                </a:lnTo>
                <a:lnTo>
                  <a:pt x="6457045" y="4109704"/>
                </a:lnTo>
                <a:lnTo>
                  <a:pt x="6496141" y="4079441"/>
                </a:lnTo>
                <a:lnTo>
                  <a:pt x="6534635" y="4048229"/>
                </a:lnTo>
                <a:lnTo>
                  <a:pt x="6572528" y="4016068"/>
                </a:lnTo>
                <a:lnTo>
                  <a:pt x="6609816" y="3982956"/>
                </a:lnTo>
                <a:lnTo>
                  <a:pt x="6646500" y="3948895"/>
                </a:lnTo>
                <a:lnTo>
                  <a:pt x="6682579" y="3913883"/>
                </a:lnTo>
                <a:lnTo>
                  <a:pt x="6718051" y="3877922"/>
                </a:lnTo>
                <a:lnTo>
                  <a:pt x="6752916" y="3841010"/>
                </a:lnTo>
                <a:lnTo>
                  <a:pt x="6787173" y="3803148"/>
                </a:lnTo>
                <a:lnTo>
                  <a:pt x="6820820" y="3764335"/>
                </a:lnTo>
                <a:lnTo>
                  <a:pt x="6853857" y="3724571"/>
                </a:lnTo>
                <a:lnTo>
                  <a:pt x="6886282" y="3683857"/>
                </a:lnTo>
                <a:lnTo>
                  <a:pt x="6917309" y="3643226"/>
                </a:lnTo>
                <a:lnTo>
                  <a:pt x="6947291" y="3602243"/>
                </a:lnTo>
                <a:lnTo>
                  <a:pt x="6976229" y="3560906"/>
                </a:lnTo>
                <a:lnTo>
                  <a:pt x="7004124" y="3519218"/>
                </a:lnTo>
                <a:lnTo>
                  <a:pt x="7030977" y="3477179"/>
                </a:lnTo>
                <a:lnTo>
                  <a:pt x="7056788" y="3434789"/>
                </a:lnTo>
                <a:lnTo>
                  <a:pt x="7081559" y="3392049"/>
                </a:lnTo>
                <a:lnTo>
                  <a:pt x="7105290" y="3348960"/>
                </a:lnTo>
                <a:lnTo>
                  <a:pt x="7127984" y="3305523"/>
                </a:lnTo>
                <a:lnTo>
                  <a:pt x="7149639" y="3261739"/>
                </a:lnTo>
                <a:lnTo>
                  <a:pt x="7170259" y="3217607"/>
                </a:lnTo>
                <a:lnTo>
                  <a:pt x="7189842" y="3173129"/>
                </a:lnTo>
                <a:lnTo>
                  <a:pt x="7208392" y="3128306"/>
                </a:lnTo>
                <a:lnTo>
                  <a:pt x="7225907" y="3083138"/>
                </a:lnTo>
                <a:lnTo>
                  <a:pt x="7242390" y="3037626"/>
                </a:lnTo>
                <a:lnTo>
                  <a:pt x="7257841" y="2991771"/>
                </a:lnTo>
                <a:lnTo>
                  <a:pt x="7272262" y="2945573"/>
                </a:lnTo>
                <a:lnTo>
                  <a:pt x="7285653" y="2899033"/>
                </a:lnTo>
                <a:lnTo>
                  <a:pt x="7298015" y="2852151"/>
                </a:lnTo>
                <a:lnTo>
                  <a:pt x="7309349" y="2804929"/>
                </a:lnTo>
                <a:lnTo>
                  <a:pt x="7319656" y="2757368"/>
                </a:lnTo>
                <a:lnTo>
                  <a:pt x="7328937" y="2709467"/>
                </a:lnTo>
                <a:lnTo>
                  <a:pt x="7337193" y="2661228"/>
                </a:lnTo>
                <a:lnTo>
                  <a:pt x="7344426" y="2612651"/>
                </a:lnTo>
                <a:lnTo>
                  <a:pt x="7350635" y="2563737"/>
                </a:lnTo>
                <a:lnTo>
                  <a:pt x="7355822" y="2514487"/>
                </a:lnTo>
                <a:lnTo>
                  <a:pt x="7359988" y="2464901"/>
                </a:lnTo>
                <a:lnTo>
                  <a:pt x="7363134" y="2414981"/>
                </a:lnTo>
                <a:lnTo>
                  <a:pt x="7365260" y="2364726"/>
                </a:lnTo>
                <a:lnTo>
                  <a:pt x="7366369" y="2314138"/>
                </a:lnTo>
                <a:lnTo>
                  <a:pt x="7366460" y="2263217"/>
                </a:lnTo>
                <a:lnTo>
                  <a:pt x="7365534" y="2211965"/>
                </a:lnTo>
                <a:lnTo>
                  <a:pt x="7363610" y="2160848"/>
                </a:lnTo>
                <a:lnTo>
                  <a:pt x="7360685" y="2109949"/>
                </a:lnTo>
                <a:lnTo>
                  <a:pt x="7356735" y="2059275"/>
                </a:lnTo>
                <a:lnTo>
                  <a:pt x="7351734" y="2008836"/>
                </a:lnTo>
                <a:lnTo>
                  <a:pt x="7345656" y="1958640"/>
                </a:lnTo>
                <a:lnTo>
                  <a:pt x="7338476" y="1908695"/>
                </a:lnTo>
                <a:lnTo>
                  <a:pt x="7330168" y="1859010"/>
                </a:lnTo>
                <a:lnTo>
                  <a:pt x="7320706" y="1809595"/>
                </a:lnTo>
                <a:lnTo>
                  <a:pt x="7310065" y="1760456"/>
                </a:lnTo>
                <a:lnTo>
                  <a:pt x="7298219" y="1711604"/>
                </a:lnTo>
                <a:lnTo>
                  <a:pt x="7285143" y="1663045"/>
                </a:lnTo>
                <a:lnTo>
                  <a:pt x="7270811" y="1614790"/>
                </a:lnTo>
                <a:lnTo>
                  <a:pt x="7255197" y="1566847"/>
                </a:lnTo>
                <a:lnTo>
                  <a:pt x="7238275" y="1519224"/>
                </a:lnTo>
                <a:lnTo>
                  <a:pt x="7220021" y="1471930"/>
                </a:lnTo>
                <a:lnTo>
                  <a:pt x="7200409" y="1424973"/>
                </a:lnTo>
                <a:lnTo>
                  <a:pt x="7179153" y="1377054"/>
                </a:lnTo>
                <a:lnTo>
                  <a:pt x="7157256" y="1329918"/>
                </a:lnTo>
                <a:lnTo>
                  <a:pt x="7134717" y="1283567"/>
                </a:lnTo>
                <a:lnTo>
                  <a:pt x="7111536" y="1238003"/>
                </a:lnTo>
                <a:lnTo>
                  <a:pt x="7087713" y="1193226"/>
                </a:lnTo>
                <a:lnTo>
                  <a:pt x="7063248" y="1149238"/>
                </a:lnTo>
                <a:lnTo>
                  <a:pt x="7038140" y="1106041"/>
                </a:lnTo>
                <a:lnTo>
                  <a:pt x="7012390" y="1063637"/>
                </a:lnTo>
                <a:lnTo>
                  <a:pt x="6985996" y="1022026"/>
                </a:lnTo>
                <a:lnTo>
                  <a:pt x="6958958" y="981210"/>
                </a:lnTo>
                <a:lnTo>
                  <a:pt x="6931277" y="941191"/>
                </a:lnTo>
                <a:lnTo>
                  <a:pt x="6902952" y="901970"/>
                </a:lnTo>
                <a:lnTo>
                  <a:pt x="6873982" y="863549"/>
                </a:lnTo>
                <a:lnTo>
                  <a:pt x="6844368" y="825929"/>
                </a:lnTo>
                <a:lnTo>
                  <a:pt x="6814110" y="789112"/>
                </a:lnTo>
                <a:lnTo>
                  <a:pt x="6783206" y="753099"/>
                </a:lnTo>
                <a:lnTo>
                  <a:pt x="6751657" y="717891"/>
                </a:lnTo>
                <a:lnTo>
                  <a:pt x="6719462" y="683491"/>
                </a:lnTo>
                <a:lnTo>
                  <a:pt x="6686621" y="649900"/>
                </a:lnTo>
                <a:lnTo>
                  <a:pt x="6653134" y="617118"/>
                </a:lnTo>
                <a:lnTo>
                  <a:pt x="6619001" y="585149"/>
                </a:lnTo>
                <a:lnTo>
                  <a:pt x="6584221" y="553992"/>
                </a:lnTo>
                <a:lnTo>
                  <a:pt x="6548794" y="523650"/>
                </a:lnTo>
                <a:lnTo>
                  <a:pt x="6512720" y="494124"/>
                </a:lnTo>
                <a:lnTo>
                  <a:pt x="6475998" y="465416"/>
                </a:lnTo>
                <a:lnTo>
                  <a:pt x="6438629" y="437527"/>
                </a:lnTo>
                <a:lnTo>
                  <a:pt x="6400612" y="410459"/>
                </a:lnTo>
                <a:lnTo>
                  <a:pt x="6361946" y="384212"/>
                </a:lnTo>
                <a:lnTo>
                  <a:pt x="6322632" y="358790"/>
                </a:lnTo>
                <a:lnTo>
                  <a:pt x="6282669" y="334192"/>
                </a:lnTo>
                <a:lnTo>
                  <a:pt x="6242057" y="310421"/>
                </a:lnTo>
                <a:lnTo>
                  <a:pt x="6200796" y="287478"/>
                </a:lnTo>
                <a:lnTo>
                  <a:pt x="6158885" y="265365"/>
                </a:lnTo>
                <a:lnTo>
                  <a:pt x="6116324" y="244082"/>
                </a:lnTo>
                <a:lnTo>
                  <a:pt x="6073113" y="223633"/>
                </a:lnTo>
                <a:lnTo>
                  <a:pt x="6029251" y="204017"/>
                </a:lnTo>
                <a:lnTo>
                  <a:pt x="5984739" y="185237"/>
                </a:lnTo>
                <a:lnTo>
                  <a:pt x="5939576" y="167294"/>
                </a:lnTo>
                <a:lnTo>
                  <a:pt x="5893762" y="150189"/>
                </a:lnTo>
                <a:lnTo>
                  <a:pt x="5847296" y="133925"/>
                </a:lnTo>
                <a:lnTo>
                  <a:pt x="5800179" y="118502"/>
                </a:lnTo>
                <a:lnTo>
                  <a:pt x="5752409" y="103922"/>
                </a:lnTo>
                <a:lnTo>
                  <a:pt x="5703987" y="90187"/>
                </a:lnTo>
                <a:lnTo>
                  <a:pt x="5654913" y="77297"/>
                </a:lnTo>
                <a:lnTo>
                  <a:pt x="5605186" y="65255"/>
                </a:lnTo>
                <a:lnTo>
                  <a:pt x="5554806" y="54063"/>
                </a:lnTo>
                <a:lnTo>
                  <a:pt x="5503772" y="43720"/>
                </a:lnTo>
                <a:lnTo>
                  <a:pt x="5452085" y="34230"/>
                </a:lnTo>
                <a:lnTo>
                  <a:pt x="5400652" y="25838"/>
                </a:lnTo>
                <a:lnTo>
                  <a:pt x="5349424" y="18632"/>
                </a:lnTo>
                <a:lnTo>
                  <a:pt x="5298402" y="12605"/>
                </a:lnTo>
                <a:lnTo>
                  <a:pt x="5247586" y="7754"/>
                </a:lnTo>
                <a:lnTo>
                  <a:pt x="5196978" y="4073"/>
                </a:lnTo>
                <a:lnTo>
                  <a:pt x="5146578" y="1557"/>
                </a:lnTo>
                <a:lnTo>
                  <a:pt x="5096386" y="201"/>
                </a:lnTo>
                <a:lnTo>
                  <a:pt x="5046403" y="0"/>
                </a:lnTo>
                <a:close/>
              </a:path>
            </a:pathLst>
          </a:custGeom>
          <a:solidFill>
            <a:srgbClr val="FDDA2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descr="pasted-image.pdf" id="337" name="Google Shape;337;p64"/>
          <p:cNvPicPr preferRelativeResize="0"/>
          <p:nvPr/>
        </p:nvPicPr>
        <p:blipFill rotWithShape="1">
          <a:blip r:embed="rId2">
            <a:alphaModFix/>
          </a:blip>
          <a:srcRect b="0" l="0" r="0" t="0"/>
          <a:stretch/>
        </p:blipFill>
        <p:spPr>
          <a:xfrm>
            <a:off x="7971019" y="4663867"/>
            <a:ext cx="849600" cy="169200"/>
          </a:xfrm>
          <a:prstGeom prst="rect">
            <a:avLst/>
          </a:prstGeom>
          <a:noFill/>
          <a:ln>
            <a:noFill/>
          </a:ln>
        </p:spPr>
      </p:pic>
      <p:sp>
        <p:nvSpPr>
          <p:cNvPr id="338" name="Google Shape;338;p64"/>
          <p:cNvSpPr/>
          <p:nvPr/>
        </p:nvSpPr>
        <p:spPr>
          <a:xfrm>
            <a:off x="841042" y="783858"/>
            <a:ext cx="3239500" cy="3575802"/>
          </a:xfrm>
          <a:custGeom>
            <a:rect b="b" l="l" r="r" t="t"/>
            <a:pathLst>
              <a:path extrusionOk="0" h="5698490" w="5162550">
                <a:moveTo>
                  <a:pt x="2326784" y="0"/>
                </a:moveTo>
                <a:lnTo>
                  <a:pt x="2278393" y="174"/>
                </a:lnTo>
                <a:lnTo>
                  <a:pt x="2226584" y="1258"/>
                </a:lnTo>
                <a:lnTo>
                  <a:pt x="2175006" y="3260"/>
                </a:lnTo>
                <a:lnTo>
                  <a:pt x="2123666" y="6172"/>
                </a:lnTo>
                <a:lnTo>
                  <a:pt x="2072573" y="9986"/>
                </a:lnTo>
                <a:lnTo>
                  <a:pt x="2021733" y="14695"/>
                </a:lnTo>
                <a:lnTo>
                  <a:pt x="1971156" y="20291"/>
                </a:lnTo>
                <a:lnTo>
                  <a:pt x="1920849" y="26765"/>
                </a:lnTo>
                <a:lnTo>
                  <a:pt x="1870819" y="34110"/>
                </a:lnTo>
                <a:lnTo>
                  <a:pt x="1821076" y="42318"/>
                </a:lnTo>
                <a:lnTo>
                  <a:pt x="1771626" y="51381"/>
                </a:lnTo>
                <a:lnTo>
                  <a:pt x="1722477" y="61292"/>
                </a:lnTo>
                <a:lnTo>
                  <a:pt x="1673638" y="72041"/>
                </a:lnTo>
                <a:lnTo>
                  <a:pt x="1625116" y="83623"/>
                </a:lnTo>
                <a:lnTo>
                  <a:pt x="1576919" y="96027"/>
                </a:lnTo>
                <a:lnTo>
                  <a:pt x="1529055" y="109248"/>
                </a:lnTo>
                <a:lnTo>
                  <a:pt x="1481532" y="123276"/>
                </a:lnTo>
                <a:lnTo>
                  <a:pt x="1434357" y="138104"/>
                </a:lnTo>
                <a:lnTo>
                  <a:pt x="1387540" y="153725"/>
                </a:lnTo>
                <a:lnTo>
                  <a:pt x="1341086" y="170129"/>
                </a:lnTo>
                <a:lnTo>
                  <a:pt x="1295005" y="187310"/>
                </a:lnTo>
                <a:lnTo>
                  <a:pt x="1249305" y="205260"/>
                </a:lnTo>
                <a:lnTo>
                  <a:pt x="1203992" y="223970"/>
                </a:lnTo>
                <a:lnTo>
                  <a:pt x="1159076" y="243433"/>
                </a:lnTo>
                <a:lnTo>
                  <a:pt x="1114563" y="263640"/>
                </a:lnTo>
                <a:lnTo>
                  <a:pt x="1070462" y="284585"/>
                </a:lnTo>
                <a:lnTo>
                  <a:pt x="1026780" y="306259"/>
                </a:lnTo>
                <a:lnTo>
                  <a:pt x="983527" y="328654"/>
                </a:lnTo>
                <a:lnTo>
                  <a:pt x="940708" y="351762"/>
                </a:lnTo>
                <a:lnTo>
                  <a:pt x="898333" y="375576"/>
                </a:lnTo>
                <a:lnTo>
                  <a:pt x="856409" y="400087"/>
                </a:lnTo>
                <a:lnTo>
                  <a:pt x="814944" y="425289"/>
                </a:lnTo>
                <a:lnTo>
                  <a:pt x="773945" y="451172"/>
                </a:lnTo>
                <a:lnTo>
                  <a:pt x="733422" y="477729"/>
                </a:lnTo>
                <a:lnTo>
                  <a:pt x="693381" y="504952"/>
                </a:lnTo>
                <a:lnTo>
                  <a:pt x="653831" y="532833"/>
                </a:lnTo>
                <a:lnTo>
                  <a:pt x="614779" y="561365"/>
                </a:lnTo>
                <a:lnTo>
                  <a:pt x="576233" y="590539"/>
                </a:lnTo>
                <a:lnTo>
                  <a:pt x="538202" y="620348"/>
                </a:lnTo>
                <a:lnTo>
                  <a:pt x="500692" y="650784"/>
                </a:lnTo>
                <a:lnTo>
                  <a:pt x="463713" y="681839"/>
                </a:lnTo>
                <a:lnTo>
                  <a:pt x="427271" y="713504"/>
                </a:lnTo>
                <a:lnTo>
                  <a:pt x="391375" y="745773"/>
                </a:lnTo>
                <a:lnTo>
                  <a:pt x="356032" y="778637"/>
                </a:lnTo>
                <a:lnTo>
                  <a:pt x="321251" y="812088"/>
                </a:lnTo>
                <a:lnTo>
                  <a:pt x="287039" y="846119"/>
                </a:lnTo>
                <a:lnTo>
                  <a:pt x="253404" y="880721"/>
                </a:lnTo>
                <a:lnTo>
                  <a:pt x="220354" y="915888"/>
                </a:lnTo>
                <a:lnTo>
                  <a:pt x="187897" y="951610"/>
                </a:lnTo>
                <a:lnTo>
                  <a:pt x="156041" y="987880"/>
                </a:lnTo>
                <a:lnTo>
                  <a:pt x="124794" y="1024690"/>
                </a:lnTo>
                <a:lnTo>
                  <a:pt x="94163" y="1062033"/>
                </a:lnTo>
                <a:lnTo>
                  <a:pt x="64157" y="1099900"/>
                </a:lnTo>
                <a:lnTo>
                  <a:pt x="38809" y="1137891"/>
                </a:lnTo>
                <a:lnTo>
                  <a:pt x="19848" y="1178027"/>
                </a:lnTo>
                <a:lnTo>
                  <a:pt x="7144" y="1219652"/>
                </a:lnTo>
                <a:lnTo>
                  <a:pt x="571" y="1262110"/>
                </a:lnTo>
                <a:lnTo>
                  <a:pt x="0" y="1304747"/>
                </a:lnTo>
                <a:lnTo>
                  <a:pt x="5302" y="1346906"/>
                </a:lnTo>
                <a:lnTo>
                  <a:pt x="16352" y="1387933"/>
                </a:lnTo>
                <a:lnTo>
                  <a:pt x="33019" y="1427171"/>
                </a:lnTo>
                <a:lnTo>
                  <a:pt x="55178" y="1463966"/>
                </a:lnTo>
                <a:lnTo>
                  <a:pt x="82698" y="1497661"/>
                </a:lnTo>
                <a:lnTo>
                  <a:pt x="115454" y="1527602"/>
                </a:lnTo>
                <a:lnTo>
                  <a:pt x="153316" y="1553132"/>
                </a:lnTo>
                <a:lnTo>
                  <a:pt x="198666" y="1574378"/>
                </a:lnTo>
                <a:lnTo>
                  <a:pt x="245703" y="1587653"/>
                </a:lnTo>
                <a:lnTo>
                  <a:pt x="293537" y="1593157"/>
                </a:lnTo>
                <a:lnTo>
                  <a:pt x="341277" y="1591089"/>
                </a:lnTo>
                <a:lnTo>
                  <a:pt x="388029" y="1581647"/>
                </a:lnTo>
                <a:lnTo>
                  <a:pt x="432904" y="1565031"/>
                </a:lnTo>
                <a:lnTo>
                  <a:pt x="475010" y="1541440"/>
                </a:lnTo>
                <a:lnTo>
                  <a:pt x="513454" y="1511073"/>
                </a:lnTo>
                <a:lnTo>
                  <a:pt x="547346" y="1474129"/>
                </a:lnTo>
                <a:lnTo>
                  <a:pt x="577402" y="1436424"/>
                </a:lnTo>
                <a:lnTo>
                  <a:pt x="608246" y="1399387"/>
                </a:lnTo>
                <a:lnTo>
                  <a:pt x="639866" y="1363031"/>
                </a:lnTo>
                <a:lnTo>
                  <a:pt x="672249" y="1327368"/>
                </a:lnTo>
                <a:lnTo>
                  <a:pt x="705383" y="1292412"/>
                </a:lnTo>
                <a:lnTo>
                  <a:pt x="739254" y="1258174"/>
                </a:lnTo>
                <a:lnTo>
                  <a:pt x="773851" y="1224667"/>
                </a:lnTo>
                <a:lnTo>
                  <a:pt x="809160" y="1191905"/>
                </a:lnTo>
                <a:lnTo>
                  <a:pt x="845168" y="1159899"/>
                </a:lnTo>
                <a:lnTo>
                  <a:pt x="881864" y="1128663"/>
                </a:lnTo>
                <a:lnTo>
                  <a:pt x="919234" y="1098210"/>
                </a:lnTo>
                <a:lnTo>
                  <a:pt x="957266" y="1068551"/>
                </a:lnTo>
                <a:lnTo>
                  <a:pt x="995947" y="1039699"/>
                </a:lnTo>
                <a:lnTo>
                  <a:pt x="1035264" y="1011668"/>
                </a:lnTo>
                <a:lnTo>
                  <a:pt x="1075205" y="984470"/>
                </a:lnTo>
                <a:lnTo>
                  <a:pt x="1115756" y="958118"/>
                </a:lnTo>
                <a:lnTo>
                  <a:pt x="1156906" y="932624"/>
                </a:lnTo>
                <a:lnTo>
                  <a:pt x="1198642" y="908000"/>
                </a:lnTo>
                <a:lnTo>
                  <a:pt x="1240951" y="884261"/>
                </a:lnTo>
                <a:lnTo>
                  <a:pt x="1283820" y="861418"/>
                </a:lnTo>
                <a:lnTo>
                  <a:pt x="1327236" y="839483"/>
                </a:lnTo>
                <a:lnTo>
                  <a:pt x="1371187" y="818471"/>
                </a:lnTo>
                <a:lnTo>
                  <a:pt x="1415661" y="798393"/>
                </a:lnTo>
                <a:lnTo>
                  <a:pt x="1460644" y="779262"/>
                </a:lnTo>
                <a:lnTo>
                  <a:pt x="1506124" y="761091"/>
                </a:lnTo>
                <a:lnTo>
                  <a:pt x="1552088" y="743892"/>
                </a:lnTo>
                <a:lnTo>
                  <a:pt x="1598524" y="727679"/>
                </a:lnTo>
                <a:lnTo>
                  <a:pt x="1645419" y="712463"/>
                </a:lnTo>
                <a:lnTo>
                  <a:pt x="1692759" y="698258"/>
                </a:lnTo>
                <a:lnTo>
                  <a:pt x="1740533" y="685076"/>
                </a:lnTo>
                <a:lnTo>
                  <a:pt x="1788728" y="672929"/>
                </a:lnTo>
                <a:lnTo>
                  <a:pt x="1837331" y="661832"/>
                </a:lnTo>
                <a:lnTo>
                  <a:pt x="1886330" y="651796"/>
                </a:lnTo>
                <a:lnTo>
                  <a:pt x="1935711" y="642833"/>
                </a:lnTo>
                <a:lnTo>
                  <a:pt x="1985463" y="634957"/>
                </a:lnTo>
                <a:lnTo>
                  <a:pt x="2035571" y="628181"/>
                </a:lnTo>
                <a:lnTo>
                  <a:pt x="2086025" y="622516"/>
                </a:lnTo>
                <a:lnTo>
                  <a:pt x="2136810" y="617977"/>
                </a:lnTo>
                <a:lnTo>
                  <a:pt x="2187915" y="614574"/>
                </a:lnTo>
                <a:lnTo>
                  <a:pt x="2239327" y="612322"/>
                </a:lnTo>
                <a:lnTo>
                  <a:pt x="2291032" y="611232"/>
                </a:lnTo>
                <a:lnTo>
                  <a:pt x="2343019" y="611318"/>
                </a:lnTo>
                <a:lnTo>
                  <a:pt x="2391542" y="612460"/>
                </a:lnTo>
                <a:lnTo>
                  <a:pt x="2439794" y="614616"/>
                </a:lnTo>
                <a:lnTo>
                  <a:pt x="2487766" y="617775"/>
                </a:lnTo>
                <a:lnTo>
                  <a:pt x="2535447" y="621925"/>
                </a:lnTo>
                <a:lnTo>
                  <a:pt x="2582828" y="627058"/>
                </a:lnTo>
                <a:lnTo>
                  <a:pt x="2629898" y="633163"/>
                </a:lnTo>
                <a:lnTo>
                  <a:pt x="2676648" y="640230"/>
                </a:lnTo>
                <a:lnTo>
                  <a:pt x="2723066" y="648247"/>
                </a:lnTo>
                <a:lnTo>
                  <a:pt x="2769144" y="657206"/>
                </a:lnTo>
                <a:lnTo>
                  <a:pt x="2814870" y="667095"/>
                </a:lnTo>
                <a:lnTo>
                  <a:pt x="2860235" y="677904"/>
                </a:lnTo>
                <a:lnTo>
                  <a:pt x="2905229" y="689623"/>
                </a:lnTo>
                <a:lnTo>
                  <a:pt x="2949842" y="702243"/>
                </a:lnTo>
                <a:lnTo>
                  <a:pt x="2994064" y="715751"/>
                </a:lnTo>
                <a:lnTo>
                  <a:pt x="3037884" y="730139"/>
                </a:lnTo>
                <a:lnTo>
                  <a:pt x="3081292" y="745395"/>
                </a:lnTo>
                <a:lnTo>
                  <a:pt x="3124279" y="761510"/>
                </a:lnTo>
                <a:lnTo>
                  <a:pt x="3166834" y="778473"/>
                </a:lnTo>
                <a:lnTo>
                  <a:pt x="3208947" y="796274"/>
                </a:lnTo>
                <a:lnTo>
                  <a:pt x="3250608" y="814903"/>
                </a:lnTo>
                <a:lnTo>
                  <a:pt x="3291807" y="834349"/>
                </a:lnTo>
                <a:lnTo>
                  <a:pt x="3332534" y="854602"/>
                </a:lnTo>
                <a:lnTo>
                  <a:pt x="3372779" y="875652"/>
                </a:lnTo>
                <a:lnTo>
                  <a:pt x="3412532" y="897488"/>
                </a:lnTo>
                <a:lnTo>
                  <a:pt x="3451782" y="920100"/>
                </a:lnTo>
                <a:lnTo>
                  <a:pt x="3490520" y="943478"/>
                </a:lnTo>
                <a:lnTo>
                  <a:pt x="3528735" y="967612"/>
                </a:lnTo>
                <a:lnTo>
                  <a:pt x="3566418" y="992491"/>
                </a:lnTo>
                <a:lnTo>
                  <a:pt x="3603558" y="1018104"/>
                </a:lnTo>
                <a:lnTo>
                  <a:pt x="3640145" y="1044443"/>
                </a:lnTo>
                <a:lnTo>
                  <a:pt x="3676169" y="1071495"/>
                </a:lnTo>
                <a:lnTo>
                  <a:pt x="3711620" y="1099252"/>
                </a:lnTo>
                <a:lnTo>
                  <a:pt x="3746489" y="1127702"/>
                </a:lnTo>
                <a:lnTo>
                  <a:pt x="3780764" y="1156836"/>
                </a:lnTo>
                <a:lnTo>
                  <a:pt x="3814435" y="1186643"/>
                </a:lnTo>
                <a:lnTo>
                  <a:pt x="3847494" y="1217112"/>
                </a:lnTo>
                <a:lnTo>
                  <a:pt x="3879929" y="1248234"/>
                </a:lnTo>
                <a:lnTo>
                  <a:pt x="3911731" y="1279999"/>
                </a:lnTo>
                <a:lnTo>
                  <a:pt x="3942889" y="1312395"/>
                </a:lnTo>
                <a:lnTo>
                  <a:pt x="3973393" y="1345413"/>
                </a:lnTo>
                <a:lnTo>
                  <a:pt x="4003233" y="1379042"/>
                </a:lnTo>
                <a:lnTo>
                  <a:pt x="4032400" y="1413272"/>
                </a:lnTo>
                <a:lnTo>
                  <a:pt x="4060883" y="1448093"/>
                </a:lnTo>
                <a:lnTo>
                  <a:pt x="4088672" y="1483495"/>
                </a:lnTo>
                <a:lnTo>
                  <a:pt x="4115756" y="1519466"/>
                </a:lnTo>
                <a:lnTo>
                  <a:pt x="4142127" y="1555997"/>
                </a:lnTo>
                <a:lnTo>
                  <a:pt x="4167773" y="1593078"/>
                </a:lnTo>
                <a:lnTo>
                  <a:pt x="4192685" y="1630698"/>
                </a:lnTo>
                <a:lnTo>
                  <a:pt x="4216852" y="1668847"/>
                </a:lnTo>
                <a:lnTo>
                  <a:pt x="4240265" y="1707514"/>
                </a:lnTo>
                <a:lnTo>
                  <a:pt x="4262913" y="1746690"/>
                </a:lnTo>
                <a:lnTo>
                  <a:pt x="4284786" y="1786364"/>
                </a:lnTo>
                <a:lnTo>
                  <a:pt x="4305874" y="1826525"/>
                </a:lnTo>
                <a:lnTo>
                  <a:pt x="4326168" y="1867164"/>
                </a:lnTo>
                <a:lnTo>
                  <a:pt x="4345657" y="1908270"/>
                </a:lnTo>
                <a:lnTo>
                  <a:pt x="4364330" y="1949833"/>
                </a:lnTo>
                <a:lnTo>
                  <a:pt x="4382179" y="1991842"/>
                </a:lnTo>
                <a:lnTo>
                  <a:pt x="4399192" y="2034287"/>
                </a:lnTo>
                <a:lnTo>
                  <a:pt x="4415360" y="2077159"/>
                </a:lnTo>
                <a:lnTo>
                  <a:pt x="4430672" y="2120446"/>
                </a:lnTo>
                <a:lnTo>
                  <a:pt x="4445119" y="2164138"/>
                </a:lnTo>
                <a:lnTo>
                  <a:pt x="4458690" y="2208225"/>
                </a:lnTo>
                <a:lnTo>
                  <a:pt x="4471375" y="2252697"/>
                </a:lnTo>
                <a:lnTo>
                  <a:pt x="4483165" y="2297544"/>
                </a:lnTo>
                <a:lnTo>
                  <a:pt x="4494049" y="2342754"/>
                </a:lnTo>
                <a:lnTo>
                  <a:pt x="4504017" y="2388319"/>
                </a:lnTo>
                <a:lnTo>
                  <a:pt x="4513059" y="2434226"/>
                </a:lnTo>
                <a:lnTo>
                  <a:pt x="4521164" y="2480467"/>
                </a:lnTo>
                <a:lnTo>
                  <a:pt x="4528324" y="2527031"/>
                </a:lnTo>
                <a:lnTo>
                  <a:pt x="4534527" y="2573908"/>
                </a:lnTo>
                <a:lnTo>
                  <a:pt x="4539764" y="2621087"/>
                </a:lnTo>
                <a:lnTo>
                  <a:pt x="4544024" y="2668558"/>
                </a:lnTo>
                <a:lnTo>
                  <a:pt x="4547298" y="2716310"/>
                </a:lnTo>
                <a:lnTo>
                  <a:pt x="4549575" y="2764334"/>
                </a:lnTo>
                <a:lnTo>
                  <a:pt x="4550845" y="2812619"/>
                </a:lnTo>
                <a:lnTo>
                  <a:pt x="4551099" y="2861155"/>
                </a:lnTo>
                <a:lnTo>
                  <a:pt x="4550327" y="2909600"/>
                </a:lnTo>
                <a:lnTo>
                  <a:pt x="4548534" y="2957791"/>
                </a:lnTo>
                <a:lnTo>
                  <a:pt x="4545730" y="3005716"/>
                </a:lnTo>
                <a:lnTo>
                  <a:pt x="4541926" y="3053367"/>
                </a:lnTo>
                <a:lnTo>
                  <a:pt x="4537133" y="3100732"/>
                </a:lnTo>
                <a:lnTo>
                  <a:pt x="4531360" y="3147800"/>
                </a:lnTo>
                <a:lnTo>
                  <a:pt x="4524617" y="3194563"/>
                </a:lnTo>
                <a:lnTo>
                  <a:pt x="4516917" y="3241008"/>
                </a:lnTo>
                <a:lnTo>
                  <a:pt x="4508267" y="3287126"/>
                </a:lnTo>
                <a:lnTo>
                  <a:pt x="4498680" y="3332907"/>
                </a:lnTo>
                <a:lnTo>
                  <a:pt x="4488166" y="3378339"/>
                </a:lnTo>
                <a:lnTo>
                  <a:pt x="4476734" y="3423413"/>
                </a:lnTo>
                <a:lnTo>
                  <a:pt x="4464396" y="3468119"/>
                </a:lnTo>
                <a:lnTo>
                  <a:pt x="4451162" y="3512445"/>
                </a:lnTo>
                <a:lnTo>
                  <a:pt x="4437041" y="3556381"/>
                </a:lnTo>
                <a:lnTo>
                  <a:pt x="4422045" y="3599917"/>
                </a:lnTo>
                <a:lnTo>
                  <a:pt x="4406184" y="3643043"/>
                </a:lnTo>
                <a:lnTo>
                  <a:pt x="4389468" y="3685748"/>
                </a:lnTo>
                <a:lnTo>
                  <a:pt x="4371908" y="3728022"/>
                </a:lnTo>
                <a:lnTo>
                  <a:pt x="4353514" y="3769855"/>
                </a:lnTo>
                <a:lnTo>
                  <a:pt x="4334297" y="3811235"/>
                </a:lnTo>
                <a:lnTo>
                  <a:pt x="4314266" y="3852153"/>
                </a:lnTo>
                <a:lnTo>
                  <a:pt x="4293432" y="3892599"/>
                </a:lnTo>
                <a:lnTo>
                  <a:pt x="4271807" y="3932561"/>
                </a:lnTo>
                <a:lnTo>
                  <a:pt x="4249399" y="3972029"/>
                </a:lnTo>
                <a:lnTo>
                  <a:pt x="4226219" y="4010994"/>
                </a:lnTo>
                <a:lnTo>
                  <a:pt x="4202279" y="4049444"/>
                </a:lnTo>
                <a:lnTo>
                  <a:pt x="4177588" y="4087370"/>
                </a:lnTo>
                <a:lnTo>
                  <a:pt x="4152156" y="4124760"/>
                </a:lnTo>
                <a:lnTo>
                  <a:pt x="4125994" y="4161605"/>
                </a:lnTo>
                <a:lnTo>
                  <a:pt x="4099113" y="4197894"/>
                </a:lnTo>
                <a:lnTo>
                  <a:pt x="4071523" y="4233617"/>
                </a:lnTo>
                <a:lnTo>
                  <a:pt x="4043234" y="4268763"/>
                </a:lnTo>
                <a:lnTo>
                  <a:pt x="4014256" y="4303322"/>
                </a:lnTo>
                <a:lnTo>
                  <a:pt x="3984601" y="4337283"/>
                </a:lnTo>
                <a:lnTo>
                  <a:pt x="3954277" y="4370637"/>
                </a:lnTo>
                <a:lnTo>
                  <a:pt x="3923297" y="4403372"/>
                </a:lnTo>
                <a:lnTo>
                  <a:pt x="3891670" y="4435479"/>
                </a:lnTo>
                <a:lnTo>
                  <a:pt x="3859406" y="4466946"/>
                </a:lnTo>
                <a:lnTo>
                  <a:pt x="3826516" y="4497764"/>
                </a:lnTo>
                <a:lnTo>
                  <a:pt x="3793011" y="4527922"/>
                </a:lnTo>
                <a:lnTo>
                  <a:pt x="3758900" y="4557410"/>
                </a:lnTo>
                <a:lnTo>
                  <a:pt x="3724195" y="4586218"/>
                </a:lnTo>
                <a:lnTo>
                  <a:pt x="3688905" y="4614334"/>
                </a:lnTo>
                <a:lnTo>
                  <a:pt x="3653041" y="4641749"/>
                </a:lnTo>
                <a:lnTo>
                  <a:pt x="3616614" y="4668452"/>
                </a:lnTo>
                <a:lnTo>
                  <a:pt x="3579633" y="4694433"/>
                </a:lnTo>
                <a:lnTo>
                  <a:pt x="3542109" y="4719681"/>
                </a:lnTo>
                <a:lnTo>
                  <a:pt x="3504053" y="4744186"/>
                </a:lnTo>
                <a:lnTo>
                  <a:pt x="3465474" y="4767938"/>
                </a:lnTo>
                <a:lnTo>
                  <a:pt x="3426384" y="4790926"/>
                </a:lnTo>
                <a:lnTo>
                  <a:pt x="3386793" y="4813140"/>
                </a:lnTo>
                <a:lnTo>
                  <a:pt x="3346711" y="4834569"/>
                </a:lnTo>
                <a:lnTo>
                  <a:pt x="3306148" y="4855203"/>
                </a:lnTo>
                <a:lnTo>
                  <a:pt x="3265115" y="4875032"/>
                </a:lnTo>
                <a:lnTo>
                  <a:pt x="3223623" y="4894045"/>
                </a:lnTo>
                <a:lnTo>
                  <a:pt x="3181681" y="4912232"/>
                </a:lnTo>
                <a:lnTo>
                  <a:pt x="3139300" y="4929583"/>
                </a:lnTo>
                <a:lnTo>
                  <a:pt x="3096491" y="4946086"/>
                </a:lnTo>
                <a:lnTo>
                  <a:pt x="3053263" y="4961733"/>
                </a:lnTo>
                <a:lnTo>
                  <a:pt x="3009628" y="4976511"/>
                </a:lnTo>
                <a:lnTo>
                  <a:pt x="2965596" y="4990411"/>
                </a:lnTo>
                <a:lnTo>
                  <a:pt x="2921176" y="5003423"/>
                </a:lnTo>
                <a:lnTo>
                  <a:pt x="2876380" y="5015536"/>
                </a:lnTo>
                <a:lnTo>
                  <a:pt x="2831218" y="5026740"/>
                </a:lnTo>
                <a:lnTo>
                  <a:pt x="2785700" y="5037024"/>
                </a:lnTo>
                <a:lnTo>
                  <a:pt x="2739837" y="5046378"/>
                </a:lnTo>
                <a:lnTo>
                  <a:pt x="2693638" y="5054791"/>
                </a:lnTo>
                <a:lnTo>
                  <a:pt x="2647115" y="5062253"/>
                </a:lnTo>
                <a:lnTo>
                  <a:pt x="2600278" y="5068754"/>
                </a:lnTo>
                <a:lnTo>
                  <a:pt x="2553138" y="5074284"/>
                </a:lnTo>
                <a:lnTo>
                  <a:pt x="2505703" y="5078831"/>
                </a:lnTo>
                <a:lnTo>
                  <a:pt x="2457986" y="5082386"/>
                </a:lnTo>
                <a:lnTo>
                  <a:pt x="2409996" y="5084939"/>
                </a:lnTo>
                <a:lnTo>
                  <a:pt x="2361744" y="5086478"/>
                </a:lnTo>
                <a:lnTo>
                  <a:pt x="2313240" y="5086993"/>
                </a:lnTo>
                <a:lnTo>
                  <a:pt x="2261488" y="5086406"/>
                </a:lnTo>
                <a:lnTo>
                  <a:pt x="2210024" y="5084655"/>
                </a:lnTo>
                <a:lnTo>
                  <a:pt x="2158861" y="5081751"/>
                </a:lnTo>
                <a:lnTo>
                  <a:pt x="2108010" y="5077708"/>
                </a:lnTo>
                <a:lnTo>
                  <a:pt x="2057484" y="5072538"/>
                </a:lnTo>
                <a:lnTo>
                  <a:pt x="2007297" y="5066253"/>
                </a:lnTo>
                <a:lnTo>
                  <a:pt x="1957460" y="5058867"/>
                </a:lnTo>
                <a:lnTo>
                  <a:pt x="1907987" y="5050392"/>
                </a:lnTo>
                <a:lnTo>
                  <a:pt x="1858890" y="5040840"/>
                </a:lnTo>
                <a:lnTo>
                  <a:pt x="1810181" y="5030225"/>
                </a:lnTo>
                <a:lnTo>
                  <a:pt x="1761874" y="5018558"/>
                </a:lnTo>
                <a:lnTo>
                  <a:pt x="1713981" y="5005853"/>
                </a:lnTo>
                <a:lnTo>
                  <a:pt x="1666514" y="4992122"/>
                </a:lnTo>
                <a:lnTo>
                  <a:pt x="1619486" y="4977378"/>
                </a:lnTo>
                <a:lnTo>
                  <a:pt x="1572911" y="4961632"/>
                </a:lnTo>
                <a:lnTo>
                  <a:pt x="1526799" y="4944899"/>
                </a:lnTo>
                <a:lnTo>
                  <a:pt x="1481165" y="4927191"/>
                </a:lnTo>
                <a:lnTo>
                  <a:pt x="1436020" y="4908520"/>
                </a:lnTo>
                <a:lnTo>
                  <a:pt x="1391378" y="4888898"/>
                </a:lnTo>
                <a:lnTo>
                  <a:pt x="1347251" y="4868339"/>
                </a:lnTo>
                <a:lnTo>
                  <a:pt x="1303651" y="4846855"/>
                </a:lnTo>
                <a:lnTo>
                  <a:pt x="1260591" y="4824459"/>
                </a:lnTo>
                <a:lnTo>
                  <a:pt x="1218085" y="4801163"/>
                </a:lnTo>
                <a:lnTo>
                  <a:pt x="1176144" y="4776980"/>
                </a:lnTo>
                <a:lnTo>
                  <a:pt x="1134781" y="4751923"/>
                </a:lnTo>
                <a:lnTo>
                  <a:pt x="1094008" y="4726004"/>
                </a:lnTo>
                <a:lnTo>
                  <a:pt x="1053839" y="4699236"/>
                </a:lnTo>
                <a:lnTo>
                  <a:pt x="1014286" y="4671632"/>
                </a:lnTo>
                <a:lnTo>
                  <a:pt x="975362" y="4643203"/>
                </a:lnTo>
                <a:lnTo>
                  <a:pt x="937079" y="4613963"/>
                </a:lnTo>
                <a:lnTo>
                  <a:pt x="899450" y="4583925"/>
                </a:lnTo>
                <a:lnTo>
                  <a:pt x="862487" y="4553101"/>
                </a:lnTo>
                <a:lnTo>
                  <a:pt x="826204" y="4521503"/>
                </a:lnTo>
                <a:lnTo>
                  <a:pt x="790612" y="4489144"/>
                </a:lnTo>
                <a:lnTo>
                  <a:pt x="755725" y="4456038"/>
                </a:lnTo>
                <a:lnTo>
                  <a:pt x="721555" y="4422196"/>
                </a:lnTo>
                <a:lnTo>
                  <a:pt x="688114" y="4387631"/>
                </a:lnTo>
                <a:lnTo>
                  <a:pt x="655416" y="4352356"/>
                </a:lnTo>
                <a:lnTo>
                  <a:pt x="618845" y="4318191"/>
                </a:lnTo>
                <a:lnTo>
                  <a:pt x="578141" y="4291127"/>
                </a:lnTo>
                <a:lnTo>
                  <a:pt x="534241" y="4271249"/>
                </a:lnTo>
                <a:lnTo>
                  <a:pt x="488084" y="4258647"/>
                </a:lnTo>
                <a:lnTo>
                  <a:pt x="440610" y="4253408"/>
                </a:lnTo>
                <a:lnTo>
                  <a:pt x="392757" y="4255621"/>
                </a:lnTo>
                <a:lnTo>
                  <a:pt x="345463" y="4265372"/>
                </a:lnTo>
                <a:lnTo>
                  <a:pt x="299667" y="4282751"/>
                </a:lnTo>
                <a:lnTo>
                  <a:pt x="256308" y="4307844"/>
                </a:lnTo>
                <a:lnTo>
                  <a:pt x="220980" y="4336356"/>
                </a:lnTo>
                <a:lnTo>
                  <a:pt x="191054" y="4368785"/>
                </a:lnTo>
                <a:lnTo>
                  <a:pt x="166600" y="4404478"/>
                </a:lnTo>
                <a:lnTo>
                  <a:pt x="147689" y="4442784"/>
                </a:lnTo>
                <a:lnTo>
                  <a:pt x="134395" y="4483050"/>
                </a:lnTo>
                <a:lnTo>
                  <a:pt x="126788" y="4524624"/>
                </a:lnTo>
                <a:lnTo>
                  <a:pt x="124940" y="4566855"/>
                </a:lnTo>
                <a:lnTo>
                  <a:pt x="128923" y="4609090"/>
                </a:lnTo>
                <a:lnTo>
                  <a:pt x="138808" y="4650677"/>
                </a:lnTo>
                <a:lnTo>
                  <a:pt x="154667" y="4690965"/>
                </a:lnTo>
                <a:lnTo>
                  <a:pt x="176571" y="4729301"/>
                </a:lnTo>
                <a:lnTo>
                  <a:pt x="204592" y="4765034"/>
                </a:lnTo>
                <a:lnTo>
                  <a:pt x="237461" y="4800582"/>
                </a:lnTo>
                <a:lnTo>
                  <a:pt x="270922" y="4835566"/>
                </a:lnTo>
                <a:lnTo>
                  <a:pt x="304968" y="4869979"/>
                </a:lnTo>
                <a:lnTo>
                  <a:pt x="339591" y="4903812"/>
                </a:lnTo>
                <a:lnTo>
                  <a:pt x="374782" y="4937058"/>
                </a:lnTo>
                <a:lnTo>
                  <a:pt x="410535" y="4969709"/>
                </a:lnTo>
                <a:lnTo>
                  <a:pt x="446840" y="5001756"/>
                </a:lnTo>
                <a:lnTo>
                  <a:pt x="483690" y="5033192"/>
                </a:lnTo>
                <a:lnTo>
                  <a:pt x="521077" y="5064009"/>
                </a:lnTo>
                <a:lnTo>
                  <a:pt x="558994" y="5094199"/>
                </a:lnTo>
                <a:lnTo>
                  <a:pt x="597431" y="5123754"/>
                </a:lnTo>
                <a:lnTo>
                  <a:pt x="636381" y="5152665"/>
                </a:lnTo>
                <a:lnTo>
                  <a:pt x="675837" y="5180926"/>
                </a:lnTo>
                <a:lnTo>
                  <a:pt x="715790" y="5208528"/>
                </a:lnTo>
                <a:lnTo>
                  <a:pt x="756232" y="5235463"/>
                </a:lnTo>
                <a:lnTo>
                  <a:pt x="797155" y="5261723"/>
                </a:lnTo>
                <a:lnTo>
                  <a:pt x="838552" y="5287301"/>
                </a:lnTo>
                <a:lnTo>
                  <a:pt x="880414" y="5312187"/>
                </a:lnTo>
                <a:lnTo>
                  <a:pt x="922733" y="5336375"/>
                </a:lnTo>
                <a:lnTo>
                  <a:pt x="965502" y="5359857"/>
                </a:lnTo>
                <a:lnTo>
                  <a:pt x="1008713" y="5382623"/>
                </a:lnTo>
                <a:lnTo>
                  <a:pt x="1052357" y="5404667"/>
                </a:lnTo>
                <a:lnTo>
                  <a:pt x="1096427" y="5425981"/>
                </a:lnTo>
                <a:lnTo>
                  <a:pt x="1140914" y="5446556"/>
                </a:lnTo>
                <a:lnTo>
                  <a:pt x="1185812" y="5466385"/>
                </a:lnTo>
                <a:lnTo>
                  <a:pt x="1231111" y="5485460"/>
                </a:lnTo>
                <a:lnTo>
                  <a:pt x="1276803" y="5503772"/>
                </a:lnTo>
                <a:lnTo>
                  <a:pt x="1322882" y="5521314"/>
                </a:lnTo>
                <a:lnTo>
                  <a:pt x="1369339" y="5538078"/>
                </a:lnTo>
                <a:lnTo>
                  <a:pt x="1416165" y="5554056"/>
                </a:lnTo>
                <a:lnTo>
                  <a:pt x="1463354" y="5569239"/>
                </a:lnTo>
                <a:lnTo>
                  <a:pt x="1510896" y="5583621"/>
                </a:lnTo>
                <a:lnTo>
                  <a:pt x="1558785" y="5597192"/>
                </a:lnTo>
                <a:lnTo>
                  <a:pt x="1607012" y="5609946"/>
                </a:lnTo>
                <a:lnTo>
                  <a:pt x="1655569" y="5621873"/>
                </a:lnTo>
                <a:lnTo>
                  <a:pt x="1704448" y="5632967"/>
                </a:lnTo>
                <a:lnTo>
                  <a:pt x="1753642" y="5643219"/>
                </a:lnTo>
                <a:lnTo>
                  <a:pt x="1803142" y="5652621"/>
                </a:lnTo>
                <a:lnTo>
                  <a:pt x="1852940" y="5661166"/>
                </a:lnTo>
                <a:lnTo>
                  <a:pt x="1903029" y="5668845"/>
                </a:lnTo>
                <a:lnTo>
                  <a:pt x="1953400" y="5675650"/>
                </a:lnTo>
                <a:lnTo>
                  <a:pt x="2004046" y="5681574"/>
                </a:lnTo>
                <a:lnTo>
                  <a:pt x="2054958" y="5686608"/>
                </a:lnTo>
                <a:lnTo>
                  <a:pt x="2106129" y="5690744"/>
                </a:lnTo>
                <a:lnTo>
                  <a:pt x="2157551" y="5693976"/>
                </a:lnTo>
                <a:lnTo>
                  <a:pt x="2209215" y="5696294"/>
                </a:lnTo>
                <a:lnTo>
                  <a:pt x="2261114" y="5697690"/>
                </a:lnTo>
                <a:lnTo>
                  <a:pt x="2313240" y="5698157"/>
                </a:lnTo>
                <a:lnTo>
                  <a:pt x="2361236" y="5697761"/>
                </a:lnTo>
                <a:lnTo>
                  <a:pt x="2409040" y="5696577"/>
                </a:lnTo>
                <a:lnTo>
                  <a:pt x="2456647" y="5694611"/>
                </a:lnTo>
                <a:lnTo>
                  <a:pt x="2504049" y="5691869"/>
                </a:lnTo>
                <a:lnTo>
                  <a:pt x="2551241" y="5688357"/>
                </a:lnTo>
                <a:lnTo>
                  <a:pt x="2598217" y="5684083"/>
                </a:lnTo>
                <a:lnTo>
                  <a:pt x="2644969" y="5679051"/>
                </a:lnTo>
                <a:lnTo>
                  <a:pt x="2691493" y="5673268"/>
                </a:lnTo>
                <a:lnTo>
                  <a:pt x="2737782" y="5666740"/>
                </a:lnTo>
                <a:lnTo>
                  <a:pt x="2783829" y="5659474"/>
                </a:lnTo>
                <a:lnTo>
                  <a:pt x="2829629" y="5651476"/>
                </a:lnTo>
                <a:lnTo>
                  <a:pt x="2875175" y="5642751"/>
                </a:lnTo>
                <a:lnTo>
                  <a:pt x="2920460" y="5633307"/>
                </a:lnTo>
                <a:lnTo>
                  <a:pt x="2965480" y="5623148"/>
                </a:lnTo>
                <a:lnTo>
                  <a:pt x="3010228" y="5612283"/>
                </a:lnTo>
                <a:lnTo>
                  <a:pt x="3054697" y="5600716"/>
                </a:lnTo>
                <a:lnTo>
                  <a:pt x="3098881" y="5588454"/>
                </a:lnTo>
                <a:lnTo>
                  <a:pt x="3142774" y="5575503"/>
                </a:lnTo>
                <a:lnTo>
                  <a:pt x="3186370" y="5561869"/>
                </a:lnTo>
                <a:lnTo>
                  <a:pt x="3229663" y="5547559"/>
                </a:lnTo>
                <a:lnTo>
                  <a:pt x="3272646" y="5532578"/>
                </a:lnTo>
                <a:lnTo>
                  <a:pt x="3315313" y="5516934"/>
                </a:lnTo>
                <a:lnTo>
                  <a:pt x="3357658" y="5500631"/>
                </a:lnTo>
                <a:lnTo>
                  <a:pt x="3399676" y="5483677"/>
                </a:lnTo>
                <a:lnTo>
                  <a:pt x="3441358" y="5466078"/>
                </a:lnTo>
                <a:lnTo>
                  <a:pt x="3482701" y="5447839"/>
                </a:lnTo>
                <a:lnTo>
                  <a:pt x="3523696" y="5428967"/>
                </a:lnTo>
                <a:lnTo>
                  <a:pt x="3564338" y="5409468"/>
                </a:lnTo>
                <a:lnTo>
                  <a:pt x="3604622" y="5389348"/>
                </a:lnTo>
                <a:lnTo>
                  <a:pt x="3644540" y="5368614"/>
                </a:lnTo>
                <a:lnTo>
                  <a:pt x="3684086" y="5347272"/>
                </a:lnTo>
                <a:lnTo>
                  <a:pt x="3723254" y="5325328"/>
                </a:lnTo>
                <a:lnTo>
                  <a:pt x="3762039" y="5302788"/>
                </a:lnTo>
                <a:lnTo>
                  <a:pt x="3800433" y="5279658"/>
                </a:lnTo>
                <a:lnTo>
                  <a:pt x="3838431" y="5255945"/>
                </a:lnTo>
                <a:lnTo>
                  <a:pt x="3876027" y="5231654"/>
                </a:lnTo>
                <a:lnTo>
                  <a:pt x="3913213" y="5206793"/>
                </a:lnTo>
                <a:lnTo>
                  <a:pt x="3949985" y="5181366"/>
                </a:lnTo>
                <a:lnTo>
                  <a:pt x="3986335" y="5155381"/>
                </a:lnTo>
                <a:lnTo>
                  <a:pt x="4022258" y="5128844"/>
                </a:lnTo>
                <a:lnTo>
                  <a:pt x="4057747" y="5101760"/>
                </a:lnTo>
                <a:lnTo>
                  <a:pt x="4092797" y="5074136"/>
                </a:lnTo>
                <a:lnTo>
                  <a:pt x="4127400" y="5045979"/>
                </a:lnTo>
                <a:lnTo>
                  <a:pt x="4161552" y="5017293"/>
                </a:lnTo>
                <a:lnTo>
                  <a:pt x="4195245" y="4988087"/>
                </a:lnTo>
                <a:lnTo>
                  <a:pt x="4228473" y="4958365"/>
                </a:lnTo>
                <a:lnTo>
                  <a:pt x="4261231" y="4928134"/>
                </a:lnTo>
                <a:lnTo>
                  <a:pt x="4293511" y="4897400"/>
                </a:lnTo>
                <a:lnTo>
                  <a:pt x="4325308" y="4866170"/>
                </a:lnTo>
                <a:lnTo>
                  <a:pt x="4356616" y="4834449"/>
                </a:lnTo>
                <a:lnTo>
                  <a:pt x="4387428" y="4802244"/>
                </a:lnTo>
                <a:lnTo>
                  <a:pt x="4417739" y="4769561"/>
                </a:lnTo>
                <a:lnTo>
                  <a:pt x="4447541" y="4736407"/>
                </a:lnTo>
                <a:lnTo>
                  <a:pt x="4476829" y="4702786"/>
                </a:lnTo>
                <a:lnTo>
                  <a:pt x="4505597" y="4668706"/>
                </a:lnTo>
                <a:lnTo>
                  <a:pt x="4533838" y="4634173"/>
                </a:lnTo>
                <a:lnTo>
                  <a:pt x="4561546" y="4599194"/>
                </a:lnTo>
                <a:lnTo>
                  <a:pt x="4588716" y="4563773"/>
                </a:lnTo>
                <a:lnTo>
                  <a:pt x="4615340" y="4527917"/>
                </a:lnTo>
                <a:lnTo>
                  <a:pt x="4641412" y="4491634"/>
                </a:lnTo>
                <a:lnTo>
                  <a:pt x="4666927" y="4454928"/>
                </a:lnTo>
                <a:lnTo>
                  <a:pt x="4691878" y="4417806"/>
                </a:lnTo>
                <a:lnTo>
                  <a:pt x="4716259" y="4380274"/>
                </a:lnTo>
                <a:lnTo>
                  <a:pt x="4740064" y="4342339"/>
                </a:lnTo>
                <a:lnTo>
                  <a:pt x="4763286" y="4304007"/>
                </a:lnTo>
                <a:lnTo>
                  <a:pt x="4785920" y="4265283"/>
                </a:lnTo>
                <a:lnTo>
                  <a:pt x="4807959" y="4226174"/>
                </a:lnTo>
                <a:lnTo>
                  <a:pt x="4829397" y="4186687"/>
                </a:lnTo>
                <a:lnTo>
                  <a:pt x="4850227" y="4146826"/>
                </a:lnTo>
                <a:lnTo>
                  <a:pt x="4870445" y="4106600"/>
                </a:lnTo>
                <a:lnTo>
                  <a:pt x="4890042" y="4066013"/>
                </a:lnTo>
                <a:lnTo>
                  <a:pt x="4909014" y="4025073"/>
                </a:lnTo>
                <a:lnTo>
                  <a:pt x="4927353" y="3983785"/>
                </a:lnTo>
                <a:lnTo>
                  <a:pt x="4945054" y="3942155"/>
                </a:lnTo>
                <a:lnTo>
                  <a:pt x="4962111" y="3900190"/>
                </a:lnTo>
                <a:lnTo>
                  <a:pt x="4978517" y="3857895"/>
                </a:lnTo>
                <a:lnTo>
                  <a:pt x="4994267" y="3815278"/>
                </a:lnTo>
                <a:lnTo>
                  <a:pt x="5009353" y="3772344"/>
                </a:lnTo>
                <a:lnTo>
                  <a:pt x="5023770" y="3729100"/>
                </a:lnTo>
                <a:lnTo>
                  <a:pt x="5037511" y="3685551"/>
                </a:lnTo>
                <a:lnTo>
                  <a:pt x="5050571" y="3641704"/>
                </a:lnTo>
                <a:lnTo>
                  <a:pt x="5062943" y="3597565"/>
                </a:lnTo>
                <a:lnTo>
                  <a:pt x="5074621" y="3553140"/>
                </a:lnTo>
                <a:lnTo>
                  <a:pt x="5085599" y="3508436"/>
                </a:lnTo>
                <a:lnTo>
                  <a:pt x="5095870" y="3463459"/>
                </a:lnTo>
                <a:lnTo>
                  <a:pt x="5105428" y="3418214"/>
                </a:lnTo>
                <a:lnTo>
                  <a:pt x="5114268" y="3372709"/>
                </a:lnTo>
                <a:lnTo>
                  <a:pt x="5122382" y="3326948"/>
                </a:lnTo>
                <a:lnTo>
                  <a:pt x="5129765" y="3280940"/>
                </a:lnTo>
                <a:lnTo>
                  <a:pt x="5136411" y="3234689"/>
                </a:lnTo>
                <a:lnTo>
                  <a:pt x="5142313" y="3188201"/>
                </a:lnTo>
                <a:lnTo>
                  <a:pt x="5147465" y="3141484"/>
                </a:lnTo>
                <a:lnTo>
                  <a:pt x="5151861" y="3094544"/>
                </a:lnTo>
                <a:lnTo>
                  <a:pt x="5155495" y="3047385"/>
                </a:lnTo>
                <a:lnTo>
                  <a:pt x="5158360" y="3000016"/>
                </a:lnTo>
                <a:lnTo>
                  <a:pt x="5160451" y="2952441"/>
                </a:lnTo>
                <a:lnTo>
                  <a:pt x="5161760" y="2904668"/>
                </a:lnTo>
                <a:lnTo>
                  <a:pt x="5162283" y="2856702"/>
                </a:lnTo>
                <a:lnTo>
                  <a:pt x="5162012" y="2808549"/>
                </a:lnTo>
                <a:lnTo>
                  <a:pt x="5160935" y="2760170"/>
                </a:lnTo>
                <a:lnTo>
                  <a:pt x="5159052" y="2711994"/>
                </a:lnTo>
                <a:lnTo>
                  <a:pt x="5156372" y="2664027"/>
                </a:lnTo>
                <a:lnTo>
                  <a:pt x="5152899" y="2616275"/>
                </a:lnTo>
                <a:lnTo>
                  <a:pt x="5148642" y="2568745"/>
                </a:lnTo>
                <a:lnTo>
                  <a:pt x="5143605" y="2521443"/>
                </a:lnTo>
                <a:lnTo>
                  <a:pt x="5137797" y="2474375"/>
                </a:lnTo>
                <a:lnTo>
                  <a:pt x="5131223" y="2427549"/>
                </a:lnTo>
                <a:lnTo>
                  <a:pt x="5123890" y="2380969"/>
                </a:lnTo>
                <a:lnTo>
                  <a:pt x="5115804" y="2334644"/>
                </a:lnTo>
                <a:lnTo>
                  <a:pt x="5106973" y="2288579"/>
                </a:lnTo>
                <a:lnTo>
                  <a:pt x="5097402" y="2242780"/>
                </a:lnTo>
                <a:lnTo>
                  <a:pt x="5087099" y="2197253"/>
                </a:lnTo>
                <a:lnTo>
                  <a:pt x="5076070" y="2152007"/>
                </a:lnTo>
                <a:lnTo>
                  <a:pt x="5064321" y="2107045"/>
                </a:lnTo>
                <a:lnTo>
                  <a:pt x="5051859" y="2062376"/>
                </a:lnTo>
                <a:lnTo>
                  <a:pt x="5038691" y="2018005"/>
                </a:lnTo>
                <a:lnTo>
                  <a:pt x="5024823" y="1973939"/>
                </a:lnTo>
                <a:lnTo>
                  <a:pt x="5010262" y="1930184"/>
                </a:lnTo>
                <a:lnTo>
                  <a:pt x="4995014" y="1886746"/>
                </a:lnTo>
                <a:lnTo>
                  <a:pt x="4979086" y="1843632"/>
                </a:lnTo>
                <a:lnTo>
                  <a:pt x="4962484" y="1800849"/>
                </a:lnTo>
                <a:lnTo>
                  <a:pt x="4945215" y="1758402"/>
                </a:lnTo>
                <a:lnTo>
                  <a:pt x="4927286" y="1716298"/>
                </a:lnTo>
                <a:lnTo>
                  <a:pt x="4908703" y="1674544"/>
                </a:lnTo>
                <a:lnTo>
                  <a:pt x="4889473" y="1633145"/>
                </a:lnTo>
                <a:lnTo>
                  <a:pt x="4869602" y="1592109"/>
                </a:lnTo>
                <a:lnTo>
                  <a:pt x="4849097" y="1551441"/>
                </a:lnTo>
                <a:lnTo>
                  <a:pt x="4827965" y="1511148"/>
                </a:lnTo>
                <a:lnTo>
                  <a:pt x="4806211" y="1471237"/>
                </a:lnTo>
                <a:lnTo>
                  <a:pt x="4783843" y="1431713"/>
                </a:lnTo>
                <a:lnTo>
                  <a:pt x="4760867" y="1392583"/>
                </a:lnTo>
                <a:lnTo>
                  <a:pt x="4737290" y="1353854"/>
                </a:lnTo>
                <a:lnTo>
                  <a:pt x="4713119" y="1315531"/>
                </a:lnTo>
                <a:lnTo>
                  <a:pt x="4688359" y="1277622"/>
                </a:lnTo>
                <a:lnTo>
                  <a:pt x="4663017" y="1240133"/>
                </a:lnTo>
                <a:lnTo>
                  <a:pt x="4637101" y="1203069"/>
                </a:lnTo>
                <a:lnTo>
                  <a:pt x="4610616" y="1166438"/>
                </a:lnTo>
                <a:lnTo>
                  <a:pt x="4583569" y="1130245"/>
                </a:lnTo>
                <a:lnTo>
                  <a:pt x="4555968" y="1094498"/>
                </a:lnTo>
                <a:lnTo>
                  <a:pt x="4527817" y="1059202"/>
                </a:lnTo>
                <a:lnTo>
                  <a:pt x="4499124" y="1024364"/>
                </a:lnTo>
                <a:lnTo>
                  <a:pt x="4469896" y="989990"/>
                </a:lnTo>
                <a:lnTo>
                  <a:pt x="4440138" y="956087"/>
                </a:lnTo>
                <a:lnTo>
                  <a:pt x="4409859" y="922662"/>
                </a:lnTo>
                <a:lnTo>
                  <a:pt x="4379063" y="889719"/>
                </a:lnTo>
                <a:lnTo>
                  <a:pt x="4347758" y="857266"/>
                </a:lnTo>
                <a:lnTo>
                  <a:pt x="4315950" y="825310"/>
                </a:lnTo>
                <a:lnTo>
                  <a:pt x="4283647" y="793856"/>
                </a:lnTo>
                <a:lnTo>
                  <a:pt x="4250853" y="762911"/>
                </a:lnTo>
                <a:lnTo>
                  <a:pt x="4217577" y="732481"/>
                </a:lnTo>
                <a:lnTo>
                  <a:pt x="4183824" y="702573"/>
                </a:lnTo>
                <a:lnTo>
                  <a:pt x="4149602" y="673194"/>
                </a:lnTo>
                <a:lnTo>
                  <a:pt x="4114916" y="644348"/>
                </a:lnTo>
                <a:lnTo>
                  <a:pt x="4079773" y="616044"/>
                </a:lnTo>
                <a:lnTo>
                  <a:pt x="4044180" y="588287"/>
                </a:lnTo>
                <a:lnTo>
                  <a:pt x="4008144" y="561083"/>
                </a:lnTo>
                <a:lnTo>
                  <a:pt x="3971671" y="534439"/>
                </a:lnTo>
                <a:lnTo>
                  <a:pt x="3934767" y="508362"/>
                </a:lnTo>
                <a:lnTo>
                  <a:pt x="3897439" y="482858"/>
                </a:lnTo>
                <a:lnTo>
                  <a:pt x="3859694" y="457932"/>
                </a:lnTo>
                <a:lnTo>
                  <a:pt x="3821539" y="433593"/>
                </a:lnTo>
                <a:lnTo>
                  <a:pt x="3782979" y="409845"/>
                </a:lnTo>
                <a:lnTo>
                  <a:pt x="3744022" y="386695"/>
                </a:lnTo>
                <a:lnTo>
                  <a:pt x="3704673" y="364151"/>
                </a:lnTo>
                <a:lnTo>
                  <a:pt x="3664941" y="342217"/>
                </a:lnTo>
                <a:lnTo>
                  <a:pt x="3624830" y="320900"/>
                </a:lnTo>
                <a:lnTo>
                  <a:pt x="3584348" y="300208"/>
                </a:lnTo>
                <a:lnTo>
                  <a:pt x="3543501" y="280146"/>
                </a:lnTo>
                <a:lnTo>
                  <a:pt x="3502296" y="260720"/>
                </a:lnTo>
                <a:lnTo>
                  <a:pt x="3460740" y="241937"/>
                </a:lnTo>
                <a:lnTo>
                  <a:pt x="3418838" y="223804"/>
                </a:lnTo>
                <a:lnTo>
                  <a:pt x="3376599" y="206326"/>
                </a:lnTo>
                <a:lnTo>
                  <a:pt x="3334027" y="189510"/>
                </a:lnTo>
                <a:lnTo>
                  <a:pt x="3291130" y="173363"/>
                </a:lnTo>
                <a:lnTo>
                  <a:pt x="3247914" y="157891"/>
                </a:lnTo>
                <a:lnTo>
                  <a:pt x="3204386" y="143100"/>
                </a:lnTo>
                <a:lnTo>
                  <a:pt x="3160553" y="128997"/>
                </a:lnTo>
                <a:lnTo>
                  <a:pt x="3116420" y="115588"/>
                </a:lnTo>
                <a:lnTo>
                  <a:pt x="3071995" y="102879"/>
                </a:lnTo>
                <a:lnTo>
                  <a:pt x="3027284" y="90877"/>
                </a:lnTo>
                <a:lnTo>
                  <a:pt x="2982294" y="79588"/>
                </a:lnTo>
                <a:lnTo>
                  <a:pt x="2937031" y="69019"/>
                </a:lnTo>
                <a:lnTo>
                  <a:pt x="2891502" y="59175"/>
                </a:lnTo>
                <a:lnTo>
                  <a:pt x="2845713" y="50064"/>
                </a:lnTo>
                <a:lnTo>
                  <a:pt x="2799672" y="41692"/>
                </a:lnTo>
                <a:lnTo>
                  <a:pt x="2753384" y="34064"/>
                </a:lnTo>
                <a:lnTo>
                  <a:pt x="2706856" y="27188"/>
                </a:lnTo>
                <a:lnTo>
                  <a:pt x="2660094" y="21070"/>
                </a:lnTo>
                <a:lnTo>
                  <a:pt x="2613106" y="15716"/>
                </a:lnTo>
                <a:lnTo>
                  <a:pt x="2565898" y="11133"/>
                </a:lnTo>
                <a:lnTo>
                  <a:pt x="2518476" y="7327"/>
                </a:lnTo>
                <a:lnTo>
                  <a:pt x="2470847" y="4304"/>
                </a:lnTo>
                <a:lnTo>
                  <a:pt x="2423018" y="2071"/>
                </a:lnTo>
                <a:lnTo>
                  <a:pt x="2374995" y="634"/>
                </a:lnTo>
                <a:lnTo>
                  <a:pt x="2326784" y="0"/>
                </a:lnTo>
                <a:close/>
              </a:path>
            </a:pathLst>
          </a:custGeom>
          <a:solidFill>
            <a:srgbClr val="5265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9" name="Google Shape;339;p64"/>
          <p:cNvSpPr txBox="1"/>
          <p:nvPr/>
        </p:nvSpPr>
        <p:spPr>
          <a:xfrm>
            <a:off x="8553578" y="190000"/>
            <a:ext cx="425400" cy="3183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1000">
                <a:solidFill>
                  <a:srgbClr val="434343"/>
                </a:solidFill>
                <a:latin typeface="Helvetica Neue"/>
                <a:ea typeface="Helvetica Neue"/>
                <a:cs typeface="Helvetica Neue"/>
                <a:sym typeface="Helvetica Neue"/>
              </a:rPr>
              <a:t>‹#›</a:t>
            </a:fld>
            <a:endParaRPr sz="1000">
              <a:solidFill>
                <a:srgbClr val="434343"/>
              </a:solidFill>
              <a:latin typeface="Helvetica Neue"/>
              <a:ea typeface="Helvetica Neue"/>
              <a:cs typeface="Helvetica Neue"/>
              <a:sym typeface="Helvetica Neue"/>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p:cSld name="Texto">
    <p:spTree>
      <p:nvGrpSpPr>
        <p:cNvPr id="345" name="Shape 345"/>
        <p:cNvGrpSpPr/>
        <p:nvPr/>
      </p:nvGrpSpPr>
      <p:grpSpPr>
        <a:xfrm>
          <a:off x="0" y="0"/>
          <a:ext cx="0" cy="0"/>
          <a:chOff x="0" y="0"/>
          <a:chExt cx="0" cy="0"/>
        </a:xfrm>
      </p:grpSpPr>
      <p:sp>
        <p:nvSpPr>
          <p:cNvPr id="346" name="Google Shape;346;p66"/>
          <p:cNvSpPr/>
          <p:nvPr/>
        </p:nvSpPr>
        <p:spPr>
          <a:xfrm>
            <a:off x="8924700" y="-25"/>
            <a:ext cx="219300" cy="5143500"/>
          </a:xfrm>
          <a:prstGeom prst="rect">
            <a:avLst/>
          </a:prstGeom>
          <a:solidFill>
            <a:srgbClr val="C4E3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2" type="secHead">
  <p:cSld name="SECTION_HEADER">
    <p:bg>
      <p:bgPr>
        <a:solidFill>
          <a:schemeClr val="accent4"/>
        </a:solidFill>
      </p:bgPr>
    </p:bg>
    <p:spTree>
      <p:nvGrpSpPr>
        <p:cNvPr id="347" name="Shape 347"/>
        <p:cNvGrpSpPr/>
        <p:nvPr/>
      </p:nvGrpSpPr>
      <p:grpSpPr>
        <a:xfrm>
          <a:off x="0" y="0"/>
          <a:ext cx="0" cy="0"/>
          <a:chOff x="0" y="0"/>
          <a:chExt cx="0" cy="0"/>
        </a:xfrm>
      </p:grpSpPr>
      <p:sp>
        <p:nvSpPr>
          <p:cNvPr id="348" name="Google Shape;348;p67"/>
          <p:cNvSpPr/>
          <p:nvPr/>
        </p:nvSpPr>
        <p:spPr>
          <a:xfrm>
            <a:off x="7267575" y="4257675"/>
            <a:ext cx="1190700" cy="769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9" name="Google Shape;349;p67"/>
          <p:cNvSpPr txBox="1"/>
          <p:nvPr>
            <p:ph idx="1" type="subTitle"/>
          </p:nvPr>
        </p:nvSpPr>
        <p:spPr>
          <a:xfrm>
            <a:off x="311700" y="1529200"/>
            <a:ext cx="8520600" cy="522900"/>
          </a:xfrm>
          <a:prstGeom prst="rect">
            <a:avLst/>
          </a:prstGeom>
          <a:noFill/>
          <a:ln>
            <a:noFill/>
          </a:ln>
        </p:spPr>
        <p:txBody>
          <a:bodyPr anchorCtr="0" anchor="ctr" bIns="68575" lIns="68575" spcFirstLastPara="1" rIns="68575" wrap="square" tIns="68575">
            <a:noAutofit/>
          </a:bodyPr>
          <a:lstStyle>
            <a:lvl1pPr lvl="0"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9pPr>
          </a:lstStyle>
          <a:p/>
        </p:txBody>
      </p:sp>
      <p:sp>
        <p:nvSpPr>
          <p:cNvPr id="350" name="Google Shape;350;p67"/>
          <p:cNvSpPr/>
          <p:nvPr/>
        </p:nvSpPr>
        <p:spPr>
          <a:xfrm>
            <a:off x="7573325" y="3021743"/>
            <a:ext cx="2037300" cy="2037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1" name="Google Shape;351;p67"/>
          <p:cNvSpPr/>
          <p:nvPr/>
        </p:nvSpPr>
        <p:spPr>
          <a:xfrm>
            <a:off x="8245459" y="1656425"/>
            <a:ext cx="1365300" cy="1365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2" name="Google Shape;352;p67"/>
          <p:cNvSpPr/>
          <p:nvPr/>
        </p:nvSpPr>
        <p:spPr>
          <a:xfrm>
            <a:off x="7645175" y="2419500"/>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3" name="Google Shape;353;p67"/>
          <p:cNvSpPr txBox="1"/>
          <p:nvPr>
            <p:ph type="ctrTitle"/>
          </p:nvPr>
        </p:nvSpPr>
        <p:spPr>
          <a:xfrm>
            <a:off x="311700" y="668375"/>
            <a:ext cx="8520600" cy="960300"/>
          </a:xfrm>
          <a:prstGeom prst="rect">
            <a:avLst/>
          </a:prstGeom>
          <a:noFill/>
          <a:ln>
            <a:noFill/>
          </a:ln>
        </p:spPr>
        <p:txBody>
          <a:bodyPr anchorCtr="0" anchor="b" bIns="68575" lIns="68575" spcFirstLastPara="1" rIns="68575" wrap="square" tIns="68575">
            <a:noAutofit/>
          </a:bodyPr>
          <a:lstStyle>
            <a:lvl1pPr lvl="0"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9pPr>
          </a:lstStyle>
          <a:p/>
        </p:txBody>
      </p:sp>
      <p:pic>
        <p:nvPicPr>
          <p:cNvPr id="354" name="Google Shape;354;p67"/>
          <p:cNvPicPr preferRelativeResize="0"/>
          <p:nvPr/>
        </p:nvPicPr>
        <p:blipFill rotWithShape="1">
          <a:blip r:embed="rId2">
            <a:alphaModFix/>
          </a:blip>
          <a:srcRect b="16431" l="0" r="0" t="16424"/>
          <a:stretch/>
        </p:blipFill>
        <p:spPr>
          <a:xfrm>
            <a:off x="253475" y="3536326"/>
            <a:ext cx="2635228" cy="1201025"/>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3" type="tx">
  <p:cSld name="TITLE_AND_BODY">
    <p:spTree>
      <p:nvGrpSpPr>
        <p:cNvPr id="355" name="Shape 355"/>
        <p:cNvGrpSpPr/>
        <p:nvPr/>
      </p:nvGrpSpPr>
      <p:grpSpPr>
        <a:xfrm>
          <a:off x="0" y="0"/>
          <a:ext cx="0" cy="0"/>
          <a:chOff x="0" y="0"/>
          <a:chExt cx="0" cy="0"/>
        </a:xfrm>
      </p:grpSpPr>
      <p:sp>
        <p:nvSpPr>
          <p:cNvPr id="356" name="Google Shape;356;p68"/>
          <p:cNvSpPr/>
          <p:nvPr/>
        </p:nvSpPr>
        <p:spPr>
          <a:xfrm>
            <a:off x="7134225" y="4429125"/>
            <a:ext cx="1771800" cy="522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7" name="Google Shape;357;p68"/>
          <p:cNvSpPr/>
          <p:nvPr/>
        </p:nvSpPr>
        <p:spPr>
          <a:xfrm>
            <a:off x="7489800" y="3497693"/>
            <a:ext cx="2037300" cy="2037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8" name="Google Shape;358;p68"/>
          <p:cNvSpPr/>
          <p:nvPr/>
        </p:nvSpPr>
        <p:spPr>
          <a:xfrm>
            <a:off x="6776752" y="2714000"/>
            <a:ext cx="1151100" cy="1151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9" name="Google Shape;359;p68"/>
          <p:cNvSpPr/>
          <p:nvPr/>
        </p:nvSpPr>
        <p:spPr>
          <a:xfrm>
            <a:off x="6826850" y="4033563"/>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0" name="Google Shape;360;p68"/>
          <p:cNvSpPr txBox="1"/>
          <p:nvPr>
            <p:ph idx="1" type="subTitle"/>
          </p:nvPr>
        </p:nvSpPr>
        <p:spPr>
          <a:xfrm>
            <a:off x="311700" y="1529200"/>
            <a:ext cx="8520600" cy="522900"/>
          </a:xfrm>
          <a:prstGeom prst="rect">
            <a:avLst/>
          </a:prstGeom>
          <a:noFill/>
          <a:ln>
            <a:noFill/>
          </a:ln>
        </p:spPr>
        <p:txBody>
          <a:bodyPr anchorCtr="0" anchor="ctr" bIns="68575" lIns="68575" spcFirstLastPara="1" rIns="68575" wrap="square" tIns="68575">
            <a:noAutofit/>
          </a:bodyPr>
          <a:lstStyle>
            <a:lvl1pPr lvl="0"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9pPr>
          </a:lstStyle>
          <a:p/>
        </p:txBody>
      </p:sp>
      <p:sp>
        <p:nvSpPr>
          <p:cNvPr id="361" name="Google Shape;361;p68"/>
          <p:cNvSpPr txBox="1"/>
          <p:nvPr>
            <p:ph type="ctrTitle"/>
          </p:nvPr>
        </p:nvSpPr>
        <p:spPr>
          <a:xfrm>
            <a:off x="311700" y="668375"/>
            <a:ext cx="8520600" cy="960300"/>
          </a:xfrm>
          <a:prstGeom prst="rect">
            <a:avLst/>
          </a:prstGeom>
          <a:noFill/>
          <a:ln>
            <a:noFill/>
          </a:ln>
        </p:spPr>
        <p:txBody>
          <a:bodyPr anchorCtr="0" anchor="b" bIns="68575" lIns="68575" spcFirstLastPara="1" rIns="68575" wrap="square" tIns="68575">
            <a:noAutofit/>
          </a:bodyPr>
          <a:lstStyle>
            <a:lvl1pPr lvl="0"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 Agenda" type="twoColTx">
  <p:cSld name="TITLE_AND_TWO_COLUMNS">
    <p:spTree>
      <p:nvGrpSpPr>
        <p:cNvPr id="362" name="Shape 362"/>
        <p:cNvGrpSpPr/>
        <p:nvPr/>
      </p:nvGrpSpPr>
      <p:grpSpPr>
        <a:xfrm>
          <a:off x="0" y="0"/>
          <a:ext cx="0" cy="0"/>
          <a:chOff x="0" y="0"/>
          <a:chExt cx="0" cy="0"/>
        </a:xfrm>
      </p:grpSpPr>
      <p:sp>
        <p:nvSpPr>
          <p:cNvPr id="363" name="Google Shape;363;p69"/>
          <p:cNvSpPr/>
          <p:nvPr/>
        </p:nvSpPr>
        <p:spPr>
          <a:xfrm>
            <a:off x="7154700" y="-973075"/>
            <a:ext cx="2646900" cy="2646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4" name="Google Shape;364;p69"/>
          <p:cNvSpPr/>
          <p:nvPr/>
        </p:nvSpPr>
        <p:spPr>
          <a:xfrm>
            <a:off x="5810275" y="54267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5" name="Google Shape;365;p69"/>
          <p:cNvSpPr/>
          <p:nvPr/>
        </p:nvSpPr>
        <p:spPr>
          <a:xfrm>
            <a:off x="7154700" y="177327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6" name="Google Shape;366;p69"/>
          <p:cNvSpPr/>
          <p:nvPr/>
        </p:nvSpPr>
        <p:spPr>
          <a:xfrm>
            <a:off x="7394800" y="1423925"/>
            <a:ext cx="249900" cy="249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7" name="Google Shape;367;p69"/>
          <p:cNvSpPr txBox="1"/>
          <p:nvPr>
            <p:ph idx="1" type="subTitle"/>
          </p:nvPr>
        </p:nvSpPr>
        <p:spPr>
          <a:xfrm>
            <a:off x="311700" y="691000"/>
            <a:ext cx="4174500" cy="522900"/>
          </a:xfrm>
          <a:prstGeom prst="rect">
            <a:avLst/>
          </a:prstGeom>
          <a:noFill/>
          <a:ln>
            <a:noFill/>
          </a:ln>
        </p:spPr>
        <p:txBody>
          <a:bodyPr anchorCtr="0" anchor="ctr" bIns="68575" lIns="68575" spcFirstLastPara="1" rIns="68575" wrap="square" tIns="68575">
            <a:noAutofit/>
          </a:bodyPr>
          <a:lstStyle>
            <a:lvl1pPr lvl="0"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1pPr>
            <a:lvl2pPr lvl="1"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2pPr>
            <a:lvl3pPr lvl="2"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3pPr>
            <a:lvl4pPr lvl="3"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4pPr>
            <a:lvl5pPr lvl="4"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5pPr>
            <a:lvl6pPr lvl="5"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6pPr>
            <a:lvl7pPr lvl="6"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7pPr>
            <a:lvl8pPr lvl="7"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8pPr>
            <a:lvl9pPr lvl="8"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 2">
    <p:spTree>
      <p:nvGrpSpPr>
        <p:cNvPr id="368" name="Shape 368"/>
        <p:cNvGrpSpPr/>
        <p:nvPr/>
      </p:nvGrpSpPr>
      <p:grpSpPr>
        <a:xfrm>
          <a:off x="0" y="0"/>
          <a:ext cx="0" cy="0"/>
          <a:chOff x="0" y="0"/>
          <a:chExt cx="0" cy="0"/>
        </a:xfrm>
      </p:grpSpPr>
      <p:sp>
        <p:nvSpPr>
          <p:cNvPr id="369" name="Google Shape;369;p70"/>
          <p:cNvSpPr/>
          <p:nvPr/>
        </p:nvSpPr>
        <p:spPr>
          <a:xfrm>
            <a:off x="0" y="0"/>
            <a:ext cx="25551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0" name="Google Shape;370;p70"/>
          <p:cNvSpPr/>
          <p:nvPr/>
        </p:nvSpPr>
        <p:spPr>
          <a:xfrm rot="9906064">
            <a:off x="835384" y="4161373"/>
            <a:ext cx="647571" cy="6475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1" name="Google Shape;371;p70"/>
          <p:cNvSpPr/>
          <p:nvPr/>
        </p:nvSpPr>
        <p:spPr>
          <a:xfrm>
            <a:off x="371836" y="3386144"/>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2" name="Google Shape;372;p70"/>
          <p:cNvSpPr/>
          <p:nvPr/>
        </p:nvSpPr>
        <p:spPr>
          <a:xfrm>
            <a:off x="1465490" y="3557163"/>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3" name="Google Shape;373;p70"/>
          <p:cNvSpPr/>
          <p:nvPr/>
        </p:nvSpPr>
        <p:spPr>
          <a:xfrm rot="-7530040">
            <a:off x="991688" y="3081146"/>
            <a:ext cx="647825" cy="647825"/>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4" name="Google Shape;374;p70"/>
          <p:cNvSpPr/>
          <p:nvPr/>
        </p:nvSpPr>
        <p:spPr>
          <a:xfrm>
            <a:off x="1503481" y="2601904"/>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5" name="Google Shape;375;p70"/>
          <p:cNvSpPr/>
          <p:nvPr/>
        </p:nvSpPr>
        <p:spPr>
          <a:xfrm>
            <a:off x="687007" y="2431998"/>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6" name="Google Shape;376;p70"/>
          <p:cNvSpPr/>
          <p:nvPr/>
        </p:nvSpPr>
        <p:spPr>
          <a:xfrm rot="-1082937">
            <a:off x="1587891" y="1910861"/>
            <a:ext cx="647776" cy="647776"/>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7" name="Google Shape;377;p70"/>
          <p:cNvSpPr/>
          <p:nvPr/>
        </p:nvSpPr>
        <p:spPr>
          <a:xfrm rot="-6095770">
            <a:off x="194936" y="1911032"/>
            <a:ext cx="647721" cy="64772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8" name="Google Shape;378;p70"/>
          <p:cNvSpPr/>
          <p:nvPr/>
        </p:nvSpPr>
        <p:spPr>
          <a:xfrm>
            <a:off x="807675" y="1373941"/>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9" name="Google Shape;379;p70"/>
          <p:cNvSpPr/>
          <p:nvPr/>
        </p:nvSpPr>
        <p:spPr>
          <a:xfrm rot="9906064">
            <a:off x="880296" y="582897"/>
            <a:ext cx="647571" cy="6475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0" name="Google Shape;380;p70"/>
          <p:cNvSpPr/>
          <p:nvPr/>
        </p:nvSpPr>
        <p:spPr>
          <a:xfrm>
            <a:off x="1560441" y="138799"/>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1" name="Google Shape;381;p70"/>
          <p:cNvSpPr/>
          <p:nvPr/>
        </p:nvSpPr>
        <p:spPr>
          <a:xfrm>
            <a:off x="1600229" y="982661"/>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2" name="Google Shape;382;p70"/>
          <p:cNvSpPr/>
          <p:nvPr/>
        </p:nvSpPr>
        <p:spPr>
          <a:xfrm>
            <a:off x="167317" y="748933"/>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1" type="titleOnly">
  <p:cSld name="TITLE_ONLY">
    <p:bg>
      <p:bgPr>
        <a:solidFill>
          <a:schemeClr val="accent1"/>
        </a:solidFill>
      </p:bgPr>
    </p:bg>
    <p:spTree>
      <p:nvGrpSpPr>
        <p:cNvPr id="383" name="Shape 383"/>
        <p:cNvGrpSpPr/>
        <p:nvPr/>
      </p:nvGrpSpPr>
      <p:grpSpPr>
        <a:xfrm>
          <a:off x="0" y="0"/>
          <a:ext cx="0" cy="0"/>
          <a:chOff x="0" y="0"/>
          <a:chExt cx="0" cy="0"/>
        </a:xfrm>
      </p:grpSpPr>
      <p:sp>
        <p:nvSpPr>
          <p:cNvPr id="384" name="Google Shape;384;p71"/>
          <p:cNvSpPr/>
          <p:nvPr/>
        </p:nvSpPr>
        <p:spPr>
          <a:xfrm>
            <a:off x="7334250" y="4514850"/>
            <a:ext cx="1410900" cy="457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5" name="Google Shape;385;p71"/>
          <p:cNvSpPr/>
          <p:nvPr/>
        </p:nvSpPr>
        <p:spPr>
          <a:xfrm rot="-5400000">
            <a:off x="1169389" y="395845"/>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6" name="Google Shape;386;p71"/>
          <p:cNvSpPr/>
          <p:nvPr/>
        </p:nvSpPr>
        <p:spPr>
          <a:xfrm rot="3302961">
            <a:off x="480945" y="872052"/>
            <a:ext cx="680782" cy="680782"/>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7" name="Google Shape;387;p71"/>
          <p:cNvSpPr/>
          <p:nvPr/>
        </p:nvSpPr>
        <p:spPr>
          <a:xfrm rot="-5400000">
            <a:off x="123303" y="145763"/>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8" name="Google Shape;388;p71"/>
          <p:cNvSpPr/>
          <p:nvPr/>
        </p:nvSpPr>
        <p:spPr>
          <a:xfrm rot="-6228950">
            <a:off x="7335684" y="3896676"/>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9" name="Google Shape;389;p71"/>
          <p:cNvSpPr/>
          <p:nvPr/>
        </p:nvSpPr>
        <p:spPr>
          <a:xfrm rot="-5400000">
            <a:off x="8135189" y="4156370"/>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0" name="Google Shape;390;p71"/>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FFFFFF"/>
              </a:buClr>
              <a:buSzPts val="1100"/>
              <a:buFont typeface="Arial"/>
              <a:buNone/>
            </a:pPr>
            <a:fld id="{00000000-1234-1234-1234-123412341234}" type="slidenum">
              <a:rPr b="1" i="0" lang="es" sz="1100" u="none" cap="none" strike="noStrike">
                <a:solidFill>
                  <a:srgbClr val="FFFFFF"/>
                </a:solidFill>
                <a:latin typeface="Arial"/>
                <a:ea typeface="Arial"/>
                <a:cs typeface="Arial"/>
                <a:sym typeface="Arial"/>
              </a:rPr>
              <a:t>‹#›</a:t>
            </a:fld>
            <a:endParaRPr b="1" i="0" sz="1100" u="none" cap="none" strike="noStrike">
              <a:solidFill>
                <a:srgbClr val="FFFFFF"/>
              </a:solidFill>
              <a:latin typeface="Arial"/>
              <a:ea typeface="Arial"/>
              <a:cs typeface="Arial"/>
              <a:sym typeface="Arial"/>
            </a:endParaRPr>
          </a:p>
        </p:txBody>
      </p:sp>
      <p:pic>
        <p:nvPicPr>
          <p:cNvPr id="391" name="Google Shape;391;p71"/>
          <p:cNvPicPr preferRelativeResize="0"/>
          <p:nvPr/>
        </p:nvPicPr>
        <p:blipFill rotWithShape="1">
          <a:blip r:embed="rId2">
            <a:alphaModFix/>
          </a:blip>
          <a:srcRect b="16429" l="0" r="0" t="16429"/>
          <a:stretch/>
        </p:blipFill>
        <p:spPr>
          <a:xfrm>
            <a:off x="177698" y="4114849"/>
            <a:ext cx="1410900" cy="642998"/>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2">
  <p:cSld name="Separador 2">
    <p:bg>
      <p:bgPr>
        <a:solidFill>
          <a:schemeClr val="accent4"/>
        </a:solidFill>
      </p:bgPr>
    </p:bg>
    <p:spTree>
      <p:nvGrpSpPr>
        <p:cNvPr id="392" name="Shape 392"/>
        <p:cNvGrpSpPr/>
        <p:nvPr/>
      </p:nvGrpSpPr>
      <p:grpSpPr>
        <a:xfrm>
          <a:off x="0" y="0"/>
          <a:ext cx="0" cy="0"/>
          <a:chOff x="0" y="0"/>
          <a:chExt cx="0" cy="0"/>
        </a:xfrm>
      </p:grpSpPr>
      <p:sp>
        <p:nvSpPr>
          <p:cNvPr id="393" name="Google Shape;393;p72"/>
          <p:cNvSpPr/>
          <p:nvPr/>
        </p:nvSpPr>
        <p:spPr>
          <a:xfrm>
            <a:off x="7134225" y="4429125"/>
            <a:ext cx="1771800" cy="522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4" name="Google Shape;394;p72"/>
          <p:cNvSpPr/>
          <p:nvPr/>
        </p:nvSpPr>
        <p:spPr>
          <a:xfrm rot="-5400000">
            <a:off x="1169389" y="3958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5" name="Google Shape;395;p72"/>
          <p:cNvSpPr/>
          <p:nvPr/>
        </p:nvSpPr>
        <p:spPr>
          <a:xfrm rot="3302961">
            <a:off x="480945" y="872052"/>
            <a:ext cx="680782" cy="680782"/>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6" name="Google Shape;396;p72"/>
          <p:cNvSpPr/>
          <p:nvPr/>
        </p:nvSpPr>
        <p:spPr>
          <a:xfrm rot="-5400000">
            <a:off x="123303" y="145763"/>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7" name="Google Shape;397;p72"/>
          <p:cNvSpPr/>
          <p:nvPr/>
        </p:nvSpPr>
        <p:spPr>
          <a:xfrm rot="-6228950">
            <a:off x="7335684" y="3896676"/>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8" name="Google Shape;398;p72"/>
          <p:cNvSpPr/>
          <p:nvPr/>
        </p:nvSpPr>
        <p:spPr>
          <a:xfrm rot="-5400000">
            <a:off x="8135189" y="4156370"/>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399" name="Google Shape;399;p72"/>
          <p:cNvPicPr preferRelativeResize="0"/>
          <p:nvPr/>
        </p:nvPicPr>
        <p:blipFill rotWithShape="1">
          <a:blip r:embed="rId2">
            <a:alphaModFix/>
          </a:blip>
          <a:srcRect b="16429" l="0" r="0" t="16429"/>
          <a:stretch/>
        </p:blipFill>
        <p:spPr>
          <a:xfrm>
            <a:off x="177698" y="4114849"/>
            <a:ext cx="1410900" cy="642998"/>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3">
  <p:cSld name="Separador 3">
    <p:bg>
      <p:bgPr>
        <a:solidFill>
          <a:srgbClr val="FFFFFF"/>
        </a:solidFill>
      </p:bgPr>
    </p:bg>
    <p:spTree>
      <p:nvGrpSpPr>
        <p:cNvPr id="400" name="Shape 400"/>
        <p:cNvGrpSpPr/>
        <p:nvPr/>
      </p:nvGrpSpPr>
      <p:grpSpPr>
        <a:xfrm>
          <a:off x="0" y="0"/>
          <a:ext cx="0" cy="0"/>
          <a:chOff x="0" y="0"/>
          <a:chExt cx="0" cy="0"/>
        </a:xfrm>
      </p:grpSpPr>
      <p:sp>
        <p:nvSpPr>
          <p:cNvPr id="401" name="Google Shape;401;p73"/>
          <p:cNvSpPr/>
          <p:nvPr/>
        </p:nvSpPr>
        <p:spPr>
          <a:xfrm>
            <a:off x="7334250" y="4486275"/>
            <a:ext cx="1213800" cy="523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2" name="Google Shape;402;p73"/>
          <p:cNvSpPr/>
          <p:nvPr/>
        </p:nvSpPr>
        <p:spPr>
          <a:xfrm>
            <a:off x="7419425" y="3694625"/>
            <a:ext cx="1213800" cy="12138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3" name="Google Shape;403;p73"/>
          <p:cNvSpPr/>
          <p:nvPr/>
        </p:nvSpPr>
        <p:spPr>
          <a:xfrm rot="8266488">
            <a:off x="8097995" y="4364183"/>
            <a:ext cx="810658" cy="810658"/>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4" name="Google Shape;404;p73"/>
          <p:cNvSpPr/>
          <p:nvPr/>
        </p:nvSpPr>
        <p:spPr>
          <a:xfrm>
            <a:off x="85875" y="915725"/>
            <a:ext cx="348900" cy="348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5" name="Google Shape;405;p73"/>
          <p:cNvSpPr/>
          <p:nvPr/>
        </p:nvSpPr>
        <p:spPr>
          <a:xfrm rot="4031714">
            <a:off x="243168"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6" name="Google Shape;406;p73"/>
          <p:cNvSpPr/>
          <p:nvPr/>
        </p:nvSpPr>
        <p:spPr>
          <a:xfrm>
            <a:off x="8742743" y="4024362"/>
            <a:ext cx="255900" cy="255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407" name="Google Shape;407;p73"/>
          <p:cNvPicPr preferRelativeResize="0"/>
          <p:nvPr/>
        </p:nvPicPr>
        <p:blipFill rotWithShape="1">
          <a:blip r:embed="rId2">
            <a:alphaModFix/>
          </a:blip>
          <a:srcRect b="16429" l="0" r="0" t="16429"/>
          <a:stretch/>
        </p:blipFill>
        <p:spPr>
          <a:xfrm>
            <a:off x="177698" y="4114849"/>
            <a:ext cx="1410900" cy="642998"/>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2">
  <p:cSld name="Texto 2">
    <p:bg>
      <p:bgPr>
        <a:solidFill>
          <a:schemeClr val="accent1"/>
        </a:solidFill>
      </p:bgPr>
    </p:bg>
    <p:spTree>
      <p:nvGrpSpPr>
        <p:cNvPr id="408" name="Shape 408"/>
        <p:cNvGrpSpPr/>
        <p:nvPr/>
      </p:nvGrpSpPr>
      <p:grpSpPr>
        <a:xfrm>
          <a:off x="0" y="0"/>
          <a:ext cx="0" cy="0"/>
          <a:chOff x="0" y="0"/>
          <a:chExt cx="0" cy="0"/>
        </a:xfrm>
      </p:grpSpPr>
      <p:sp>
        <p:nvSpPr>
          <p:cNvPr id="409" name="Google Shape;409;p74"/>
          <p:cNvSpPr/>
          <p:nvPr/>
        </p:nvSpPr>
        <p:spPr>
          <a:xfrm rot="6299737">
            <a:off x="7758645" y="-372104"/>
            <a:ext cx="1655683" cy="1655683"/>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0" name="Google Shape;410;p74"/>
          <p:cNvSpPr/>
          <p:nvPr/>
        </p:nvSpPr>
        <p:spPr>
          <a:xfrm rot="-7034365">
            <a:off x="7191372" y="315224"/>
            <a:ext cx="1105723" cy="1105723"/>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1" name="Google Shape;411;p74"/>
          <p:cNvSpPr/>
          <p:nvPr/>
        </p:nvSpPr>
        <p:spPr>
          <a:xfrm rot="6300266">
            <a:off x="8253609" y="1395540"/>
            <a:ext cx="348792" cy="348792"/>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2" name="Google Shape;412;p74"/>
          <p:cNvSpPr/>
          <p:nvPr/>
        </p:nvSpPr>
        <p:spPr>
          <a:xfrm>
            <a:off x="7134225" y="4429125"/>
            <a:ext cx="1771800" cy="522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3" name="Google Shape;413;p74"/>
          <p:cNvSpPr/>
          <p:nvPr/>
        </p:nvSpPr>
        <p:spPr>
          <a:xfrm>
            <a:off x="7134225" y="4429125"/>
            <a:ext cx="1771800" cy="522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414" name="Google Shape;414;p74"/>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415" name="Google Shape;415;p74"/>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416" name="Google Shape;416;p74"/>
          <p:cNvPicPr preferRelativeResize="0"/>
          <p:nvPr/>
        </p:nvPicPr>
        <p:blipFill rotWithShape="1">
          <a:blip r:embed="rId3">
            <a:alphaModFix/>
          </a:blip>
          <a:srcRect b="13111" l="0" r="0" t="13104"/>
          <a:stretch/>
        </p:blipFill>
        <p:spPr>
          <a:xfrm>
            <a:off x="7388451" y="4410973"/>
            <a:ext cx="1256591" cy="572700"/>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2">
  <p:cSld name="Salida 2">
    <p:spTree>
      <p:nvGrpSpPr>
        <p:cNvPr id="417" name="Shape 417"/>
        <p:cNvGrpSpPr/>
        <p:nvPr/>
      </p:nvGrpSpPr>
      <p:grpSpPr>
        <a:xfrm>
          <a:off x="0" y="0"/>
          <a:ext cx="0" cy="0"/>
          <a:chOff x="0" y="0"/>
          <a:chExt cx="0" cy="0"/>
        </a:xfrm>
      </p:grpSpPr>
      <p:sp>
        <p:nvSpPr>
          <p:cNvPr id="418" name="Google Shape;418;p75"/>
          <p:cNvSpPr/>
          <p:nvPr/>
        </p:nvSpPr>
        <p:spPr>
          <a:xfrm>
            <a:off x="7134225" y="4429125"/>
            <a:ext cx="1771800" cy="522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9" name="Google Shape;419;p75"/>
          <p:cNvSpPr/>
          <p:nvPr/>
        </p:nvSpPr>
        <p:spPr>
          <a:xfrm>
            <a:off x="7489800" y="3497693"/>
            <a:ext cx="2037300" cy="2037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0" name="Google Shape;420;p75"/>
          <p:cNvSpPr/>
          <p:nvPr/>
        </p:nvSpPr>
        <p:spPr>
          <a:xfrm>
            <a:off x="6776752" y="2714000"/>
            <a:ext cx="1151100" cy="1151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1" name="Google Shape;421;p75"/>
          <p:cNvSpPr/>
          <p:nvPr/>
        </p:nvSpPr>
        <p:spPr>
          <a:xfrm>
            <a:off x="6826850" y="4033563"/>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422" name="Google Shape;422;p75"/>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423" name="Google Shape;423;p75"/>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424" name="Google Shape;424;p75"/>
          <p:cNvPicPr preferRelativeResize="0"/>
          <p:nvPr/>
        </p:nvPicPr>
        <p:blipFill rotWithShape="1">
          <a:blip r:embed="rId3">
            <a:alphaModFix/>
          </a:blip>
          <a:srcRect b="13111" l="0" r="0" t="13104"/>
          <a:stretch/>
        </p:blipFill>
        <p:spPr>
          <a:xfrm>
            <a:off x="7388451" y="4410973"/>
            <a:ext cx="1256591" cy="57270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4" type="blank">
  <p:cSld name="BLANK">
    <p:spTree>
      <p:nvGrpSpPr>
        <p:cNvPr id="425" name="Shape 425"/>
        <p:cNvGrpSpPr/>
        <p:nvPr/>
      </p:nvGrpSpPr>
      <p:grpSpPr>
        <a:xfrm>
          <a:off x="0" y="0"/>
          <a:ext cx="0" cy="0"/>
          <a:chOff x="0" y="0"/>
          <a:chExt cx="0" cy="0"/>
        </a:xfrm>
      </p:grpSpPr>
      <p:sp>
        <p:nvSpPr>
          <p:cNvPr id="426" name="Google Shape;426;p76"/>
          <p:cNvSpPr txBox="1"/>
          <p:nvPr>
            <p:ph idx="12" type="sldNum"/>
          </p:nvPr>
        </p:nvSpPr>
        <p:spPr>
          <a:xfrm>
            <a:off x="8275783" y="187067"/>
            <a:ext cx="548700" cy="393600"/>
          </a:xfrm>
          <a:prstGeom prst="rect">
            <a:avLst/>
          </a:prstGeom>
          <a:noFill/>
          <a:ln>
            <a:noFill/>
          </a:ln>
        </p:spPr>
        <p:txBody>
          <a:bodyPr anchorCtr="0" anchor="ctr" bIns="68575" lIns="68575" spcFirstLastPara="1" rIns="68575" wrap="square" tIns="68575">
            <a:noAutofit/>
          </a:bodyPr>
          <a:lstStyle>
            <a:lvl1pPr indent="0" lvl="0"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
              <a:t>‹#›</a:t>
            </a:fld>
            <a:endParaRPr/>
          </a:p>
        </p:txBody>
      </p:sp>
      <p:grpSp>
        <p:nvGrpSpPr>
          <p:cNvPr id="427" name="Google Shape;427;p76"/>
          <p:cNvGrpSpPr/>
          <p:nvPr/>
        </p:nvGrpSpPr>
        <p:grpSpPr>
          <a:xfrm>
            <a:off x="-183576" y="4559146"/>
            <a:ext cx="1336080" cy="929220"/>
            <a:chOff x="-183575" y="4559138"/>
            <a:chExt cx="1336080" cy="929220"/>
          </a:xfrm>
        </p:grpSpPr>
        <p:sp>
          <p:nvSpPr>
            <p:cNvPr id="428" name="Google Shape;428;p76"/>
            <p:cNvSpPr/>
            <p:nvPr/>
          </p:nvSpPr>
          <p:spPr>
            <a:xfrm rot="-4500616">
              <a:off x="-108933" y="4749101"/>
              <a:ext cx="664615" cy="664615"/>
            </a:xfrm>
            <a:prstGeom prst="ellipse">
              <a:avLst/>
            </a:prstGeom>
            <a:solidFill>
              <a:schemeClr val="accent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9" name="Google Shape;429;p76"/>
            <p:cNvSpPr/>
            <p:nvPr/>
          </p:nvSpPr>
          <p:spPr>
            <a:xfrm rot="4798384">
              <a:off x="427429" y="4917384"/>
              <a:ext cx="315316" cy="315316"/>
            </a:xfrm>
            <a:prstGeom prst="chord">
              <a:avLst>
                <a:gd fmla="val 2700000" name="adj1"/>
                <a:gd fmla="val 16200000" name="adj2"/>
              </a:avLst>
            </a:prstGeom>
            <a:solidFill>
              <a:srgbClr val="FFE40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0" name="Google Shape;430;p76"/>
            <p:cNvSpPr/>
            <p:nvPr/>
          </p:nvSpPr>
          <p:spPr>
            <a:xfrm rot="-4504115">
              <a:off x="106342" y="4574779"/>
              <a:ext cx="139718" cy="139718"/>
            </a:xfrm>
            <a:prstGeom prst="ellipse">
              <a:avLst/>
            </a:prstGeom>
            <a:solidFill>
              <a:srgbClr val="265AA7"/>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1" name="Google Shape;431;p76"/>
            <p:cNvSpPr/>
            <p:nvPr/>
          </p:nvSpPr>
          <p:spPr>
            <a:xfrm rot="-4500746">
              <a:off x="757667" y="4714320"/>
              <a:ext cx="354976" cy="354976"/>
            </a:xfrm>
            <a:prstGeom prst="ellipse">
              <a:avLst/>
            </a:prstGeom>
            <a:solidFill>
              <a:schemeClr val="accent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32" name="Google Shape;432;p76"/>
          <p:cNvSpPr/>
          <p:nvPr/>
        </p:nvSpPr>
        <p:spPr>
          <a:xfrm rot="9423094">
            <a:off x="8072656" y="121308"/>
            <a:ext cx="559371" cy="5593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3" name="Google Shape;433;p76"/>
          <p:cNvSpPr/>
          <p:nvPr/>
        </p:nvSpPr>
        <p:spPr>
          <a:xfrm rot="-4499816">
            <a:off x="7814713" y="236749"/>
            <a:ext cx="185421" cy="185421"/>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1">
  <p:cSld name="Salida 1">
    <p:bg>
      <p:bgPr>
        <a:solidFill>
          <a:schemeClr val="accent1"/>
        </a:solidFill>
      </p:bgPr>
    </p:bg>
    <p:spTree>
      <p:nvGrpSpPr>
        <p:cNvPr id="434" name="Shape 434"/>
        <p:cNvGrpSpPr/>
        <p:nvPr/>
      </p:nvGrpSpPr>
      <p:grpSpPr>
        <a:xfrm>
          <a:off x="0" y="0"/>
          <a:ext cx="0" cy="0"/>
          <a:chOff x="0" y="0"/>
          <a:chExt cx="0" cy="0"/>
        </a:xfrm>
      </p:grpSpPr>
      <p:sp>
        <p:nvSpPr>
          <p:cNvPr id="435" name="Google Shape;435;p77"/>
          <p:cNvSpPr/>
          <p:nvPr/>
        </p:nvSpPr>
        <p:spPr>
          <a:xfrm>
            <a:off x="7154700" y="-973075"/>
            <a:ext cx="2646900" cy="2646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6" name="Google Shape;436;p77"/>
          <p:cNvSpPr/>
          <p:nvPr/>
        </p:nvSpPr>
        <p:spPr>
          <a:xfrm>
            <a:off x="5810275" y="54267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7" name="Google Shape;437;p77"/>
          <p:cNvSpPr/>
          <p:nvPr/>
        </p:nvSpPr>
        <p:spPr>
          <a:xfrm>
            <a:off x="7154700" y="177327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8" name="Google Shape;438;p77"/>
          <p:cNvSpPr/>
          <p:nvPr/>
        </p:nvSpPr>
        <p:spPr>
          <a:xfrm>
            <a:off x="7394800" y="1423925"/>
            <a:ext cx="249900" cy="249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9" name="Google Shape;439;p77"/>
          <p:cNvSpPr/>
          <p:nvPr/>
        </p:nvSpPr>
        <p:spPr>
          <a:xfrm>
            <a:off x="6762750" y="4219575"/>
            <a:ext cx="2381400" cy="924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3">
  <p:cSld name="Salida 3">
    <p:bg>
      <p:bgPr>
        <a:solidFill>
          <a:schemeClr val="accent4"/>
        </a:solidFill>
      </p:bgPr>
    </p:bg>
    <p:spTree>
      <p:nvGrpSpPr>
        <p:cNvPr id="440" name="Shape 440"/>
        <p:cNvGrpSpPr/>
        <p:nvPr/>
      </p:nvGrpSpPr>
      <p:grpSpPr>
        <a:xfrm>
          <a:off x="0" y="0"/>
          <a:ext cx="0" cy="0"/>
          <a:chOff x="0" y="0"/>
          <a:chExt cx="0" cy="0"/>
        </a:xfrm>
      </p:grpSpPr>
      <p:sp>
        <p:nvSpPr>
          <p:cNvPr id="441" name="Google Shape;441;p78"/>
          <p:cNvSpPr/>
          <p:nvPr/>
        </p:nvSpPr>
        <p:spPr>
          <a:xfrm>
            <a:off x="7958575" y="-36382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2" name="Google Shape;442;p78"/>
          <p:cNvSpPr/>
          <p:nvPr/>
        </p:nvSpPr>
        <p:spPr>
          <a:xfrm>
            <a:off x="8135525" y="122592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3" name="Google Shape;443;p78"/>
          <p:cNvSpPr/>
          <p:nvPr/>
        </p:nvSpPr>
        <p:spPr>
          <a:xfrm>
            <a:off x="7708675" y="976025"/>
            <a:ext cx="249900" cy="249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4" name="Google Shape;444;p78"/>
          <p:cNvSpPr/>
          <p:nvPr/>
        </p:nvSpPr>
        <p:spPr>
          <a:xfrm>
            <a:off x="-453750" y="4239725"/>
            <a:ext cx="1259100" cy="12591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5">
  <p:cSld name="Separador 5">
    <p:spTree>
      <p:nvGrpSpPr>
        <p:cNvPr id="445" name="Shape 445"/>
        <p:cNvGrpSpPr/>
        <p:nvPr/>
      </p:nvGrpSpPr>
      <p:grpSpPr>
        <a:xfrm>
          <a:off x="0" y="0"/>
          <a:ext cx="0" cy="0"/>
          <a:chOff x="0" y="0"/>
          <a:chExt cx="0" cy="0"/>
        </a:xfrm>
      </p:grpSpPr>
      <p:sp>
        <p:nvSpPr>
          <p:cNvPr id="446" name="Google Shape;446;p79"/>
          <p:cNvSpPr/>
          <p:nvPr/>
        </p:nvSpPr>
        <p:spPr>
          <a:xfrm>
            <a:off x="-180975" y="-142875"/>
            <a:ext cx="5191200" cy="5457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7" name="Google Shape;447;p79"/>
          <p:cNvSpPr/>
          <p:nvPr/>
        </p:nvSpPr>
        <p:spPr>
          <a:xfrm>
            <a:off x="85875" y="915725"/>
            <a:ext cx="348900" cy="3489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8" name="Google Shape;448;p79"/>
          <p:cNvSpPr/>
          <p:nvPr/>
        </p:nvSpPr>
        <p:spPr>
          <a:xfrm rot="4031714">
            <a:off x="243168"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6">
  <p:cSld name="Separador 6">
    <p:spTree>
      <p:nvGrpSpPr>
        <p:cNvPr id="449" name="Shape 449"/>
        <p:cNvGrpSpPr/>
        <p:nvPr/>
      </p:nvGrpSpPr>
      <p:grpSpPr>
        <a:xfrm>
          <a:off x="0" y="0"/>
          <a:ext cx="0" cy="0"/>
          <a:chOff x="0" y="0"/>
          <a:chExt cx="0" cy="0"/>
        </a:xfrm>
      </p:grpSpPr>
      <p:sp>
        <p:nvSpPr>
          <p:cNvPr id="450" name="Google Shape;450;p80"/>
          <p:cNvSpPr/>
          <p:nvPr/>
        </p:nvSpPr>
        <p:spPr>
          <a:xfrm>
            <a:off x="0" y="0"/>
            <a:ext cx="2067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1" name="Google Shape;451;p80"/>
          <p:cNvSpPr/>
          <p:nvPr/>
        </p:nvSpPr>
        <p:spPr>
          <a:xfrm rot="-6228950">
            <a:off x="7335684" y="3391851"/>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2" name="Google Shape;452;p80"/>
          <p:cNvSpPr/>
          <p:nvPr/>
        </p:nvSpPr>
        <p:spPr>
          <a:xfrm rot="-5400000">
            <a:off x="8135189" y="36515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7">
  <p:cSld name="Separador 7">
    <p:bg>
      <p:bgPr>
        <a:solidFill>
          <a:schemeClr val="accent1"/>
        </a:solidFill>
      </p:bgPr>
    </p:bg>
    <p:spTree>
      <p:nvGrpSpPr>
        <p:cNvPr id="453" name="Shape 453"/>
        <p:cNvGrpSpPr/>
        <p:nvPr/>
      </p:nvGrpSpPr>
      <p:grpSpPr>
        <a:xfrm>
          <a:off x="0" y="0"/>
          <a:ext cx="0" cy="0"/>
          <a:chOff x="0" y="0"/>
          <a:chExt cx="0" cy="0"/>
        </a:xfrm>
      </p:grpSpPr>
      <p:sp>
        <p:nvSpPr>
          <p:cNvPr id="454" name="Google Shape;454;p81"/>
          <p:cNvSpPr/>
          <p:nvPr/>
        </p:nvSpPr>
        <p:spPr>
          <a:xfrm>
            <a:off x="0" y="857250"/>
            <a:ext cx="6039000" cy="3410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5" name="Google Shape;455;p81"/>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FFFFFF"/>
              </a:buClr>
              <a:buSzPts val="1100"/>
              <a:buFont typeface="Arial"/>
              <a:buNone/>
            </a:pPr>
            <a:fld id="{00000000-1234-1234-1234-123412341234}" type="slidenum">
              <a:rPr b="1" i="0" lang="es" sz="1100" u="none" cap="none" strike="noStrike">
                <a:solidFill>
                  <a:srgbClr val="FFFFFF"/>
                </a:solidFill>
                <a:latin typeface="Arial"/>
                <a:ea typeface="Arial"/>
                <a:cs typeface="Arial"/>
                <a:sym typeface="Arial"/>
              </a:rPr>
              <a:t>‹#›</a:t>
            </a:fld>
            <a:endParaRPr b="1" i="0" sz="1100" u="none" cap="none" strike="noStrike">
              <a:solidFill>
                <a:srgbClr val="FFFFFF"/>
              </a:solidFill>
              <a:latin typeface="Arial"/>
              <a:ea typeface="Arial"/>
              <a:cs typeface="Arial"/>
              <a:sym typeface="Arial"/>
            </a:endParaRPr>
          </a:p>
        </p:txBody>
      </p:sp>
      <p:sp>
        <p:nvSpPr>
          <p:cNvPr id="456" name="Google Shape;456;p81"/>
          <p:cNvSpPr/>
          <p:nvPr/>
        </p:nvSpPr>
        <p:spPr>
          <a:xfrm rot="9423094">
            <a:off x="8072656" y="121308"/>
            <a:ext cx="559371" cy="5593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7" name="Google Shape;457;p81"/>
          <p:cNvSpPr/>
          <p:nvPr/>
        </p:nvSpPr>
        <p:spPr>
          <a:xfrm rot="-4499816">
            <a:off x="7814713" y="236749"/>
            <a:ext cx="185421" cy="185421"/>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8" name="Google Shape;458;p81"/>
          <p:cNvSpPr/>
          <p:nvPr/>
        </p:nvSpPr>
        <p:spPr>
          <a:xfrm>
            <a:off x="7324725" y="3276600"/>
            <a:ext cx="1724100" cy="6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459" name="Google Shape;459;p81"/>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460" name="Google Shape;460;p81"/>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461" name="Google Shape;461;p81"/>
          <p:cNvPicPr preferRelativeResize="0"/>
          <p:nvPr/>
        </p:nvPicPr>
        <p:blipFill rotWithShape="1">
          <a:blip r:embed="rId3">
            <a:alphaModFix/>
          </a:blip>
          <a:srcRect b="13111" l="0" r="0" t="13104"/>
          <a:stretch/>
        </p:blipFill>
        <p:spPr>
          <a:xfrm>
            <a:off x="7388451" y="4410973"/>
            <a:ext cx="1256591" cy="572700"/>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8">
  <p:cSld name="Separador 8">
    <p:bg>
      <p:bgPr>
        <a:solidFill>
          <a:schemeClr val="accent4"/>
        </a:solidFill>
      </p:bgPr>
    </p:bg>
    <p:spTree>
      <p:nvGrpSpPr>
        <p:cNvPr id="462" name="Shape 462"/>
        <p:cNvGrpSpPr/>
        <p:nvPr/>
      </p:nvGrpSpPr>
      <p:grpSpPr>
        <a:xfrm>
          <a:off x="0" y="0"/>
          <a:ext cx="0" cy="0"/>
          <a:chOff x="0" y="0"/>
          <a:chExt cx="0" cy="0"/>
        </a:xfrm>
      </p:grpSpPr>
      <p:sp>
        <p:nvSpPr>
          <p:cNvPr id="463" name="Google Shape;463;p82"/>
          <p:cNvSpPr/>
          <p:nvPr/>
        </p:nvSpPr>
        <p:spPr>
          <a:xfrm>
            <a:off x="3124200" y="857250"/>
            <a:ext cx="6039000" cy="3410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4" name="Google Shape;464;p82"/>
          <p:cNvSpPr/>
          <p:nvPr/>
        </p:nvSpPr>
        <p:spPr>
          <a:xfrm>
            <a:off x="85875" y="915725"/>
            <a:ext cx="348900" cy="3489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5" name="Google Shape;465;p82"/>
          <p:cNvSpPr/>
          <p:nvPr/>
        </p:nvSpPr>
        <p:spPr>
          <a:xfrm rot="4031714">
            <a:off x="243168" y="152063"/>
            <a:ext cx="779427" cy="779427"/>
          </a:xfrm>
          <a:prstGeom prst="chord">
            <a:avLst>
              <a:gd fmla="val 270000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4">
  <p:cSld name="Salida 4">
    <p:bg>
      <p:bgPr>
        <a:solidFill>
          <a:schemeClr val="dk1"/>
        </a:solidFill>
      </p:bgPr>
    </p:bg>
    <p:spTree>
      <p:nvGrpSpPr>
        <p:cNvPr id="466" name="Shape 466"/>
        <p:cNvGrpSpPr/>
        <p:nvPr/>
      </p:nvGrpSpPr>
      <p:grpSpPr>
        <a:xfrm>
          <a:off x="0" y="0"/>
          <a:ext cx="0" cy="0"/>
          <a:chOff x="0" y="0"/>
          <a:chExt cx="0" cy="0"/>
        </a:xfrm>
      </p:grpSpPr>
      <p:sp>
        <p:nvSpPr>
          <p:cNvPr id="467" name="Google Shape;467;p83"/>
          <p:cNvSpPr/>
          <p:nvPr/>
        </p:nvSpPr>
        <p:spPr>
          <a:xfrm>
            <a:off x="85875" y="915725"/>
            <a:ext cx="348900" cy="3489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8" name="Google Shape;468;p83"/>
          <p:cNvSpPr/>
          <p:nvPr/>
        </p:nvSpPr>
        <p:spPr>
          <a:xfrm rot="4031714">
            <a:off x="243168"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9" name="Google Shape;469;p83"/>
          <p:cNvSpPr/>
          <p:nvPr/>
        </p:nvSpPr>
        <p:spPr>
          <a:xfrm>
            <a:off x="7267575" y="4010025"/>
            <a:ext cx="1733700" cy="10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0" name="Google Shape;470;p83"/>
          <p:cNvSpPr/>
          <p:nvPr/>
        </p:nvSpPr>
        <p:spPr>
          <a:xfrm rot="-6228950">
            <a:off x="7335684" y="3772851"/>
            <a:ext cx="680900" cy="680900"/>
          </a:xfrm>
          <a:prstGeom prst="chord">
            <a:avLst>
              <a:gd fmla="val 2700000" name="adj1"/>
              <a:gd fmla="val 16200000" name="adj2"/>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1" name="Google Shape;471;p83"/>
          <p:cNvSpPr/>
          <p:nvPr/>
        </p:nvSpPr>
        <p:spPr>
          <a:xfrm rot="-5400000">
            <a:off x="8135189" y="40325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472" name="Google Shape;472;p83"/>
          <p:cNvPicPr preferRelativeResize="0"/>
          <p:nvPr/>
        </p:nvPicPr>
        <p:blipFill rotWithShape="1">
          <a:blip r:embed="rId2">
            <a:alphaModFix/>
          </a:blip>
          <a:srcRect b="16429" l="0" r="0" t="16429"/>
          <a:stretch/>
        </p:blipFill>
        <p:spPr>
          <a:xfrm>
            <a:off x="177698" y="4114849"/>
            <a:ext cx="1410900" cy="642998"/>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 2">
    <p:spTree>
      <p:nvGrpSpPr>
        <p:cNvPr id="478" name="Shape 478"/>
        <p:cNvGrpSpPr/>
        <p:nvPr/>
      </p:nvGrpSpPr>
      <p:grpSpPr>
        <a:xfrm>
          <a:off x="0" y="0"/>
          <a:ext cx="0" cy="0"/>
          <a:chOff x="0" y="0"/>
          <a:chExt cx="0" cy="0"/>
        </a:xfrm>
      </p:grpSpPr>
      <p:sp>
        <p:nvSpPr>
          <p:cNvPr id="479" name="Google Shape;479;p85"/>
          <p:cNvSpPr/>
          <p:nvPr/>
        </p:nvSpPr>
        <p:spPr>
          <a:xfrm>
            <a:off x="0" y="0"/>
            <a:ext cx="25551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0" name="Google Shape;480;p85"/>
          <p:cNvSpPr/>
          <p:nvPr/>
        </p:nvSpPr>
        <p:spPr>
          <a:xfrm rot="9906064">
            <a:off x="835384" y="4161373"/>
            <a:ext cx="647571" cy="6475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1" name="Google Shape;481;p85"/>
          <p:cNvSpPr/>
          <p:nvPr/>
        </p:nvSpPr>
        <p:spPr>
          <a:xfrm>
            <a:off x="371836" y="3386144"/>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2" name="Google Shape;482;p85"/>
          <p:cNvSpPr/>
          <p:nvPr/>
        </p:nvSpPr>
        <p:spPr>
          <a:xfrm>
            <a:off x="1465490" y="3557163"/>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3" name="Google Shape;483;p85"/>
          <p:cNvSpPr/>
          <p:nvPr/>
        </p:nvSpPr>
        <p:spPr>
          <a:xfrm rot="-7530040">
            <a:off x="991688" y="3081146"/>
            <a:ext cx="647825" cy="647825"/>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4" name="Google Shape;484;p85"/>
          <p:cNvSpPr/>
          <p:nvPr/>
        </p:nvSpPr>
        <p:spPr>
          <a:xfrm>
            <a:off x="1503481" y="2601904"/>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5" name="Google Shape;485;p85"/>
          <p:cNvSpPr/>
          <p:nvPr/>
        </p:nvSpPr>
        <p:spPr>
          <a:xfrm>
            <a:off x="687007" y="2431998"/>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6" name="Google Shape;486;p85"/>
          <p:cNvSpPr/>
          <p:nvPr/>
        </p:nvSpPr>
        <p:spPr>
          <a:xfrm rot="-1082937">
            <a:off x="1587891" y="1910860"/>
            <a:ext cx="647776" cy="647776"/>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7" name="Google Shape;487;p85"/>
          <p:cNvSpPr/>
          <p:nvPr/>
        </p:nvSpPr>
        <p:spPr>
          <a:xfrm rot="-6095770">
            <a:off x="194935" y="1911032"/>
            <a:ext cx="647721" cy="64772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8" name="Google Shape;488;p85"/>
          <p:cNvSpPr/>
          <p:nvPr/>
        </p:nvSpPr>
        <p:spPr>
          <a:xfrm>
            <a:off x="807675" y="1373941"/>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9" name="Google Shape;489;p85"/>
          <p:cNvSpPr/>
          <p:nvPr/>
        </p:nvSpPr>
        <p:spPr>
          <a:xfrm rot="9906064">
            <a:off x="880296" y="582896"/>
            <a:ext cx="647571" cy="6475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0" name="Google Shape;490;p85"/>
          <p:cNvSpPr/>
          <p:nvPr/>
        </p:nvSpPr>
        <p:spPr>
          <a:xfrm>
            <a:off x="1560441" y="138799"/>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1" name="Google Shape;491;p85"/>
          <p:cNvSpPr/>
          <p:nvPr/>
        </p:nvSpPr>
        <p:spPr>
          <a:xfrm>
            <a:off x="1600229" y="982661"/>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2" name="Google Shape;492;p85"/>
          <p:cNvSpPr/>
          <p:nvPr/>
        </p:nvSpPr>
        <p:spPr>
          <a:xfrm>
            <a:off x="167317" y="748933"/>
            <a:ext cx="702600" cy="702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2">
  <p:cSld name="Separador 2">
    <p:bg>
      <p:bgPr>
        <a:solidFill>
          <a:schemeClr val="accent4"/>
        </a:solidFill>
      </p:bgPr>
    </p:bg>
    <p:spTree>
      <p:nvGrpSpPr>
        <p:cNvPr id="493" name="Shape 493"/>
        <p:cNvGrpSpPr/>
        <p:nvPr/>
      </p:nvGrpSpPr>
      <p:grpSpPr>
        <a:xfrm>
          <a:off x="0" y="0"/>
          <a:ext cx="0" cy="0"/>
          <a:chOff x="0" y="0"/>
          <a:chExt cx="0" cy="0"/>
        </a:xfrm>
      </p:grpSpPr>
      <p:sp>
        <p:nvSpPr>
          <p:cNvPr id="494" name="Google Shape;494;p86"/>
          <p:cNvSpPr/>
          <p:nvPr/>
        </p:nvSpPr>
        <p:spPr>
          <a:xfrm>
            <a:off x="7134225" y="4429125"/>
            <a:ext cx="1771800" cy="522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5" name="Google Shape;495;p86"/>
          <p:cNvSpPr/>
          <p:nvPr/>
        </p:nvSpPr>
        <p:spPr>
          <a:xfrm rot="-5400000">
            <a:off x="1169389" y="3958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6" name="Google Shape;496;p86"/>
          <p:cNvSpPr/>
          <p:nvPr/>
        </p:nvSpPr>
        <p:spPr>
          <a:xfrm rot="3302961">
            <a:off x="480944" y="872052"/>
            <a:ext cx="680782" cy="680782"/>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7" name="Google Shape;497;p86"/>
          <p:cNvSpPr/>
          <p:nvPr/>
        </p:nvSpPr>
        <p:spPr>
          <a:xfrm rot="-5400000">
            <a:off x="123303" y="145763"/>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8" name="Google Shape;498;p86"/>
          <p:cNvSpPr/>
          <p:nvPr/>
        </p:nvSpPr>
        <p:spPr>
          <a:xfrm rot="-6228950">
            <a:off x="7335683" y="3896676"/>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9" name="Google Shape;499;p86"/>
          <p:cNvSpPr/>
          <p:nvPr/>
        </p:nvSpPr>
        <p:spPr>
          <a:xfrm rot="-5400000">
            <a:off x="8135189" y="4156370"/>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500" name="Google Shape;500;p86"/>
          <p:cNvPicPr preferRelativeResize="0"/>
          <p:nvPr/>
        </p:nvPicPr>
        <p:blipFill rotWithShape="1">
          <a:blip r:embed="rId2">
            <a:alphaModFix/>
          </a:blip>
          <a:srcRect b="16429" l="0" r="0" t="16429"/>
          <a:stretch/>
        </p:blipFill>
        <p:spPr>
          <a:xfrm>
            <a:off x="177698" y="4114849"/>
            <a:ext cx="1410900" cy="642998"/>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4" type="blank">
  <p:cSld name="BLANK">
    <p:spTree>
      <p:nvGrpSpPr>
        <p:cNvPr id="501" name="Shape 501"/>
        <p:cNvGrpSpPr/>
        <p:nvPr/>
      </p:nvGrpSpPr>
      <p:grpSpPr>
        <a:xfrm>
          <a:off x="0" y="0"/>
          <a:ext cx="0" cy="0"/>
          <a:chOff x="0" y="0"/>
          <a:chExt cx="0" cy="0"/>
        </a:xfrm>
      </p:grpSpPr>
      <p:sp>
        <p:nvSpPr>
          <p:cNvPr id="502" name="Google Shape;502;p87"/>
          <p:cNvSpPr txBox="1"/>
          <p:nvPr>
            <p:ph idx="12" type="sldNum"/>
          </p:nvPr>
        </p:nvSpPr>
        <p:spPr>
          <a:xfrm>
            <a:off x="8275783" y="187067"/>
            <a:ext cx="548700" cy="393600"/>
          </a:xfrm>
          <a:prstGeom prst="rect">
            <a:avLst/>
          </a:prstGeom>
          <a:noFill/>
          <a:ln>
            <a:noFill/>
          </a:ln>
        </p:spPr>
        <p:txBody>
          <a:bodyPr anchorCtr="0" anchor="ctr" bIns="68575" lIns="68575" spcFirstLastPara="1" rIns="68575" wrap="square" tIns="68575">
            <a:noAutofit/>
          </a:bodyPr>
          <a:lstStyle>
            <a:lvl1pPr indent="0" lvl="0"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
              <a:t>‹#›</a:t>
            </a:fld>
            <a:endParaRPr/>
          </a:p>
        </p:txBody>
      </p:sp>
      <p:grpSp>
        <p:nvGrpSpPr>
          <p:cNvPr id="503" name="Google Shape;503;p87"/>
          <p:cNvGrpSpPr/>
          <p:nvPr/>
        </p:nvGrpSpPr>
        <p:grpSpPr>
          <a:xfrm>
            <a:off x="-183576" y="4559148"/>
            <a:ext cx="1336080" cy="929220"/>
            <a:chOff x="-183575" y="4559138"/>
            <a:chExt cx="1336080" cy="929220"/>
          </a:xfrm>
        </p:grpSpPr>
        <p:sp>
          <p:nvSpPr>
            <p:cNvPr id="504" name="Google Shape;504;p87"/>
            <p:cNvSpPr/>
            <p:nvPr/>
          </p:nvSpPr>
          <p:spPr>
            <a:xfrm rot="-4500616">
              <a:off x="-108933" y="4749101"/>
              <a:ext cx="664615" cy="664615"/>
            </a:xfrm>
            <a:prstGeom prst="ellipse">
              <a:avLst/>
            </a:prstGeom>
            <a:solidFill>
              <a:schemeClr val="accent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5" name="Google Shape;505;p87"/>
            <p:cNvSpPr/>
            <p:nvPr/>
          </p:nvSpPr>
          <p:spPr>
            <a:xfrm rot="4798384">
              <a:off x="427429" y="4917384"/>
              <a:ext cx="315316" cy="315316"/>
            </a:xfrm>
            <a:prstGeom prst="chord">
              <a:avLst>
                <a:gd fmla="val 2700000" name="adj1"/>
                <a:gd fmla="val 16200000" name="adj2"/>
              </a:avLst>
            </a:prstGeom>
            <a:solidFill>
              <a:srgbClr val="FFE40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6" name="Google Shape;506;p87"/>
            <p:cNvSpPr/>
            <p:nvPr/>
          </p:nvSpPr>
          <p:spPr>
            <a:xfrm rot="-4504115">
              <a:off x="106342" y="4574779"/>
              <a:ext cx="139718" cy="139718"/>
            </a:xfrm>
            <a:prstGeom prst="ellipse">
              <a:avLst/>
            </a:prstGeom>
            <a:solidFill>
              <a:srgbClr val="265AA7"/>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7" name="Google Shape;507;p87"/>
            <p:cNvSpPr/>
            <p:nvPr/>
          </p:nvSpPr>
          <p:spPr>
            <a:xfrm rot="-4500746">
              <a:off x="757667" y="4714320"/>
              <a:ext cx="354976" cy="354976"/>
            </a:xfrm>
            <a:prstGeom prst="ellipse">
              <a:avLst/>
            </a:prstGeom>
            <a:solidFill>
              <a:schemeClr val="accent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08" name="Google Shape;508;p87"/>
          <p:cNvSpPr/>
          <p:nvPr/>
        </p:nvSpPr>
        <p:spPr>
          <a:xfrm rot="9423094">
            <a:off x="8072655" y="121307"/>
            <a:ext cx="559371" cy="5593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9" name="Google Shape;509;p87"/>
          <p:cNvSpPr/>
          <p:nvPr/>
        </p:nvSpPr>
        <p:spPr>
          <a:xfrm rot="-4499816">
            <a:off x="7814713" y="236749"/>
            <a:ext cx="185421" cy="185421"/>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1" type="titleOnly">
  <p:cSld name="TITLE_ONLY">
    <p:bg>
      <p:bgPr>
        <a:solidFill>
          <a:schemeClr val="accent1"/>
        </a:solidFill>
      </p:bgPr>
    </p:bg>
    <p:spTree>
      <p:nvGrpSpPr>
        <p:cNvPr id="510" name="Shape 510"/>
        <p:cNvGrpSpPr/>
        <p:nvPr/>
      </p:nvGrpSpPr>
      <p:grpSpPr>
        <a:xfrm>
          <a:off x="0" y="0"/>
          <a:ext cx="0" cy="0"/>
          <a:chOff x="0" y="0"/>
          <a:chExt cx="0" cy="0"/>
        </a:xfrm>
      </p:grpSpPr>
      <p:sp>
        <p:nvSpPr>
          <p:cNvPr id="511" name="Google Shape;511;p88"/>
          <p:cNvSpPr/>
          <p:nvPr/>
        </p:nvSpPr>
        <p:spPr>
          <a:xfrm>
            <a:off x="7334250" y="4514850"/>
            <a:ext cx="1410900" cy="457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2" name="Google Shape;512;p88"/>
          <p:cNvSpPr/>
          <p:nvPr/>
        </p:nvSpPr>
        <p:spPr>
          <a:xfrm rot="-5400000">
            <a:off x="1169389" y="395845"/>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3" name="Google Shape;513;p88"/>
          <p:cNvSpPr/>
          <p:nvPr/>
        </p:nvSpPr>
        <p:spPr>
          <a:xfrm rot="3302961">
            <a:off x="480944" y="872052"/>
            <a:ext cx="680782" cy="680782"/>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4" name="Google Shape;514;p88"/>
          <p:cNvSpPr/>
          <p:nvPr/>
        </p:nvSpPr>
        <p:spPr>
          <a:xfrm rot="-5400000">
            <a:off x="123303" y="145763"/>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5" name="Google Shape;515;p88"/>
          <p:cNvSpPr/>
          <p:nvPr/>
        </p:nvSpPr>
        <p:spPr>
          <a:xfrm rot="-6228950">
            <a:off x="7335683" y="3896676"/>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6" name="Google Shape;516;p88"/>
          <p:cNvSpPr/>
          <p:nvPr/>
        </p:nvSpPr>
        <p:spPr>
          <a:xfrm rot="-5400000">
            <a:off x="8135189" y="4156370"/>
            <a:ext cx="739200" cy="739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7" name="Google Shape;517;p88"/>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FFFFFF"/>
              </a:buClr>
              <a:buSzPts val="1100"/>
              <a:buFont typeface="Arial"/>
              <a:buNone/>
            </a:pPr>
            <a:fld id="{00000000-1234-1234-1234-123412341234}" type="slidenum">
              <a:rPr b="1" i="0" lang="es" sz="1100" u="none" cap="none" strike="noStrike">
                <a:solidFill>
                  <a:srgbClr val="FFFFFF"/>
                </a:solidFill>
                <a:latin typeface="Arial"/>
                <a:ea typeface="Arial"/>
                <a:cs typeface="Arial"/>
                <a:sym typeface="Arial"/>
              </a:rPr>
              <a:t>‹#›</a:t>
            </a:fld>
            <a:endParaRPr b="1" i="0" sz="1100" u="none" cap="none" strike="noStrike">
              <a:solidFill>
                <a:srgbClr val="FFFFFF"/>
              </a:solidFill>
              <a:latin typeface="Arial"/>
              <a:ea typeface="Arial"/>
              <a:cs typeface="Arial"/>
              <a:sym typeface="Arial"/>
            </a:endParaRPr>
          </a:p>
        </p:txBody>
      </p:sp>
      <p:pic>
        <p:nvPicPr>
          <p:cNvPr id="518" name="Google Shape;518;p88"/>
          <p:cNvPicPr preferRelativeResize="0"/>
          <p:nvPr/>
        </p:nvPicPr>
        <p:blipFill rotWithShape="1">
          <a:blip r:embed="rId2">
            <a:alphaModFix/>
          </a:blip>
          <a:srcRect b="16429" l="0" r="0" t="16429"/>
          <a:stretch/>
        </p:blipFill>
        <p:spPr>
          <a:xfrm>
            <a:off x="177698" y="4114849"/>
            <a:ext cx="1410900" cy="642998"/>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3">
  <p:cSld name="Salida 3">
    <p:bg>
      <p:bgPr>
        <a:solidFill>
          <a:schemeClr val="accent4"/>
        </a:solidFill>
      </p:bgPr>
    </p:bg>
    <p:spTree>
      <p:nvGrpSpPr>
        <p:cNvPr id="519" name="Shape 519"/>
        <p:cNvGrpSpPr/>
        <p:nvPr/>
      </p:nvGrpSpPr>
      <p:grpSpPr>
        <a:xfrm>
          <a:off x="0" y="0"/>
          <a:ext cx="0" cy="0"/>
          <a:chOff x="0" y="0"/>
          <a:chExt cx="0" cy="0"/>
        </a:xfrm>
      </p:grpSpPr>
      <p:sp>
        <p:nvSpPr>
          <p:cNvPr id="520" name="Google Shape;520;p89"/>
          <p:cNvSpPr/>
          <p:nvPr/>
        </p:nvSpPr>
        <p:spPr>
          <a:xfrm>
            <a:off x="7958575" y="-36382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1" name="Google Shape;521;p89"/>
          <p:cNvSpPr/>
          <p:nvPr/>
        </p:nvSpPr>
        <p:spPr>
          <a:xfrm>
            <a:off x="8135525" y="122592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 name="Google Shape;522;p89"/>
          <p:cNvSpPr/>
          <p:nvPr/>
        </p:nvSpPr>
        <p:spPr>
          <a:xfrm>
            <a:off x="7708675" y="976025"/>
            <a:ext cx="249900" cy="249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3" name="Google Shape;523;p89"/>
          <p:cNvSpPr/>
          <p:nvPr/>
        </p:nvSpPr>
        <p:spPr>
          <a:xfrm>
            <a:off x="-453750" y="4239725"/>
            <a:ext cx="1259100" cy="12591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3" type="tx">
  <p:cSld name="TITLE_AND_BODY">
    <p:spTree>
      <p:nvGrpSpPr>
        <p:cNvPr id="524" name="Shape 524"/>
        <p:cNvGrpSpPr/>
        <p:nvPr/>
      </p:nvGrpSpPr>
      <p:grpSpPr>
        <a:xfrm>
          <a:off x="0" y="0"/>
          <a:ext cx="0" cy="0"/>
          <a:chOff x="0" y="0"/>
          <a:chExt cx="0" cy="0"/>
        </a:xfrm>
      </p:grpSpPr>
      <p:sp>
        <p:nvSpPr>
          <p:cNvPr id="525" name="Google Shape;525;p90"/>
          <p:cNvSpPr/>
          <p:nvPr/>
        </p:nvSpPr>
        <p:spPr>
          <a:xfrm>
            <a:off x="7134225" y="4429125"/>
            <a:ext cx="1771800" cy="522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6" name="Google Shape;526;p90"/>
          <p:cNvSpPr/>
          <p:nvPr/>
        </p:nvSpPr>
        <p:spPr>
          <a:xfrm>
            <a:off x="7489800" y="3497693"/>
            <a:ext cx="2037300" cy="2037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7" name="Google Shape;527;p90"/>
          <p:cNvSpPr/>
          <p:nvPr/>
        </p:nvSpPr>
        <p:spPr>
          <a:xfrm>
            <a:off x="6776752" y="2714000"/>
            <a:ext cx="1151100" cy="1151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8" name="Google Shape;528;p90"/>
          <p:cNvSpPr/>
          <p:nvPr/>
        </p:nvSpPr>
        <p:spPr>
          <a:xfrm>
            <a:off x="6826850" y="4033563"/>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9" name="Google Shape;529;p90"/>
          <p:cNvSpPr txBox="1"/>
          <p:nvPr>
            <p:ph idx="1" type="subTitle"/>
          </p:nvPr>
        </p:nvSpPr>
        <p:spPr>
          <a:xfrm>
            <a:off x="311700" y="1529200"/>
            <a:ext cx="8520600" cy="522900"/>
          </a:xfrm>
          <a:prstGeom prst="rect">
            <a:avLst/>
          </a:prstGeom>
          <a:noFill/>
          <a:ln>
            <a:noFill/>
          </a:ln>
        </p:spPr>
        <p:txBody>
          <a:bodyPr anchorCtr="0" anchor="ctr" bIns="68575" lIns="68575" spcFirstLastPara="1" rIns="68575" wrap="square" tIns="68575">
            <a:noAutofit/>
          </a:bodyPr>
          <a:lstStyle>
            <a:lvl1pPr lvl="0"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1600"/>
              <a:buFont typeface="Arial"/>
              <a:buNone/>
              <a:defRPr b="1" i="0" sz="2100" u="none" cap="none" strike="noStrike">
                <a:solidFill>
                  <a:schemeClr val="accent1"/>
                </a:solidFill>
                <a:latin typeface="Arial"/>
                <a:ea typeface="Arial"/>
                <a:cs typeface="Arial"/>
                <a:sym typeface="Arial"/>
              </a:defRPr>
            </a:lvl9pPr>
          </a:lstStyle>
          <a:p/>
        </p:txBody>
      </p:sp>
      <p:sp>
        <p:nvSpPr>
          <p:cNvPr id="530" name="Google Shape;530;p90"/>
          <p:cNvSpPr txBox="1"/>
          <p:nvPr>
            <p:ph type="ctrTitle"/>
          </p:nvPr>
        </p:nvSpPr>
        <p:spPr>
          <a:xfrm>
            <a:off x="311700" y="668375"/>
            <a:ext cx="8520600" cy="960300"/>
          </a:xfrm>
          <a:prstGeom prst="rect">
            <a:avLst/>
          </a:prstGeom>
          <a:noFill/>
          <a:ln>
            <a:noFill/>
          </a:ln>
        </p:spPr>
        <p:txBody>
          <a:bodyPr anchorCtr="0" anchor="b" bIns="68575" lIns="68575" spcFirstLastPara="1" rIns="68575" wrap="square" tIns="68575">
            <a:noAutofit/>
          </a:bodyPr>
          <a:lstStyle>
            <a:lvl1pPr lvl="0"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2pPr>
            <a:lvl3pPr lvl="2"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3pPr>
            <a:lvl4pPr lvl="3"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4pPr>
            <a:lvl5pPr lvl="4"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5pPr>
            <a:lvl6pPr lvl="5"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6pPr>
            <a:lvl7pPr lvl="6"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7pPr>
            <a:lvl8pPr lvl="7"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8pPr>
            <a:lvl9pPr lvl="8" marR="0" algn="l">
              <a:lnSpc>
                <a:spcPct val="100000"/>
              </a:lnSpc>
              <a:spcBef>
                <a:spcPts val="0"/>
              </a:spcBef>
              <a:spcAft>
                <a:spcPts val="0"/>
              </a:spcAft>
              <a:buClr>
                <a:schemeClr val="accent1"/>
              </a:buClr>
              <a:buSzPts val="2600"/>
              <a:buFont typeface="Arial"/>
              <a:buChar char="■"/>
              <a:defRPr b="0" i="0" sz="3500" u="none" cap="none" strike="noStrike">
                <a:solidFill>
                  <a:schemeClr val="accent1"/>
                </a:solidFill>
                <a:latin typeface="Arial"/>
                <a:ea typeface="Arial"/>
                <a:cs typeface="Arial"/>
                <a:sym typeface="Aria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1" type="title">
  <p:cSld name="TITLE">
    <p:bg>
      <p:bgPr>
        <a:solidFill>
          <a:schemeClr val="accent1"/>
        </a:solidFill>
      </p:bgPr>
    </p:bg>
    <p:spTree>
      <p:nvGrpSpPr>
        <p:cNvPr id="531" name="Shape 531"/>
        <p:cNvGrpSpPr/>
        <p:nvPr/>
      </p:nvGrpSpPr>
      <p:grpSpPr>
        <a:xfrm>
          <a:off x="0" y="0"/>
          <a:ext cx="0" cy="0"/>
          <a:chOff x="0" y="0"/>
          <a:chExt cx="0" cy="0"/>
        </a:xfrm>
      </p:grpSpPr>
      <p:sp>
        <p:nvSpPr>
          <p:cNvPr id="532" name="Google Shape;532;p91"/>
          <p:cNvSpPr/>
          <p:nvPr/>
        </p:nvSpPr>
        <p:spPr>
          <a:xfrm rot="5400000">
            <a:off x="-870367" y="3451642"/>
            <a:ext cx="2037300" cy="2037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3" name="Google Shape;533;p91"/>
          <p:cNvSpPr/>
          <p:nvPr/>
        </p:nvSpPr>
        <p:spPr>
          <a:xfrm rot="5400000">
            <a:off x="1136651" y="4274076"/>
            <a:ext cx="1365300" cy="1365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4" name="Google Shape;534;p91"/>
          <p:cNvSpPr/>
          <p:nvPr/>
        </p:nvSpPr>
        <p:spPr>
          <a:xfrm rot="5400000">
            <a:off x="1212851" y="3640392"/>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5" name="Google Shape;535;p91"/>
          <p:cNvSpPr/>
          <p:nvPr/>
        </p:nvSpPr>
        <p:spPr>
          <a:xfrm>
            <a:off x="7134225" y="4429125"/>
            <a:ext cx="1771800" cy="522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6" name="Google Shape;536;p91"/>
          <p:cNvSpPr txBox="1"/>
          <p:nvPr>
            <p:ph idx="1" type="subTitle"/>
          </p:nvPr>
        </p:nvSpPr>
        <p:spPr>
          <a:xfrm>
            <a:off x="311700" y="1529200"/>
            <a:ext cx="8520600" cy="522900"/>
          </a:xfrm>
          <a:prstGeom prst="rect">
            <a:avLst/>
          </a:prstGeom>
          <a:noFill/>
          <a:ln>
            <a:noFill/>
          </a:ln>
        </p:spPr>
        <p:txBody>
          <a:bodyPr anchorCtr="0" anchor="ctr" bIns="68575" lIns="68575" spcFirstLastPara="1" rIns="68575" wrap="square" tIns="68575">
            <a:noAutofit/>
          </a:bodyPr>
          <a:lstStyle>
            <a:lvl1pPr lvl="0"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1600"/>
              <a:buFont typeface="Arial"/>
              <a:buNone/>
              <a:defRPr b="1" i="0" sz="2100" u="none" cap="none" strike="noStrike">
                <a:solidFill>
                  <a:srgbClr val="FFFFFF"/>
                </a:solidFill>
                <a:latin typeface="Arial"/>
                <a:ea typeface="Arial"/>
                <a:cs typeface="Arial"/>
                <a:sym typeface="Arial"/>
              </a:defRPr>
            </a:lvl9pPr>
          </a:lstStyle>
          <a:p/>
        </p:txBody>
      </p:sp>
      <p:sp>
        <p:nvSpPr>
          <p:cNvPr id="537" name="Google Shape;537;p91"/>
          <p:cNvSpPr txBox="1"/>
          <p:nvPr>
            <p:ph type="ctrTitle"/>
          </p:nvPr>
        </p:nvSpPr>
        <p:spPr>
          <a:xfrm>
            <a:off x="311700" y="668375"/>
            <a:ext cx="8520600" cy="960300"/>
          </a:xfrm>
          <a:prstGeom prst="rect">
            <a:avLst/>
          </a:prstGeom>
          <a:noFill/>
          <a:ln>
            <a:noFill/>
          </a:ln>
        </p:spPr>
        <p:txBody>
          <a:bodyPr anchorCtr="0" anchor="b" bIns="68575" lIns="68575" spcFirstLastPara="1" rIns="68575" wrap="square" tIns="68575">
            <a:noAutofit/>
          </a:bodyPr>
          <a:lstStyle>
            <a:lvl1pPr lvl="0"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600"/>
              <a:buFont typeface="Arial"/>
              <a:buChar char="■"/>
              <a:defRPr b="0" i="0" sz="3500" u="none" cap="none" strike="noStrike">
                <a:solidFill>
                  <a:srgbClr val="FFFFFF"/>
                </a:solidFill>
                <a:latin typeface="Arial"/>
                <a:ea typeface="Arial"/>
                <a:cs typeface="Arial"/>
                <a:sym typeface="Arial"/>
              </a:defRPr>
            </a:lvl9pPr>
          </a:lstStyle>
          <a:p/>
        </p:txBody>
      </p:sp>
      <p:sp>
        <p:nvSpPr>
          <p:cNvPr id="538" name="Google Shape;538;p91"/>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FFFFFF"/>
              </a:buClr>
              <a:buSzPts val="1100"/>
              <a:buFont typeface="Arial"/>
              <a:buNone/>
            </a:pPr>
            <a:fld id="{00000000-1234-1234-1234-123412341234}" type="slidenum">
              <a:rPr b="1" i="0" lang="es" sz="1100" u="none" cap="none" strike="noStrike">
                <a:solidFill>
                  <a:srgbClr val="FFFFFF"/>
                </a:solidFill>
                <a:latin typeface="Arial"/>
                <a:ea typeface="Arial"/>
                <a:cs typeface="Arial"/>
                <a:sym typeface="Arial"/>
              </a:rPr>
              <a:t>‹#›</a:t>
            </a:fld>
            <a:endParaRPr b="1" i="0" sz="1100" u="none" cap="none" strike="noStrike">
              <a:solidFill>
                <a:srgbClr val="FFFFFF"/>
              </a:solidFill>
              <a:latin typeface="Arial"/>
              <a:ea typeface="Arial"/>
              <a:cs typeface="Arial"/>
              <a:sym typeface="Arial"/>
            </a:endParaRPr>
          </a:p>
        </p:txBody>
      </p:sp>
      <p:pic>
        <p:nvPicPr>
          <p:cNvPr id="539" name="Google Shape;539;p91"/>
          <p:cNvPicPr preferRelativeResize="0"/>
          <p:nvPr/>
        </p:nvPicPr>
        <p:blipFill rotWithShape="1">
          <a:blip r:embed="rId2">
            <a:alphaModFix/>
          </a:blip>
          <a:srcRect b="16431" l="0" r="0" t="16424"/>
          <a:stretch/>
        </p:blipFill>
        <p:spPr>
          <a:xfrm>
            <a:off x="6197075" y="3536326"/>
            <a:ext cx="2635228" cy="1201025"/>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 Agenda" type="twoColTx">
  <p:cSld name="TITLE_AND_TWO_COLUMNS">
    <p:spTree>
      <p:nvGrpSpPr>
        <p:cNvPr id="540" name="Shape 540"/>
        <p:cNvGrpSpPr/>
        <p:nvPr/>
      </p:nvGrpSpPr>
      <p:grpSpPr>
        <a:xfrm>
          <a:off x="0" y="0"/>
          <a:ext cx="0" cy="0"/>
          <a:chOff x="0" y="0"/>
          <a:chExt cx="0" cy="0"/>
        </a:xfrm>
      </p:grpSpPr>
      <p:sp>
        <p:nvSpPr>
          <p:cNvPr id="541" name="Google Shape;541;p92"/>
          <p:cNvSpPr/>
          <p:nvPr/>
        </p:nvSpPr>
        <p:spPr>
          <a:xfrm>
            <a:off x="7154700" y="-973075"/>
            <a:ext cx="2646900" cy="2646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2" name="Google Shape;542;p92"/>
          <p:cNvSpPr/>
          <p:nvPr/>
        </p:nvSpPr>
        <p:spPr>
          <a:xfrm>
            <a:off x="5810275" y="54267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3" name="Google Shape;543;p92"/>
          <p:cNvSpPr/>
          <p:nvPr/>
        </p:nvSpPr>
        <p:spPr>
          <a:xfrm>
            <a:off x="7154700" y="177327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4" name="Google Shape;544;p92"/>
          <p:cNvSpPr/>
          <p:nvPr/>
        </p:nvSpPr>
        <p:spPr>
          <a:xfrm>
            <a:off x="7394800" y="1423925"/>
            <a:ext cx="249900" cy="249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5" name="Google Shape;545;p92"/>
          <p:cNvSpPr txBox="1"/>
          <p:nvPr>
            <p:ph idx="1" type="subTitle"/>
          </p:nvPr>
        </p:nvSpPr>
        <p:spPr>
          <a:xfrm>
            <a:off x="311700" y="691000"/>
            <a:ext cx="4174500" cy="522900"/>
          </a:xfrm>
          <a:prstGeom prst="rect">
            <a:avLst/>
          </a:prstGeom>
          <a:noFill/>
          <a:ln>
            <a:noFill/>
          </a:ln>
        </p:spPr>
        <p:txBody>
          <a:bodyPr anchorCtr="0" anchor="ctr" bIns="68575" lIns="68575" spcFirstLastPara="1" rIns="68575" wrap="square" tIns="68575">
            <a:noAutofit/>
          </a:bodyPr>
          <a:lstStyle>
            <a:lvl1pPr lvl="0"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1pPr>
            <a:lvl2pPr lvl="1"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2pPr>
            <a:lvl3pPr lvl="2"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3pPr>
            <a:lvl4pPr lvl="3"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4pPr>
            <a:lvl5pPr lvl="4"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5pPr>
            <a:lvl6pPr lvl="5"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6pPr>
            <a:lvl7pPr lvl="6"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7pPr>
            <a:lvl8pPr lvl="7"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8pPr>
            <a:lvl9pPr lvl="8" marR="0" algn="l">
              <a:lnSpc>
                <a:spcPct val="100000"/>
              </a:lnSpc>
              <a:spcBef>
                <a:spcPts val="0"/>
              </a:spcBef>
              <a:spcAft>
                <a:spcPts val="0"/>
              </a:spcAft>
              <a:buClr>
                <a:srgbClr val="666666"/>
              </a:buClr>
              <a:buSzPts val="2000"/>
              <a:buFont typeface="Arial"/>
              <a:buNone/>
              <a:defRPr b="1" i="0" sz="2700" u="none" cap="none" strike="noStrike">
                <a:solidFill>
                  <a:srgbClr val="666666"/>
                </a:solidFill>
                <a:latin typeface="Arial"/>
                <a:ea typeface="Arial"/>
                <a:cs typeface="Arial"/>
                <a:sym typeface="Arial"/>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3">
  <p:cSld name="Separador 3">
    <p:bg>
      <p:bgPr>
        <a:solidFill>
          <a:srgbClr val="FFFFFF"/>
        </a:solidFill>
      </p:bgPr>
    </p:bg>
    <p:spTree>
      <p:nvGrpSpPr>
        <p:cNvPr id="546" name="Shape 546"/>
        <p:cNvGrpSpPr/>
        <p:nvPr/>
      </p:nvGrpSpPr>
      <p:grpSpPr>
        <a:xfrm>
          <a:off x="0" y="0"/>
          <a:ext cx="0" cy="0"/>
          <a:chOff x="0" y="0"/>
          <a:chExt cx="0" cy="0"/>
        </a:xfrm>
      </p:grpSpPr>
      <p:sp>
        <p:nvSpPr>
          <p:cNvPr id="547" name="Google Shape;547;p93"/>
          <p:cNvSpPr/>
          <p:nvPr/>
        </p:nvSpPr>
        <p:spPr>
          <a:xfrm>
            <a:off x="7334250" y="4486275"/>
            <a:ext cx="1213800" cy="523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8" name="Google Shape;548;p93"/>
          <p:cNvSpPr/>
          <p:nvPr/>
        </p:nvSpPr>
        <p:spPr>
          <a:xfrm>
            <a:off x="7419425" y="3694625"/>
            <a:ext cx="1213800" cy="12138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9" name="Google Shape;549;p93"/>
          <p:cNvSpPr/>
          <p:nvPr/>
        </p:nvSpPr>
        <p:spPr>
          <a:xfrm rot="8266488">
            <a:off x="8097995" y="4364183"/>
            <a:ext cx="810658" cy="810658"/>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0" name="Google Shape;550;p93"/>
          <p:cNvSpPr/>
          <p:nvPr/>
        </p:nvSpPr>
        <p:spPr>
          <a:xfrm>
            <a:off x="85875" y="915725"/>
            <a:ext cx="348900" cy="348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1" name="Google Shape;551;p93"/>
          <p:cNvSpPr/>
          <p:nvPr/>
        </p:nvSpPr>
        <p:spPr>
          <a:xfrm rot="4031714">
            <a:off x="243167"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2" name="Google Shape;552;p93"/>
          <p:cNvSpPr/>
          <p:nvPr/>
        </p:nvSpPr>
        <p:spPr>
          <a:xfrm>
            <a:off x="8742743" y="4024362"/>
            <a:ext cx="255900" cy="255900"/>
          </a:xfrm>
          <a:prstGeom prst="ellipse">
            <a:avLst/>
          </a:prstGeom>
          <a:solidFill>
            <a:srgbClr val="265A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553" name="Google Shape;553;p93"/>
          <p:cNvPicPr preferRelativeResize="0"/>
          <p:nvPr/>
        </p:nvPicPr>
        <p:blipFill rotWithShape="1">
          <a:blip r:embed="rId2">
            <a:alphaModFix/>
          </a:blip>
          <a:srcRect b="16429" l="0" r="0" t="16429"/>
          <a:stretch/>
        </p:blipFill>
        <p:spPr>
          <a:xfrm>
            <a:off x="177698" y="4114849"/>
            <a:ext cx="1410900" cy="642998"/>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2">
  <p:cSld name="Texto 2">
    <p:bg>
      <p:bgPr>
        <a:solidFill>
          <a:schemeClr val="accent1"/>
        </a:solidFill>
      </p:bgPr>
    </p:bg>
    <p:spTree>
      <p:nvGrpSpPr>
        <p:cNvPr id="554" name="Shape 554"/>
        <p:cNvGrpSpPr/>
        <p:nvPr/>
      </p:nvGrpSpPr>
      <p:grpSpPr>
        <a:xfrm>
          <a:off x="0" y="0"/>
          <a:ext cx="0" cy="0"/>
          <a:chOff x="0" y="0"/>
          <a:chExt cx="0" cy="0"/>
        </a:xfrm>
      </p:grpSpPr>
      <p:sp>
        <p:nvSpPr>
          <p:cNvPr id="555" name="Google Shape;555;p94"/>
          <p:cNvSpPr/>
          <p:nvPr/>
        </p:nvSpPr>
        <p:spPr>
          <a:xfrm rot="6299737">
            <a:off x="7758645" y="-372104"/>
            <a:ext cx="1655683" cy="1655683"/>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6" name="Google Shape;556;p94"/>
          <p:cNvSpPr/>
          <p:nvPr/>
        </p:nvSpPr>
        <p:spPr>
          <a:xfrm rot="-7034365">
            <a:off x="7191373" y="315225"/>
            <a:ext cx="1105723" cy="1105723"/>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7" name="Google Shape;557;p94"/>
          <p:cNvSpPr/>
          <p:nvPr/>
        </p:nvSpPr>
        <p:spPr>
          <a:xfrm rot="6300266">
            <a:off x="8253609" y="1395540"/>
            <a:ext cx="348792" cy="348792"/>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8" name="Google Shape;558;p94"/>
          <p:cNvSpPr/>
          <p:nvPr/>
        </p:nvSpPr>
        <p:spPr>
          <a:xfrm>
            <a:off x="7134225" y="4429125"/>
            <a:ext cx="1771800" cy="522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9" name="Google Shape;559;p94"/>
          <p:cNvSpPr/>
          <p:nvPr/>
        </p:nvSpPr>
        <p:spPr>
          <a:xfrm>
            <a:off x="7134225" y="4429125"/>
            <a:ext cx="1771800" cy="522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60" name="Google Shape;560;p94"/>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561" name="Google Shape;561;p94"/>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562" name="Google Shape;562;p94"/>
          <p:cNvPicPr preferRelativeResize="0"/>
          <p:nvPr/>
        </p:nvPicPr>
        <p:blipFill rotWithShape="1">
          <a:blip r:embed="rId3">
            <a:alphaModFix/>
          </a:blip>
          <a:srcRect b="13111" l="0" r="0" t="13104"/>
          <a:stretch/>
        </p:blipFill>
        <p:spPr>
          <a:xfrm>
            <a:off x="7388451" y="4410973"/>
            <a:ext cx="1256591" cy="572700"/>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2">
  <p:cSld name="Salida 2">
    <p:spTree>
      <p:nvGrpSpPr>
        <p:cNvPr id="563" name="Shape 563"/>
        <p:cNvGrpSpPr/>
        <p:nvPr/>
      </p:nvGrpSpPr>
      <p:grpSpPr>
        <a:xfrm>
          <a:off x="0" y="0"/>
          <a:ext cx="0" cy="0"/>
          <a:chOff x="0" y="0"/>
          <a:chExt cx="0" cy="0"/>
        </a:xfrm>
      </p:grpSpPr>
      <p:sp>
        <p:nvSpPr>
          <p:cNvPr id="564" name="Google Shape;564;p95"/>
          <p:cNvSpPr/>
          <p:nvPr/>
        </p:nvSpPr>
        <p:spPr>
          <a:xfrm>
            <a:off x="7134225" y="4429125"/>
            <a:ext cx="1771800" cy="522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5" name="Google Shape;565;p95"/>
          <p:cNvSpPr/>
          <p:nvPr/>
        </p:nvSpPr>
        <p:spPr>
          <a:xfrm>
            <a:off x="7489800" y="3497693"/>
            <a:ext cx="2037300" cy="2037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6" name="Google Shape;566;p95"/>
          <p:cNvSpPr/>
          <p:nvPr/>
        </p:nvSpPr>
        <p:spPr>
          <a:xfrm>
            <a:off x="6776752" y="2714000"/>
            <a:ext cx="1151100" cy="1151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7" name="Google Shape;567;p95"/>
          <p:cNvSpPr/>
          <p:nvPr/>
        </p:nvSpPr>
        <p:spPr>
          <a:xfrm>
            <a:off x="6826850" y="4033563"/>
            <a:ext cx="522900" cy="522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68" name="Google Shape;568;p95"/>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569" name="Google Shape;569;p95"/>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570" name="Google Shape;570;p95"/>
          <p:cNvPicPr preferRelativeResize="0"/>
          <p:nvPr/>
        </p:nvPicPr>
        <p:blipFill rotWithShape="1">
          <a:blip r:embed="rId3">
            <a:alphaModFix/>
          </a:blip>
          <a:srcRect b="13111" l="0" r="0" t="13104"/>
          <a:stretch/>
        </p:blipFill>
        <p:spPr>
          <a:xfrm>
            <a:off x="7388451" y="4410973"/>
            <a:ext cx="1256591" cy="572700"/>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1">
  <p:cSld name="Salida 1">
    <p:bg>
      <p:bgPr>
        <a:solidFill>
          <a:schemeClr val="accent1"/>
        </a:solidFill>
      </p:bgPr>
    </p:bg>
    <p:spTree>
      <p:nvGrpSpPr>
        <p:cNvPr id="571" name="Shape 571"/>
        <p:cNvGrpSpPr/>
        <p:nvPr/>
      </p:nvGrpSpPr>
      <p:grpSpPr>
        <a:xfrm>
          <a:off x="0" y="0"/>
          <a:ext cx="0" cy="0"/>
          <a:chOff x="0" y="0"/>
          <a:chExt cx="0" cy="0"/>
        </a:xfrm>
      </p:grpSpPr>
      <p:sp>
        <p:nvSpPr>
          <p:cNvPr id="572" name="Google Shape;572;p96"/>
          <p:cNvSpPr/>
          <p:nvPr/>
        </p:nvSpPr>
        <p:spPr>
          <a:xfrm>
            <a:off x="7154700" y="-973075"/>
            <a:ext cx="2646900" cy="2646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3" name="Google Shape;573;p96"/>
          <p:cNvSpPr/>
          <p:nvPr/>
        </p:nvSpPr>
        <p:spPr>
          <a:xfrm>
            <a:off x="5810275" y="542675"/>
            <a:ext cx="1511400" cy="15114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4" name="Google Shape;574;p96"/>
          <p:cNvSpPr/>
          <p:nvPr/>
        </p:nvSpPr>
        <p:spPr>
          <a:xfrm>
            <a:off x="7154700" y="1773275"/>
            <a:ext cx="645900" cy="645900"/>
          </a:xfrm>
          <a:prstGeom prst="ellipse">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5" name="Google Shape;575;p96"/>
          <p:cNvSpPr/>
          <p:nvPr/>
        </p:nvSpPr>
        <p:spPr>
          <a:xfrm>
            <a:off x="7394800" y="1423925"/>
            <a:ext cx="249900" cy="249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6" name="Google Shape;576;p96"/>
          <p:cNvSpPr/>
          <p:nvPr/>
        </p:nvSpPr>
        <p:spPr>
          <a:xfrm>
            <a:off x="6762750" y="4219575"/>
            <a:ext cx="2381400" cy="924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5">
  <p:cSld name="Separador 5">
    <p:spTree>
      <p:nvGrpSpPr>
        <p:cNvPr id="577" name="Shape 577"/>
        <p:cNvGrpSpPr/>
        <p:nvPr/>
      </p:nvGrpSpPr>
      <p:grpSpPr>
        <a:xfrm>
          <a:off x="0" y="0"/>
          <a:ext cx="0" cy="0"/>
          <a:chOff x="0" y="0"/>
          <a:chExt cx="0" cy="0"/>
        </a:xfrm>
      </p:grpSpPr>
      <p:sp>
        <p:nvSpPr>
          <p:cNvPr id="578" name="Google Shape;578;p97"/>
          <p:cNvSpPr/>
          <p:nvPr/>
        </p:nvSpPr>
        <p:spPr>
          <a:xfrm>
            <a:off x="-180975" y="-142875"/>
            <a:ext cx="5191200" cy="5457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9" name="Google Shape;579;p97"/>
          <p:cNvSpPr/>
          <p:nvPr/>
        </p:nvSpPr>
        <p:spPr>
          <a:xfrm>
            <a:off x="85875" y="915725"/>
            <a:ext cx="348900" cy="3489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0" name="Google Shape;580;p97"/>
          <p:cNvSpPr/>
          <p:nvPr/>
        </p:nvSpPr>
        <p:spPr>
          <a:xfrm rot="4031714">
            <a:off x="243167"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6">
  <p:cSld name="Separador 6">
    <p:spTree>
      <p:nvGrpSpPr>
        <p:cNvPr id="581" name="Shape 581"/>
        <p:cNvGrpSpPr/>
        <p:nvPr/>
      </p:nvGrpSpPr>
      <p:grpSpPr>
        <a:xfrm>
          <a:off x="0" y="0"/>
          <a:ext cx="0" cy="0"/>
          <a:chOff x="0" y="0"/>
          <a:chExt cx="0" cy="0"/>
        </a:xfrm>
      </p:grpSpPr>
      <p:sp>
        <p:nvSpPr>
          <p:cNvPr id="582" name="Google Shape;582;p98"/>
          <p:cNvSpPr/>
          <p:nvPr/>
        </p:nvSpPr>
        <p:spPr>
          <a:xfrm>
            <a:off x="0" y="0"/>
            <a:ext cx="2067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3" name="Google Shape;583;p98"/>
          <p:cNvSpPr/>
          <p:nvPr/>
        </p:nvSpPr>
        <p:spPr>
          <a:xfrm rot="-6228950">
            <a:off x="7335683" y="3391851"/>
            <a:ext cx="680900" cy="680900"/>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4" name="Google Shape;584;p98"/>
          <p:cNvSpPr/>
          <p:nvPr/>
        </p:nvSpPr>
        <p:spPr>
          <a:xfrm rot="-5400000">
            <a:off x="8135189" y="36515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7">
  <p:cSld name="Separador 7">
    <p:bg>
      <p:bgPr>
        <a:solidFill>
          <a:schemeClr val="accent1"/>
        </a:solidFill>
      </p:bgPr>
    </p:bg>
    <p:spTree>
      <p:nvGrpSpPr>
        <p:cNvPr id="585" name="Shape 585"/>
        <p:cNvGrpSpPr/>
        <p:nvPr/>
      </p:nvGrpSpPr>
      <p:grpSpPr>
        <a:xfrm>
          <a:off x="0" y="0"/>
          <a:ext cx="0" cy="0"/>
          <a:chOff x="0" y="0"/>
          <a:chExt cx="0" cy="0"/>
        </a:xfrm>
      </p:grpSpPr>
      <p:sp>
        <p:nvSpPr>
          <p:cNvPr id="586" name="Google Shape;586;p99"/>
          <p:cNvSpPr/>
          <p:nvPr/>
        </p:nvSpPr>
        <p:spPr>
          <a:xfrm>
            <a:off x="0" y="857250"/>
            <a:ext cx="6039000" cy="3410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7" name="Google Shape;587;p99"/>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FFFFFF"/>
              </a:buClr>
              <a:buSzPts val="1100"/>
              <a:buFont typeface="Arial"/>
              <a:buNone/>
            </a:pPr>
            <a:fld id="{00000000-1234-1234-1234-123412341234}" type="slidenum">
              <a:rPr b="1" i="0" lang="es" sz="1100" u="none" cap="none" strike="noStrike">
                <a:solidFill>
                  <a:srgbClr val="FFFFFF"/>
                </a:solidFill>
                <a:latin typeface="Arial"/>
                <a:ea typeface="Arial"/>
                <a:cs typeface="Arial"/>
                <a:sym typeface="Arial"/>
              </a:rPr>
              <a:t>‹#›</a:t>
            </a:fld>
            <a:endParaRPr b="1" i="0" sz="1100" u="none" cap="none" strike="noStrike">
              <a:solidFill>
                <a:srgbClr val="FFFFFF"/>
              </a:solidFill>
              <a:latin typeface="Arial"/>
              <a:ea typeface="Arial"/>
              <a:cs typeface="Arial"/>
              <a:sym typeface="Arial"/>
            </a:endParaRPr>
          </a:p>
        </p:txBody>
      </p:sp>
      <p:sp>
        <p:nvSpPr>
          <p:cNvPr id="588" name="Google Shape;588;p99"/>
          <p:cNvSpPr/>
          <p:nvPr/>
        </p:nvSpPr>
        <p:spPr>
          <a:xfrm rot="9423094">
            <a:off x="8072655" y="121307"/>
            <a:ext cx="559371" cy="559371"/>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9" name="Google Shape;589;p99"/>
          <p:cNvSpPr/>
          <p:nvPr/>
        </p:nvSpPr>
        <p:spPr>
          <a:xfrm rot="-4499816">
            <a:off x="7814713" y="236749"/>
            <a:ext cx="185421" cy="185421"/>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0" name="Google Shape;590;p99"/>
          <p:cNvSpPr/>
          <p:nvPr/>
        </p:nvSpPr>
        <p:spPr>
          <a:xfrm>
            <a:off x="7324725" y="3276600"/>
            <a:ext cx="1724100" cy="6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91" name="Google Shape;591;p99"/>
          <p:cNvCxnSpPr/>
          <p:nvPr/>
        </p:nvCxnSpPr>
        <p:spPr>
          <a:xfrm>
            <a:off x="8371710" y="4642362"/>
            <a:ext cx="0" cy="147300"/>
          </a:xfrm>
          <a:prstGeom prst="straightConnector1">
            <a:avLst/>
          </a:prstGeom>
          <a:noFill/>
          <a:ln cap="flat" cmpd="sng" w="9525">
            <a:solidFill>
              <a:srgbClr val="FFFFFF"/>
            </a:solidFill>
            <a:prstDash val="solid"/>
            <a:round/>
            <a:headEnd len="sm" w="sm" type="none"/>
            <a:tailEnd len="sm" w="sm" type="none"/>
          </a:ln>
        </p:spPr>
      </p:cxnSp>
      <p:pic>
        <p:nvPicPr>
          <p:cNvPr id="592" name="Google Shape;592;p99"/>
          <p:cNvPicPr preferRelativeResize="0"/>
          <p:nvPr/>
        </p:nvPicPr>
        <p:blipFill rotWithShape="1">
          <a:blip r:embed="rId2">
            <a:alphaModFix/>
          </a:blip>
          <a:srcRect b="0" l="0" r="0" t="0"/>
          <a:stretch/>
        </p:blipFill>
        <p:spPr>
          <a:xfrm>
            <a:off x="8449038" y="4645818"/>
            <a:ext cx="381422" cy="147300"/>
          </a:xfrm>
          <a:prstGeom prst="rect">
            <a:avLst/>
          </a:prstGeom>
          <a:noFill/>
          <a:ln>
            <a:noFill/>
          </a:ln>
        </p:spPr>
      </p:pic>
      <p:pic>
        <p:nvPicPr>
          <p:cNvPr id="593" name="Google Shape;593;p99"/>
          <p:cNvPicPr preferRelativeResize="0"/>
          <p:nvPr/>
        </p:nvPicPr>
        <p:blipFill rotWithShape="1">
          <a:blip r:embed="rId3">
            <a:alphaModFix/>
          </a:blip>
          <a:srcRect b="13111" l="0" r="0" t="13104"/>
          <a:stretch/>
        </p:blipFill>
        <p:spPr>
          <a:xfrm>
            <a:off x="7388451" y="4410973"/>
            <a:ext cx="1256591" cy="572700"/>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dor 8">
  <p:cSld name="Separador 8">
    <p:bg>
      <p:bgPr>
        <a:solidFill>
          <a:schemeClr val="accent4"/>
        </a:solidFill>
      </p:bgPr>
    </p:bg>
    <p:spTree>
      <p:nvGrpSpPr>
        <p:cNvPr id="594" name="Shape 594"/>
        <p:cNvGrpSpPr/>
        <p:nvPr/>
      </p:nvGrpSpPr>
      <p:grpSpPr>
        <a:xfrm>
          <a:off x="0" y="0"/>
          <a:ext cx="0" cy="0"/>
          <a:chOff x="0" y="0"/>
          <a:chExt cx="0" cy="0"/>
        </a:xfrm>
      </p:grpSpPr>
      <p:sp>
        <p:nvSpPr>
          <p:cNvPr id="595" name="Google Shape;595;p100"/>
          <p:cNvSpPr/>
          <p:nvPr/>
        </p:nvSpPr>
        <p:spPr>
          <a:xfrm>
            <a:off x="3124200" y="857250"/>
            <a:ext cx="6039000" cy="3410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6" name="Google Shape;596;p100"/>
          <p:cNvSpPr/>
          <p:nvPr/>
        </p:nvSpPr>
        <p:spPr>
          <a:xfrm>
            <a:off x="85875" y="915725"/>
            <a:ext cx="348900" cy="3489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7" name="Google Shape;597;p100"/>
          <p:cNvSpPr/>
          <p:nvPr/>
        </p:nvSpPr>
        <p:spPr>
          <a:xfrm rot="4031714">
            <a:off x="243167" y="152063"/>
            <a:ext cx="779427" cy="779427"/>
          </a:xfrm>
          <a:prstGeom prst="chord">
            <a:avLst>
              <a:gd fmla="val 270000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ida 4">
  <p:cSld name="Salida 4">
    <p:bg>
      <p:bgPr>
        <a:solidFill>
          <a:schemeClr val="dk1"/>
        </a:solidFill>
      </p:bgPr>
    </p:bg>
    <p:spTree>
      <p:nvGrpSpPr>
        <p:cNvPr id="598" name="Shape 598"/>
        <p:cNvGrpSpPr/>
        <p:nvPr/>
      </p:nvGrpSpPr>
      <p:grpSpPr>
        <a:xfrm>
          <a:off x="0" y="0"/>
          <a:ext cx="0" cy="0"/>
          <a:chOff x="0" y="0"/>
          <a:chExt cx="0" cy="0"/>
        </a:xfrm>
      </p:grpSpPr>
      <p:sp>
        <p:nvSpPr>
          <p:cNvPr id="599" name="Google Shape;599;p101"/>
          <p:cNvSpPr/>
          <p:nvPr/>
        </p:nvSpPr>
        <p:spPr>
          <a:xfrm>
            <a:off x="85875" y="915725"/>
            <a:ext cx="348900" cy="3489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0" name="Google Shape;600;p101"/>
          <p:cNvSpPr/>
          <p:nvPr/>
        </p:nvSpPr>
        <p:spPr>
          <a:xfrm rot="4031714">
            <a:off x="243167" y="152063"/>
            <a:ext cx="779427" cy="779427"/>
          </a:xfrm>
          <a:prstGeom prst="chord">
            <a:avLst>
              <a:gd fmla="val 2700000" name="adj1"/>
              <a:gd fmla="val 16200000" name="adj2"/>
            </a:avLst>
          </a:prstGeom>
          <a:solidFill>
            <a:srgbClr val="FFE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1" name="Google Shape;601;p101"/>
          <p:cNvSpPr/>
          <p:nvPr/>
        </p:nvSpPr>
        <p:spPr>
          <a:xfrm>
            <a:off x="7267575" y="4010025"/>
            <a:ext cx="1733700" cy="1020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2" name="Google Shape;602;p101"/>
          <p:cNvSpPr/>
          <p:nvPr/>
        </p:nvSpPr>
        <p:spPr>
          <a:xfrm rot="-6228950">
            <a:off x="7335683" y="3772851"/>
            <a:ext cx="680900" cy="680900"/>
          </a:xfrm>
          <a:prstGeom prst="chord">
            <a:avLst>
              <a:gd fmla="val 2700000" name="adj1"/>
              <a:gd fmla="val 16200000" name="adj2"/>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3" name="Google Shape;603;p101"/>
          <p:cNvSpPr/>
          <p:nvPr/>
        </p:nvSpPr>
        <p:spPr>
          <a:xfrm rot="-5400000">
            <a:off x="8135189" y="4032545"/>
            <a:ext cx="739200" cy="73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604" name="Google Shape;604;p101"/>
          <p:cNvPicPr preferRelativeResize="0"/>
          <p:nvPr/>
        </p:nvPicPr>
        <p:blipFill rotWithShape="1">
          <a:blip r:embed="rId2">
            <a:alphaModFix/>
          </a:blip>
          <a:srcRect b="16429" l="0" r="0" t="16429"/>
          <a:stretch/>
        </p:blipFill>
        <p:spPr>
          <a:xfrm>
            <a:off x="177698" y="4114849"/>
            <a:ext cx="1410900" cy="642998"/>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605" name="Shape 605"/>
        <p:cNvGrpSpPr/>
        <p:nvPr/>
      </p:nvGrpSpPr>
      <p:grpSpPr>
        <a:xfrm>
          <a:off x="0" y="0"/>
          <a:ext cx="0" cy="0"/>
          <a:chOff x="0" y="0"/>
          <a:chExt cx="0" cy="0"/>
        </a:xfrm>
      </p:grpSpPr>
      <p:sp>
        <p:nvSpPr>
          <p:cNvPr id="606" name="Google Shape;606;p102"/>
          <p:cNvSpPr txBox="1"/>
          <p:nvPr>
            <p:ph type="title"/>
          </p:nvPr>
        </p:nvSpPr>
        <p:spPr>
          <a:xfrm>
            <a:off x="263821" y="42472"/>
            <a:ext cx="7384500" cy="5256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SzPts val="2100"/>
              <a:buChar char="●"/>
              <a:defRPr sz="1800">
                <a:solidFill>
                  <a:srgbClr val="265AA7"/>
                </a:solidFill>
                <a:latin typeface="Arial"/>
                <a:ea typeface="Arial"/>
                <a:cs typeface="Arial"/>
                <a:sym typeface="Arial"/>
              </a:defRPr>
            </a:lvl1pPr>
            <a:lvl2pPr lvl="1" algn="l">
              <a:lnSpc>
                <a:spcPct val="100000"/>
              </a:lnSpc>
              <a:spcBef>
                <a:spcPts val="0"/>
              </a:spcBef>
              <a:spcAft>
                <a:spcPts val="0"/>
              </a:spcAft>
              <a:buSzPts val="2100"/>
              <a:buChar char="○"/>
              <a:defRPr sz="1100"/>
            </a:lvl2pPr>
            <a:lvl3pPr lvl="2" algn="l">
              <a:lnSpc>
                <a:spcPct val="100000"/>
              </a:lnSpc>
              <a:spcBef>
                <a:spcPts val="0"/>
              </a:spcBef>
              <a:spcAft>
                <a:spcPts val="0"/>
              </a:spcAft>
              <a:buSzPts val="2100"/>
              <a:buChar char="■"/>
              <a:defRPr sz="1100"/>
            </a:lvl3pPr>
            <a:lvl4pPr lvl="3" algn="l">
              <a:lnSpc>
                <a:spcPct val="100000"/>
              </a:lnSpc>
              <a:spcBef>
                <a:spcPts val="0"/>
              </a:spcBef>
              <a:spcAft>
                <a:spcPts val="0"/>
              </a:spcAft>
              <a:buSzPts val="2100"/>
              <a:buChar char="●"/>
              <a:defRPr sz="1100"/>
            </a:lvl4pPr>
            <a:lvl5pPr lvl="4" algn="l">
              <a:lnSpc>
                <a:spcPct val="100000"/>
              </a:lnSpc>
              <a:spcBef>
                <a:spcPts val="0"/>
              </a:spcBef>
              <a:spcAft>
                <a:spcPts val="0"/>
              </a:spcAft>
              <a:buSzPts val="2100"/>
              <a:buChar char="○"/>
              <a:defRPr sz="1100"/>
            </a:lvl5pPr>
            <a:lvl6pPr lvl="5" algn="l">
              <a:lnSpc>
                <a:spcPct val="100000"/>
              </a:lnSpc>
              <a:spcBef>
                <a:spcPts val="0"/>
              </a:spcBef>
              <a:spcAft>
                <a:spcPts val="0"/>
              </a:spcAft>
              <a:buSzPts val="2100"/>
              <a:buChar char="■"/>
              <a:defRPr sz="1100"/>
            </a:lvl6pPr>
            <a:lvl7pPr lvl="6" algn="l">
              <a:lnSpc>
                <a:spcPct val="100000"/>
              </a:lnSpc>
              <a:spcBef>
                <a:spcPts val="0"/>
              </a:spcBef>
              <a:spcAft>
                <a:spcPts val="0"/>
              </a:spcAft>
              <a:buSzPts val="2100"/>
              <a:buChar char="●"/>
              <a:defRPr sz="1100"/>
            </a:lvl7pPr>
            <a:lvl8pPr lvl="7" algn="l">
              <a:lnSpc>
                <a:spcPct val="100000"/>
              </a:lnSpc>
              <a:spcBef>
                <a:spcPts val="0"/>
              </a:spcBef>
              <a:spcAft>
                <a:spcPts val="0"/>
              </a:spcAft>
              <a:buSzPts val="2100"/>
              <a:buChar char="○"/>
              <a:defRPr sz="1100"/>
            </a:lvl8pPr>
            <a:lvl9pPr lvl="8" algn="l">
              <a:lnSpc>
                <a:spcPct val="100000"/>
              </a:lnSpc>
              <a:spcBef>
                <a:spcPts val="0"/>
              </a:spcBef>
              <a:spcAft>
                <a:spcPts val="0"/>
              </a:spcAft>
              <a:buSzPts val="2100"/>
              <a:buChar char="■"/>
              <a:defRPr sz="1100"/>
            </a:lvl9pPr>
          </a:lstStyle>
          <a:p/>
        </p:txBody>
      </p:sp>
      <p:sp>
        <p:nvSpPr>
          <p:cNvPr id="607" name="Google Shape;607;p102"/>
          <p:cNvSpPr txBox="1"/>
          <p:nvPr>
            <p:ph idx="10" type="dt"/>
          </p:nvPr>
        </p:nvSpPr>
        <p:spPr>
          <a:xfrm>
            <a:off x="628650" y="4767263"/>
            <a:ext cx="2057400" cy="2739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SzPts val="1100"/>
              <a:buNone/>
              <a:defRPr sz="1400">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608" name="Google Shape;608;p102"/>
          <p:cNvSpPr txBox="1"/>
          <p:nvPr>
            <p:ph idx="11" type="ftr"/>
          </p:nvPr>
        </p:nvSpPr>
        <p:spPr>
          <a:xfrm>
            <a:off x="3028950" y="4767263"/>
            <a:ext cx="3086100" cy="2739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SzPts val="1100"/>
              <a:buNone/>
              <a:defRPr sz="1400">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609" name="Google Shape;609;p102"/>
          <p:cNvSpPr txBox="1"/>
          <p:nvPr>
            <p:ph idx="12" type="sldNum"/>
          </p:nvPr>
        </p:nvSpPr>
        <p:spPr>
          <a:xfrm>
            <a:off x="6457950" y="4767263"/>
            <a:ext cx="2057400" cy="273900"/>
          </a:xfrm>
          <a:prstGeom prst="rect">
            <a:avLst/>
          </a:prstGeom>
          <a:noFill/>
          <a:ln>
            <a:noFill/>
          </a:ln>
        </p:spPr>
        <p:txBody>
          <a:bodyPr anchorCtr="0" anchor="ctr" bIns="68575" lIns="68575" spcFirstLastPara="1" rIns="68575" wrap="square" tIns="68575">
            <a:noAutofit/>
          </a:bodyPr>
          <a:lstStyle>
            <a:lvl1pPr indent="0" lvl="0" marL="0" algn="ctr">
              <a:buClr>
                <a:schemeClr val="dk2"/>
              </a:buClr>
              <a:buSzPts val="800"/>
              <a:buFont typeface="Arial"/>
              <a:buNone/>
              <a:defRPr sz="1100"/>
            </a:lvl1pPr>
            <a:lvl2pPr indent="0" lvl="1" marL="0" algn="ctr">
              <a:buClr>
                <a:schemeClr val="dk2"/>
              </a:buClr>
              <a:buSzPts val="800"/>
              <a:buFont typeface="Arial"/>
              <a:buNone/>
              <a:defRPr sz="1100"/>
            </a:lvl2pPr>
            <a:lvl3pPr indent="0" lvl="2" marL="0" algn="ctr">
              <a:buClr>
                <a:schemeClr val="dk2"/>
              </a:buClr>
              <a:buSzPts val="800"/>
              <a:buFont typeface="Arial"/>
              <a:buNone/>
              <a:defRPr sz="1100"/>
            </a:lvl3pPr>
            <a:lvl4pPr indent="0" lvl="3" marL="0" algn="ctr">
              <a:buClr>
                <a:schemeClr val="dk2"/>
              </a:buClr>
              <a:buSzPts val="800"/>
              <a:buFont typeface="Arial"/>
              <a:buNone/>
              <a:defRPr sz="1100"/>
            </a:lvl4pPr>
            <a:lvl5pPr indent="0" lvl="4" marL="0" algn="ctr">
              <a:buClr>
                <a:schemeClr val="dk2"/>
              </a:buClr>
              <a:buSzPts val="800"/>
              <a:buFont typeface="Arial"/>
              <a:buNone/>
              <a:defRPr sz="1100"/>
            </a:lvl5pPr>
            <a:lvl6pPr indent="0" lvl="5" marL="0" algn="ctr">
              <a:buClr>
                <a:schemeClr val="dk2"/>
              </a:buClr>
              <a:buSzPts val="800"/>
              <a:buFont typeface="Arial"/>
              <a:buNone/>
              <a:defRPr sz="1100"/>
            </a:lvl6pPr>
            <a:lvl7pPr indent="0" lvl="6" marL="0" algn="ctr">
              <a:buClr>
                <a:schemeClr val="dk2"/>
              </a:buClr>
              <a:buSzPts val="800"/>
              <a:buFont typeface="Arial"/>
              <a:buNone/>
              <a:defRPr sz="1100"/>
            </a:lvl7pPr>
            <a:lvl8pPr indent="0" lvl="7" marL="0" algn="ctr">
              <a:buClr>
                <a:schemeClr val="dk2"/>
              </a:buClr>
              <a:buSzPts val="800"/>
              <a:buFont typeface="Arial"/>
              <a:buNone/>
              <a:defRPr sz="1100"/>
            </a:lvl8pPr>
            <a:lvl9pPr indent="0" lvl="8" marL="0" algn="ctr">
              <a:buClr>
                <a:schemeClr val="dk2"/>
              </a:buClr>
              <a:buSzPts val="800"/>
              <a:buFont typeface="Arial"/>
              <a:buNone/>
              <a:defRPr sz="1100"/>
            </a:lvl9pPr>
          </a:lstStyle>
          <a:p>
            <a:pPr indent="0" lvl="0" marL="0" rtl="0" algn="ctr">
              <a:spcBef>
                <a:spcPts val="0"/>
              </a:spcBef>
              <a:spcAft>
                <a:spcPts val="0"/>
              </a:spcAft>
              <a:buNone/>
            </a:pPr>
            <a:fld id="{00000000-1234-1234-1234-123412341234}" type="slidenum">
              <a:rPr lang="es"/>
              <a:t>‹#›</a:t>
            </a:fld>
            <a:endParaRPr/>
          </a:p>
        </p:txBody>
      </p:sp>
      <p:cxnSp>
        <p:nvCxnSpPr>
          <p:cNvPr id="610" name="Google Shape;610;p102"/>
          <p:cNvCxnSpPr/>
          <p:nvPr/>
        </p:nvCxnSpPr>
        <p:spPr>
          <a:xfrm>
            <a:off x="217872" y="42472"/>
            <a:ext cx="0" cy="511500"/>
          </a:xfrm>
          <a:prstGeom prst="straightConnector1">
            <a:avLst/>
          </a:prstGeom>
          <a:noFill/>
          <a:ln cap="flat" cmpd="sng" w="31750">
            <a:solidFill>
              <a:srgbClr val="FFD200"/>
            </a:solidFill>
            <a:prstDash val="solid"/>
            <a:round/>
            <a:headEnd len="sm" w="sm" type="none"/>
            <a:tailEnd len="sm" w="sm" type="none"/>
          </a:ln>
        </p:spPr>
      </p:cxnSp>
      <p:pic>
        <p:nvPicPr>
          <p:cNvPr id="611" name="Google Shape;611;p102"/>
          <p:cNvPicPr preferRelativeResize="0"/>
          <p:nvPr/>
        </p:nvPicPr>
        <p:blipFill rotWithShape="1">
          <a:blip r:embed="rId2">
            <a:alphaModFix/>
          </a:blip>
          <a:srcRect b="41208" l="35562" r="33085" t="38391"/>
          <a:stretch/>
        </p:blipFill>
        <p:spPr>
          <a:xfrm>
            <a:off x="7965598" y="42473"/>
            <a:ext cx="1099505" cy="396729"/>
          </a:xfrm>
          <a:prstGeom prst="rect">
            <a:avLst/>
          </a:prstGeom>
          <a:noFill/>
          <a:ln>
            <a:noFill/>
          </a:ln>
        </p:spPr>
      </p:pic>
      <p:pic>
        <p:nvPicPr>
          <p:cNvPr id="612" name="Google Shape;612;p102"/>
          <p:cNvPicPr preferRelativeResize="0"/>
          <p:nvPr/>
        </p:nvPicPr>
        <p:blipFill rotWithShape="1">
          <a:blip r:embed="rId3">
            <a:alphaModFix/>
          </a:blip>
          <a:srcRect b="0" l="0" r="0" t="0"/>
          <a:stretch/>
        </p:blipFill>
        <p:spPr>
          <a:xfrm>
            <a:off x="8199332" y="438254"/>
            <a:ext cx="662998" cy="141744"/>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zul  #081754 Dark Blue" type="title">
  <p:cSld name="TITLE">
    <p:bg>
      <p:bgPr>
        <a:solidFill>
          <a:srgbClr val="081754"/>
        </a:solidFill>
      </p:bgPr>
    </p:bg>
    <p:spTree>
      <p:nvGrpSpPr>
        <p:cNvPr id="617" name="Shape 617"/>
        <p:cNvGrpSpPr/>
        <p:nvPr/>
      </p:nvGrpSpPr>
      <p:grpSpPr>
        <a:xfrm>
          <a:off x="0" y="0"/>
          <a:ext cx="0" cy="0"/>
          <a:chOff x="0" y="0"/>
          <a:chExt cx="0" cy="0"/>
        </a:xfrm>
      </p:grpSpPr>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marillo #f0d224">
  <p:cSld name="TITLE_6">
    <p:bg>
      <p:bgPr>
        <a:solidFill>
          <a:srgbClr val="F0D224"/>
        </a:solidFill>
      </p:bgPr>
    </p:bg>
    <p:spTree>
      <p:nvGrpSpPr>
        <p:cNvPr id="618" name="Shape 618"/>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p:cSld name="TITLE_4">
    <p:bg>
      <p:bgPr>
        <a:solidFill>
          <a:srgbClr val="1C42E8"/>
        </a:solidFill>
      </p:bgPr>
    </p:bg>
    <p:spTree>
      <p:nvGrpSpPr>
        <p:cNvPr id="619" name="Shape 619"/>
        <p:cNvGrpSpPr/>
        <p:nvPr/>
      </p:nvGrpSpPr>
      <p:grpSpPr>
        <a:xfrm>
          <a:off x="0" y="0"/>
          <a:ext cx="0" cy="0"/>
          <a:chOff x="0" y="0"/>
          <a:chExt cx="0" cy="0"/>
        </a:xfrm>
      </p:grpSpPr>
      <p:pic>
        <p:nvPicPr>
          <p:cNvPr id="620" name="Google Shape;620;p106"/>
          <p:cNvPicPr preferRelativeResize="0"/>
          <p:nvPr/>
        </p:nvPicPr>
        <p:blipFill>
          <a:blip r:embed="rId2">
            <a:alphaModFix/>
          </a:blip>
          <a:stretch>
            <a:fillRect/>
          </a:stretch>
        </p:blipFill>
        <p:spPr>
          <a:xfrm>
            <a:off x="909100" y="1824150"/>
            <a:ext cx="7325798" cy="1495200"/>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p:cSld name="TITLE_3_1">
    <p:bg>
      <p:bgPr>
        <a:solidFill>
          <a:schemeClr val="lt1"/>
        </a:solidFill>
      </p:bgPr>
    </p:bg>
    <p:spTree>
      <p:nvGrpSpPr>
        <p:cNvPr id="621" name="Shape 621"/>
        <p:cNvGrpSpPr/>
        <p:nvPr/>
      </p:nvGrpSpPr>
      <p:grpSpPr>
        <a:xfrm>
          <a:off x="0" y="0"/>
          <a:ext cx="0" cy="0"/>
          <a:chOff x="0" y="0"/>
          <a:chExt cx="0" cy="0"/>
        </a:xfrm>
      </p:grpSpPr>
      <p:pic>
        <p:nvPicPr>
          <p:cNvPr id="622" name="Google Shape;622;p107"/>
          <p:cNvPicPr preferRelativeResize="0"/>
          <p:nvPr/>
        </p:nvPicPr>
        <p:blipFill>
          <a:blip r:embed="rId2">
            <a:alphaModFix/>
          </a:blip>
          <a:stretch>
            <a:fillRect/>
          </a:stretch>
        </p:blipFill>
        <p:spPr>
          <a:xfrm>
            <a:off x="909100" y="1824150"/>
            <a:ext cx="7325778" cy="1495200"/>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Dark Blue">
  <p:cSld name="TITLE_4_1">
    <p:bg>
      <p:bgPr>
        <a:solidFill>
          <a:srgbClr val="081754"/>
        </a:solidFill>
      </p:bgPr>
    </p:bg>
    <p:spTree>
      <p:nvGrpSpPr>
        <p:cNvPr id="623" name="Shape 623"/>
        <p:cNvGrpSpPr/>
        <p:nvPr/>
      </p:nvGrpSpPr>
      <p:grpSpPr>
        <a:xfrm>
          <a:off x="0" y="0"/>
          <a:ext cx="0" cy="0"/>
          <a:chOff x="0" y="0"/>
          <a:chExt cx="0" cy="0"/>
        </a:xfrm>
      </p:grpSpPr>
      <p:pic>
        <p:nvPicPr>
          <p:cNvPr id="624" name="Google Shape;624;p108" title="Primary logo white.png"/>
          <p:cNvPicPr preferRelativeResize="0"/>
          <p:nvPr/>
        </p:nvPicPr>
        <p:blipFill rotWithShape="1">
          <a:blip r:embed="rId2">
            <a:alphaModFix/>
          </a:blip>
          <a:srcRect b="159" l="0" r="0" t="159"/>
          <a:stretch/>
        </p:blipFill>
        <p:spPr>
          <a:xfrm>
            <a:off x="709201" y="2076525"/>
            <a:ext cx="7725599" cy="1173200"/>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Dark Blue 1">
  <p:cSld name="TITLE_4_1_2">
    <p:bg>
      <p:bgPr>
        <a:solidFill>
          <a:srgbClr val="081754"/>
        </a:solidFill>
      </p:bgPr>
    </p:bg>
    <p:spTree>
      <p:nvGrpSpPr>
        <p:cNvPr id="625" name="Shape 625"/>
        <p:cNvGrpSpPr/>
        <p:nvPr/>
      </p:nvGrpSpPr>
      <p:grpSpPr>
        <a:xfrm>
          <a:off x="0" y="0"/>
          <a:ext cx="0" cy="0"/>
          <a:chOff x="0" y="0"/>
          <a:chExt cx="0" cy="0"/>
        </a:xfrm>
      </p:grpSpPr>
      <p:pic>
        <p:nvPicPr>
          <p:cNvPr id="626" name="Google Shape;626;p109" title="BEmpresas_Logo.png"/>
          <p:cNvPicPr preferRelativeResize="0"/>
          <p:nvPr/>
        </p:nvPicPr>
        <p:blipFill>
          <a:blip r:embed="rId2">
            <a:alphaModFix/>
          </a:blip>
          <a:stretch>
            <a:fillRect/>
          </a:stretch>
        </p:blipFill>
        <p:spPr>
          <a:xfrm>
            <a:off x="658925" y="2324875"/>
            <a:ext cx="7775875" cy="676491"/>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1">
  <p:cSld name="TITLE_3_1_1">
    <p:bg>
      <p:bgPr>
        <a:solidFill>
          <a:schemeClr val="lt1"/>
        </a:solidFill>
      </p:bgPr>
    </p:bg>
    <p:spTree>
      <p:nvGrpSpPr>
        <p:cNvPr id="627" name="Shape 627"/>
        <p:cNvGrpSpPr/>
        <p:nvPr/>
      </p:nvGrpSpPr>
      <p:grpSpPr>
        <a:xfrm>
          <a:off x="0" y="0"/>
          <a:ext cx="0" cy="0"/>
          <a:chOff x="0" y="0"/>
          <a:chExt cx="0" cy="0"/>
        </a:xfrm>
      </p:grpSpPr>
      <p:pic>
        <p:nvPicPr>
          <p:cNvPr id="628" name="Google Shape;628;p110" title="primary logo .png"/>
          <p:cNvPicPr preferRelativeResize="0"/>
          <p:nvPr/>
        </p:nvPicPr>
        <p:blipFill rotWithShape="1">
          <a:blip r:embed="rId2">
            <a:alphaModFix/>
          </a:blip>
          <a:srcRect b="0" l="0" r="0" t="0"/>
          <a:stretch/>
        </p:blipFill>
        <p:spPr>
          <a:xfrm>
            <a:off x="709201" y="2076525"/>
            <a:ext cx="7725599" cy="1173200"/>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Medium Blue">
  <p:cSld name="TITLE_4_1_1">
    <p:bg>
      <p:bgPr>
        <a:solidFill>
          <a:srgbClr val="05297A"/>
        </a:solidFill>
      </p:bgPr>
    </p:bg>
    <p:spTree>
      <p:nvGrpSpPr>
        <p:cNvPr id="629" name="Shape 629"/>
        <p:cNvGrpSpPr/>
        <p:nvPr/>
      </p:nvGrpSpPr>
      <p:grpSpPr>
        <a:xfrm>
          <a:off x="0" y="0"/>
          <a:ext cx="0" cy="0"/>
          <a:chOff x="0" y="0"/>
          <a:chExt cx="0" cy="0"/>
        </a:xfrm>
      </p:grpSpPr>
      <p:pic>
        <p:nvPicPr>
          <p:cNvPr id="630" name="Google Shape;630;p111" title="AforeCoppel_Logotipo-02.png"/>
          <p:cNvPicPr preferRelativeResize="0"/>
          <p:nvPr/>
        </p:nvPicPr>
        <p:blipFill rotWithShape="1">
          <a:blip r:embed="rId2">
            <a:alphaModFix/>
          </a:blip>
          <a:srcRect b="0" l="0" r="0" t="0"/>
          <a:stretch/>
        </p:blipFill>
        <p:spPr>
          <a:xfrm>
            <a:off x="641199" y="2077450"/>
            <a:ext cx="7861601" cy="1036450"/>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1 1">
  <p:cSld name="TITLE_3_1_1_1">
    <p:bg>
      <p:bgPr>
        <a:solidFill>
          <a:schemeClr val="lt1"/>
        </a:solidFill>
      </p:bgPr>
    </p:bg>
    <p:spTree>
      <p:nvGrpSpPr>
        <p:cNvPr id="631" name="Shape 631"/>
        <p:cNvGrpSpPr/>
        <p:nvPr/>
      </p:nvGrpSpPr>
      <p:grpSpPr>
        <a:xfrm>
          <a:off x="0" y="0"/>
          <a:ext cx="0" cy="0"/>
          <a:chOff x="0" y="0"/>
          <a:chExt cx="0" cy="0"/>
        </a:xfrm>
      </p:grpSpPr>
      <p:pic>
        <p:nvPicPr>
          <p:cNvPr id="632" name="Google Shape;632;p112" title="AforeCoppel_Logotipo-01.png"/>
          <p:cNvPicPr preferRelativeResize="0"/>
          <p:nvPr/>
        </p:nvPicPr>
        <p:blipFill rotWithShape="1">
          <a:blip r:embed="rId2">
            <a:alphaModFix/>
          </a:blip>
          <a:srcRect b="0" l="0" r="0" t="0"/>
          <a:stretch/>
        </p:blipFill>
        <p:spPr>
          <a:xfrm>
            <a:off x="641199" y="2077450"/>
            <a:ext cx="7861601" cy="1036450"/>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Portada Medium Blue">
  <p:cSld name="TITLE_5">
    <p:bg>
      <p:bgPr>
        <a:solidFill>
          <a:srgbClr val="05297A"/>
        </a:solidFill>
      </p:bgPr>
    </p:bg>
    <p:spTree>
      <p:nvGrpSpPr>
        <p:cNvPr id="633" name="Shape 633"/>
        <p:cNvGrpSpPr/>
        <p:nvPr/>
      </p:nvGrpSpPr>
      <p:grpSpPr>
        <a:xfrm>
          <a:off x="0" y="0"/>
          <a:ext cx="0" cy="0"/>
          <a:chOff x="0" y="0"/>
          <a:chExt cx="0" cy="0"/>
        </a:xfrm>
      </p:grpSpPr>
      <p:sp>
        <p:nvSpPr>
          <p:cNvPr id="634" name="Google Shape;634;p113"/>
          <p:cNvSpPr/>
          <p:nvPr/>
        </p:nvSpPr>
        <p:spPr>
          <a:xfrm>
            <a:off x="6401900" y="0"/>
            <a:ext cx="5143500" cy="51435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Portada Dark Blue">
  <p:cSld name="TITLE_5_1">
    <p:bg>
      <p:bgPr>
        <a:solidFill>
          <a:srgbClr val="081754"/>
        </a:solidFill>
      </p:bgPr>
    </p:bg>
    <p:spTree>
      <p:nvGrpSpPr>
        <p:cNvPr id="635" name="Shape 635"/>
        <p:cNvGrpSpPr/>
        <p:nvPr/>
      </p:nvGrpSpPr>
      <p:grpSpPr>
        <a:xfrm>
          <a:off x="0" y="0"/>
          <a:ext cx="0" cy="0"/>
          <a:chOff x="0" y="0"/>
          <a:chExt cx="0" cy="0"/>
        </a:xfrm>
      </p:grpSpPr>
      <p:sp>
        <p:nvSpPr>
          <p:cNvPr id="636" name="Google Shape;636;p114"/>
          <p:cNvSpPr/>
          <p:nvPr/>
        </p:nvSpPr>
        <p:spPr>
          <a:xfrm>
            <a:off x="6401900" y="0"/>
            <a:ext cx="5143500" cy="51435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p:cSld name="TITLE_1_1_3">
    <p:bg>
      <p:bgPr>
        <a:solidFill>
          <a:schemeClr val="lt1"/>
        </a:solidFill>
      </p:bgPr>
    </p:bg>
    <p:spTree>
      <p:nvGrpSpPr>
        <p:cNvPr id="637" name="Shape 637"/>
        <p:cNvGrpSpPr/>
        <p:nvPr/>
      </p:nvGrpSpPr>
      <p:grpSpPr>
        <a:xfrm>
          <a:off x="0" y="0"/>
          <a:ext cx="0" cy="0"/>
          <a:chOff x="0" y="0"/>
          <a:chExt cx="0" cy="0"/>
        </a:xfrm>
      </p:grpSpPr>
      <p:sp>
        <p:nvSpPr>
          <p:cNvPr id="638" name="Google Shape;638;p115"/>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rgbClr val="00287F"/>
                </a:solidFill>
              </a:rPr>
              <a:t>‹#›</a:t>
            </a:fld>
            <a:endParaRPr sz="600">
              <a:solidFill>
                <a:srgbClr val="00287F"/>
              </a:solidFill>
            </a:endParaRPr>
          </a:p>
        </p:txBody>
      </p:sp>
      <p:sp>
        <p:nvSpPr>
          <p:cNvPr id="639" name="Google Shape;639;p115"/>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rgbClr val="00287F"/>
                </a:solidFill>
                <a:latin typeface="Helvetica Neue"/>
                <a:ea typeface="Helvetica Neue"/>
                <a:cs typeface="Helvetica Neue"/>
                <a:sym typeface="Helvetica Neue"/>
              </a:rPr>
              <a:t>Título de la presentación</a:t>
            </a:r>
            <a:endParaRPr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Gris">
  <p:cSld name="TITLE_1_1_3_4">
    <p:bg>
      <p:bgPr>
        <a:solidFill>
          <a:schemeClr val="lt2"/>
        </a:solidFill>
      </p:bgPr>
    </p:bg>
    <p:spTree>
      <p:nvGrpSpPr>
        <p:cNvPr id="640" name="Shape 640"/>
        <p:cNvGrpSpPr/>
        <p:nvPr/>
      </p:nvGrpSpPr>
      <p:grpSpPr>
        <a:xfrm>
          <a:off x="0" y="0"/>
          <a:ext cx="0" cy="0"/>
          <a:chOff x="0" y="0"/>
          <a:chExt cx="0" cy="0"/>
        </a:xfrm>
      </p:grpSpPr>
      <p:sp>
        <p:nvSpPr>
          <p:cNvPr id="641" name="Google Shape;641;p116"/>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rgbClr val="00287F"/>
                </a:solidFill>
              </a:rPr>
              <a:t>‹#›</a:t>
            </a:fld>
            <a:endParaRPr sz="600">
              <a:solidFill>
                <a:srgbClr val="00287F"/>
              </a:solidFill>
            </a:endParaRPr>
          </a:p>
        </p:txBody>
      </p:sp>
      <p:sp>
        <p:nvSpPr>
          <p:cNvPr id="642" name="Google Shape;642;p116"/>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rgbClr val="00287F"/>
                </a:solidFill>
                <a:latin typeface="Helvetica Neue"/>
                <a:ea typeface="Helvetica Neue"/>
                <a:cs typeface="Helvetica Neue"/>
                <a:sym typeface="Helvetica Neue"/>
              </a:rPr>
              <a:t>Título de la presentación</a:t>
            </a:r>
            <a:endParaRPr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Gris 1">
  <p:cSld name="TITLE_1_1_3_4_1">
    <p:bg>
      <p:bgPr>
        <a:solidFill>
          <a:srgbClr val="C9C9C9"/>
        </a:solidFill>
      </p:bgPr>
    </p:bg>
    <p:spTree>
      <p:nvGrpSpPr>
        <p:cNvPr id="643" name="Shape 643"/>
        <p:cNvGrpSpPr/>
        <p:nvPr/>
      </p:nvGrpSpPr>
      <p:grpSpPr>
        <a:xfrm>
          <a:off x="0" y="0"/>
          <a:ext cx="0" cy="0"/>
          <a:chOff x="0" y="0"/>
          <a:chExt cx="0" cy="0"/>
        </a:xfrm>
      </p:grpSpPr>
      <p:sp>
        <p:nvSpPr>
          <p:cNvPr id="644" name="Google Shape;644;p117"/>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rgbClr val="00287F"/>
                </a:solidFill>
              </a:rPr>
              <a:t>‹#›</a:t>
            </a:fld>
            <a:endParaRPr sz="600">
              <a:solidFill>
                <a:srgbClr val="00287F"/>
              </a:solidFill>
            </a:endParaRPr>
          </a:p>
        </p:txBody>
      </p:sp>
      <p:sp>
        <p:nvSpPr>
          <p:cNvPr id="645" name="Google Shape;645;p117"/>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rgbClr val="00287F"/>
                </a:solidFill>
                <a:latin typeface="Helvetica Neue"/>
                <a:ea typeface="Helvetica Neue"/>
                <a:cs typeface="Helvetica Neue"/>
                <a:sym typeface="Helvetica Neue"/>
              </a:rPr>
              <a:t>Título de la presentación</a:t>
            </a:r>
            <a:endParaRPr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zul #05297A Medium Blue">
  <p:cSld name="TITLE_1_1_3_1">
    <p:bg>
      <p:bgPr>
        <a:solidFill>
          <a:srgbClr val="05297A"/>
        </a:solidFill>
      </p:bgPr>
    </p:bg>
    <p:spTree>
      <p:nvGrpSpPr>
        <p:cNvPr id="646" name="Shape 646"/>
        <p:cNvGrpSpPr/>
        <p:nvPr/>
      </p:nvGrpSpPr>
      <p:grpSpPr>
        <a:xfrm>
          <a:off x="0" y="0"/>
          <a:ext cx="0" cy="0"/>
          <a:chOff x="0" y="0"/>
          <a:chExt cx="0" cy="0"/>
        </a:xfrm>
      </p:grpSpPr>
      <p:sp>
        <p:nvSpPr>
          <p:cNvPr id="647" name="Google Shape;647;p118"/>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chemeClr val="lt1"/>
                </a:solidFill>
              </a:rPr>
              <a:t>‹#›</a:t>
            </a:fld>
            <a:endParaRPr sz="600">
              <a:solidFill>
                <a:schemeClr val="lt1"/>
              </a:solidFill>
            </a:endParaRPr>
          </a:p>
        </p:txBody>
      </p:sp>
      <p:sp>
        <p:nvSpPr>
          <p:cNvPr id="648" name="Google Shape;648;p118"/>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chemeClr val="lt1"/>
                </a:solidFill>
                <a:latin typeface="Helvetica Neue"/>
                <a:ea typeface="Helvetica Neue"/>
                <a:cs typeface="Helvetica Neue"/>
                <a:sym typeface="Helvetica Neue"/>
              </a:rPr>
              <a:t>Título de la presentación</a:t>
            </a:r>
            <a:endParaRPr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1754 Dark Blue">
  <p:cSld name="TITLE_1_1_3_1_1">
    <p:bg>
      <p:bgPr>
        <a:solidFill>
          <a:srgbClr val="081754"/>
        </a:solidFill>
      </p:bgPr>
    </p:bg>
    <p:spTree>
      <p:nvGrpSpPr>
        <p:cNvPr id="649" name="Shape 649"/>
        <p:cNvGrpSpPr/>
        <p:nvPr/>
      </p:nvGrpSpPr>
      <p:grpSpPr>
        <a:xfrm>
          <a:off x="0" y="0"/>
          <a:ext cx="0" cy="0"/>
          <a:chOff x="0" y="0"/>
          <a:chExt cx="0" cy="0"/>
        </a:xfrm>
      </p:grpSpPr>
      <p:pic>
        <p:nvPicPr>
          <p:cNvPr id="650" name="Google Shape;650;p119"/>
          <p:cNvPicPr preferRelativeResize="0"/>
          <p:nvPr/>
        </p:nvPicPr>
        <p:blipFill rotWithShape="1">
          <a:blip r:embed="rId2">
            <a:alphaModFix/>
          </a:blip>
          <a:srcRect b="0" l="0" r="0" t="0"/>
          <a:stretch/>
        </p:blipFill>
        <p:spPr>
          <a:xfrm>
            <a:off x="317832" y="4646436"/>
            <a:ext cx="781466" cy="362122"/>
          </a:xfrm>
          <a:prstGeom prst="rect">
            <a:avLst/>
          </a:prstGeom>
          <a:noFill/>
          <a:ln>
            <a:noFill/>
          </a:ln>
        </p:spPr>
      </p:pic>
      <p:pic>
        <p:nvPicPr>
          <p:cNvPr id="651" name="Google Shape;651;p119" title="Primary logo white.png"/>
          <p:cNvPicPr preferRelativeResize="0"/>
          <p:nvPr/>
        </p:nvPicPr>
        <p:blipFill>
          <a:blip r:embed="rId3">
            <a:alphaModFix/>
          </a:blip>
          <a:stretch>
            <a:fillRect/>
          </a:stretch>
        </p:blipFill>
        <p:spPr>
          <a:xfrm>
            <a:off x="7917041" y="4767934"/>
            <a:ext cx="948751" cy="144532"/>
          </a:xfrm>
          <a:prstGeom prst="rect">
            <a:avLst/>
          </a:prstGeom>
          <a:noFill/>
          <a:ln>
            <a:noFill/>
          </a:ln>
        </p:spPr>
      </p:pic>
      <p:sp>
        <p:nvSpPr>
          <p:cNvPr id="652" name="Google Shape;652;p119"/>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chemeClr val="lt1"/>
                </a:solidFill>
              </a:rPr>
              <a:t>‹#›</a:t>
            </a:fld>
            <a:endParaRPr sz="600">
              <a:solidFill>
                <a:schemeClr val="lt1"/>
              </a:solidFill>
            </a:endParaRPr>
          </a:p>
        </p:txBody>
      </p:sp>
      <p:sp>
        <p:nvSpPr>
          <p:cNvPr id="653" name="Google Shape;653;p119"/>
          <p:cNvSpPr txBox="1"/>
          <p:nvPr/>
        </p:nvSpPr>
        <p:spPr>
          <a:xfrm>
            <a:off x="257116" y="130706"/>
            <a:ext cx="17322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chemeClr val="lt1"/>
                </a:solidFill>
                <a:latin typeface="Helvetica Neue"/>
                <a:ea typeface="Helvetica Neue"/>
                <a:cs typeface="Helvetica Neue"/>
                <a:sym typeface="Helvetica Neue"/>
              </a:rPr>
              <a:t>Ecosistemas de Transformación</a:t>
            </a:r>
            <a:endParaRPr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Negro">
  <p:cSld name="TITLE_1_1_3_1_1_1">
    <p:bg>
      <p:bgPr>
        <a:solidFill>
          <a:srgbClr val="2E2E2E"/>
        </a:solidFill>
      </p:bgPr>
    </p:bg>
    <p:spTree>
      <p:nvGrpSpPr>
        <p:cNvPr id="654" name="Shape 654"/>
        <p:cNvGrpSpPr/>
        <p:nvPr/>
      </p:nvGrpSpPr>
      <p:grpSpPr>
        <a:xfrm>
          <a:off x="0" y="0"/>
          <a:ext cx="0" cy="0"/>
          <a:chOff x="0" y="0"/>
          <a:chExt cx="0" cy="0"/>
        </a:xfrm>
      </p:grpSpPr>
      <p:sp>
        <p:nvSpPr>
          <p:cNvPr id="655" name="Google Shape;655;p120"/>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chemeClr val="lt1"/>
                </a:solidFill>
              </a:rPr>
              <a:t>‹#›</a:t>
            </a:fld>
            <a:endParaRPr sz="600">
              <a:solidFill>
                <a:schemeClr val="lt1"/>
              </a:solidFill>
            </a:endParaRPr>
          </a:p>
        </p:txBody>
      </p:sp>
      <p:sp>
        <p:nvSpPr>
          <p:cNvPr id="656" name="Google Shape;656;p120"/>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chemeClr val="lt1"/>
                </a:solidFill>
                <a:latin typeface="Helvetica Neue"/>
                <a:ea typeface="Helvetica Neue"/>
                <a:cs typeface="Helvetica Neue"/>
                <a:sym typeface="Helvetica Neue"/>
              </a:rPr>
              <a:t>Título de la presentación</a:t>
            </a:r>
            <a:endParaRPr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marillo #f0d224">
  <p:cSld name="TITLE_1_1_3_1_1_2">
    <p:bg>
      <p:bgPr>
        <a:solidFill>
          <a:srgbClr val="F0D224"/>
        </a:solidFill>
      </p:bgPr>
    </p:bg>
    <p:spTree>
      <p:nvGrpSpPr>
        <p:cNvPr id="657" name="Shape 657"/>
        <p:cNvGrpSpPr/>
        <p:nvPr/>
      </p:nvGrpSpPr>
      <p:grpSpPr>
        <a:xfrm>
          <a:off x="0" y="0"/>
          <a:ext cx="0" cy="0"/>
          <a:chOff x="0" y="0"/>
          <a:chExt cx="0" cy="0"/>
        </a:xfrm>
      </p:grpSpPr>
      <p:sp>
        <p:nvSpPr>
          <p:cNvPr id="658" name="Google Shape;658;p121"/>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rgbClr val="00287F"/>
                </a:solidFill>
              </a:rPr>
              <a:t>‹#›</a:t>
            </a:fld>
            <a:endParaRPr sz="600">
              <a:solidFill>
                <a:srgbClr val="00287F"/>
              </a:solidFill>
            </a:endParaRPr>
          </a:p>
        </p:txBody>
      </p:sp>
      <p:sp>
        <p:nvSpPr>
          <p:cNvPr id="659" name="Google Shape;659;p121"/>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rgbClr val="00287F"/>
                </a:solidFill>
                <a:latin typeface="Helvetica Neue"/>
                <a:ea typeface="Helvetica Neue"/>
                <a:cs typeface="Helvetica Neue"/>
                <a:sym typeface="Helvetica Neue"/>
              </a:rPr>
              <a:t>Título de la presentación</a:t>
            </a:r>
            <a:endParaRPr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 Negro">
  <p:cSld name="TITLE_1_1_1_1_1_1">
    <p:bg>
      <p:bgPr>
        <a:solidFill>
          <a:srgbClr val="323232"/>
        </a:solidFill>
      </p:bgPr>
    </p:bg>
    <p:spTree>
      <p:nvGrpSpPr>
        <p:cNvPr id="660" name="Shape 660"/>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 Blanco">
  <p:cSld name="TITLE_1_1_1_1_1_1_1">
    <p:bg>
      <p:bgPr>
        <a:solidFill>
          <a:schemeClr val="lt1"/>
        </a:solidFill>
      </p:bgPr>
    </p:bg>
    <p:spTree>
      <p:nvGrpSpPr>
        <p:cNvPr id="661" name="Shape 661"/>
        <p:cNvGrpSpPr/>
        <p:nvPr/>
      </p:nvGrpSpPr>
      <p:grpSpPr>
        <a:xfrm>
          <a:off x="0" y="0"/>
          <a:ext cx="0" cy="0"/>
          <a:chOff x="0" y="0"/>
          <a:chExt cx="0" cy="0"/>
        </a:xfrm>
      </p:grpSpPr>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1">
  <p:cSld name="TITLE_1_1_3_3">
    <p:bg>
      <p:bgPr>
        <a:solidFill>
          <a:schemeClr val="lt1"/>
        </a:solidFill>
      </p:bgPr>
    </p:bg>
    <p:spTree>
      <p:nvGrpSpPr>
        <p:cNvPr id="662" name="Shape 662"/>
        <p:cNvGrpSpPr/>
        <p:nvPr/>
      </p:nvGrpSpPr>
      <p:grpSpPr>
        <a:xfrm>
          <a:off x="0" y="0"/>
          <a:ext cx="0" cy="0"/>
          <a:chOff x="0" y="0"/>
          <a:chExt cx="0" cy="0"/>
        </a:xfrm>
      </p:grpSpPr>
      <p:sp>
        <p:nvSpPr>
          <p:cNvPr id="663" name="Google Shape;663;p124"/>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rgbClr val="00287F"/>
                </a:solidFill>
              </a:rPr>
              <a:t>‹#›</a:t>
            </a:fld>
            <a:endParaRPr sz="600">
              <a:solidFill>
                <a:srgbClr val="00287F"/>
              </a:solidFill>
            </a:endParaRPr>
          </a:p>
        </p:txBody>
      </p:sp>
      <p:sp>
        <p:nvSpPr>
          <p:cNvPr id="664" name="Google Shape;664;p124"/>
          <p:cNvSpPr txBox="1"/>
          <p:nvPr/>
        </p:nvSpPr>
        <p:spPr>
          <a:xfrm>
            <a:off x="257125" y="130705"/>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rgbClr val="00287F"/>
                </a:solidFill>
                <a:latin typeface="Helvetica Neue"/>
                <a:ea typeface="Helvetica Neue"/>
                <a:cs typeface="Helvetica Neue"/>
                <a:sym typeface="Helvetica Neue"/>
              </a:rPr>
              <a:t>Título de la presentación</a:t>
            </a:r>
            <a:endParaRPr i="0" sz="600" u="none" cap="none" strike="noStrike">
              <a:solidFill>
                <a:srgbClr val="00287F"/>
              </a:solidFill>
              <a:latin typeface="Helvetica Neue"/>
              <a:ea typeface="Helvetica Neue"/>
              <a:cs typeface="Helvetica Neue"/>
              <a:sym typeface="Helvetica Neue"/>
            </a:endParaRPr>
          </a:p>
        </p:txBody>
      </p:sp>
      <p:sp>
        <p:nvSpPr>
          <p:cNvPr id="665" name="Google Shape;665;p124"/>
          <p:cNvSpPr txBox="1"/>
          <p:nvPr/>
        </p:nvSpPr>
        <p:spPr>
          <a:xfrm>
            <a:off x="3487025" y="130707"/>
            <a:ext cx="15606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lang="es" sz="600">
                <a:solidFill>
                  <a:srgbClr val="00287F"/>
                </a:solidFill>
                <a:latin typeface="Helvetica Neue"/>
                <a:ea typeface="Helvetica Neue"/>
                <a:cs typeface="Helvetica Neue"/>
                <a:sym typeface="Helvetica Neue"/>
              </a:rPr>
              <a:t>Departamento al que pertenece</a:t>
            </a:r>
            <a:endParaRPr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para contenido v1">
  <p:cSld name="TITLE_7">
    <p:spTree>
      <p:nvGrpSpPr>
        <p:cNvPr id="666" name="Shape 666"/>
        <p:cNvGrpSpPr/>
        <p:nvPr/>
      </p:nvGrpSpPr>
      <p:grpSpPr>
        <a:xfrm>
          <a:off x="0" y="0"/>
          <a:ext cx="0" cy="0"/>
          <a:chOff x="0" y="0"/>
          <a:chExt cx="0" cy="0"/>
        </a:xfrm>
      </p:grpSpPr>
      <p:pic>
        <p:nvPicPr>
          <p:cNvPr id="667" name="Google Shape;667;p125" title="Logo_Coppel-04.png"/>
          <p:cNvPicPr preferRelativeResize="0"/>
          <p:nvPr/>
        </p:nvPicPr>
        <p:blipFill>
          <a:blip r:embed="rId2">
            <a:alphaModFix/>
          </a:blip>
          <a:stretch>
            <a:fillRect/>
          </a:stretch>
        </p:blipFill>
        <p:spPr>
          <a:xfrm>
            <a:off x="8184051" y="4768522"/>
            <a:ext cx="681477" cy="143750"/>
          </a:xfrm>
          <a:prstGeom prst="rect">
            <a:avLst/>
          </a:prstGeom>
          <a:noFill/>
          <a:ln>
            <a:noFill/>
          </a:ln>
        </p:spPr>
      </p:pic>
      <p:sp>
        <p:nvSpPr>
          <p:cNvPr id="668" name="Google Shape;668;p125"/>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rtl="0" algn="ctr">
              <a:spcBef>
                <a:spcPts val="0"/>
              </a:spcBef>
              <a:spcAft>
                <a:spcPts val="0"/>
              </a:spcAft>
              <a:buNone/>
            </a:pPr>
            <a:fld id="{00000000-1234-1234-1234-123412341234}" type="slidenum">
              <a:rPr lang="es" sz="600">
                <a:solidFill>
                  <a:srgbClr val="2E2E2E"/>
                </a:solidFill>
              </a:rPr>
              <a:t>‹#›</a:t>
            </a:fld>
            <a:endParaRPr sz="600">
              <a:solidFill>
                <a:srgbClr val="2E2E2E"/>
              </a:solidFill>
            </a:endParaRPr>
          </a:p>
        </p:txBody>
      </p:sp>
      <p:sp>
        <p:nvSpPr>
          <p:cNvPr id="669" name="Google Shape;669;p125"/>
          <p:cNvSpPr/>
          <p:nvPr/>
        </p:nvSpPr>
        <p:spPr>
          <a:xfrm>
            <a:off x="304874" y="4651138"/>
            <a:ext cx="578282" cy="226124"/>
          </a:xfrm>
          <a:custGeom>
            <a:rect b="b" l="l" r="r" t="t"/>
            <a:pathLst>
              <a:path extrusionOk="0" h="3768725" w="9638030">
                <a:moveTo>
                  <a:pt x="1910768" y="0"/>
                </a:moveTo>
                <a:lnTo>
                  <a:pt x="1863118" y="567"/>
                </a:lnTo>
                <a:lnTo>
                  <a:pt x="1815211" y="2388"/>
                </a:lnTo>
                <a:lnTo>
                  <a:pt x="1767048" y="5464"/>
                </a:lnTo>
                <a:lnTo>
                  <a:pt x="1718630" y="9798"/>
                </a:lnTo>
                <a:lnTo>
                  <a:pt x="1669959" y="15393"/>
                </a:lnTo>
                <a:lnTo>
                  <a:pt x="1621036" y="22252"/>
                </a:lnTo>
                <a:lnTo>
                  <a:pt x="1571861" y="30378"/>
                </a:lnTo>
                <a:lnTo>
                  <a:pt x="1522436" y="39774"/>
                </a:lnTo>
                <a:lnTo>
                  <a:pt x="1472762" y="50443"/>
                </a:lnTo>
                <a:lnTo>
                  <a:pt x="1422841" y="62387"/>
                </a:lnTo>
                <a:lnTo>
                  <a:pt x="1372673" y="75609"/>
                </a:lnTo>
                <a:lnTo>
                  <a:pt x="1326625" y="88923"/>
                </a:lnTo>
                <a:lnTo>
                  <a:pt x="1281171" y="103306"/>
                </a:lnTo>
                <a:lnTo>
                  <a:pt x="1236321" y="118739"/>
                </a:lnTo>
                <a:lnTo>
                  <a:pt x="1192087" y="135207"/>
                </a:lnTo>
                <a:lnTo>
                  <a:pt x="1148478" y="152691"/>
                </a:lnTo>
                <a:lnTo>
                  <a:pt x="1105505" y="171174"/>
                </a:lnTo>
                <a:lnTo>
                  <a:pt x="1063179" y="190640"/>
                </a:lnTo>
                <a:lnTo>
                  <a:pt x="1021511" y="211071"/>
                </a:lnTo>
                <a:lnTo>
                  <a:pt x="980511" y="232450"/>
                </a:lnTo>
                <a:lnTo>
                  <a:pt x="940190" y="254759"/>
                </a:lnTo>
                <a:lnTo>
                  <a:pt x="900559" y="277982"/>
                </a:lnTo>
                <a:lnTo>
                  <a:pt x="861628" y="302101"/>
                </a:lnTo>
                <a:lnTo>
                  <a:pt x="823408" y="327099"/>
                </a:lnTo>
                <a:lnTo>
                  <a:pt x="785910" y="352959"/>
                </a:lnTo>
                <a:lnTo>
                  <a:pt x="749143" y="379664"/>
                </a:lnTo>
                <a:lnTo>
                  <a:pt x="713120" y="407196"/>
                </a:lnTo>
                <a:lnTo>
                  <a:pt x="677851" y="435539"/>
                </a:lnTo>
                <a:lnTo>
                  <a:pt x="643345" y="464674"/>
                </a:lnTo>
                <a:lnTo>
                  <a:pt x="609615" y="494586"/>
                </a:lnTo>
                <a:lnTo>
                  <a:pt x="576670" y="525256"/>
                </a:lnTo>
                <a:lnTo>
                  <a:pt x="544521" y="556668"/>
                </a:lnTo>
                <a:lnTo>
                  <a:pt x="513180" y="588804"/>
                </a:lnTo>
                <a:lnTo>
                  <a:pt x="482656" y="621647"/>
                </a:lnTo>
                <a:lnTo>
                  <a:pt x="452960" y="655180"/>
                </a:lnTo>
                <a:lnTo>
                  <a:pt x="424103" y="689386"/>
                </a:lnTo>
                <a:lnTo>
                  <a:pt x="396096" y="724247"/>
                </a:lnTo>
                <a:lnTo>
                  <a:pt x="368949" y="759746"/>
                </a:lnTo>
                <a:lnTo>
                  <a:pt x="342672" y="795867"/>
                </a:lnTo>
                <a:lnTo>
                  <a:pt x="317278" y="832591"/>
                </a:lnTo>
                <a:lnTo>
                  <a:pt x="292775" y="869902"/>
                </a:lnTo>
                <a:lnTo>
                  <a:pt x="269176" y="907783"/>
                </a:lnTo>
                <a:lnTo>
                  <a:pt x="246490" y="946216"/>
                </a:lnTo>
                <a:lnTo>
                  <a:pt x="224728" y="985184"/>
                </a:lnTo>
                <a:lnTo>
                  <a:pt x="203901" y="1024670"/>
                </a:lnTo>
                <a:lnTo>
                  <a:pt x="184020" y="1064657"/>
                </a:lnTo>
                <a:lnTo>
                  <a:pt x="165095" y="1105127"/>
                </a:lnTo>
                <a:lnTo>
                  <a:pt x="147136" y="1146064"/>
                </a:lnTo>
                <a:lnTo>
                  <a:pt x="130156" y="1187450"/>
                </a:lnTo>
                <a:lnTo>
                  <a:pt x="114163" y="1229267"/>
                </a:lnTo>
                <a:lnTo>
                  <a:pt x="99169" y="1271500"/>
                </a:lnTo>
                <a:lnTo>
                  <a:pt x="85185" y="1314130"/>
                </a:lnTo>
                <a:lnTo>
                  <a:pt x="72221" y="1357140"/>
                </a:lnTo>
                <a:lnTo>
                  <a:pt x="60288" y="1400513"/>
                </a:lnTo>
                <a:lnTo>
                  <a:pt x="49397" y="1444232"/>
                </a:lnTo>
                <a:lnTo>
                  <a:pt x="39557" y="1488281"/>
                </a:lnTo>
                <a:lnTo>
                  <a:pt x="30781" y="1532640"/>
                </a:lnTo>
                <a:lnTo>
                  <a:pt x="23077" y="1577294"/>
                </a:lnTo>
                <a:lnTo>
                  <a:pt x="16458" y="1622225"/>
                </a:lnTo>
                <a:lnTo>
                  <a:pt x="10934" y="1667416"/>
                </a:lnTo>
                <a:lnTo>
                  <a:pt x="6516" y="1712850"/>
                </a:lnTo>
                <a:lnTo>
                  <a:pt x="3213" y="1758509"/>
                </a:lnTo>
                <a:lnTo>
                  <a:pt x="1038" y="1804376"/>
                </a:lnTo>
                <a:lnTo>
                  <a:pt x="0" y="1850435"/>
                </a:lnTo>
                <a:lnTo>
                  <a:pt x="109" y="1896668"/>
                </a:lnTo>
                <a:lnTo>
                  <a:pt x="1378" y="1943057"/>
                </a:lnTo>
                <a:lnTo>
                  <a:pt x="3817" y="1989586"/>
                </a:lnTo>
                <a:lnTo>
                  <a:pt x="7435" y="2036238"/>
                </a:lnTo>
                <a:lnTo>
                  <a:pt x="12244" y="2082994"/>
                </a:lnTo>
                <a:lnTo>
                  <a:pt x="18255" y="2129839"/>
                </a:lnTo>
                <a:lnTo>
                  <a:pt x="25478" y="2176754"/>
                </a:lnTo>
                <a:lnTo>
                  <a:pt x="33923" y="2223723"/>
                </a:lnTo>
                <a:lnTo>
                  <a:pt x="43602" y="2270728"/>
                </a:lnTo>
                <a:lnTo>
                  <a:pt x="54525" y="2317752"/>
                </a:lnTo>
                <a:lnTo>
                  <a:pt x="66703" y="2364778"/>
                </a:lnTo>
                <a:lnTo>
                  <a:pt x="80147" y="2411789"/>
                </a:lnTo>
                <a:lnTo>
                  <a:pt x="95720" y="2461783"/>
                </a:lnTo>
                <a:lnTo>
                  <a:pt x="112213" y="2510868"/>
                </a:lnTo>
                <a:lnTo>
                  <a:pt x="129620" y="2559044"/>
                </a:lnTo>
                <a:lnTo>
                  <a:pt x="147940" y="2606309"/>
                </a:lnTo>
                <a:lnTo>
                  <a:pt x="167168" y="2652662"/>
                </a:lnTo>
                <a:lnTo>
                  <a:pt x="187301" y="2698104"/>
                </a:lnTo>
                <a:lnTo>
                  <a:pt x="208335" y="2742633"/>
                </a:lnTo>
                <a:lnTo>
                  <a:pt x="230268" y="2786249"/>
                </a:lnTo>
                <a:lnTo>
                  <a:pt x="253095" y="2828950"/>
                </a:lnTo>
                <a:lnTo>
                  <a:pt x="276813" y="2870736"/>
                </a:lnTo>
                <a:lnTo>
                  <a:pt x="301419" y="2911605"/>
                </a:lnTo>
                <a:lnTo>
                  <a:pt x="326909" y="2951559"/>
                </a:lnTo>
                <a:lnTo>
                  <a:pt x="353280" y="2990594"/>
                </a:lnTo>
                <a:lnTo>
                  <a:pt x="380528" y="3028711"/>
                </a:lnTo>
                <a:lnTo>
                  <a:pt x="408650" y="3065909"/>
                </a:lnTo>
                <a:lnTo>
                  <a:pt x="437643" y="3102188"/>
                </a:lnTo>
                <a:lnTo>
                  <a:pt x="467503" y="3137545"/>
                </a:lnTo>
                <a:lnTo>
                  <a:pt x="498226" y="3171981"/>
                </a:lnTo>
                <a:lnTo>
                  <a:pt x="529809" y="3205494"/>
                </a:lnTo>
                <a:lnTo>
                  <a:pt x="562249" y="3238085"/>
                </a:lnTo>
                <a:lnTo>
                  <a:pt x="595542" y="3269751"/>
                </a:lnTo>
                <a:lnTo>
                  <a:pt x="629685" y="3300493"/>
                </a:lnTo>
                <a:lnTo>
                  <a:pt x="664674" y="3330309"/>
                </a:lnTo>
                <a:lnTo>
                  <a:pt x="700506" y="3359200"/>
                </a:lnTo>
                <a:lnTo>
                  <a:pt x="737177" y="3387162"/>
                </a:lnTo>
                <a:lnTo>
                  <a:pt x="774685" y="3414198"/>
                </a:lnTo>
                <a:lnTo>
                  <a:pt x="813025" y="3440304"/>
                </a:lnTo>
                <a:lnTo>
                  <a:pt x="852193" y="3465481"/>
                </a:lnTo>
                <a:lnTo>
                  <a:pt x="892188" y="3489727"/>
                </a:lnTo>
                <a:lnTo>
                  <a:pt x="933005" y="3513043"/>
                </a:lnTo>
                <a:lnTo>
                  <a:pt x="974640" y="3535427"/>
                </a:lnTo>
                <a:lnTo>
                  <a:pt x="1017091" y="3556878"/>
                </a:lnTo>
                <a:lnTo>
                  <a:pt x="1060353" y="3577396"/>
                </a:lnTo>
                <a:lnTo>
                  <a:pt x="1104424" y="3596979"/>
                </a:lnTo>
                <a:lnTo>
                  <a:pt x="1149299" y="3615627"/>
                </a:lnTo>
                <a:lnTo>
                  <a:pt x="1194976" y="3633340"/>
                </a:lnTo>
                <a:lnTo>
                  <a:pt x="1241451" y="3650116"/>
                </a:lnTo>
                <a:lnTo>
                  <a:pt x="1288721" y="3665954"/>
                </a:lnTo>
                <a:lnTo>
                  <a:pt x="1336782" y="3680855"/>
                </a:lnTo>
                <a:lnTo>
                  <a:pt x="1385630" y="3694816"/>
                </a:lnTo>
                <a:lnTo>
                  <a:pt x="1435263" y="3707838"/>
                </a:lnTo>
                <a:lnTo>
                  <a:pt x="1485676" y="3719919"/>
                </a:lnTo>
                <a:lnTo>
                  <a:pt x="1536867" y="3731058"/>
                </a:lnTo>
                <a:lnTo>
                  <a:pt x="1586714" y="3740664"/>
                </a:lnTo>
                <a:lnTo>
                  <a:pt x="1636424" y="3748838"/>
                </a:lnTo>
                <a:lnTo>
                  <a:pt x="1685993" y="3755588"/>
                </a:lnTo>
                <a:lnTo>
                  <a:pt x="1735418" y="3760923"/>
                </a:lnTo>
                <a:lnTo>
                  <a:pt x="1784695" y="3764853"/>
                </a:lnTo>
                <a:lnTo>
                  <a:pt x="1833819" y="3767385"/>
                </a:lnTo>
                <a:lnTo>
                  <a:pt x="1882788" y="3768530"/>
                </a:lnTo>
                <a:lnTo>
                  <a:pt x="1931598" y="3768294"/>
                </a:lnTo>
                <a:lnTo>
                  <a:pt x="1980246" y="3766689"/>
                </a:lnTo>
                <a:lnTo>
                  <a:pt x="2028726" y="3763721"/>
                </a:lnTo>
                <a:lnTo>
                  <a:pt x="2077037" y="3759401"/>
                </a:lnTo>
                <a:lnTo>
                  <a:pt x="2125173" y="3753737"/>
                </a:lnTo>
                <a:lnTo>
                  <a:pt x="2173133" y="3746737"/>
                </a:lnTo>
                <a:lnTo>
                  <a:pt x="2220911" y="3738411"/>
                </a:lnTo>
                <a:lnTo>
                  <a:pt x="2268504" y="3728767"/>
                </a:lnTo>
                <a:lnTo>
                  <a:pt x="2315909" y="3717815"/>
                </a:lnTo>
                <a:lnTo>
                  <a:pt x="2363122" y="3705562"/>
                </a:lnTo>
                <a:lnTo>
                  <a:pt x="2410139" y="3692018"/>
                </a:lnTo>
                <a:lnTo>
                  <a:pt x="2456956" y="3677192"/>
                </a:lnTo>
                <a:lnTo>
                  <a:pt x="2503570" y="3661093"/>
                </a:lnTo>
                <a:lnTo>
                  <a:pt x="2549978" y="3643729"/>
                </a:lnTo>
                <a:lnTo>
                  <a:pt x="2596175" y="3625109"/>
                </a:lnTo>
                <a:lnTo>
                  <a:pt x="2642159" y="3605242"/>
                </a:lnTo>
                <a:lnTo>
                  <a:pt x="2687924" y="3584137"/>
                </a:lnTo>
                <a:lnTo>
                  <a:pt x="2733468" y="3561802"/>
                </a:lnTo>
                <a:lnTo>
                  <a:pt x="2778787" y="3538247"/>
                </a:lnTo>
                <a:lnTo>
                  <a:pt x="2823055" y="3513580"/>
                </a:lnTo>
                <a:lnTo>
                  <a:pt x="2866222" y="3487579"/>
                </a:lnTo>
                <a:lnTo>
                  <a:pt x="2908367" y="3460331"/>
                </a:lnTo>
                <a:lnTo>
                  <a:pt x="2949566" y="3431924"/>
                </a:lnTo>
                <a:lnTo>
                  <a:pt x="2989897" y="3402447"/>
                </a:lnTo>
                <a:lnTo>
                  <a:pt x="3029437" y="3371986"/>
                </a:lnTo>
                <a:lnTo>
                  <a:pt x="3068264" y="3340630"/>
                </a:lnTo>
                <a:lnTo>
                  <a:pt x="3106454" y="3308467"/>
                </a:lnTo>
                <a:lnTo>
                  <a:pt x="3144086" y="3275585"/>
                </a:lnTo>
                <a:lnTo>
                  <a:pt x="3181236" y="3242072"/>
                </a:lnTo>
                <a:lnTo>
                  <a:pt x="3217983" y="3208015"/>
                </a:lnTo>
                <a:lnTo>
                  <a:pt x="3254402" y="3173503"/>
                </a:lnTo>
                <a:lnTo>
                  <a:pt x="3290573" y="3138624"/>
                </a:lnTo>
                <a:lnTo>
                  <a:pt x="3326571" y="3103465"/>
                </a:lnTo>
                <a:lnTo>
                  <a:pt x="3364182" y="3067308"/>
                </a:lnTo>
                <a:lnTo>
                  <a:pt x="3402220" y="3032248"/>
                </a:lnTo>
                <a:lnTo>
                  <a:pt x="3440685" y="2998283"/>
                </a:lnTo>
                <a:lnTo>
                  <a:pt x="3479575" y="2965413"/>
                </a:lnTo>
                <a:lnTo>
                  <a:pt x="3518890" y="2933639"/>
                </a:lnTo>
                <a:lnTo>
                  <a:pt x="3558630" y="2902960"/>
                </a:lnTo>
                <a:lnTo>
                  <a:pt x="3598793" y="2873376"/>
                </a:lnTo>
                <a:lnTo>
                  <a:pt x="3639378" y="2844888"/>
                </a:lnTo>
                <a:lnTo>
                  <a:pt x="3680386" y="2817495"/>
                </a:lnTo>
                <a:lnTo>
                  <a:pt x="3721815" y="2791196"/>
                </a:lnTo>
                <a:lnTo>
                  <a:pt x="3763664" y="2765993"/>
                </a:lnTo>
                <a:lnTo>
                  <a:pt x="3805932" y="2741885"/>
                </a:lnTo>
                <a:lnTo>
                  <a:pt x="3848620" y="2718872"/>
                </a:lnTo>
                <a:lnTo>
                  <a:pt x="3891725" y="2696954"/>
                </a:lnTo>
                <a:lnTo>
                  <a:pt x="3935248" y="2676130"/>
                </a:lnTo>
                <a:lnTo>
                  <a:pt x="3979187" y="2656401"/>
                </a:lnTo>
                <a:lnTo>
                  <a:pt x="4023542" y="2637767"/>
                </a:lnTo>
                <a:lnTo>
                  <a:pt x="4068312" y="2620228"/>
                </a:lnTo>
                <a:lnTo>
                  <a:pt x="4113496" y="2603783"/>
                </a:lnTo>
                <a:lnTo>
                  <a:pt x="4159093" y="2588433"/>
                </a:lnTo>
                <a:lnTo>
                  <a:pt x="4205103" y="2574177"/>
                </a:lnTo>
                <a:lnTo>
                  <a:pt x="4251525" y="2561016"/>
                </a:lnTo>
                <a:lnTo>
                  <a:pt x="4298358" y="2548949"/>
                </a:lnTo>
                <a:lnTo>
                  <a:pt x="4345601" y="2537976"/>
                </a:lnTo>
                <a:lnTo>
                  <a:pt x="4393254" y="2528098"/>
                </a:lnTo>
                <a:lnTo>
                  <a:pt x="4441315" y="2519314"/>
                </a:lnTo>
                <a:lnTo>
                  <a:pt x="4489784" y="2511624"/>
                </a:lnTo>
                <a:lnTo>
                  <a:pt x="4538661" y="2505028"/>
                </a:lnTo>
                <a:lnTo>
                  <a:pt x="4587944" y="2499526"/>
                </a:lnTo>
                <a:lnTo>
                  <a:pt x="4637633" y="2495118"/>
                </a:lnTo>
                <a:lnTo>
                  <a:pt x="4687726" y="2491804"/>
                </a:lnTo>
                <a:lnTo>
                  <a:pt x="4738224" y="2489584"/>
                </a:lnTo>
                <a:lnTo>
                  <a:pt x="4789125" y="2488457"/>
                </a:lnTo>
                <a:lnTo>
                  <a:pt x="4840428" y="2488425"/>
                </a:lnTo>
                <a:lnTo>
                  <a:pt x="4892133" y="2489486"/>
                </a:lnTo>
                <a:lnTo>
                  <a:pt x="4944239" y="2491640"/>
                </a:lnTo>
                <a:lnTo>
                  <a:pt x="4995448" y="2494910"/>
                </a:lnTo>
                <a:lnTo>
                  <a:pt x="5046253" y="2499403"/>
                </a:lnTo>
                <a:lnTo>
                  <a:pt x="5096655" y="2505113"/>
                </a:lnTo>
                <a:lnTo>
                  <a:pt x="5146656" y="2512032"/>
                </a:lnTo>
                <a:lnTo>
                  <a:pt x="5196258" y="2520152"/>
                </a:lnTo>
                <a:lnTo>
                  <a:pt x="5245462" y="2529466"/>
                </a:lnTo>
                <a:lnTo>
                  <a:pt x="5294270" y="2539966"/>
                </a:lnTo>
                <a:lnTo>
                  <a:pt x="5342684" y="2551646"/>
                </a:lnTo>
                <a:lnTo>
                  <a:pt x="5390705" y="2564496"/>
                </a:lnTo>
                <a:lnTo>
                  <a:pt x="5438335" y="2578510"/>
                </a:lnTo>
                <a:lnTo>
                  <a:pt x="5485576" y="2593681"/>
                </a:lnTo>
                <a:lnTo>
                  <a:pt x="5532429" y="2610000"/>
                </a:lnTo>
                <a:lnTo>
                  <a:pt x="5578896" y="2627460"/>
                </a:lnTo>
                <a:lnTo>
                  <a:pt x="5624979" y="2646055"/>
                </a:lnTo>
                <a:lnTo>
                  <a:pt x="5670678" y="2665775"/>
                </a:lnTo>
                <a:lnTo>
                  <a:pt x="5715997" y="2686614"/>
                </a:lnTo>
                <a:lnTo>
                  <a:pt x="5760937" y="2708564"/>
                </a:lnTo>
                <a:lnTo>
                  <a:pt x="5805498" y="2731618"/>
                </a:lnTo>
                <a:lnTo>
                  <a:pt x="5849684" y="2755768"/>
                </a:lnTo>
                <a:lnTo>
                  <a:pt x="5893495" y="2781007"/>
                </a:lnTo>
                <a:lnTo>
                  <a:pt x="5936934" y="2807326"/>
                </a:lnTo>
                <a:lnTo>
                  <a:pt x="5980001" y="2834719"/>
                </a:lnTo>
                <a:lnTo>
                  <a:pt x="6022699" y="2863179"/>
                </a:lnTo>
                <a:lnTo>
                  <a:pt x="6062691" y="2891453"/>
                </a:lnTo>
                <a:lnTo>
                  <a:pt x="6101650" y="2920880"/>
                </a:lnTo>
                <a:lnTo>
                  <a:pt x="6139701" y="2951318"/>
                </a:lnTo>
                <a:lnTo>
                  <a:pt x="6176972" y="2982628"/>
                </a:lnTo>
                <a:lnTo>
                  <a:pt x="6213587" y="3014668"/>
                </a:lnTo>
                <a:lnTo>
                  <a:pt x="6249673" y="3047299"/>
                </a:lnTo>
                <a:lnTo>
                  <a:pt x="6285357" y="3080379"/>
                </a:lnTo>
                <a:lnTo>
                  <a:pt x="6320764" y="3113767"/>
                </a:lnTo>
                <a:lnTo>
                  <a:pt x="6426589" y="3214379"/>
                </a:lnTo>
                <a:lnTo>
                  <a:pt x="6462151" y="3247596"/>
                </a:lnTo>
                <a:lnTo>
                  <a:pt x="6500140" y="3281939"/>
                </a:lnTo>
                <a:lnTo>
                  <a:pt x="6538594" y="3315109"/>
                </a:lnTo>
                <a:lnTo>
                  <a:pt x="6577513" y="3347106"/>
                </a:lnTo>
                <a:lnTo>
                  <a:pt x="6616897" y="3377927"/>
                </a:lnTo>
                <a:lnTo>
                  <a:pt x="6656748" y="3407574"/>
                </a:lnTo>
                <a:lnTo>
                  <a:pt x="6697065" y="3436044"/>
                </a:lnTo>
                <a:lnTo>
                  <a:pt x="6737850" y="3463337"/>
                </a:lnTo>
                <a:lnTo>
                  <a:pt x="6779103" y="3489451"/>
                </a:lnTo>
                <a:lnTo>
                  <a:pt x="6820824" y="3514386"/>
                </a:lnTo>
                <a:lnTo>
                  <a:pt x="6863014" y="3538141"/>
                </a:lnTo>
                <a:lnTo>
                  <a:pt x="6905674" y="3560715"/>
                </a:lnTo>
                <a:lnTo>
                  <a:pt x="6948804" y="3582107"/>
                </a:lnTo>
                <a:lnTo>
                  <a:pt x="6992404" y="3602316"/>
                </a:lnTo>
                <a:lnTo>
                  <a:pt x="7036475" y="3621341"/>
                </a:lnTo>
                <a:lnTo>
                  <a:pt x="7081019" y="3639181"/>
                </a:lnTo>
                <a:lnTo>
                  <a:pt x="7126034" y="3655836"/>
                </a:lnTo>
                <a:lnTo>
                  <a:pt x="7171522" y="3671303"/>
                </a:lnTo>
                <a:lnTo>
                  <a:pt x="7217484" y="3685583"/>
                </a:lnTo>
                <a:lnTo>
                  <a:pt x="7263919" y="3698675"/>
                </a:lnTo>
                <a:lnTo>
                  <a:pt x="7310829" y="3710577"/>
                </a:lnTo>
                <a:lnTo>
                  <a:pt x="7358214" y="3721288"/>
                </a:lnTo>
                <a:lnTo>
                  <a:pt x="7406074" y="3730808"/>
                </a:lnTo>
                <a:lnTo>
                  <a:pt x="7454411" y="3739136"/>
                </a:lnTo>
                <a:lnTo>
                  <a:pt x="7503224" y="3746270"/>
                </a:lnTo>
                <a:lnTo>
                  <a:pt x="7552514" y="3752210"/>
                </a:lnTo>
                <a:lnTo>
                  <a:pt x="7602282" y="3756955"/>
                </a:lnTo>
                <a:lnTo>
                  <a:pt x="7652528" y="3760504"/>
                </a:lnTo>
                <a:lnTo>
                  <a:pt x="7703253" y="3762856"/>
                </a:lnTo>
                <a:lnTo>
                  <a:pt x="7754457" y="3764010"/>
                </a:lnTo>
                <a:lnTo>
                  <a:pt x="7803230" y="3763807"/>
                </a:lnTo>
                <a:lnTo>
                  <a:pt x="7851828" y="3762254"/>
                </a:lnTo>
                <a:lnTo>
                  <a:pt x="7900262" y="3759362"/>
                </a:lnTo>
                <a:lnTo>
                  <a:pt x="7948541" y="3755141"/>
                </a:lnTo>
                <a:lnTo>
                  <a:pt x="7996674" y="3749600"/>
                </a:lnTo>
                <a:lnTo>
                  <a:pt x="8044672" y="3742750"/>
                </a:lnTo>
                <a:lnTo>
                  <a:pt x="8092544" y="3734601"/>
                </a:lnTo>
                <a:lnTo>
                  <a:pt x="8140299" y="3725163"/>
                </a:lnTo>
                <a:lnTo>
                  <a:pt x="8190006" y="3714037"/>
                </a:lnTo>
                <a:lnTo>
                  <a:pt x="8239039" y="3701814"/>
                </a:lnTo>
                <a:lnTo>
                  <a:pt x="8287396" y="3688494"/>
                </a:lnTo>
                <a:lnTo>
                  <a:pt x="8335076" y="3674077"/>
                </a:lnTo>
                <a:lnTo>
                  <a:pt x="8382077" y="3658563"/>
                </a:lnTo>
                <a:lnTo>
                  <a:pt x="8428399" y="3641951"/>
                </a:lnTo>
                <a:lnTo>
                  <a:pt x="8474040" y="3624242"/>
                </a:lnTo>
                <a:lnTo>
                  <a:pt x="8518998" y="3605435"/>
                </a:lnTo>
                <a:lnTo>
                  <a:pt x="8563273" y="3585529"/>
                </a:lnTo>
                <a:lnTo>
                  <a:pt x="8606863" y="3564526"/>
                </a:lnTo>
                <a:lnTo>
                  <a:pt x="8649766" y="3542425"/>
                </a:lnTo>
                <a:lnTo>
                  <a:pt x="8691982" y="3519224"/>
                </a:lnTo>
                <a:lnTo>
                  <a:pt x="8733509" y="3494926"/>
                </a:lnTo>
                <a:lnTo>
                  <a:pt x="8774345" y="3469528"/>
                </a:lnTo>
                <a:lnTo>
                  <a:pt x="8814490" y="3443031"/>
                </a:lnTo>
                <a:lnTo>
                  <a:pt x="8853942" y="3415435"/>
                </a:lnTo>
                <a:lnTo>
                  <a:pt x="8892699" y="3386740"/>
                </a:lnTo>
                <a:lnTo>
                  <a:pt x="8930761" y="3356945"/>
                </a:lnTo>
                <a:lnTo>
                  <a:pt x="8968126" y="3326050"/>
                </a:lnTo>
                <a:lnTo>
                  <a:pt x="9004792" y="3294055"/>
                </a:lnTo>
                <a:lnTo>
                  <a:pt x="9040759" y="3260960"/>
                </a:lnTo>
                <a:lnTo>
                  <a:pt x="9076025" y="3226765"/>
                </a:lnTo>
                <a:lnTo>
                  <a:pt x="9110589" y="3191469"/>
                </a:lnTo>
                <a:lnTo>
                  <a:pt x="9144449" y="3155073"/>
                </a:lnTo>
                <a:lnTo>
                  <a:pt x="9177604" y="3117576"/>
                </a:lnTo>
                <a:lnTo>
                  <a:pt x="9210053" y="3078978"/>
                </a:lnTo>
                <a:lnTo>
                  <a:pt x="9241794" y="3039278"/>
                </a:lnTo>
                <a:lnTo>
                  <a:pt x="9273157" y="2998002"/>
                </a:lnTo>
                <a:lnTo>
                  <a:pt x="9303215" y="2956286"/>
                </a:lnTo>
                <a:lnTo>
                  <a:pt x="9331969" y="2914130"/>
                </a:lnTo>
                <a:lnTo>
                  <a:pt x="9359422" y="2871535"/>
                </a:lnTo>
                <a:lnTo>
                  <a:pt x="9385574" y="2828503"/>
                </a:lnTo>
                <a:lnTo>
                  <a:pt x="9410427" y="2785034"/>
                </a:lnTo>
                <a:lnTo>
                  <a:pt x="9433983" y="2741130"/>
                </a:lnTo>
                <a:lnTo>
                  <a:pt x="9456242" y="2696792"/>
                </a:lnTo>
                <a:lnTo>
                  <a:pt x="9477207" y="2652020"/>
                </a:lnTo>
                <a:lnTo>
                  <a:pt x="9496878" y="2606817"/>
                </a:lnTo>
                <a:lnTo>
                  <a:pt x="9515258" y="2561182"/>
                </a:lnTo>
                <a:lnTo>
                  <a:pt x="9532347" y="2515117"/>
                </a:lnTo>
                <a:lnTo>
                  <a:pt x="9548148" y="2468623"/>
                </a:lnTo>
                <a:lnTo>
                  <a:pt x="9562660" y="2421701"/>
                </a:lnTo>
                <a:lnTo>
                  <a:pt x="9575887" y="2374352"/>
                </a:lnTo>
                <a:lnTo>
                  <a:pt x="9587829" y="2326577"/>
                </a:lnTo>
                <a:lnTo>
                  <a:pt x="9598488" y="2278377"/>
                </a:lnTo>
                <a:lnTo>
                  <a:pt x="9607865" y="2229754"/>
                </a:lnTo>
                <a:lnTo>
                  <a:pt x="9615962" y="2180708"/>
                </a:lnTo>
                <a:lnTo>
                  <a:pt x="9622780" y="2131240"/>
                </a:lnTo>
                <a:lnTo>
                  <a:pt x="9628321" y="2081352"/>
                </a:lnTo>
                <a:lnTo>
                  <a:pt x="9632586" y="2031044"/>
                </a:lnTo>
                <a:lnTo>
                  <a:pt x="9635576" y="1980318"/>
                </a:lnTo>
                <a:lnTo>
                  <a:pt x="9637293" y="1929175"/>
                </a:lnTo>
                <a:lnTo>
                  <a:pt x="9637738" y="1877615"/>
                </a:lnTo>
                <a:lnTo>
                  <a:pt x="9636913" y="1825640"/>
                </a:lnTo>
                <a:lnTo>
                  <a:pt x="9634846" y="1773805"/>
                </a:lnTo>
                <a:lnTo>
                  <a:pt x="9631522" y="1722242"/>
                </a:lnTo>
                <a:lnTo>
                  <a:pt x="9626903" y="1670965"/>
                </a:lnTo>
                <a:lnTo>
                  <a:pt x="9620950" y="1619985"/>
                </a:lnTo>
                <a:lnTo>
                  <a:pt x="9613622" y="1569317"/>
                </a:lnTo>
                <a:lnTo>
                  <a:pt x="9604882" y="1518973"/>
                </a:lnTo>
                <a:lnTo>
                  <a:pt x="9594689" y="1468967"/>
                </a:lnTo>
                <a:lnTo>
                  <a:pt x="9583005" y="1419312"/>
                </a:lnTo>
                <a:lnTo>
                  <a:pt x="9569791" y="1370021"/>
                </a:lnTo>
                <a:lnTo>
                  <a:pt x="9555006" y="1321107"/>
                </a:lnTo>
                <a:lnTo>
                  <a:pt x="9538613" y="1272583"/>
                </a:lnTo>
                <a:lnTo>
                  <a:pt x="9520572" y="1224463"/>
                </a:lnTo>
                <a:lnTo>
                  <a:pt x="9500844" y="1176759"/>
                </a:lnTo>
                <a:lnTo>
                  <a:pt x="9479746" y="1129430"/>
                </a:lnTo>
                <a:lnTo>
                  <a:pt x="9457887" y="1083030"/>
                </a:lnTo>
                <a:lnTo>
                  <a:pt x="9435266" y="1037563"/>
                </a:lnTo>
                <a:lnTo>
                  <a:pt x="9411882" y="993029"/>
                </a:lnTo>
                <a:lnTo>
                  <a:pt x="9387736" y="949432"/>
                </a:lnTo>
                <a:lnTo>
                  <a:pt x="9362828" y="906774"/>
                </a:lnTo>
                <a:lnTo>
                  <a:pt x="9337155" y="865056"/>
                </a:lnTo>
                <a:lnTo>
                  <a:pt x="9310720" y="824281"/>
                </a:lnTo>
                <a:lnTo>
                  <a:pt x="9283520" y="784451"/>
                </a:lnTo>
                <a:lnTo>
                  <a:pt x="9255556" y="745567"/>
                </a:lnTo>
                <a:lnTo>
                  <a:pt x="9226826" y="707633"/>
                </a:lnTo>
                <a:lnTo>
                  <a:pt x="9197332" y="670651"/>
                </a:lnTo>
                <a:lnTo>
                  <a:pt x="9167072" y="634621"/>
                </a:lnTo>
                <a:lnTo>
                  <a:pt x="9136046" y="599548"/>
                </a:lnTo>
                <a:lnTo>
                  <a:pt x="9104254" y="565432"/>
                </a:lnTo>
                <a:lnTo>
                  <a:pt x="9071695" y="532276"/>
                </a:lnTo>
                <a:lnTo>
                  <a:pt x="9038369" y="500082"/>
                </a:lnTo>
                <a:lnTo>
                  <a:pt x="9004275" y="468852"/>
                </a:lnTo>
                <a:lnTo>
                  <a:pt x="8969414" y="438589"/>
                </a:lnTo>
                <a:lnTo>
                  <a:pt x="8933784" y="409294"/>
                </a:lnTo>
                <a:lnTo>
                  <a:pt x="8897386" y="380970"/>
                </a:lnTo>
                <a:lnTo>
                  <a:pt x="8860218" y="353618"/>
                </a:lnTo>
                <a:lnTo>
                  <a:pt x="8822281" y="327242"/>
                </a:lnTo>
                <a:lnTo>
                  <a:pt x="8783575" y="301842"/>
                </a:lnTo>
                <a:lnTo>
                  <a:pt x="8744098" y="277422"/>
                </a:lnTo>
                <a:lnTo>
                  <a:pt x="8703851" y="253983"/>
                </a:lnTo>
                <a:lnTo>
                  <a:pt x="8662832" y="231528"/>
                </a:lnTo>
                <a:lnTo>
                  <a:pt x="8621043" y="210058"/>
                </a:lnTo>
                <a:lnTo>
                  <a:pt x="8578481" y="189576"/>
                </a:lnTo>
                <a:lnTo>
                  <a:pt x="8535148" y="170084"/>
                </a:lnTo>
                <a:lnTo>
                  <a:pt x="8491042" y="151584"/>
                </a:lnTo>
                <a:lnTo>
                  <a:pt x="8446163" y="134078"/>
                </a:lnTo>
                <a:lnTo>
                  <a:pt x="8400511" y="117569"/>
                </a:lnTo>
                <a:lnTo>
                  <a:pt x="8354086" y="102058"/>
                </a:lnTo>
                <a:lnTo>
                  <a:pt x="8306886" y="87548"/>
                </a:lnTo>
                <a:lnTo>
                  <a:pt x="8258912" y="74040"/>
                </a:lnTo>
                <a:lnTo>
                  <a:pt x="8210163" y="61538"/>
                </a:lnTo>
                <a:lnTo>
                  <a:pt x="8160640" y="50043"/>
                </a:lnTo>
                <a:lnTo>
                  <a:pt x="8110340" y="39556"/>
                </a:lnTo>
                <a:lnTo>
                  <a:pt x="8059265" y="30082"/>
                </a:lnTo>
                <a:lnTo>
                  <a:pt x="8007464" y="21763"/>
                </a:lnTo>
                <a:lnTo>
                  <a:pt x="7955915" y="14902"/>
                </a:lnTo>
                <a:lnTo>
                  <a:pt x="7904620" y="9491"/>
                </a:lnTo>
                <a:lnTo>
                  <a:pt x="7853579" y="5523"/>
                </a:lnTo>
                <a:lnTo>
                  <a:pt x="7802794" y="2991"/>
                </a:lnTo>
                <a:lnTo>
                  <a:pt x="7752265" y="1886"/>
                </a:lnTo>
                <a:lnTo>
                  <a:pt x="7701993" y="2202"/>
                </a:lnTo>
                <a:lnTo>
                  <a:pt x="7651979" y="3930"/>
                </a:lnTo>
                <a:lnTo>
                  <a:pt x="7602224" y="7063"/>
                </a:lnTo>
                <a:lnTo>
                  <a:pt x="7552729" y="11594"/>
                </a:lnTo>
                <a:lnTo>
                  <a:pt x="7503495" y="17516"/>
                </a:lnTo>
                <a:lnTo>
                  <a:pt x="7454522" y="24819"/>
                </a:lnTo>
                <a:lnTo>
                  <a:pt x="7405812" y="33498"/>
                </a:lnTo>
                <a:lnTo>
                  <a:pt x="7357365" y="43545"/>
                </a:lnTo>
                <a:lnTo>
                  <a:pt x="7309182" y="54951"/>
                </a:lnTo>
                <a:lnTo>
                  <a:pt x="7261264" y="67710"/>
                </a:lnTo>
                <a:lnTo>
                  <a:pt x="7213613" y="81815"/>
                </a:lnTo>
                <a:lnTo>
                  <a:pt x="7166228" y="97256"/>
                </a:lnTo>
                <a:lnTo>
                  <a:pt x="7119111" y="114027"/>
                </a:lnTo>
                <a:lnTo>
                  <a:pt x="7072263" y="132121"/>
                </a:lnTo>
                <a:lnTo>
                  <a:pt x="7025684" y="151530"/>
                </a:lnTo>
                <a:lnTo>
                  <a:pt x="6979376" y="172246"/>
                </a:lnTo>
                <a:lnTo>
                  <a:pt x="6933339" y="194262"/>
                </a:lnTo>
                <a:lnTo>
                  <a:pt x="6887574" y="217570"/>
                </a:lnTo>
                <a:lnTo>
                  <a:pt x="6842083" y="242163"/>
                </a:lnTo>
                <a:lnTo>
                  <a:pt x="6796865" y="268033"/>
                </a:lnTo>
                <a:lnTo>
                  <a:pt x="6751923" y="295173"/>
                </a:lnTo>
                <a:lnTo>
                  <a:pt x="6708880" y="323013"/>
                </a:lnTo>
                <a:lnTo>
                  <a:pt x="6667061" y="352264"/>
                </a:lnTo>
                <a:lnTo>
                  <a:pt x="6626339" y="382780"/>
                </a:lnTo>
                <a:lnTo>
                  <a:pt x="6586585" y="414415"/>
                </a:lnTo>
                <a:lnTo>
                  <a:pt x="6547671" y="447022"/>
                </a:lnTo>
                <a:lnTo>
                  <a:pt x="6509469" y="480455"/>
                </a:lnTo>
                <a:lnTo>
                  <a:pt x="6471851" y="514568"/>
                </a:lnTo>
                <a:lnTo>
                  <a:pt x="6434688" y="549215"/>
                </a:lnTo>
                <a:lnTo>
                  <a:pt x="6397853" y="584248"/>
                </a:lnTo>
                <a:lnTo>
                  <a:pt x="6288031" y="690208"/>
                </a:lnTo>
                <a:lnTo>
                  <a:pt x="6251631" y="724529"/>
                </a:lnTo>
                <a:lnTo>
                  <a:pt x="6214695" y="758054"/>
                </a:lnTo>
                <a:lnTo>
                  <a:pt x="6177199" y="790752"/>
                </a:lnTo>
                <a:lnTo>
                  <a:pt x="6139121" y="822592"/>
                </a:lnTo>
                <a:lnTo>
                  <a:pt x="6100436" y="853544"/>
                </a:lnTo>
                <a:lnTo>
                  <a:pt x="6061122" y="883578"/>
                </a:lnTo>
                <a:lnTo>
                  <a:pt x="6021156" y="912662"/>
                </a:lnTo>
                <a:lnTo>
                  <a:pt x="5980514" y="940766"/>
                </a:lnTo>
                <a:lnTo>
                  <a:pt x="5939172" y="967860"/>
                </a:lnTo>
                <a:lnTo>
                  <a:pt x="5897109" y="993912"/>
                </a:lnTo>
                <a:lnTo>
                  <a:pt x="5854301" y="1018893"/>
                </a:lnTo>
                <a:lnTo>
                  <a:pt x="5810724" y="1042771"/>
                </a:lnTo>
                <a:lnTo>
                  <a:pt x="5766355" y="1065515"/>
                </a:lnTo>
                <a:lnTo>
                  <a:pt x="5721171" y="1087097"/>
                </a:lnTo>
                <a:lnTo>
                  <a:pt x="5675149" y="1107484"/>
                </a:lnTo>
                <a:lnTo>
                  <a:pt x="5628500" y="1126769"/>
                </a:lnTo>
                <a:lnTo>
                  <a:pt x="5581694" y="1144957"/>
                </a:lnTo>
                <a:lnTo>
                  <a:pt x="5534730" y="1162046"/>
                </a:lnTo>
                <a:lnTo>
                  <a:pt x="5487604" y="1178030"/>
                </a:lnTo>
                <a:lnTo>
                  <a:pt x="5440316" y="1192908"/>
                </a:lnTo>
                <a:lnTo>
                  <a:pt x="5392863" y="1206675"/>
                </a:lnTo>
                <a:lnTo>
                  <a:pt x="5345244" y="1219328"/>
                </a:lnTo>
                <a:lnTo>
                  <a:pt x="5297457" y="1230864"/>
                </a:lnTo>
                <a:lnTo>
                  <a:pt x="5249501" y="1241280"/>
                </a:lnTo>
                <a:lnTo>
                  <a:pt x="5201372" y="1250572"/>
                </a:lnTo>
                <a:lnTo>
                  <a:pt x="5153071" y="1258737"/>
                </a:lnTo>
                <a:lnTo>
                  <a:pt x="5104594" y="1265771"/>
                </a:lnTo>
                <a:lnTo>
                  <a:pt x="5055940" y="1271671"/>
                </a:lnTo>
                <a:lnTo>
                  <a:pt x="5007107" y="1276435"/>
                </a:lnTo>
                <a:lnTo>
                  <a:pt x="4958093" y="1280057"/>
                </a:lnTo>
                <a:lnTo>
                  <a:pt x="4908897" y="1282536"/>
                </a:lnTo>
                <a:lnTo>
                  <a:pt x="4859517" y="1283867"/>
                </a:lnTo>
                <a:lnTo>
                  <a:pt x="4809951" y="1284047"/>
                </a:lnTo>
                <a:lnTo>
                  <a:pt x="4760197" y="1283074"/>
                </a:lnTo>
                <a:lnTo>
                  <a:pt x="4710253" y="1280943"/>
                </a:lnTo>
                <a:lnTo>
                  <a:pt x="4660117" y="1277651"/>
                </a:lnTo>
                <a:lnTo>
                  <a:pt x="4609789" y="1273196"/>
                </a:lnTo>
                <a:lnTo>
                  <a:pt x="4558130" y="1267442"/>
                </a:lnTo>
                <a:lnTo>
                  <a:pt x="4506920" y="1260540"/>
                </a:lnTo>
                <a:lnTo>
                  <a:pt x="4456162" y="1252472"/>
                </a:lnTo>
                <a:lnTo>
                  <a:pt x="4405860" y="1243220"/>
                </a:lnTo>
                <a:lnTo>
                  <a:pt x="4356019" y="1232768"/>
                </a:lnTo>
                <a:lnTo>
                  <a:pt x="4306642" y="1221099"/>
                </a:lnTo>
                <a:lnTo>
                  <a:pt x="4257735" y="1208196"/>
                </a:lnTo>
                <a:lnTo>
                  <a:pt x="4209301" y="1194041"/>
                </a:lnTo>
                <a:lnTo>
                  <a:pt x="4161344" y="1178617"/>
                </a:lnTo>
                <a:lnTo>
                  <a:pt x="4113869" y="1161907"/>
                </a:lnTo>
                <a:lnTo>
                  <a:pt x="4066880" y="1143895"/>
                </a:lnTo>
                <a:lnTo>
                  <a:pt x="4020381" y="1124562"/>
                </a:lnTo>
                <a:lnTo>
                  <a:pt x="3974376" y="1103892"/>
                </a:lnTo>
                <a:lnTo>
                  <a:pt x="3928869" y="1081868"/>
                </a:lnTo>
                <a:lnTo>
                  <a:pt x="3883865" y="1058473"/>
                </a:lnTo>
                <a:lnTo>
                  <a:pt x="3839368" y="1033689"/>
                </a:lnTo>
                <a:lnTo>
                  <a:pt x="3795381" y="1007500"/>
                </a:lnTo>
                <a:lnTo>
                  <a:pt x="3751910" y="979888"/>
                </a:lnTo>
                <a:lnTo>
                  <a:pt x="3708958" y="950836"/>
                </a:lnTo>
                <a:lnTo>
                  <a:pt x="3666530" y="920327"/>
                </a:lnTo>
                <a:lnTo>
                  <a:pt x="3627108" y="890721"/>
                </a:lnTo>
                <a:lnTo>
                  <a:pt x="3588076" y="860657"/>
                </a:lnTo>
                <a:lnTo>
                  <a:pt x="3549394" y="830181"/>
                </a:lnTo>
                <a:lnTo>
                  <a:pt x="3511023" y="799339"/>
                </a:lnTo>
                <a:lnTo>
                  <a:pt x="3472924" y="768178"/>
                </a:lnTo>
                <a:lnTo>
                  <a:pt x="3435058" y="736743"/>
                </a:lnTo>
                <a:lnTo>
                  <a:pt x="3397386" y="705080"/>
                </a:lnTo>
                <a:lnTo>
                  <a:pt x="3359868" y="673235"/>
                </a:lnTo>
                <a:lnTo>
                  <a:pt x="3135813" y="480927"/>
                </a:lnTo>
                <a:lnTo>
                  <a:pt x="3095839" y="447593"/>
                </a:lnTo>
                <a:lnTo>
                  <a:pt x="3055574" y="415432"/>
                </a:lnTo>
                <a:lnTo>
                  <a:pt x="3015021" y="384445"/>
                </a:lnTo>
                <a:lnTo>
                  <a:pt x="2974181" y="354636"/>
                </a:lnTo>
                <a:lnTo>
                  <a:pt x="2933054" y="326007"/>
                </a:lnTo>
                <a:lnTo>
                  <a:pt x="2891641" y="298562"/>
                </a:lnTo>
                <a:lnTo>
                  <a:pt x="2849945" y="272303"/>
                </a:lnTo>
                <a:lnTo>
                  <a:pt x="2807965" y="247234"/>
                </a:lnTo>
                <a:lnTo>
                  <a:pt x="2765704" y="223356"/>
                </a:lnTo>
                <a:lnTo>
                  <a:pt x="2723162" y="200673"/>
                </a:lnTo>
                <a:lnTo>
                  <a:pt x="2680341" y="179188"/>
                </a:lnTo>
                <a:lnTo>
                  <a:pt x="2637241" y="158904"/>
                </a:lnTo>
                <a:lnTo>
                  <a:pt x="2593865" y="139824"/>
                </a:lnTo>
                <a:lnTo>
                  <a:pt x="2550213" y="121949"/>
                </a:lnTo>
                <a:lnTo>
                  <a:pt x="2506285" y="105285"/>
                </a:lnTo>
                <a:lnTo>
                  <a:pt x="2462085" y="89832"/>
                </a:lnTo>
                <a:lnTo>
                  <a:pt x="2417612" y="75594"/>
                </a:lnTo>
                <a:lnTo>
                  <a:pt x="2372867" y="62575"/>
                </a:lnTo>
                <a:lnTo>
                  <a:pt x="2327853" y="50776"/>
                </a:lnTo>
                <a:lnTo>
                  <a:pt x="2282570" y="40201"/>
                </a:lnTo>
                <a:lnTo>
                  <a:pt x="2237019" y="30852"/>
                </a:lnTo>
                <a:lnTo>
                  <a:pt x="2191202" y="22733"/>
                </a:lnTo>
                <a:lnTo>
                  <a:pt x="2145119" y="15847"/>
                </a:lnTo>
                <a:lnTo>
                  <a:pt x="2098773" y="10195"/>
                </a:lnTo>
                <a:lnTo>
                  <a:pt x="2052163" y="5782"/>
                </a:lnTo>
                <a:lnTo>
                  <a:pt x="2005291" y="2610"/>
                </a:lnTo>
                <a:lnTo>
                  <a:pt x="1958159" y="681"/>
                </a:lnTo>
                <a:lnTo>
                  <a:pt x="1910768" y="0"/>
                </a:lnTo>
                <a:close/>
              </a:path>
            </a:pathLst>
          </a:custGeom>
          <a:solidFill>
            <a:srgbClr val="F0D2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670" name="Shape 670"/>
        <p:cNvGrpSpPr/>
        <p:nvPr/>
      </p:nvGrpSpPr>
      <p:grpSpPr>
        <a:xfrm>
          <a:off x="0" y="0"/>
          <a:ext cx="0" cy="0"/>
          <a:chOff x="0" y="0"/>
          <a:chExt cx="0" cy="0"/>
        </a:xfrm>
      </p:grpSpPr>
      <p:sp>
        <p:nvSpPr>
          <p:cNvPr id="671" name="Google Shape;671;p1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2" name="Google Shape;672;p1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73" name="Google Shape;673;p1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p:cSld name="TITLE_1_1_3">
    <p:bg>
      <p:bgPr>
        <a:solidFill>
          <a:schemeClr val="lt1"/>
        </a:solidFill>
      </p:bgPr>
    </p:bg>
    <p:spTree>
      <p:nvGrpSpPr>
        <p:cNvPr id="678" name="Shape 678"/>
        <p:cNvGrpSpPr/>
        <p:nvPr/>
      </p:nvGrpSpPr>
      <p:grpSpPr>
        <a:xfrm>
          <a:off x="0" y="0"/>
          <a:ext cx="0" cy="0"/>
          <a:chOff x="0" y="0"/>
          <a:chExt cx="0" cy="0"/>
        </a:xfrm>
      </p:grpSpPr>
      <p:sp>
        <p:nvSpPr>
          <p:cNvPr id="679" name="Google Shape;679;p128"/>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680" name="Google Shape;680;p128"/>
          <p:cNvSpPr txBox="1"/>
          <p:nvPr/>
        </p:nvSpPr>
        <p:spPr>
          <a:xfrm>
            <a:off x="257117" y="130706"/>
            <a:ext cx="16557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Ecosistemas de Transformación</a:t>
            </a:r>
            <a:endParaRPr b="0" i="0" sz="600" u="none" cap="none" strike="noStrike">
              <a:solidFill>
                <a:srgbClr val="00287F"/>
              </a:solidFill>
              <a:latin typeface="Helvetica Neue"/>
              <a:ea typeface="Helvetica Neue"/>
              <a:cs typeface="Helvetica Neue"/>
              <a:sym typeface="Helvetica Neue"/>
            </a:endParaRPr>
          </a:p>
        </p:txBody>
      </p:sp>
      <p:pic>
        <p:nvPicPr>
          <p:cNvPr id="681" name="Google Shape;681;p128"/>
          <p:cNvPicPr preferRelativeResize="0"/>
          <p:nvPr/>
        </p:nvPicPr>
        <p:blipFill rotWithShape="1">
          <a:blip r:embed="rId2">
            <a:alphaModFix/>
          </a:blip>
          <a:srcRect b="0" l="0" r="0" t="0"/>
          <a:stretch/>
        </p:blipFill>
        <p:spPr>
          <a:xfrm>
            <a:off x="317827" y="4646438"/>
            <a:ext cx="781466" cy="362119"/>
          </a:xfrm>
          <a:prstGeom prst="rect">
            <a:avLst/>
          </a:prstGeom>
          <a:noFill/>
          <a:ln>
            <a:noFill/>
          </a:ln>
        </p:spPr>
      </p:pic>
      <p:pic>
        <p:nvPicPr>
          <p:cNvPr id="682" name="Google Shape;682;p128" title="primary logo .png"/>
          <p:cNvPicPr preferRelativeResize="0"/>
          <p:nvPr/>
        </p:nvPicPr>
        <p:blipFill rotWithShape="1">
          <a:blip r:embed="rId3">
            <a:alphaModFix/>
          </a:blip>
          <a:srcRect b="0" l="0" r="0" t="0"/>
          <a:stretch/>
        </p:blipFill>
        <p:spPr>
          <a:xfrm>
            <a:off x="7917038" y="4768163"/>
            <a:ext cx="948751" cy="144075"/>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Gris">
  <p:cSld name="TITLE_1_1_3_4">
    <p:bg>
      <p:bgPr>
        <a:solidFill>
          <a:schemeClr val="lt2"/>
        </a:solidFill>
      </p:bgPr>
    </p:bg>
    <p:spTree>
      <p:nvGrpSpPr>
        <p:cNvPr id="683" name="Shape 683"/>
        <p:cNvGrpSpPr/>
        <p:nvPr/>
      </p:nvGrpSpPr>
      <p:grpSpPr>
        <a:xfrm>
          <a:off x="0" y="0"/>
          <a:ext cx="0" cy="0"/>
          <a:chOff x="0" y="0"/>
          <a:chExt cx="0" cy="0"/>
        </a:xfrm>
      </p:grpSpPr>
      <p:sp>
        <p:nvSpPr>
          <p:cNvPr id="684" name="Google Shape;684;p129"/>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685" name="Google Shape;685;p129"/>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zul  #081754 Dark Blue" type="title">
  <p:cSld name="TITLE">
    <p:bg>
      <p:bgPr>
        <a:solidFill>
          <a:srgbClr val="081754"/>
        </a:solidFill>
      </p:bgPr>
    </p:bg>
    <p:spTree>
      <p:nvGrpSpPr>
        <p:cNvPr id="686" name="Shape 686"/>
        <p:cNvGrpSpPr/>
        <p:nvPr/>
      </p:nvGrpSpPr>
      <p:grpSpPr>
        <a:xfrm>
          <a:off x="0" y="0"/>
          <a:ext cx="0" cy="0"/>
          <a:chOff x="0" y="0"/>
          <a:chExt cx="0" cy="0"/>
        </a:xfrm>
      </p:grpSpPr>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marillo #f0d224">
  <p:cSld name="TITLE_6">
    <p:bg>
      <p:bgPr>
        <a:solidFill>
          <a:srgbClr val="F0D224"/>
        </a:solidFill>
      </p:bgPr>
    </p:bg>
    <p:spTree>
      <p:nvGrpSpPr>
        <p:cNvPr id="687" name="Shape 687"/>
        <p:cNvGrpSpPr/>
        <p:nvPr/>
      </p:nvGrpSpPr>
      <p:grpSpPr>
        <a:xfrm>
          <a:off x="0" y="0"/>
          <a:ext cx="0" cy="0"/>
          <a:chOff x="0" y="0"/>
          <a:chExt cx="0" cy="0"/>
        </a:xfrm>
      </p:grpSpPr>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p:cSld name="TITLE_4">
    <p:bg>
      <p:bgPr>
        <a:solidFill>
          <a:srgbClr val="1C42E8"/>
        </a:solidFill>
      </p:bgPr>
    </p:bg>
    <p:spTree>
      <p:nvGrpSpPr>
        <p:cNvPr id="688" name="Shape 688"/>
        <p:cNvGrpSpPr/>
        <p:nvPr/>
      </p:nvGrpSpPr>
      <p:grpSpPr>
        <a:xfrm>
          <a:off x="0" y="0"/>
          <a:ext cx="0" cy="0"/>
          <a:chOff x="0" y="0"/>
          <a:chExt cx="0" cy="0"/>
        </a:xfrm>
      </p:grpSpPr>
      <p:pic>
        <p:nvPicPr>
          <p:cNvPr id="689" name="Google Shape;689;p132"/>
          <p:cNvPicPr preferRelativeResize="0"/>
          <p:nvPr/>
        </p:nvPicPr>
        <p:blipFill rotWithShape="1">
          <a:blip r:embed="rId2">
            <a:alphaModFix/>
          </a:blip>
          <a:srcRect b="0" l="0" r="0" t="0"/>
          <a:stretch/>
        </p:blipFill>
        <p:spPr>
          <a:xfrm>
            <a:off x="909100" y="1824149"/>
            <a:ext cx="7325798" cy="1495200"/>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p:cSld name="TITLE_3_1">
    <p:bg>
      <p:bgPr>
        <a:solidFill>
          <a:schemeClr val="lt1"/>
        </a:solidFill>
      </p:bgPr>
    </p:bg>
    <p:spTree>
      <p:nvGrpSpPr>
        <p:cNvPr id="690" name="Shape 690"/>
        <p:cNvGrpSpPr/>
        <p:nvPr/>
      </p:nvGrpSpPr>
      <p:grpSpPr>
        <a:xfrm>
          <a:off x="0" y="0"/>
          <a:ext cx="0" cy="0"/>
          <a:chOff x="0" y="0"/>
          <a:chExt cx="0" cy="0"/>
        </a:xfrm>
      </p:grpSpPr>
      <p:pic>
        <p:nvPicPr>
          <p:cNvPr id="691" name="Google Shape;691;p133"/>
          <p:cNvPicPr preferRelativeResize="0"/>
          <p:nvPr/>
        </p:nvPicPr>
        <p:blipFill rotWithShape="1">
          <a:blip r:embed="rId2">
            <a:alphaModFix/>
          </a:blip>
          <a:srcRect b="0" l="0" r="0" t="0"/>
          <a:stretch/>
        </p:blipFill>
        <p:spPr>
          <a:xfrm>
            <a:off x="909100" y="1824150"/>
            <a:ext cx="7325778" cy="1495200"/>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Dark Blue">
  <p:cSld name="TITLE_4_1">
    <p:bg>
      <p:bgPr>
        <a:solidFill>
          <a:srgbClr val="081754"/>
        </a:solidFill>
      </p:bgPr>
    </p:bg>
    <p:spTree>
      <p:nvGrpSpPr>
        <p:cNvPr id="692" name="Shape 692"/>
        <p:cNvGrpSpPr/>
        <p:nvPr/>
      </p:nvGrpSpPr>
      <p:grpSpPr>
        <a:xfrm>
          <a:off x="0" y="0"/>
          <a:ext cx="0" cy="0"/>
          <a:chOff x="0" y="0"/>
          <a:chExt cx="0" cy="0"/>
        </a:xfrm>
      </p:grpSpPr>
      <p:pic>
        <p:nvPicPr>
          <p:cNvPr id="693" name="Google Shape;693;p134" title="Primary logo white.png"/>
          <p:cNvPicPr preferRelativeResize="0"/>
          <p:nvPr/>
        </p:nvPicPr>
        <p:blipFill rotWithShape="1">
          <a:blip r:embed="rId2">
            <a:alphaModFix/>
          </a:blip>
          <a:srcRect b="159" l="0" r="0" t="159"/>
          <a:stretch/>
        </p:blipFill>
        <p:spPr>
          <a:xfrm>
            <a:off x="709201" y="2076525"/>
            <a:ext cx="7725599" cy="1173200"/>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Dark Blue 1">
  <p:cSld name="TITLE_4_1_2">
    <p:bg>
      <p:bgPr>
        <a:solidFill>
          <a:srgbClr val="081754"/>
        </a:solidFill>
      </p:bgPr>
    </p:bg>
    <p:spTree>
      <p:nvGrpSpPr>
        <p:cNvPr id="694" name="Shape 694"/>
        <p:cNvGrpSpPr/>
        <p:nvPr/>
      </p:nvGrpSpPr>
      <p:grpSpPr>
        <a:xfrm>
          <a:off x="0" y="0"/>
          <a:ext cx="0" cy="0"/>
          <a:chOff x="0" y="0"/>
          <a:chExt cx="0" cy="0"/>
        </a:xfrm>
      </p:grpSpPr>
      <p:pic>
        <p:nvPicPr>
          <p:cNvPr id="695" name="Google Shape;695;p135" title="BEmpresas_Logo.png"/>
          <p:cNvPicPr preferRelativeResize="0"/>
          <p:nvPr/>
        </p:nvPicPr>
        <p:blipFill rotWithShape="1">
          <a:blip r:embed="rId2">
            <a:alphaModFix/>
          </a:blip>
          <a:srcRect b="0" l="0" r="0" t="0"/>
          <a:stretch/>
        </p:blipFill>
        <p:spPr>
          <a:xfrm>
            <a:off x="658925" y="2324875"/>
            <a:ext cx="7775875" cy="676491"/>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1">
  <p:cSld name="TITLE_3_1_1">
    <p:bg>
      <p:bgPr>
        <a:solidFill>
          <a:schemeClr val="lt1"/>
        </a:solidFill>
      </p:bgPr>
    </p:bg>
    <p:spTree>
      <p:nvGrpSpPr>
        <p:cNvPr id="696" name="Shape 696"/>
        <p:cNvGrpSpPr/>
        <p:nvPr/>
      </p:nvGrpSpPr>
      <p:grpSpPr>
        <a:xfrm>
          <a:off x="0" y="0"/>
          <a:ext cx="0" cy="0"/>
          <a:chOff x="0" y="0"/>
          <a:chExt cx="0" cy="0"/>
        </a:xfrm>
      </p:grpSpPr>
      <p:pic>
        <p:nvPicPr>
          <p:cNvPr id="697" name="Google Shape;697;p136" title="primary logo .png"/>
          <p:cNvPicPr preferRelativeResize="0"/>
          <p:nvPr/>
        </p:nvPicPr>
        <p:blipFill rotWithShape="1">
          <a:blip r:embed="rId2">
            <a:alphaModFix/>
          </a:blip>
          <a:srcRect b="0" l="0" r="0" t="0"/>
          <a:stretch/>
        </p:blipFill>
        <p:spPr>
          <a:xfrm>
            <a:off x="709201" y="2076525"/>
            <a:ext cx="7725599" cy="1173200"/>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Medium Blue">
  <p:cSld name="TITLE_4_1_1">
    <p:bg>
      <p:bgPr>
        <a:solidFill>
          <a:srgbClr val="05297A"/>
        </a:solidFill>
      </p:bgPr>
    </p:bg>
    <p:spTree>
      <p:nvGrpSpPr>
        <p:cNvPr id="698" name="Shape 698"/>
        <p:cNvGrpSpPr/>
        <p:nvPr/>
      </p:nvGrpSpPr>
      <p:grpSpPr>
        <a:xfrm>
          <a:off x="0" y="0"/>
          <a:ext cx="0" cy="0"/>
          <a:chOff x="0" y="0"/>
          <a:chExt cx="0" cy="0"/>
        </a:xfrm>
      </p:grpSpPr>
      <p:pic>
        <p:nvPicPr>
          <p:cNvPr id="699" name="Google Shape;699;p137" title="AforeCoppel_Logotipo-02.png"/>
          <p:cNvPicPr preferRelativeResize="0"/>
          <p:nvPr/>
        </p:nvPicPr>
        <p:blipFill rotWithShape="1">
          <a:blip r:embed="rId2">
            <a:alphaModFix/>
          </a:blip>
          <a:srcRect b="0" l="0" r="0" t="0"/>
          <a:stretch/>
        </p:blipFill>
        <p:spPr>
          <a:xfrm>
            <a:off x="641200" y="2077450"/>
            <a:ext cx="7861601" cy="1036450"/>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1 1">
  <p:cSld name="TITLE_3_1_1_1">
    <p:bg>
      <p:bgPr>
        <a:solidFill>
          <a:schemeClr val="lt1"/>
        </a:solidFill>
      </p:bgPr>
    </p:bg>
    <p:spTree>
      <p:nvGrpSpPr>
        <p:cNvPr id="700" name="Shape 700"/>
        <p:cNvGrpSpPr/>
        <p:nvPr/>
      </p:nvGrpSpPr>
      <p:grpSpPr>
        <a:xfrm>
          <a:off x="0" y="0"/>
          <a:ext cx="0" cy="0"/>
          <a:chOff x="0" y="0"/>
          <a:chExt cx="0" cy="0"/>
        </a:xfrm>
      </p:grpSpPr>
      <p:pic>
        <p:nvPicPr>
          <p:cNvPr id="701" name="Google Shape;701;p138" title="AforeCoppel_Logotipo-01.png"/>
          <p:cNvPicPr preferRelativeResize="0"/>
          <p:nvPr/>
        </p:nvPicPr>
        <p:blipFill rotWithShape="1">
          <a:blip r:embed="rId2">
            <a:alphaModFix/>
          </a:blip>
          <a:srcRect b="0" l="0" r="0" t="0"/>
          <a:stretch/>
        </p:blipFill>
        <p:spPr>
          <a:xfrm>
            <a:off x="641200" y="2077450"/>
            <a:ext cx="7861601" cy="1036450"/>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Portada Medium Blue">
  <p:cSld name="TITLE_5">
    <p:bg>
      <p:bgPr>
        <a:solidFill>
          <a:srgbClr val="05297A"/>
        </a:solidFill>
      </p:bgPr>
    </p:bg>
    <p:spTree>
      <p:nvGrpSpPr>
        <p:cNvPr id="702" name="Shape 702"/>
        <p:cNvGrpSpPr/>
        <p:nvPr/>
      </p:nvGrpSpPr>
      <p:grpSpPr>
        <a:xfrm>
          <a:off x="0" y="0"/>
          <a:ext cx="0" cy="0"/>
          <a:chOff x="0" y="0"/>
          <a:chExt cx="0" cy="0"/>
        </a:xfrm>
      </p:grpSpPr>
      <p:sp>
        <p:nvSpPr>
          <p:cNvPr id="703" name="Google Shape;703;p139"/>
          <p:cNvSpPr/>
          <p:nvPr/>
        </p:nvSpPr>
        <p:spPr>
          <a:xfrm>
            <a:off x="6401900" y="0"/>
            <a:ext cx="5143500" cy="5143500"/>
          </a:xfrm>
          <a:prstGeom prst="ellipse">
            <a:avLst/>
          </a:prstGeom>
          <a:solidFill>
            <a:srgbClr val="F0D2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Portada Dark Blue">
  <p:cSld name="TITLE_5_1">
    <p:bg>
      <p:bgPr>
        <a:solidFill>
          <a:srgbClr val="081754"/>
        </a:solidFill>
      </p:bgPr>
    </p:bg>
    <p:spTree>
      <p:nvGrpSpPr>
        <p:cNvPr id="704" name="Shape 704"/>
        <p:cNvGrpSpPr/>
        <p:nvPr/>
      </p:nvGrpSpPr>
      <p:grpSpPr>
        <a:xfrm>
          <a:off x="0" y="0"/>
          <a:ext cx="0" cy="0"/>
          <a:chOff x="0" y="0"/>
          <a:chExt cx="0" cy="0"/>
        </a:xfrm>
      </p:grpSpPr>
      <p:sp>
        <p:nvSpPr>
          <p:cNvPr id="705" name="Google Shape;705;p140"/>
          <p:cNvSpPr/>
          <p:nvPr/>
        </p:nvSpPr>
        <p:spPr>
          <a:xfrm>
            <a:off x="6401900" y="0"/>
            <a:ext cx="5143500" cy="5143500"/>
          </a:xfrm>
          <a:prstGeom prst="ellipse">
            <a:avLst/>
          </a:prstGeom>
          <a:solidFill>
            <a:srgbClr val="F0D2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Gris 1">
  <p:cSld name="TITLE_1_1_3_4_1">
    <p:bg>
      <p:bgPr>
        <a:solidFill>
          <a:srgbClr val="C9C9C9"/>
        </a:solidFill>
      </p:bgPr>
    </p:bg>
    <p:spTree>
      <p:nvGrpSpPr>
        <p:cNvPr id="706" name="Shape 706"/>
        <p:cNvGrpSpPr/>
        <p:nvPr/>
      </p:nvGrpSpPr>
      <p:grpSpPr>
        <a:xfrm>
          <a:off x="0" y="0"/>
          <a:ext cx="0" cy="0"/>
          <a:chOff x="0" y="0"/>
          <a:chExt cx="0" cy="0"/>
        </a:xfrm>
      </p:grpSpPr>
      <p:sp>
        <p:nvSpPr>
          <p:cNvPr id="707" name="Google Shape;707;p141"/>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708" name="Google Shape;708;p141"/>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zul #05297A Medium Blue">
  <p:cSld name="TITLE_1_1_3_1">
    <p:bg>
      <p:bgPr>
        <a:solidFill>
          <a:srgbClr val="05297A"/>
        </a:solidFill>
      </p:bgPr>
    </p:bg>
    <p:spTree>
      <p:nvGrpSpPr>
        <p:cNvPr id="709" name="Shape 709"/>
        <p:cNvGrpSpPr/>
        <p:nvPr/>
      </p:nvGrpSpPr>
      <p:grpSpPr>
        <a:xfrm>
          <a:off x="0" y="0"/>
          <a:ext cx="0" cy="0"/>
          <a:chOff x="0" y="0"/>
          <a:chExt cx="0" cy="0"/>
        </a:xfrm>
      </p:grpSpPr>
      <p:sp>
        <p:nvSpPr>
          <p:cNvPr id="710" name="Google Shape;710;p142"/>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711" name="Google Shape;711;p142"/>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chemeClr val="lt1"/>
                </a:solidFill>
                <a:latin typeface="Helvetica Neue"/>
                <a:ea typeface="Helvetica Neue"/>
                <a:cs typeface="Helvetica Neue"/>
                <a:sym typeface="Helvetica Neue"/>
              </a:rPr>
              <a:t>Título de la presentación</a:t>
            </a:r>
            <a:endParaRPr b="0"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1754 Dark Blue">
  <p:cSld name="TITLE_1_1_3_1_1">
    <p:bg>
      <p:bgPr>
        <a:solidFill>
          <a:srgbClr val="081754"/>
        </a:solidFill>
      </p:bgPr>
    </p:bg>
    <p:spTree>
      <p:nvGrpSpPr>
        <p:cNvPr id="712" name="Shape 712"/>
        <p:cNvGrpSpPr/>
        <p:nvPr/>
      </p:nvGrpSpPr>
      <p:grpSpPr>
        <a:xfrm>
          <a:off x="0" y="0"/>
          <a:ext cx="0" cy="0"/>
          <a:chOff x="0" y="0"/>
          <a:chExt cx="0" cy="0"/>
        </a:xfrm>
      </p:grpSpPr>
      <p:sp>
        <p:nvSpPr>
          <p:cNvPr id="713" name="Google Shape;713;p143"/>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714" name="Google Shape;714;p143"/>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chemeClr val="lt1"/>
                </a:solidFill>
                <a:latin typeface="Helvetica Neue"/>
                <a:ea typeface="Helvetica Neue"/>
                <a:cs typeface="Helvetica Neue"/>
                <a:sym typeface="Helvetica Neue"/>
              </a:rPr>
              <a:t>Título de la presentación</a:t>
            </a:r>
            <a:endParaRPr b="0"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Negro">
  <p:cSld name="TITLE_1_1_3_1_1_1">
    <p:bg>
      <p:bgPr>
        <a:solidFill>
          <a:srgbClr val="2E2E2E"/>
        </a:solidFill>
      </p:bgPr>
    </p:bg>
    <p:spTree>
      <p:nvGrpSpPr>
        <p:cNvPr id="715" name="Shape 715"/>
        <p:cNvGrpSpPr/>
        <p:nvPr/>
      </p:nvGrpSpPr>
      <p:grpSpPr>
        <a:xfrm>
          <a:off x="0" y="0"/>
          <a:ext cx="0" cy="0"/>
          <a:chOff x="0" y="0"/>
          <a:chExt cx="0" cy="0"/>
        </a:xfrm>
      </p:grpSpPr>
      <p:sp>
        <p:nvSpPr>
          <p:cNvPr id="716" name="Google Shape;716;p144"/>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717" name="Google Shape;717;p144"/>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chemeClr val="lt1"/>
                </a:solidFill>
                <a:latin typeface="Helvetica Neue"/>
                <a:ea typeface="Helvetica Neue"/>
                <a:cs typeface="Helvetica Neue"/>
                <a:sym typeface="Helvetica Neue"/>
              </a:rPr>
              <a:t>Título de la presentación</a:t>
            </a:r>
            <a:endParaRPr b="0"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marillo #f0d224">
  <p:cSld name="TITLE_1_1_3_1_1_2">
    <p:bg>
      <p:bgPr>
        <a:solidFill>
          <a:srgbClr val="F0D224"/>
        </a:solidFill>
      </p:bgPr>
    </p:bg>
    <p:spTree>
      <p:nvGrpSpPr>
        <p:cNvPr id="718" name="Shape 718"/>
        <p:cNvGrpSpPr/>
        <p:nvPr/>
      </p:nvGrpSpPr>
      <p:grpSpPr>
        <a:xfrm>
          <a:off x="0" y="0"/>
          <a:ext cx="0" cy="0"/>
          <a:chOff x="0" y="0"/>
          <a:chExt cx="0" cy="0"/>
        </a:xfrm>
      </p:grpSpPr>
      <p:sp>
        <p:nvSpPr>
          <p:cNvPr id="719" name="Google Shape;719;p145"/>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720" name="Google Shape;720;p145"/>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 Negro">
  <p:cSld name="TITLE_1_1_1_1_1_1">
    <p:bg>
      <p:bgPr>
        <a:solidFill>
          <a:srgbClr val="323232"/>
        </a:solidFill>
      </p:bgPr>
    </p:bg>
    <p:spTree>
      <p:nvGrpSpPr>
        <p:cNvPr id="721" name="Shape 721"/>
        <p:cNvGrpSpPr/>
        <p:nvPr/>
      </p:nvGrpSpPr>
      <p:grpSpPr>
        <a:xfrm>
          <a:off x="0" y="0"/>
          <a:ext cx="0" cy="0"/>
          <a:chOff x="0" y="0"/>
          <a:chExt cx="0" cy="0"/>
        </a:xfrm>
      </p:grpSpPr>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 Blanco">
  <p:cSld name="TITLE_1_1_1_1_1_1_1">
    <p:bg>
      <p:bgPr>
        <a:solidFill>
          <a:schemeClr val="lt1"/>
        </a:solidFill>
      </p:bgPr>
    </p:bg>
    <p:spTree>
      <p:nvGrpSpPr>
        <p:cNvPr id="722" name="Shape 722"/>
        <p:cNvGrpSpPr/>
        <p:nvPr/>
      </p:nvGrpSpPr>
      <p:grpSpPr>
        <a:xfrm>
          <a:off x="0" y="0"/>
          <a:ext cx="0" cy="0"/>
          <a:chOff x="0" y="0"/>
          <a:chExt cx="0" cy="0"/>
        </a:xfrm>
      </p:grpSpPr>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1">
  <p:cSld name="TITLE_1_1_3_3">
    <p:bg>
      <p:bgPr>
        <a:solidFill>
          <a:schemeClr val="lt1"/>
        </a:solidFill>
      </p:bgPr>
    </p:bg>
    <p:spTree>
      <p:nvGrpSpPr>
        <p:cNvPr id="723" name="Shape 723"/>
        <p:cNvGrpSpPr/>
        <p:nvPr/>
      </p:nvGrpSpPr>
      <p:grpSpPr>
        <a:xfrm>
          <a:off x="0" y="0"/>
          <a:ext cx="0" cy="0"/>
          <a:chOff x="0" y="0"/>
          <a:chExt cx="0" cy="0"/>
        </a:xfrm>
      </p:grpSpPr>
      <p:sp>
        <p:nvSpPr>
          <p:cNvPr id="724" name="Google Shape;724;p148"/>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725" name="Google Shape;725;p148"/>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sp>
        <p:nvSpPr>
          <p:cNvPr id="726" name="Google Shape;726;p148"/>
          <p:cNvSpPr txBox="1"/>
          <p:nvPr/>
        </p:nvSpPr>
        <p:spPr>
          <a:xfrm>
            <a:off x="3487025" y="130707"/>
            <a:ext cx="15606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Departamento al que pertenece</a:t>
            </a:r>
            <a:endParaRPr b="0"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Gris">
  <p:cSld name="TITLE_1_1_3_4">
    <p:bg>
      <p:bgPr>
        <a:solidFill>
          <a:schemeClr val="lt2"/>
        </a:solidFill>
      </p:bgPr>
    </p:bg>
    <p:spTree>
      <p:nvGrpSpPr>
        <p:cNvPr id="731" name="Shape 731"/>
        <p:cNvGrpSpPr/>
        <p:nvPr/>
      </p:nvGrpSpPr>
      <p:grpSpPr>
        <a:xfrm>
          <a:off x="0" y="0"/>
          <a:ext cx="0" cy="0"/>
          <a:chOff x="0" y="0"/>
          <a:chExt cx="0" cy="0"/>
        </a:xfrm>
      </p:grpSpPr>
      <p:sp>
        <p:nvSpPr>
          <p:cNvPr id="732" name="Google Shape;732;p150"/>
          <p:cNvSpPr txBox="1"/>
          <p:nvPr/>
        </p:nvSpPr>
        <p:spPr>
          <a:xfrm>
            <a:off x="257117" y="130706"/>
            <a:ext cx="16557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Ecosistemas de Transformación</a:t>
            </a:r>
            <a:endParaRPr b="0" i="0" sz="600" u="none" cap="none" strike="noStrike">
              <a:solidFill>
                <a:srgbClr val="00287F"/>
              </a:solidFill>
              <a:latin typeface="Helvetica Neue"/>
              <a:ea typeface="Helvetica Neue"/>
              <a:cs typeface="Helvetica Neue"/>
              <a:sym typeface="Helvetica Neue"/>
            </a:endParaRPr>
          </a:p>
        </p:txBody>
      </p:sp>
      <p:pic>
        <p:nvPicPr>
          <p:cNvPr id="733" name="Google Shape;733;p150"/>
          <p:cNvPicPr preferRelativeResize="0"/>
          <p:nvPr/>
        </p:nvPicPr>
        <p:blipFill rotWithShape="1">
          <a:blip r:embed="rId2">
            <a:alphaModFix/>
          </a:blip>
          <a:srcRect b="0" l="0" r="0" t="0"/>
          <a:stretch/>
        </p:blipFill>
        <p:spPr>
          <a:xfrm>
            <a:off x="317827" y="4646438"/>
            <a:ext cx="781466" cy="362119"/>
          </a:xfrm>
          <a:prstGeom prst="rect">
            <a:avLst/>
          </a:prstGeom>
          <a:noFill/>
          <a:ln>
            <a:noFill/>
          </a:ln>
        </p:spPr>
      </p:pic>
      <p:pic>
        <p:nvPicPr>
          <p:cNvPr id="734" name="Google Shape;734;p150" title="primary logo .png"/>
          <p:cNvPicPr preferRelativeResize="0"/>
          <p:nvPr/>
        </p:nvPicPr>
        <p:blipFill rotWithShape="1">
          <a:blip r:embed="rId3">
            <a:alphaModFix/>
          </a:blip>
          <a:srcRect b="0" l="0" r="0" t="0"/>
          <a:stretch/>
        </p:blipFill>
        <p:spPr>
          <a:xfrm>
            <a:off x="7917038" y="4768163"/>
            <a:ext cx="948751" cy="144075"/>
          </a:xfrm>
          <a:prstGeom prst="rect">
            <a:avLst/>
          </a:prstGeom>
          <a:noFill/>
          <a:ln>
            <a:noFill/>
          </a:ln>
        </p:spPr>
      </p:pic>
      <p:sp>
        <p:nvSpPr>
          <p:cNvPr id="735" name="Google Shape;735;p150"/>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p:cSld name="TITLE_1_1_3">
    <p:bg>
      <p:bgPr>
        <a:solidFill>
          <a:schemeClr val="lt1"/>
        </a:solidFill>
      </p:bgPr>
    </p:bg>
    <p:spTree>
      <p:nvGrpSpPr>
        <p:cNvPr id="736" name="Shape 736"/>
        <p:cNvGrpSpPr/>
        <p:nvPr/>
      </p:nvGrpSpPr>
      <p:grpSpPr>
        <a:xfrm>
          <a:off x="0" y="0"/>
          <a:ext cx="0" cy="0"/>
          <a:chOff x="0" y="0"/>
          <a:chExt cx="0" cy="0"/>
        </a:xfrm>
      </p:grpSpPr>
      <p:sp>
        <p:nvSpPr>
          <p:cNvPr id="737" name="Google Shape;737;p151"/>
          <p:cNvSpPr txBox="1"/>
          <p:nvPr/>
        </p:nvSpPr>
        <p:spPr>
          <a:xfrm>
            <a:off x="257117" y="130706"/>
            <a:ext cx="16557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Ecosistemas de Transformación</a:t>
            </a:r>
            <a:endParaRPr b="0" i="0" sz="600" u="none" cap="none" strike="noStrike">
              <a:solidFill>
                <a:srgbClr val="00287F"/>
              </a:solidFill>
              <a:latin typeface="Helvetica Neue"/>
              <a:ea typeface="Helvetica Neue"/>
              <a:cs typeface="Helvetica Neue"/>
              <a:sym typeface="Helvetica Neue"/>
            </a:endParaRPr>
          </a:p>
        </p:txBody>
      </p:sp>
      <p:sp>
        <p:nvSpPr>
          <p:cNvPr id="738" name="Google Shape;738;p151"/>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pic>
        <p:nvPicPr>
          <p:cNvPr id="739" name="Google Shape;739;p151"/>
          <p:cNvPicPr preferRelativeResize="0"/>
          <p:nvPr/>
        </p:nvPicPr>
        <p:blipFill rotWithShape="1">
          <a:blip r:embed="rId2">
            <a:alphaModFix/>
          </a:blip>
          <a:srcRect b="0" l="0" r="0" t="0"/>
          <a:stretch/>
        </p:blipFill>
        <p:spPr>
          <a:xfrm>
            <a:off x="317827" y="4646438"/>
            <a:ext cx="781466" cy="362119"/>
          </a:xfrm>
          <a:prstGeom prst="rect">
            <a:avLst/>
          </a:prstGeom>
          <a:noFill/>
          <a:ln>
            <a:noFill/>
          </a:ln>
        </p:spPr>
      </p:pic>
      <p:pic>
        <p:nvPicPr>
          <p:cNvPr id="740" name="Google Shape;740;p151" title="primary logo .png"/>
          <p:cNvPicPr preferRelativeResize="0"/>
          <p:nvPr/>
        </p:nvPicPr>
        <p:blipFill rotWithShape="1">
          <a:blip r:embed="rId3">
            <a:alphaModFix/>
          </a:blip>
          <a:srcRect b="0" l="0" r="0" t="0"/>
          <a:stretch/>
        </p:blipFill>
        <p:spPr>
          <a:xfrm>
            <a:off x="7917038" y="4768163"/>
            <a:ext cx="948751" cy="144075"/>
          </a:xfrm>
          <a:prstGeom prst="rect">
            <a:avLst/>
          </a:prstGeom>
          <a:noFill/>
          <a:ln>
            <a:noFill/>
          </a:ln>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zul  #081754 Dark Blue" type="title">
  <p:cSld name="TITLE">
    <p:bg>
      <p:bgPr>
        <a:solidFill>
          <a:srgbClr val="081754"/>
        </a:solidFill>
      </p:bgPr>
    </p:bg>
    <p:spTree>
      <p:nvGrpSpPr>
        <p:cNvPr id="741" name="Shape 741"/>
        <p:cNvGrpSpPr/>
        <p:nvPr/>
      </p:nvGrpSpPr>
      <p:grpSpPr>
        <a:xfrm>
          <a:off x="0" y="0"/>
          <a:ext cx="0" cy="0"/>
          <a:chOff x="0" y="0"/>
          <a:chExt cx="0" cy="0"/>
        </a:xfrm>
      </p:grpSpPr>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marillo #f0d224">
  <p:cSld name="TITLE_6">
    <p:bg>
      <p:bgPr>
        <a:solidFill>
          <a:srgbClr val="F0D224"/>
        </a:solidFill>
      </p:bgPr>
    </p:bg>
    <p:spTree>
      <p:nvGrpSpPr>
        <p:cNvPr id="742" name="Shape 742"/>
        <p:cNvGrpSpPr/>
        <p:nvPr/>
      </p:nvGrpSpPr>
      <p:grpSpPr>
        <a:xfrm>
          <a:off x="0" y="0"/>
          <a:ext cx="0" cy="0"/>
          <a:chOff x="0" y="0"/>
          <a:chExt cx="0" cy="0"/>
        </a:xfrm>
      </p:grpSpPr>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p:cSld name="TITLE_4">
    <p:bg>
      <p:bgPr>
        <a:solidFill>
          <a:srgbClr val="1C42E8"/>
        </a:solidFill>
      </p:bgPr>
    </p:bg>
    <p:spTree>
      <p:nvGrpSpPr>
        <p:cNvPr id="743" name="Shape 743"/>
        <p:cNvGrpSpPr/>
        <p:nvPr/>
      </p:nvGrpSpPr>
      <p:grpSpPr>
        <a:xfrm>
          <a:off x="0" y="0"/>
          <a:ext cx="0" cy="0"/>
          <a:chOff x="0" y="0"/>
          <a:chExt cx="0" cy="0"/>
        </a:xfrm>
      </p:grpSpPr>
      <p:pic>
        <p:nvPicPr>
          <p:cNvPr id="744" name="Google Shape;744;p154"/>
          <p:cNvPicPr preferRelativeResize="0"/>
          <p:nvPr/>
        </p:nvPicPr>
        <p:blipFill rotWithShape="1">
          <a:blip r:embed="rId2">
            <a:alphaModFix/>
          </a:blip>
          <a:srcRect b="0" l="0" r="0" t="0"/>
          <a:stretch/>
        </p:blipFill>
        <p:spPr>
          <a:xfrm>
            <a:off x="909100" y="1824149"/>
            <a:ext cx="7325798" cy="1495200"/>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p:cSld name="TITLE_3_1">
    <p:bg>
      <p:bgPr>
        <a:solidFill>
          <a:schemeClr val="lt1"/>
        </a:solidFill>
      </p:bgPr>
    </p:bg>
    <p:spTree>
      <p:nvGrpSpPr>
        <p:cNvPr id="745" name="Shape 745"/>
        <p:cNvGrpSpPr/>
        <p:nvPr/>
      </p:nvGrpSpPr>
      <p:grpSpPr>
        <a:xfrm>
          <a:off x="0" y="0"/>
          <a:ext cx="0" cy="0"/>
          <a:chOff x="0" y="0"/>
          <a:chExt cx="0" cy="0"/>
        </a:xfrm>
      </p:grpSpPr>
      <p:pic>
        <p:nvPicPr>
          <p:cNvPr id="746" name="Google Shape;746;p155"/>
          <p:cNvPicPr preferRelativeResize="0"/>
          <p:nvPr/>
        </p:nvPicPr>
        <p:blipFill rotWithShape="1">
          <a:blip r:embed="rId2">
            <a:alphaModFix/>
          </a:blip>
          <a:srcRect b="0" l="0" r="0" t="0"/>
          <a:stretch/>
        </p:blipFill>
        <p:spPr>
          <a:xfrm>
            <a:off x="909100" y="1824150"/>
            <a:ext cx="7325778" cy="1495200"/>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Dark Blue">
  <p:cSld name="TITLE_4_1">
    <p:bg>
      <p:bgPr>
        <a:solidFill>
          <a:srgbClr val="081754"/>
        </a:solidFill>
      </p:bgPr>
    </p:bg>
    <p:spTree>
      <p:nvGrpSpPr>
        <p:cNvPr id="747" name="Shape 747"/>
        <p:cNvGrpSpPr/>
        <p:nvPr/>
      </p:nvGrpSpPr>
      <p:grpSpPr>
        <a:xfrm>
          <a:off x="0" y="0"/>
          <a:ext cx="0" cy="0"/>
          <a:chOff x="0" y="0"/>
          <a:chExt cx="0" cy="0"/>
        </a:xfrm>
      </p:grpSpPr>
      <p:pic>
        <p:nvPicPr>
          <p:cNvPr id="748" name="Google Shape;748;p156" title="Primary logo white.png"/>
          <p:cNvPicPr preferRelativeResize="0"/>
          <p:nvPr/>
        </p:nvPicPr>
        <p:blipFill rotWithShape="1">
          <a:blip r:embed="rId2">
            <a:alphaModFix/>
          </a:blip>
          <a:srcRect b="159" l="0" r="0" t="159"/>
          <a:stretch/>
        </p:blipFill>
        <p:spPr>
          <a:xfrm>
            <a:off x="709201" y="2076525"/>
            <a:ext cx="7725599" cy="1173200"/>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Dark Blue 1">
  <p:cSld name="TITLE_4_1_2">
    <p:bg>
      <p:bgPr>
        <a:solidFill>
          <a:srgbClr val="081754"/>
        </a:solidFill>
      </p:bgPr>
    </p:bg>
    <p:spTree>
      <p:nvGrpSpPr>
        <p:cNvPr id="749" name="Shape 749"/>
        <p:cNvGrpSpPr/>
        <p:nvPr/>
      </p:nvGrpSpPr>
      <p:grpSpPr>
        <a:xfrm>
          <a:off x="0" y="0"/>
          <a:ext cx="0" cy="0"/>
          <a:chOff x="0" y="0"/>
          <a:chExt cx="0" cy="0"/>
        </a:xfrm>
      </p:grpSpPr>
      <p:pic>
        <p:nvPicPr>
          <p:cNvPr id="750" name="Google Shape;750;p157" title="BEmpresas_Logo.png"/>
          <p:cNvPicPr preferRelativeResize="0"/>
          <p:nvPr/>
        </p:nvPicPr>
        <p:blipFill rotWithShape="1">
          <a:blip r:embed="rId2">
            <a:alphaModFix/>
          </a:blip>
          <a:srcRect b="0" l="0" r="0" t="0"/>
          <a:stretch/>
        </p:blipFill>
        <p:spPr>
          <a:xfrm>
            <a:off x="658925" y="2324875"/>
            <a:ext cx="7775875" cy="676491"/>
          </a:xfrm>
          <a:prstGeom prst="rect">
            <a:avLst/>
          </a:prstGeom>
          <a:noFill/>
          <a:ln>
            <a:noFill/>
          </a:ln>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1">
  <p:cSld name="TITLE_3_1_1">
    <p:bg>
      <p:bgPr>
        <a:solidFill>
          <a:schemeClr val="lt1"/>
        </a:solidFill>
      </p:bgPr>
    </p:bg>
    <p:spTree>
      <p:nvGrpSpPr>
        <p:cNvPr id="751" name="Shape 751"/>
        <p:cNvGrpSpPr/>
        <p:nvPr/>
      </p:nvGrpSpPr>
      <p:grpSpPr>
        <a:xfrm>
          <a:off x="0" y="0"/>
          <a:ext cx="0" cy="0"/>
          <a:chOff x="0" y="0"/>
          <a:chExt cx="0" cy="0"/>
        </a:xfrm>
      </p:grpSpPr>
      <p:pic>
        <p:nvPicPr>
          <p:cNvPr id="752" name="Google Shape;752;p158" title="primary logo .png"/>
          <p:cNvPicPr preferRelativeResize="0"/>
          <p:nvPr/>
        </p:nvPicPr>
        <p:blipFill rotWithShape="1">
          <a:blip r:embed="rId2">
            <a:alphaModFix/>
          </a:blip>
          <a:srcRect b="0" l="0" r="0" t="0"/>
          <a:stretch/>
        </p:blipFill>
        <p:spPr>
          <a:xfrm>
            <a:off x="709201" y="2076525"/>
            <a:ext cx="7725599" cy="1173200"/>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Azul Medium Blue">
  <p:cSld name="TITLE_4_1_1">
    <p:bg>
      <p:bgPr>
        <a:solidFill>
          <a:srgbClr val="05297A"/>
        </a:solidFill>
      </p:bgPr>
    </p:bg>
    <p:spTree>
      <p:nvGrpSpPr>
        <p:cNvPr id="753" name="Shape 753"/>
        <p:cNvGrpSpPr/>
        <p:nvPr/>
      </p:nvGrpSpPr>
      <p:grpSpPr>
        <a:xfrm>
          <a:off x="0" y="0"/>
          <a:ext cx="0" cy="0"/>
          <a:chOff x="0" y="0"/>
          <a:chExt cx="0" cy="0"/>
        </a:xfrm>
      </p:grpSpPr>
      <p:pic>
        <p:nvPicPr>
          <p:cNvPr id="754" name="Google Shape;754;p159" title="AforeCoppel_Logotipo-02.png"/>
          <p:cNvPicPr preferRelativeResize="0"/>
          <p:nvPr/>
        </p:nvPicPr>
        <p:blipFill rotWithShape="1">
          <a:blip r:embed="rId2">
            <a:alphaModFix/>
          </a:blip>
          <a:srcRect b="0" l="0" r="0" t="0"/>
          <a:stretch/>
        </p:blipFill>
        <p:spPr>
          <a:xfrm>
            <a:off x="641200" y="2077450"/>
            <a:ext cx="7861601" cy="1036450"/>
          </a:xfrm>
          <a:prstGeom prst="rect">
            <a:avLst/>
          </a:prstGeom>
          <a:noFill/>
          <a:ln>
            <a:noFill/>
          </a:ln>
        </p:spPr>
      </p:pic>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anca 1 1">
  <p:cSld name="TITLE_3_1_1_1">
    <p:bg>
      <p:bgPr>
        <a:solidFill>
          <a:schemeClr val="lt1"/>
        </a:solidFill>
      </p:bgPr>
    </p:bg>
    <p:spTree>
      <p:nvGrpSpPr>
        <p:cNvPr id="755" name="Shape 755"/>
        <p:cNvGrpSpPr/>
        <p:nvPr/>
      </p:nvGrpSpPr>
      <p:grpSpPr>
        <a:xfrm>
          <a:off x="0" y="0"/>
          <a:ext cx="0" cy="0"/>
          <a:chOff x="0" y="0"/>
          <a:chExt cx="0" cy="0"/>
        </a:xfrm>
      </p:grpSpPr>
      <p:pic>
        <p:nvPicPr>
          <p:cNvPr id="756" name="Google Shape;756;p160" title="AforeCoppel_Logotipo-01.png"/>
          <p:cNvPicPr preferRelativeResize="0"/>
          <p:nvPr/>
        </p:nvPicPr>
        <p:blipFill rotWithShape="1">
          <a:blip r:embed="rId2">
            <a:alphaModFix/>
          </a:blip>
          <a:srcRect b="0" l="0" r="0" t="0"/>
          <a:stretch/>
        </p:blipFill>
        <p:spPr>
          <a:xfrm>
            <a:off x="641200" y="2077450"/>
            <a:ext cx="7861601" cy="1036450"/>
          </a:xfrm>
          <a:prstGeom prst="rect">
            <a:avLst/>
          </a:prstGeom>
          <a:noFill/>
          <a:ln>
            <a:noFill/>
          </a:ln>
        </p:spPr>
      </p:pic>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Portada Medium Blue">
  <p:cSld name="TITLE_5">
    <p:bg>
      <p:bgPr>
        <a:solidFill>
          <a:srgbClr val="05297A"/>
        </a:solidFill>
      </p:bgPr>
    </p:bg>
    <p:spTree>
      <p:nvGrpSpPr>
        <p:cNvPr id="757" name="Shape 757"/>
        <p:cNvGrpSpPr/>
        <p:nvPr/>
      </p:nvGrpSpPr>
      <p:grpSpPr>
        <a:xfrm>
          <a:off x="0" y="0"/>
          <a:ext cx="0" cy="0"/>
          <a:chOff x="0" y="0"/>
          <a:chExt cx="0" cy="0"/>
        </a:xfrm>
      </p:grpSpPr>
      <p:sp>
        <p:nvSpPr>
          <p:cNvPr id="758" name="Google Shape;758;p161"/>
          <p:cNvSpPr/>
          <p:nvPr/>
        </p:nvSpPr>
        <p:spPr>
          <a:xfrm>
            <a:off x="6401900" y="0"/>
            <a:ext cx="5143500" cy="5143500"/>
          </a:xfrm>
          <a:prstGeom prst="ellipse">
            <a:avLst/>
          </a:prstGeom>
          <a:solidFill>
            <a:srgbClr val="F0D2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Portada Dark Blue">
  <p:cSld name="TITLE_5_1">
    <p:bg>
      <p:bgPr>
        <a:solidFill>
          <a:srgbClr val="081754"/>
        </a:solidFill>
      </p:bgPr>
    </p:bg>
    <p:spTree>
      <p:nvGrpSpPr>
        <p:cNvPr id="759" name="Shape 759"/>
        <p:cNvGrpSpPr/>
        <p:nvPr/>
      </p:nvGrpSpPr>
      <p:grpSpPr>
        <a:xfrm>
          <a:off x="0" y="0"/>
          <a:ext cx="0" cy="0"/>
          <a:chOff x="0" y="0"/>
          <a:chExt cx="0" cy="0"/>
        </a:xfrm>
      </p:grpSpPr>
      <p:sp>
        <p:nvSpPr>
          <p:cNvPr id="760" name="Google Shape;760;p162"/>
          <p:cNvSpPr/>
          <p:nvPr/>
        </p:nvSpPr>
        <p:spPr>
          <a:xfrm>
            <a:off x="6401900" y="0"/>
            <a:ext cx="5143500" cy="5143500"/>
          </a:xfrm>
          <a:prstGeom prst="ellipse">
            <a:avLst/>
          </a:prstGeom>
          <a:solidFill>
            <a:srgbClr val="F0D2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Gris 1">
  <p:cSld name="TITLE_1_1_3_4_1">
    <p:bg>
      <p:bgPr>
        <a:solidFill>
          <a:srgbClr val="C9C9C9"/>
        </a:solidFill>
      </p:bgPr>
    </p:bg>
    <p:spTree>
      <p:nvGrpSpPr>
        <p:cNvPr id="761" name="Shape 761"/>
        <p:cNvGrpSpPr/>
        <p:nvPr/>
      </p:nvGrpSpPr>
      <p:grpSpPr>
        <a:xfrm>
          <a:off x="0" y="0"/>
          <a:ext cx="0" cy="0"/>
          <a:chOff x="0" y="0"/>
          <a:chExt cx="0" cy="0"/>
        </a:xfrm>
      </p:grpSpPr>
      <p:sp>
        <p:nvSpPr>
          <p:cNvPr id="762" name="Google Shape;762;p163"/>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763" name="Google Shape;763;p163"/>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zul #05297A Medium Blue">
  <p:cSld name="TITLE_1_1_3_1">
    <p:bg>
      <p:bgPr>
        <a:solidFill>
          <a:srgbClr val="05297A"/>
        </a:solidFill>
      </p:bgPr>
    </p:bg>
    <p:spTree>
      <p:nvGrpSpPr>
        <p:cNvPr id="764" name="Shape 764"/>
        <p:cNvGrpSpPr/>
        <p:nvPr/>
      </p:nvGrpSpPr>
      <p:grpSpPr>
        <a:xfrm>
          <a:off x="0" y="0"/>
          <a:ext cx="0" cy="0"/>
          <a:chOff x="0" y="0"/>
          <a:chExt cx="0" cy="0"/>
        </a:xfrm>
      </p:grpSpPr>
      <p:sp>
        <p:nvSpPr>
          <p:cNvPr id="765" name="Google Shape;765;p164"/>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766" name="Google Shape;766;p164"/>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chemeClr val="lt1"/>
                </a:solidFill>
                <a:latin typeface="Helvetica Neue"/>
                <a:ea typeface="Helvetica Neue"/>
                <a:cs typeface="Helvetica Neue"/>
                <a:sym typeface="Helvetica Neue"/>
              </a:rPr>
              <a:t>Título de la presentación</a:t>
            </a:r>
            <a:endParaRPr b="0"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1754 Dark Blue">
  <p:cSld name="TITLE_1_1_3_1_1">
    <p:bg>
      <p:bgPr>
        <a:solidFill>
          <a:srgbClr val="081754"/>
        </a:solidFill>
      </p:bgPr>
    </p:bg>
    <p:spTree>
      <p:nvGrpSpPr>
        <p:cNvPr id="767" name="Shape 767"/>
        <p:cNvGrpSpPr/>
        <p:nvPr/>
      </p:nvGrpSpPr>
      <p:grpSpPr>
        <a:xfrm>
          <a:off x="0" y="0"/>
          <a:ext cx="0" cy="0"/>
          <a:chOff x="0" y="0"/>
          <a:chExt cx="0" cy="0"/>
        </a:xfrm>
      </p:grpSpPr>
      <p:sp>
        <p:nvSpPr>
          <p:cNvPr id="768" name="Google Shape;768;p165"/>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769" name="Google Shape;769;p165"/>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chemeClr val="lt1"/>
                </a:solidFill>
                <a:latin typeface="Helvetica Neue"/>
                <a:ea typeface="Helvetica Neue"/>
                <a:cs typeface="Helvetica Neue"/>
                <a:sym typeface="Helvetica Neue"/>
              </a:rPr>
              <a:t>Título de la presentación</a:t>
            </a:r>
            <a:endParaRPr b="0"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Negro">
  <p:cSld name="TITLE_1_1_3_1_1_1">
    <p:bg>
      <p:bgPr>
        <a:solidFill>
          <a:srgbClr val="2E2E2E"/>
        </a:solidFill>
      </p:bgPr>
    </p:bg>
    <p:spTree>
      <p:nvGrpSpPr>
        <p:cNvPr id="770" name="Shape 770"/>
        <p:cNvGrpSpPr/>
        <p:nvPr/>
      </p:nvGrpSpPr>
      <p:grpSpPr>
        <a:xfrm>
          <a:off x="0" y="0"/>
          <a:ext cx="0" cy="0"/>
          <a:chOff x="0" y="0"/>
          <a:chExt cx="0" cy="0"/>
        </a:xfrm>
      </p:grpSpPr>
      <p:sp>
        <p:nvSpPr>
          <p:cNvPr id="771" name="Google Shape;771;p166"/>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772" name="Google Shape;772;p166"/>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chemeClr val="lt1"/>
                </a:solidFill>
                <a:latin typeface="Helvetica Neue"/>
                <a:ea typeface="Helvetica Neue"/>
                <a:cs typeface="Helvetica Neue"/>
                <a:sym typeface="Helvetica Neue"/>
              </a:rPr>
              <a:t>Título de la presentación</a:t>
            </a:r>
            <a:endParaRPr b="0" i="0" sz="6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marillo #f0d224">
  <p:cSld name="TITLE_1_1_3_1_1_2">
    <p:bg>
      <p:bgPr>
        <a:solidFill>
          <a:srgbClr val="F0D224"/>
        </a:solidFill>
      </p:bgPr>
    </p:bg>
    <p:spTree>
      <p:nvGrpSpPr>
        <p:cNvPr id="773" name="Shape 773"/>
        <p:cNvGrpSpPr/>
        <p:nvPr/>
      </p:nvGrpSpPr>
      <p:grpSpPr>
        <a:xfrm>
          <a:off x="0" y="0"/>
          <a:ext cx="0" cy="0"/>
          <a:chOff x="0" y="0"/>
          <a:chExt cx="0" cy="0"/>
        </a:xfrm>
      </p:grpSpPr>
      <p:sp>
        <p:nvSpPr>
          <p:cNvPr id="774" name="Google Shape;774;p167"/>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775" name="Google Shape;775;p167"/>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 Negro">
  <p:cSld name="TITLE_1_1_1_1_1_1">
    <p:bg>
      <p:bgPr>
        <a:solidFill>
          <a:srgbClr val="323232"/>
        </a:solidFill>
      </p:bgPr>
    </p:bg>
    <p:spTree>
      <p:nvGrpSpPr>
        <p:cNvPr id="776" name="Shape 776"/>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 Blanco">
  <p:cSld name="TITLE_1_1_1_1_1_1_1">
    <p:bg>
      <p:bgPr>
        <a:solidFill>
          <a:schemeClr val="lt1"/>
        </a:solidFill>
      </p:bgPr>
    </p:bg>
    <p:spTree>
      <p:nvGrpSpPr>
        <p:cNvPr id="777" name="Shape 777"/>
        <p:cNvGrpSpPr/>
        <p:nvPr/>
      </p:nvGrpSpPr>
      <p:grpSpPr>
        <a:xfrm>
          <a:off x="0" y="0"/>
          <a:ext cx="0" cy="0"/>
          <a:chOff x="0" y="0"/>
          <a:chExt cx="0" cy="0"/>
        </a:xfrm>
      </p:grpSpPr>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ción Fondo Blanco 1">
  <p:cSld name="TITLE_1_1_3_3">
    <p:bg>
      <p:bgPr>
        <a:solidFill>
          <a:schemeClr val="lt1"/>
        </a:solidFill>
      </p:bgPr>
    </p:bg>
    <p:spTree>
      <p:nvGrpSpPr>
        <p:cNvPr id="778" name="Shape 778"/>
        <p:cNvGrpSpPr/>
        <p:nvPr/>
      </p:nvGrpSpPr>
      <p:grpSpPr>
        <a:xfrm>
          <a:off x="0" y="0"/>
          <a:ext cx="0" cy="0"/>
          <a:chOff x="0" y="0"/>
          <a:chExt cx="0" cy="0"/>
        </a:xfrm>
      </p:grpSpPr>
      <p:sp>
        <p:nvSpPr>
          <p:cNvPr id="779" name="Google Shape;779;p170"/>
          <p:cNvSpPr txBox="1"/>
          <p:nvPr/>
        </p:nvSpPr>
        <p:spPr>
          <a:xfrm>
            <a:off x="8624125" y="130707"/>
            <a:ext cx="425400" cy="2769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s" sz="600" u="none" cap="none" strike="noStrike">
                <a:solidFill>
                  <a:srgbClr val="00287F"/>
                </a:solidFill>
                <a:latin typeface="Arial"/>
                <a:ea typeface="Arial"/>
                <a:cs typeface="Arial"/>
                <a:sym typeface="Arial"/>
              </a:rPr>
              <a:t>‹#›</a:t>
            </a:fld>
            <a:endParaRPr b="0" i="0" sz="600" u="none" cap="none" strike="noStrike">
              <a:solidFill>
                <a:srgbClr val="00287F"/>
              </a:solidFill>
              <a:latin typeface="Arial"/>
              <a:ea typeface="Arial"/>
              <a:cs typeface="Arial"/>
              <a:sym typeface="Arial"/>
            </a:endParaRPr>
          </a:p>
        </p:txBody>
      </p:sp>
      <p:sp>
        <p:nvSpPr>
          <p:cNvPr id="780" name="Google Shape;780;p170"/>
          <p:cNvSpPr txBox="1"/>
          <p:nvPr/>
        </p:nvSpPr>
        <p:spPr>
          <a:xfrm>
            <a:off x="257125" y="130706"/>
            <a:ext cx="12489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Título de la presentación</a:t>
            </a:r>
            <a:endParaRPr b="0" i="0" sz="600" u="none" cap="none" strike="noStrike">
              <a:solidFill>
                <a:srgbClr val="00287F"/>
              </a:solidFill>
              <a:latin typeface="Helvetica Neue"/>
              <a:ea typeface="Helvetica Neue"/>
              <a:cs typeface="Helvetica Neue"/>
              <a:sym typeface="Helvetica Neue"/>
            </a:endParaRPr>
          </a:p>
        </p:txBody>
      </p:sp>
      <p:sp>
        <p:nvSpPr>
          <p:cNvPr id="781" name="Google Shape;781;p170"/>
          <p:cNvSpPr txBox="1"/>
          <p:nvPr/>
        </p:nvSpPr>
        <p:spPr>
          <a:xfrm>
            <a:off x="3487025" y="130707"/>
            <a:ext cx="15606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287F"/>
                </a:solidFill>
                <a:latin typeface="Helvetica Neue"/>
                <a:ea typeface="Helvetica Neue"/>
                <a:cs typeface="Helvetica Neue"/>
                <a:sym typeface="Helvetica Neue"/>
              </a:rPr>
              <a:t>Departamento al que pertenece</a:t>
            </a:r>
            <a:endParaRPr b="0" i="0" sz="600" u="none" cap="none" strike="noStrike">
              <a:solidFill>
                <a:srgbClr val="00287F"/>
              </a:solidFill>
              <a:latin typeface="Helvetica Neue"/>
              <a:ea typeface="Helvetica Neue"/>
              <a:cs typeface="Helvetica Neue"/>
              <a:sym typeface="Helvetica Neue"/>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2">
  <p:cSld name="CUSTOM_37">
    <p:spTree>
      <p:nvGrpSpPr>
        <p:cNvPr id="782" name="Shape 782"/>
        <p:cNvGrpSpPr/>
        <p:nvPr/>
      </p:nvGrpSpPr>
      <p:grpSpPr>
        <a:xfrm>
          <a:off x="0" y="0"/>
          <a:ext cx="0" cy="0"/>
          <a:chOff x="0" y="0"/>
          <a:chExt cx="0" cy="0"/>
        </a:xfrm>
      </p:grpSpPr>
      <p:sp>
        <p:nvSpPr>
          <p:cNvPr id="783" name="Google Shape;783;p171"/>
          <p:cNvSpPr/>
          <p:nvPr/>
        </p:nvSpPr>
        <p:spPr>
          <a:xfrm>
            <a:off x="7068164" y="262317"/>
            <a:ext cx="162086" cy="162086"/>
          </a:xfrm>
          <a:custGeom>
            <a:rect b="b" l="l" r="r" t="t"/>
            <a:pathLst>
              <a:path extrusionOk="0" h="356234" w="356234">
                <a:moveTo>
                  <a:pt x="178099" y="0"/>
                </a:moveTo>
                <a:lnTo>
                  <a:pt x="130752" y="6361"/>
                </a:lnTo>
                <a:lnTo>
                  <a:pt x="88208" y="24315"/>
                </a:lnTo>
                <a:lnTo>
                  <a:pt x="52163" y="52163"/>
                </a:lnTo>
                <a:lnTo>
                  <a:pt x="24315" y="88208"/>
                </a:lnTo>
                <a:lnTo>
                  <a:pt x="6361" y="130752"/>
                </a:lnTo>
                <a:lnTo>
                  <a:pt x="0" y="178099"/>
                </a:lnTo>
                <a:lnTo>
                  <a:pt x="6361" y="225445"/>
                </a:lnTo>
                <a:lnTo>
                  <a:pt x="24315" y="267990"/>
                </a:lnTo>
                <a:lnTo>
                  <a:pt x="52163" y="304035"/>
                </a:lnTo>
                <a:lnTo>
                  <a:pt x="88208" y="331883"/>
                </a:lnTo>
                <a:lnTo>
                  <a:pt x="130752" y="349836"/>
                </a:lnTo>
                <a:lnTo>
                  <a:pt x="178099" y="356198"/>
                </a:lnTo>
                <a:lnTo>
                  <a:pt x="225445" y="349836"/>
                </a:lnTo>
                <a:lnTo>
                  <a:pt x="267990" y="331883"/>
                </a:lnTo>
                <a:lnTo>
                  <a:pt x="304035" y="304035"/>
                </a:lnTo>
                <a:lnTo>
                  <a:pt x="331883" y="267990"/>
                </a:lnTo>
                <a:lnTo>
                  <a:pt x="349836" y="225445"/>
                </a:lnTo>
                <a:lnTo>
                  <a:pt x="356198" y="178099"/>
                </a:lnTo>
                <a:lnTo>
                  <a:pt x="349836" y="130752"/>
                </a:lnTo>
                <a:lnTo>
                  <a:pt x="331883" y="88208"/>
                </a:lnTo>
                <a:lnTo>
                  <a:pt x="304035" y="52163"/>
                </a:lnTo>
                <a:lnTo>
                  <a:pt x="267990" y="24315"/>
                </a:lnTo>
                <a:lnTo>
                  <a:pt x="225445" y="6361"/>
                </a:lnTo>
                <a:lnTo>
                  <a:pt x="178099" y="0"/>
                </a:lnTo>
                <a:close/>
              </a:path>
            </a:pathLst>
          </a:custGeom>
          <a:solidFill>
            <a:srgbClr val="5265F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784" name="Google Shape;784;p171"/>
          <p:cNvSpPr/>
          <p:nvPr/>
        </p:nvSpPr>
        <p:spPr>
          <a:xfrm>
            <a:off x="7438223" y="177820"/>
            <a:ext cx="846550" cy="330819"/>
          </a:xfrm>
          <a:custGeom>
            <a:rect b="b" l="l" r="r" t="t"/>
            <a:pathLst>
              <a:path extrusionOk="0" h="727075" w="1860550">
                <a:moveTo>
                  <a:pt x="1514029" y="0"/>
                </a:moveTo>
                <a:lnTo>
                  <a:pt x="1465081" y="639"/>
                </a:lnTo>
                <a:lnTo>
                  <a:pt x="1417028" y="8322"/>
                </a:lnTo>
                <a:lnTo>
                  <a:pt x="1369972" y="22808"/>
                </a:lnTo>
                <a:lnTo>
                  <a:pt x="1324012" y="43857"/>
                </a:lnTo>
                <a:lnTo>
                  <a:pt x="1268126" y="82013"/>
                </a:lnTo>
                <a:lnTo>
                  <a:pt x="1218256" y="127802"/>
                </a:lnTo>
                <a:lnTo>
                  <a:pt x="1180036" y="161445"/>
                </a:lnTo>
                <a:lnTo>
                  <a:pt x="1139651" y="189496"/>
                </a:lnTo>
                <a:lnTo>
                  <a:pt x="1097121" y="211956"/>
                </a:lnTo>
                <a:lnTo>
                  <a:pt x="1052465" y="228827"/>
                </a:lnTo>
                <a:lnTo>
                  <a:pt x="1005705" y="240109"/>
                </a:lnTo>
                <a:lnTo>
                  <a:pt x="956860" y="245805"/>
                </a:lnTo>
                <a:lnTo>
                  <a:pt x="905951" y="245914"/>
                </a:lnTo>
                <a:lnTo>
                  <a:pt x="850167" y="239084"/>
                </a:lnTo>
                <a:lnTo>
                  <a:pt x="796914" y="224670"/>
                </a:lnTo>
                <a:lnTo>
                  <a:pt x="746128" y="202946"/>
                </a:lnTo>
                <a:lnTo>
                  <a:pt x="697748" y="174188"/>
                </a:lnTo>
                <a:lnTo>
                  <a:pt x="653932" y="138642"/>
                </a:lnTo>
                <a:lnTo>
                  <a:pt x="612913" y="99971"/>
                </a:lnTo>
                <a:lnTo>
                  <a:pt x="576634" y="70026"/>
                </a:lnTo>
                <a:lnTo>
                  <a:pt x="538250" y="45385"/>
                </a:lnTo>
                <a:lnTo>
                  <a:pt x="497749" y="26070"/>
                </a:lnTo>
                <a:lnTo>
                  <a:pt x="455118" y="12100"/>
                </a:lnTo>
                <a:lnTo>
                  <a:pt x="410347" y="3496"/>
                </a:lnTo>
                <a:lnTo>
                  <a:pt x="363423" y="277"/>
                </a:lnTo>
                <a:lnTo>
                  <a:pt x="344626" y="618"/>
                </a:lnTo>
                <a:lnTo>
                  <a:pt x="288933" y="7775"/>
                </a:lnTo>
                <a:lnTo>
                  <a:pt x="238664" y="21889"/>
                </a:lnTo>
                <a:lnTo>
                  <a:pt x="192225" y="42182"/>
                </a:lnTo>
                <a:lnTo>
                  <a:pt x="149655" y="68660"/>
                </a:lnTo>
                <a:lnTo>
                  <a:pt x="110993" y="101327"/>
                </a:lnTo>
                <a:lnTo>
                  <a:pt x="76280" y="140189"/>
                </a:lnTo>
                <a:lnTo>
                  <a:pt x="47542" y="182552"/>
                </a:lnTo>
                <a:lnTo>
                  <a:pt x="25585" y="227192"/>
                </a:lnTo>
                <a:lnTo>
                  <a:pt x="10368" y="274082"/>
                </a:lnTo>
                <a:lnTo>
                  <a:pt x="1853" y="323193"/>
                </a:lnTo>
                <a:lnTo>
                  <a:pt x="0" y="374496"/>
                </a:lnTo>
                <a:lnTo>
                  <a:pt x="2195" y="406823"/>
                </a:lnTo>
                <a:lnTo>
                  <a:pt x="15070" y="469541"/>
                </a:lnTo>
                <a:lnTo>
                  <a:pt x="48107" y="543649"/>
                </a:lnTo>
                <a:lnTo>
                  <a:pt x="73626" y="583009"/>
                </a:lnTo>
                <a:lnTo>
                  <a:pt x="102836" y="617786"/>
                </a:lnTo>
                <a:lnTo>
                  <a:pt x="135747" y="647930"/>
                </a:lnTo>
                <a:lnTo>
                  <a:pt x="172367" y="673389"/>
                </a:lnTo>
                <a:lnTo>
                  <a:pt x="212706" y="694111"/>
                </a:lnTo>
                <a:lnTo>
                  <a:pt x="256773" y="710043"/>
                </a:lnTo>
                <a:lnTo>
                  <a:pt x="304577" y="721135"/>
                </a:lnTo>
                <a:lnTo>
                  <a:pt x="357999" y="726485"/>
                </a:lnTo>
                <a:lnTo>
                  <a:pt x="409975" y="723813"/>
                </a:lnTo>
                <a:lnTo>
                  <a:pt x="460479" y="713350"/>
                </a:lnTo>
                <a:lnTo>
                  <a:pt x="509485" y="695323"/>
                </a:lnTo>
                <a:lnTo>
                  <a:pt x="556967" y="669964"/>
                </a:lnTo>
                <a:lnTo>
                  <a:pt x="603776" y="634189"/>
                </a:lnTo>
                <a:lnTo>
                  <a:pt x="646524" y="593694"/>
                </a:lnTo>
                <a:lnTo>
                  <a:pt x="673426" y="569656"/>
                </a:lnTo>
                <a:lnTo>
                  <a:pt x="732349" y="529069"/>
                </a:lnTo>
                <a:lnTo>
                  <a:pt x="814760" y="495291"/>
                </a:lnTo>
                <a:lnTo>
                  <a:pt x="865639" y="483937"/>
                </a:lnTo>
                <a:lnTo>
                  <a:pt x="917542" y="479185"/>
                </a:lnTo>
                <a:lnTo>
                  <a:pt x="970525" y="481142"/>
                </a:lnTo>
                <a:lnTo>
                  <a:pt x="1019516" y="488951"/>
                </a:lnTo>
                <a:lnTo>
                  <a:pt x="1066263" y="502631"/>
                </a:lnTo>
                <a:lnTo>
                  <a:pt x="1110666" y="522598"/>
                </a:lnTo>
                <a:lnTo>
                  <a:pt x="1152624" y="549266"/>
                </a:lnTo>
                <a:lnTo>
                  <a:pt x="1204587" y="590828"/>
                </a:lnTo>
                <a:lnTo>
                  <a:pt x="1255082" y="634101"/>
                </a:lnTo>
                <a:lnTo>
                  <a:pt x="1298789" y="667066"/>
                </a:lnTo>
                <a:lnTo>
                  <a:pt x="1344202" y="692929"/>
                </a:lnTo>
                <a:lnTo>
                  <a:pt x="1391280" y="711594"/>
                </a:lnTo>
                <a:lnTo>
                  <a:pt x="1439985" y="722964"/>
                </a:lnTo>
                <a:lnTo>
                  <a:pt x="1490277" y="726945"/>
                </a:lnTo>
                <a:lnTo>
                  <a:pt x="1542118" y="723439"/>
                </a:lnTo>
                <a:lnTo>
                  <a:pt x="1595469" y="712350"/>
                </a:lnTo>
                <a:lnTo>
                  <a:pt x="1638751" y="697469"/>
                </a:lnTo>
                <a:lnTo>
                  <a:pt x="1678963" y="677764"/>
                </a:lnTo>
                <a:lnTo>
                  <a:pt x="1715846" y="653650"/>
                </a:lnTo>
                <a:lnTo>
                  <a:pt x="1749143" y="625542"/>
                </a:lnTo>
                <a:lnTo>
                  <a:pt x="1778598" y="593856"/>
                </a:lnTo>
                <a:lnTo>
                  <a:pt x="1803952" y="559006"/>
                </a:lnTo>
                <a:lnTo>
                  <a:pt x="1824948" y="521407"/>
                </a:lnTo>
                <a:lnTo>
                  <a:pt x="1841330" y="481475"/>
                </a:lnTo>
                <a:lnTo>
                  <a:pt x="1852839" y="439624"/>
                </a:lnTo>
                <a:lnTo>
                  <a:pt x="1859218" y="396270"/>
                </a:lnTo>
                <a:lnTo>
                  <a:pt x="1860209" y="351827"/>
                </a:lnTo>
                <a:lnTo>
                  <a:pt x="1855556" y="306712"/>
                </a:lnTo>
                <a:lnTo>
                  <a:pt x="1845001" y="261338"/>
                </a:lnTo>
                <a:lnTo>
                  <a:pt x="1826763" y="211525"/>
                </a:lnTo>
                <a:lnTo>
                  <a:pt x="1803486" y="166800"/>
                </a:lnTo>
                <a:lnTo>
                  <a:pt x="1775271" y="127187"/>
                </a:lnTo>
                <a:lnTo>
                  <a:pt x="1742224" y="92710"/>
                </a:lnTo>
                <a:lnTo>
                  <a:pt x="1704447" y="63394"/>
                </a:lnTo>
                <a:lnTo>
                  <a:pt x="1662044" y="39261"/>
                </a:lnTo>
                <a:lnTo>
                  <a:pt x="1615118" y="20337"/>
                </a:lnTo>
                <a:lnTo>
                  <a:pt x="1563774" y="6644"/>
                </a:lnTo>
                <a:lnTo>
                  <a:pt x="1514029" y="0"/>
                </a:lnTo>
                <a:close/>
              </a:path>
            </a:pathLst>
          </a:custGeom>
          <a:solidFill>
            <a:srgbClr val="FDDA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785" name="Google Shape;785;p171"/>
          <p:cNvSpPr txBox="1"/>
          <p:nvPr/>
        </p:nvSpPr>
        <p:spPr>
          <a:xfrm>
            <a:off x="8553578" y="190000"/>
            <a:ext cx="425400" cy="3183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s" sz="1000" u="none" cap="none" strike="noStrike">
                <a:solidFill>
                  <a:srgbClr val="434343"/>
                </a:solidFill>
                <a:latin typeface="Helvetica Neue"/>
                <a:ea typeface="Helvetica Neue"/>
                <a:cs typeface="Helvetica Neue"/>
                <a:sym typeface="Helvetica Neue"/>
              </a:rPr>
              <a:t>‹#›</a:t>
            </a:fld>
            <a:endParaRPr b="0" i="0" sz="1000" u="none" cap="none" strike="noStrike">
              <a:solidFill>
                <a:srgbClr val="434343"/>
              </a:solidFill>
              <a:latin typeface="Helvetica Neue"/>
              <a:ea typeface="Helvetica Neue"/>
              <a:cs typeface="Helvetica Neue"/>
              <a:sym typeface="Helvetica Neue"/>
            </a:endParaRPr>
          </a:p>
        </p:txBody>
      </p:sp>
      <p:pic>
        <p:nvPicPr>
          <p:cNvPr descr="pasted-image.pdf" id="786" name="Google Shape;786;p171"/>
          <p:cNvPicPr preferRelativeResize="0"/>
          <p:nvPr/>
        </p:nvPicPr>
        <p:blipFill rotWithShape="1">
          <a:blip r:embed="rId2">
            <a:alphaModFix/>
          </a:blip>
          <a:srcRect b="0" l="0" r="0" t="0"/>
          <a:stretch/>
        </p:blipFill>
        <p:spPr>
          <a:xfrm>
            <a:off x="7971019" y="4663868"/>
            <a:ext cx="849600" cy="169200"/>
          </a:xfrm>
          <a:prstGeom prst="rect">
            <a:avLst/>
          </a:prstGeom>
          <a:noFill/>
          <a:ln>
            <a:noFill/>
          </a:ln>
        </p:spPr>
      </p:pic>
      <p:sp>
        <p:nvSpPr>
          <p:cNvPr id="787" name="Google Shape;787;p171"/>
          <p:cNvSpPr txBox="1"/>
          <p:nvPr/>
        </p:nvSpPr>
        <p:spPr>
          <a:xfrm>
            <a:off x="8553578" y="190000"/>
            <a:ext cx="425400" cy="3183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s" sz="1000" u="none" cap="none" strike="noStrike">
                <a:solidFill>
                  <a:srgbClr val="434343"/>
                </a:solidFill>
                <a:latin typeface="Helvetica Neue"/>
                <a:ea typeface="Helvetica Neue"/>
                <a:cs typeface="Helvetica Neue"/>
                <a:sym typeface="Helvetica Neue"/>
              </a:rPr>
              <a:t>‹#›</a:t>
            </a:fld>
            <a:endParaRPr b="0" i="0" sz="1000" u="none" cap="none" strike="noStrike">
              <a:solidFill>
                <a:srgbClr val="434343"/>
              </a:solidFill>
              <a:latin typeface="Helvetica Neue"/>
              <a:ea typeface="Helvetica Neue"/>
              <a:cs typeface="Helvetica Neue"/>
              <a:sym typeface="Helvetica Neue"/>
            </a:endParaRPr>
          </a:p>
        </p:txBody>
      </p:sp>
      <p:pic>
        <p:nvPicPr>
          <p:cNvPr id="788" name="Google Shape;788;p171"/>
          <p:cNvPicPr preferRelativeResize="0"/>
          <p:nvPr/>
        </p:nvPicPr>
        <p:blipFill rotWithShape="1">
          <a:blip r:embed="rId3">
            <a:alphaModFix/>
          </a:blip>
          <a:srcRect b="0" l="0" r="0" t="0"/>
          <a:stretch/>
        </p:blipFill>
        <p:spPr>
          <a:xfrm>
            <a:off x="7327799" y="4603366"/>
            <a:ext cx="591974" cy="2555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6.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6.xml"/><Relationship Id="rId20" Type="http://schemas.openxmlformats.org/officeDocument/2006/relationships/slideLayout" Target="../slideLayouts/slideLayout36.xml"/><Relationship Id="rId42" Type="http://schemas.openxmlformats.org/officeDocument/2006/relationships/slideLayout" Target="../slideLayouts/slideLayout58.xml"/><Relationship Id="rId41" Type="http://schemas.openxmlformats.org/officeDocument/2006/relationships/slideLayout" Target="../slideLayouts/slideLayout57.xml"/><Relationship Id="rId22" Type="http://schemas.openxmlformats.org/officeDocument/2006/relationships/slideLayout" Target="../slideLayouts/slideLayout38.xml"/><Relationship Id="rId44" Type="http://schemas.openxmlformats.org/officeDocument/2006/relationships/slideLayout" Target="../slideLayouts/slideLayout60.xml"/><Relationship Id="rId21" Type="http://schemas.openxmlformats.org/officeDocument/2006/relationships/slideLayout" Target="../slideLayouts/slideLayout37.xml"/><Relationship Id="rId43" Type="http://schemas.openxmlformats.org/officeDocument/2006/relationships/slideLayout" Target="../slideLayouts/slideLayout59.xml"/><Relationship Id="rId24" Type="http://schemas.openxmlformats.org/officeDocument/2006/relationships/slideLayout" Target="../slideLayouts/slideLayout40.xml"/><Relationship Id="rId46" Type="http://schemas.openxmlformats.org/officeDocument/2006/relationships/slideLayout" Target="../slideLayouts/slideLayout62.xml"/><Relationship Id="rId23" Type="http://schemas.openxmlformats.org/officeDocument/2006/relationships/slideLayout" Target="../slideLayouts/slideLayout39.xml"/><Relationship Id="rId45" Type="http://schemas.openxmlformats.org/officeDocument/2006/relationships/slideLayout" Target="../slideLayouts/slideLayout61.xml"/><Relationship Id="rId1" Type="http://schemas.openxmlformats.org/officeDocument/2006/relationships/image" Target="../media/image6.png"/><Relationship Id="rId2" Type="http://schemas.openxmlformats.org/officeDocument/2006/relationships/image" Target="../media/image17.png"/><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26" Type="http://schemas.openxmlformats.org/officeDocument/2006/relationships/slideLayout" Target="../slideLayouts/slideLayout42.xml"/><Relationship Id="rId25" Type="http://schemas.openxmlformats.org/officeDocument/2006/relationships/slideLayout" Target="../slideLayouts/slideLayout41.xml"/><Relationship Id="rId47" Type="http://schemas.openxmlformats.org/officeDocument/2006/relationships/theme" Target="../theme/theme7.xml"/><Relationship Id="rId28" Type="http://schemas.openxmlformats.org/officeDocument/2006/relationships/slideLayout" Target="../slideLayouts/slideLayout44.xml"/><Relationship Id="rId27" Type="http://schemas.openxmlformats.org/officeDocument/2006/relationships/slideLayout" Target="../slideLayouts/slideLayout43.xml"/><Relationship Id="rId5" Type="http://schemas.openxmlformats.org/officeDocument/2006/relationships/slideLayout" Target="../slideLayouts/slideLayout21.xml"/><Relationship Id="rId6" Type="http://schemas.openxmlformats.org/officeDocument/2006/relationships/slideLayout" Target="../slideLayouts/slideLayout22.xml"/><Relationship Id="rId29" Type="http://schemas.openxmlformats.org/officeDocument/2006/relationships/slideLayout" Target="../slideLayouts/slideLayout45.xml"/><Relationship Id="rId7" Type="http://schemas.openxmlformats.org/officeDocument/2006/relationships/slideLayout" Target="../slideLayouts/slideLayout23.xml"/><Relationship Id="rId8" Type="http://schemas.openxmlformats.org/officeDocument/2006/relationships/slideLayout" Target="../slideLayouts/slideLayout24.xml"/><Relationship Id="rId31" Type="http://schemas.openxmlformats.org/officeDocument/2006/relationships/slideLayout" Target="../slideLayouts/slideLayout47.xml"/><Relationship Id="rId30" Type="http://schemas.openxmlformats.org/officeDocument/2006/relationships/slideLayout" Target="../slideLayouts/slideLayout46.xml"/><Relationship Id="rId11" Type="http://schemas.openxmlformats.org/officeDocument/2006/relationships/slideLayout" Target="../slideLayouts/slideLayout27.xml"/><Relationship Id="rId33" Type="http://schemas.openxmlformats.org/officeDocument/2006/relationships/slideLayout" Target="../slideLayouts/slideLayout49.xml"/><Relationship Id="rId10" Type="http://schemas.openxmlformats.org/officeDocument/2006/relationships/slideLayout" Target="../slideLayouts/slideLayout26.xml"/><Relationship Id="rId32" Type="http://schemas.openxmlformats.org/officeDocument/2006/relationships/slideLayout" Target="../slideLayouts/slideLayout48.xml"/><Relationship Id="rId13" Type="http://schemas.openxmlformats.org/officeDocument/2006/relationships/slideLayout" Target="../slideLayouts/slideLayout29.xml"/><Relationship Id="rId35" Type="http://schemas.openxmlformats.org/officeDocument/2006/relationships/slideLayout" Target="../slideLayouts/slideLayout51.xml"/><Relationship Id="rId12" Type="http://schemas.openxmlformats.org/officeDocument/2006/relationships/slideLayout" Target="../slideLayouts/slideLayout28.xml"/><Relationship Id="rId34" Type="http://schemas.openxmlformats.org/officeDocument/2006/relationships/slideLayout" Target="../slideLayouts/slideLayout50.xml"/><Relationship Id="rId15" Type="http://schemas.openxmlformats.org/officeDocument/2006/relationships/slideLayout" Target="../slideLayouts/slideLayout31.xml"/><Relationship Id="rId37" Type="http://schemas.openxmlformats.org/officeDocument/2006/relationships/slideLayout" Target="../slideLayouts/slideLayout53.xml"/><Relationship Id="rId14" Type="http://schemas.openxmlformats.org/officeDocument/2006/relationships/slideLayout" Target="../slideLayouts/slideLayout30.xml"/><Relationship Id="rId36" Type="http://schemas.openxmlformats.org/officeDocument/2006/relationships/slideLayout" Target="../slideLayouts/slideLayout52.xml"/><Relationship Id="rId17" Type="http://schemas.openxmlformats.org/officeDocument/2006/relationships/slideLayout" Target="../slideLayouts/slideLayout33.xml"/><Relationship Id="rId39" Type="http://schemas.openxmlformats.org/officeDocument/2006/relationships/slideLayout" Target="../slideLayouts/slideLayout55.xml"/><Relationship Id="rId16" Type="http://schemas.openxmlformats.org/officeDocument/2006/relationships/slideLayout" Target="../slideLayouts/slideLayout32.xml"/><Relationship Id="rId38" Type="http://schemas.openxmlformats.org/officeDocument/2006/relationships/slideLayout" Target="../slideLayouts/slideLayout54.xml"/><Relationship Id="rId19" Type="http://schemas.openxmlformats.org/officeDocument/2006/relationships/slideLayout" Target="../slideLayouts/slideLayout35.xml"/><Relationship Id="rId18"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80.xml"/><Relationship Id="rId21" Type="http://schemas.openxmlformats.org/officeDocument/2006/relationships/theme" Target="../theme/theme1.xml"/><Relationship Id="rId1" Type="http://schemas.openxmlformats.org/officeDocument/2006/relationships/image" Target="../media/image6.png"/><Relationship Id="rId2" Type="http://schemas.openxmlformats.org/officeDocument/2006/relationships/image" Target="../media/image17.png"/><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5" Type="http://schemas.openxmlformats.org/officeDocument/2006/relationships/slideLayout" Target="../slideLayouts/slideLayout75.xml"/><Relationship Id="rId14" Type="http://schemas.openxmlformats.org/officeDocument/2006/relationships/slideLayout" Target="../slideLayouts/slideLayout74.xml"/><Relationship Id="rId17" Type="http://schemas.openxmlformats.org/officeDocument/2006/relationships/slideLayout" Target="../slideLayouts/slideLayout77.xml"/><Relationship Id="rId16" Type="http://schemas.openxmlformats.org/officeDocument/2006/relationships/slideLayout" Target="../slideLayouts/slideLayout76.xml"/><Relationship Id="rId19" Type="http://schemas.openxmlformats.org/officeDocument/2006/relationships/slideLayout" Target="../slideLayouts/slideLayout79.xml"/><Relationship Id="rId18" Type="http://schemas.openxmlformats.org/officeDocument/2006/relationships/slideLayout" Target="../slideLayouts/slideLayout78.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98.xml"/><Relationship Id="rId21" Type="http://schemas.openxmlformats.org/officeDocument/2006/relationships/theme" Target="../theme/theme3.xml"/><Relationship Id="rId1" Type="http://schemas.openxmlformats.org/officeDocument/2006/relationships/image" Target="../media/image6.png"/><Relationship Id="rId2" Type="http://schemas.openxmlformats.org/officeDocument/2006/relationships/image" Target="../media/image17.png"/><Relationship Id="rId3" Type="http://schemas.openxmlformats.org/officeDocument/2006/relationships/slideLayout" Target="../slideLayouts/slideLayout81.xml"/><Relationship Id="rId4" Type="http://schemas.openxmlformats.org/officeDocument/2006/relationships/slideLayout" Target="../slideLayouts/slideLayout82.xml"/><Relationship Id="rId9" Type="http://schemas.openxmlformats.org/officeDocument/2006/relationships/slideLayout" Target="../slideLayouts/slideLayout87.xml"/><Relationship Id="rId5" Type="http://schemas.openxmlformats.org/officeDocument/2006/relationships/slideLayout" Target="../slideLayouts/slideLayout83.xml"/><Relationship Id="rId6" Type="http://schemas.openxmlformats.org/officeDocument/2006/relationships/slideLayout" Target="../slideLayouts/slideLayout84.xml"/><Relationship Id="rId7" Type="http://schemas.openxmlformats.org/officeDocument/2006/relationships/slideLayout" Target="../slideLayouts/slideLayout85.xml"/><Relationship Id="rId8" Type="http://schemas.openxmlformats.org/officeDocument/2006/relationships/slideLayout" Target="../slideLayouts/slideLayout86.xml"/><Relationship Id="rId11" Type="http://schemas.openxmlformats.org/officeDocument/2006/relationships/slideLayout" Target="../slideLayouts/slideLayout89.xml"/><Relationship Id="rId10" Type="http://schemas.openxmlformats.org/officeDocument/2006/relationships/slideLayout" Target="../slideLayouts/slideLayout88.xml"/><Relationship Id="rId13" Type="http://schemas.openxmlformats.org/officeDocument/2006/relationships/slideLayout" Target="../slideLayouts/slideLayout91.xml"/><Relationship Id="rId12" Type="http://schemas.openxmlformats.org/officeDocument/2006/relationships/slideLayout" Target="../slideLayouts/slideLayout90.xml"/><Relationship Id="rId15" Type="http://schemas.openxmlformats.org/officeDocument/2006/relationships/slideLayout" Target="../slideLayouts/slideLayout93.xml"/><Relationship Id="rId14" Type="http://schemas.openxmlformats.org/officeDocument/2006/relationships/slideLayout" Target="../slideLayouts/slideLayout92.xml"/><Relationship Id="rId17" Type="http://schemas.openxmlformats.org/officeDocument/2006/relationships/slideLayout" Target="../slideLayouts/slideLayout95.xml"/><Relationship Id="rId16" Type="http://schemas.openxmlformats.org/officeDocument/2006/relationships/slideLayout" Target="../slideLayouts/slideLayout94.xml"/><Relationship Id="rId19" Type="http://schemas.openxmlformats.org/officeDocument/2006/relationships/slideLayout" Target="../slideLayouts/slideLayout97.xml"/><Relationship Id="rId18" Type="http://schemas.openxmlformats.org/officeDocument/2006/relationships/slideLayout" Target="../slideLayouts/slideLayout96.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18.xml"/><Relationship Id="rId22" Type="http://schemas.openxmlformats.org/officeDocument/2006/relationships/slideLayout" Target="../slideLayouts/slideLayout120.xml"/><Relationship Id="rId21" Type="http://schemas.openxmlformats.org/officeDocument/2006/relationships/slideLayout" Target="../slideLayouts/slideLayout119.xml"/><Relationship Id="rId24" Type="http://schemas.openxmlformats.org/officeDocument/2006/relationships/theme" Target="../theme/theme5.xml"/><Relationship Id="rId23" Type="http://schemas.openxmlformats.org/officeDocument/2006/relationships/slideLayout" Target="../slideLayouts/slideLayout121.xml"/><Relationship Id="rId1" Type="http://schemas.openxmlformats.org/officeDocument/2006/relationships/slideLayout" Target="../slideLayouts/slideLayout99.xml"/><Relationship Id="rId2" Type="http://schemas.openxmlformats.org/officeDocument/2006/relationships/slideLayout" Target="../slideLayouts/slideLayout100.xml"/><Relationship Id="rId3" Type="http://schemas.openxmlformats.org/officeDocument/2006/relationships/slideLayout" Target="../slideLayouts/slideLayout101.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5" Type="http://schemas.openxmlformats.org/officeDocument/2006/relationships/slideLayout" Target="../slideLayouts/slideLayout103.xml"/><Relationship Id="rId6" Type="http://schemas.openxmlformats.org/officeDocument/2006/relationships/slideLayout" Target="../slideLayouts/slideLayout104.xml"/><Relationship Id="rId7" Type="http://schemas.openxmlformats.org/officeDocument/2006/relationships/slideLayout" Target="../slideLayouts/slideLayout105.xml"/><Relationship Id="rId8" Type="http://schemas.openxmlformats.org/officeDocument/2006/relationships/slideLayout" Target="../slideLayouts/slideLayout106.xml"/><Relationship Id="rId11" Type="http://schemas.openxmlformats.org/officeDocument/2006/relationships/slideLayout" Target="../slideLayouts/slideLayout109.xml"/><Relationship Id="rId10" Type="http://schemas.openxmlformats.org/officeDocument/2006/relationships/slideLayout" Target="../slideLayouts/slideLayout108.xml"/><Relationship Id="rId13" Type="http://schemas.openxmlformats.org/officeDocument/2006/relationships/slideLayout" Target="../slideLayouts/slideLayout111.xml"/><Relationship Id="rId12" Type="http://schemas.openxmlformats.org/officeDocument/2006/relationships/slideLayout" Target="../slideLayouts/slideLayout110.xml"/><Relationship Id="rId15" Type="http://schemas.openxmlformats.org/officeDocument/2006/relationships/slideLayout" Target="../slideLayouts/slideLayout113.xml"/><Relationship Id="rId14" Type="http://schemas.openxmlformats.org/officeDocument/2006/relationships/slideLayout" Target="../slideLayouts/slideLayout112.xml"/><Relationship Id="rId17" Type="http://schemas.openxmlformats.org/officeDocument/2006/relationships/slideLayout" Target="../slideLayouts/slideLayout115.xml"/><Relationship Id="rId16" Type="http://schemas.openxmlformats.org/officeDocument/2006/relationships/slideLayout" Target="../slideLayouts/slideLayout114.xml"/><Relationship Id="rId19" Type="http://schemas.openxmlformats.org/officeDocument/2006/relationships/slideLayout" Target="../slideLayouts/slideLayout117.xml"/><Relationship Id="rId18" Type="http://schemas.openxmlformats.org/officeDocument/2006/relationships/slideLayout" Target="../slideLayouts/slideLayout116.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41.xml"/><Relationship Id="rId22" Type="http://schemas.openxmlformats.org/officeDocument/2006/relationships/theme" Target="../theme/theme8.xml"/><Relationship Id="rId21" Type="http://schemas.openxmlformats.org/officeDocument/2006/relationships/slideLayout" Target="../slideLayouts/slideLayout142.xml"/><Relationship Id="rId1" Type="http://schemas.openxmlformats.org/officeDocument/2006/relationships/slideLayout" Target="../slideLayouts/slideLayout122.xml"/><Relationship Id="rId2" Type="http://schemas.openxmlformats.org/officeDocument/2006/relationships/slideLayout" Target="../slideLayouts/slideLayout123.xml"/><Relationship Id="rId3" Type="http://schemas.openxmlformats.org/officeDocument/2006/relationships/slideLayout" Target="../slideLayouts/slideLayout124.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5" Type="http://schemas.openxmlformats.org/officeDocument/2006/relationships/slideLayout" Target="../slideLayouts/slideLayout126.xml"/><Relationship Id="rId6" Type="http://schemas.openxmlformats.org/officeDocument/2006/relationships/slideLayout" Target="../slideLayouts/slideLayout127.xml"/><Relationship Id="rId7" Type="http://schemas.openxmlformats.org/officeDocument/2006/relationships/slideLayout" Target="../slideLayouts/slideLayout128.xml"/><Relationship Id="rId8" Type="http://schemas.openxmlformats.org/officeDocument/2006/relationships/slideLayout" Target="../slideLayouts/slideLayout129.xml"/><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3" Type="http://schemas.openxmlformats.org/officeDocument/2006/relationships/slideLayout" Target="../slideLayouts/slideLayout134.xml"/><Relationship Id="rId12" Type="http://schemas.openxmlformats.org/officeDocument/2006/relationships/slideLayout" Target="../slideLayouts/slideLayout133.xml"/><Relationship Id="rId15" Type="http://schemas.openxmlformats.org/officeDocument/2006/relationships/slideLayout" Target="../slideLayouts/slideLayout136.xml"/><Relationship Id="rId14" Type="http://schemas.openxmlformats.org/officeDocument/2006/relationships/slideLayout" Target="../slideLayouts/slideLayout135.xml"/><Relationship Id="rId17" Type="http://schemas.openxmlformats.org/officeDocument/2006/relationships/slideLayout" Target="../slideLayouts/slideLayout138.xml"/><Relationship Id="rId16" Type="http://schemas.openxmlformats.org/officeDocument/2006/relationships/slideLayout" Target="../slideLayouts/slideLayout137.xml"/><Relationship Id="rId19" Type="http://schemas.openxmlformats.org/officeDocument/2006/relationships/slideLayout" Target="../slideLayouts/slideLayout140.xml"/><Relationship Id="rId18" Type="http://schemas.openxmlformats.org/officeDocument/2006/relationships/slideLayout" Target="../slideLayouts/slideLayout139.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62.xml"/><Relationship Id="rId22" Type="http://schemas.openxmlformats.org/officeDocument/2006/relationships/slideLayout" Target="../slideLayouts/slideLayout164.xml"/><Relationship Id="rId21" Type="http://schemas.openxmlformats.org/officeDocument/2006/relationships/slideLayout" Target="../slideLayouts/slideLayout163.xml"/><Relationship Id="rId23" Type="http://schemas.openxmlformats.org/officeDocument/2006/relationships/theme" Target="../theme/theme4.xml"/><Relationship Id="rId1" Type="http://schemas.openxmlformats.org/officeDocument/2006/relationships/slideLayout" Target="../slideLayouts/slideLayout143.xml"/><Relationship Id="rId2" Type="http://schemas.openxmlformats.org/officeDocument/2006/relationships/slideLayout" Target="../slideLayouts/slideLayout144.xml"/><Relationship Id="rId3" Type="http://schemas.openxmlformats.org/officeDocument/2006/relationships/slideLayout" Target="../slideLayouts/slideLayout145.xml"/><Relationship Id="rId4" Type="http://schemas.openxmlformats.org/officeDocument/2006/relationships/slideLayout" Target="../slideLayouts/slideLayout146.xml"/><Relationship Id="rId9" Type="http://schemas.openxmlformats.org/officeDocument/2006/relationships/slideLayout" Target="../slideLayouts/slideLayout151.xml"/><Relationship Id="rId5" Type="http://schemas.openxmlformats.org/officeDocument/2006/relationships/slideLayout" Target="../slideLayouts/slideLayout147.xml"/><Relationship Id="rId6" Type="http://schemas.openxmlformats.org/officeDocument/2006/relationships/slideLayout" Target="../slideLayouts/slideLayout148.xml"/><Relationship Id="rId7" Type="http://schemas.openxmlformats.org/officeDocument/2006/relationships/slideLayout" Target="../slideLayouts/slideLayout149.xml"/><Relationship Id="rId8" Type="http://schemas.openxmlformats.org/officeDocument/2006/relationships/slideLayout" Target="../slideLayouts/slideLayout150.xml"/><Relationship Id="rId11" Type="http://schemas.openxmlformats.org/officeDocument/2006/relationships/slideLayout" Target="../slideLayouts/slideLayout153.xml"/><Relationship Id="rId10" Type="http://schemas.openxmlformats.org/officeDocument/2006/relationships/slideLayout" Target="../slideLayouts/slideLayout152.xml"/><Relationship Id="rId13" Type="http://schemas.openxmlformats.org/officeDocument/2006/relationships/slideLayout" Target="../slideLayouts/slideLayout155.xml"/><Relationship Id="rId12" Type="http://schemas.openxmlformats.org/officeDocument/2006/relationships/slideLayout" Target="../slideLayouts/slideLayout154.xml"/><Relationship Id="rId15" Type="http://schemas.openxmlformats.org/officeDocument/2006/relationships/slideLayout" Target="../slideLayouts/slideLayout157.xml"/><Relationship Id="rId14" Type="http://schemas.openxmlformats.org/officeDocument/2006/relationships/slideLayout" Target="../slideLayouts/slideLayout156.xml"/><Relationship Id="rId17" Type="http://schemas.openxmlformats.org/officeDocument/2006/relationships/slideLayout" Target="../slideLayouts/slideLayout159.xml"/><Relationship Id="rId16" Type="http://schemas.openxmlformats.org/officeDocument/2006/relationships/slideLayout" Target="../slideLayouts/slideLayout158.xml"/><Relationship Id="rId19" Type="http://schemas.openxmlformats.org/officeDocument/2006/relationships/slideLayout" Target="../slideLayouts/slideLayout161.xml"/><Relationship Id="rId18" Type="http://schemas.openxmlformats.org/officeDocument/2006/relationships/slideLayout" Target="../slideLayouts/slideLayout16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8" name="Shape 78"/>
        <p:cNvGrpSpPr/>
        <p:nvPr/>
      </p:nvGrpSpPr>
      <p:grpSpPr>
        <a:xfrm>
          <a:off x="0" y="0"/>
          <a:ext cx="0" cy="0"/>
          <a:chOff x="0" y="0"/>
          <a:chExt cx="0" cy="0"/>
        </a:xfrm>
      </p:grpSpPr>
      <p:sp>
        <p:nvSpPr>
          <p:cNvPr id="79" name="Google Shape;79;p20"/>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s" sz="1100" u="none" cap="none" strike="noStrike">
                <a:solidFill>
                  <a:srgbClr val="666666"/>
                </a:solidFill>
                <a:latin typeface="Arial"/>
                <a:ea typeface="Arial"/>
                <a:cs typeface="Arial"/>
                <a:sym typeface="Arial"/>
              </a:rPr>
              <a:t>‹#›</a:t>
            </a:fld>
            <a:endParaRPr b="1" i="0" sz="1100" u="none" cap="none" strike="noStrike">
              <a:solidFill>
                <a:srgbClr val="666666"/>
              </a:solidFill>
              <a:latin typeface="Arial"/>
              <a:ea typeface="Arial"/>
              <a:cs typeface="Arial"/>
              <a:sym typeface="Arial"/>
            </a:endParaRPr>
          </a:p>
        </p:txBody>
      </p:sp>
      <p:pic>
        <p:nvPicPr>
          <p:cNvPr id="80" name="Google Shape;80;p20"/>
          <p:cNvPicPr preferRelativeResize="0"/>
          <p:nvPr/>
        </p:nvPicPr>
        <p:blipFill rotWithShape="1">
          <a:blip r:embed="rId1">
            <a:alphaModFix/>
          </a:blip>
          <a:srcRect b="19925" l="0" r="0" t="30050"/>
          <a:stretch/>
        </p:blipFill>
        <p:spPr>
          <a:xfrm>
            <a:off x="8453260" y="4634437"/>
            <a:ext cx="427525" cy="163125"/>
          </a:xfrm>
          <a:prstGeom prst="rect">
            <a:avLst/>
          </a:prstGeom>
          <a:noFill/>
          <a:ln>
            <a:noFill/>
          </a:ln>
        </p:spPr>
      </p:pic>
      <p:pic>
        <p:nvPicPr>
          <p:cNvPr id="81" name="Google Shape;81;p20"/>
          <p:cNvPicPr preferRelativeResize="0"/>
          <p:nvPr/>
        </p:nvPicPr>
        <p:blipFill rotWithShape="1">
          <a:blip r:embed="rId2">
            <a:alphaModFix/>
          </a:blip>
          <a:srcRect b="0" l="0" r="0" t="0"/>
          <a:stretch/>
        </p:blipFill>
        <p:spPr>
          <a:xfrm>
            <a:off x="7640936" y="4500124"/>
            <a:ext cx="698998" cy="431751"/>
          </a:xfrm>
          <a:prstGeom prst="rect">
            <a:avLst/>
          </a:prstGeom>
          <a:noFill/>
          <a:ln>
            <a:noFill/>
          </a:ln>
        </p:spPr>
      </p:pic>
      <p:cxnSp>
        <p:nvCxnSpPr>
          <p:cNvPr id="82" name="Google Shape;82;p20"/>
          <p:cNvCxnSpPr/>
          <p:nvPr/>
        </p:nvCxnSpPr>
        <p:spPr>
          <a:xfrm>
            <a:off x="8409810" y="4642362"/>
            <a:ext cx="0" cy="147300"/>
          </a:xfrm>
          <a:prstGeom prst="straightConnector1">
            <a:avLst/>
          </a:prstGeom>
          <a:noFill/>
          <a:ln cap="flat" cmpd="sng" w="9525">
            <a:solidFill>
              <a:srgbClr val="2F5D9D"/>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 id="2147483701" r:id="rId38"/>
    <p:sldLayoutId id="2147483702" r:id="rId39"/>
    <p:sldLayoutId id="2147483703" r:id="rId40"/>
    <p:sldLayoutId id="2147483704" r:id="rId41"/>
    <p:sldLayoutId id="2147483705" r:id="rId42"/>
    <p:sldLayoutId id="2147483706" r:id="rId43"/>
    <p:sldLayoutId id="2147483707" r:id="rId44"/>
    <p:sldLayoutId id="2147483708" r:id="rId45"/>
    <p:sldLayoutId id="2147483709"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10">
          <p15:clr>
            <a:srgbClr val="EA4335"/>
          </p15:clr>
        </p15:guide>
        <p15:guide id="2" orient="horz" pos="436">
          <p15:clr>
            <a:srgbClr val="EA4335"/>
          </p15:clr>
        </p15:guide>
        <p15:guide id="3" pos="198">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0" name="Shape 340"/>
        <p:cNvGrpSpPr/>
        <p:nvPr/>
      </p:nvGrpSpPr>
      <p:grpSpPr>
        <a:xfrm>
          <a:off x="0" y="0"/>
          <a:ext cx="0" cy="0"/>
          <a:chOff x="0" y="0"/>
          <a:chExt cx="0" cy="0"/>
        </a:xfrm>
      </p:grpSpPr>
      <p:sp>
        <p:nvSpPr>
          <p:cNvPr id="341" name="Google Shape;341;p65"/>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666666"/>
              </a:buClr>
              <a:buSzPts val="1100"/>
              <a:buFont typeface="Arial"/>
              <a:buNone/>
            </a:pPr>
            <a:fld id="{00000000-1234-1234-1234-123412341234}" type="slidenum">
              <a:rPr b="1" i="0" lang="es" sz="1100" u="none" cap="none" strike="noStrike">
                <a:solidFill>
                  <a:srgbClr val="666666"/>
                </a:solidFill>
                <a:latin typeface="Arial"/>
                <a:ea typeface="Arial"/>
                <a:cs typeface="Arial"/>
                <a:sym typeface="Arial"/>
              </a:rPr>
              <a:t>‹#›</a:t>
            </a:fld>
            <a:endParaRPr b="1" i="0" sz="1100" u="none" cap="none" strike="noStrike">
              <a:solidFill>
                <a:srgbClr val="666666"/>
              </a:solidFill>
              <a:latin typeface="Arial"/>
              <a:ea typeface="Arial"/>
              <a:cs typeface="Arial"/>
              <a:sym typeface="Arial"/>
            </a:endParaRPr>
          </a:p>
        </p:txBody>
      </p:sp>
      <p:pic>
        <p:nvPicPr>
          <p:cNvPr id="342" name="Google Shape;342;p65"/>
          <p:cNvPicPr preferRelativeResize="0"/>
          <p:nvPr/>
        </p:nvPicPr>
        <p:blipFill rotWithShape="1">
          <a:blip r:embed="rId1">
            <a:alphaModFix/>
          </a:blip>
          <a:srcRect b="19925" l="0" r="0" t="30050"/>
          <a:stretch/>
        </p:blipFill>
        <p:spPr>
          <a:xfrm>
            <a:off x="8453261" y="4843520"/>
            <a:ext cx="427525" cy="163125"/>
          </a:xfrm>
          <a:prstGeom prst="rect">
            <a:avLst/>
          </a:prstGeom>
          <a:noFill/>
          <a:ln>
            <a:noFill/>
          </a:ln>
        </p:spPr>
      </p:pic>
      <p:pic>
        <p:nvPicPr>
          <p:cNvPr id="343" name="Google Shape;343;p65"/>
          <p:cNvPicPr preferRelativeResize="0"/>
          <p:nvPr/>
        </p:nvPicPr>
        <p:blipFill rotWithShape="1">
          <a:blip r:embed="rId2">
            <a:alphaModFix/>
          </a:blip>
          <a:srcRect b="0" l="0" r="0" t="0"/>
          <a:stretch/>
        </p:blipFill>
        <p:spPr>
          <a:xfrm>
            <a:off x="7640936" y="4709207"/>
            <a:ext cx="698998" cy="431751"/>
          </a:xfrm>
          <a:prstGeom prst="rect">
            <a:avLst/>
          </a:prstGeom>
          <a:noFill/>
          <a:ln>
            <a:noFill/>
          </a:ln>
        </p:spPr>
      </p:pic>
      <p:cxnSp>
        <p:nvCxnSpPr>
          <p:cNvPr id="344" name="Google Shape;344;p65"/>
          <p:cNvCxnSpPr/>
          <p:nvPr/>
        </p:nvCxnSpPr>
        <p:spPr>
          <a:xfrm>
            <a:off x="8409810" y="4851445"/>
            <a:ext cx="0" cy="147300"/>
          </a:xfrm>
          <a:prstGeom prst="straightConnector1">
            <a:avLst/>
          </a:prstGeom>
          <a:noFill/>
          <a:ln cap="flat" cmpd="sng" w="9525">
            <a:solidFill>
              <a:srgbClr val="2F5D9D"/>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3">
          <p15:clr>
            <a:srgbClr val="EA4335"/>
          </p15:clr>
        </p15:guide>
        <p15:guide id="2" orient="horz" pos="327">
          <p15:clr>
            <a:srgbClr val="EA4335"/>
          </p15:clr>
        </p15:guide>
        <p15:guide id="3" pos="149">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3" name="Shape 473"/>
        <p:cNvGrpSpPr/>
        <p:nvPr/>
      </p:nvGrpSpPr>
      <p:grpSpPr>
        <a:xfrm>
          <a:off x="0" y="0"/>
          <a:ext cx="0" cy="0"/>
          <a:chOff x="0" y="0"/>
          <a:chExt cx="0" cy="0"/>
        </a:xfrm>
      </p:grpSpPr>
      <p:sp>
        <p:nvSpPr>
          <p:cNvPr id="474" name="Google Shape;474;p84"/>
          <p:cNvSpPr txBox="1"/>
          <p:nvPr/>
        </p:nvSpPr>
        <p:spPr>
          <a:xfrm>
            <a:off x="8396258" y="1674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666666"/>
              </a:buClr>
              <a:buSzPts val="1100"/>
              <a:buFont typeface="Arial"/>
              <a:buNone/>
            </a:pPr>
            <a:fld id="{00000000-1234-1234-1234-123412341234}" type="slidenum">
              <a:rPr b="1" i="0" lang="es" sz="1100" u="none" cap="none" strike="noStrike">
                <a:solidFill>
                  <a:srgbClr val="666666"/>
                </a:solidFill>
                <a:latin typeface="Arial"/>
                <a:ea typeface="Arial"/>
                <a:cs typeface="Arial"/>
                <a:sym typeface="Arial"/>
              </a:rPr>
              <a:t>‹#›</a:t>
            </a:fld>
            <a:endParaRPr b="1" i="0" sz="1100" u="none" cap="none" strike="noStrike">
              <a:solidFill>
                <a:srgbClr val="666666"/>
              </a:solidFill>
              <a:latin typeface="Arial"/>
              <a:ea typeface="Arial"/>
              <a:cs typeface="Arial"/>
              <a:sym typeface="Arial"/>
            </a:endParaRPr>
          </a:p>
        </p:txBody>
      </p:sp>
      <p:pic>
        <p:nvPicPr>
          <p:cNvPr id="475" name="Google Shape;475;p84"/>
          <p:cNvPicPr preferRelativeResize="0"/>
          <p:nvPr/>
        </p:nvPicPr>
        <p:blipFill rotWithShape="1">
          <a:blip r:embed="rId1">
            <a:alphaModFix/>
          </a:blip>
          <a:srcRect b="19925" l="0" r="0" t="30050"/>
          <a:stretch/>
        </p:blipFill>
        <p:spPr>
          <a:xfrm>
            <a:off x="8453261" y="4634438"/>
            <a:ext cx="427525" cy="163125"/>
          </a:xfrm>
          <a:prstGeom prst="rect">
            <a:avLst/>
          </a:prstGeom>
          <a:noFill/>
          <a:ln>
            <a:noFill/>
          </a:ln>
        </p:spPr>
      </p:pic>
      <p:pic>
        <p:nvPicPr>
          <p:cNvPr id="476" name="Google Shape;476;p84"/>
          <p:cNvPicPr preferRelativeResize="0"/>
          <p:nvPr/>
        </p:nvPicPr>
        <p:blipFill rotWithShape="1">
          <a:blip r:embed="rId2">
            <a:alphaModFix/>
          </a:blip>
          <a:srcRect b="0" l="0" r="0" t="0"/>
          <a:stretch/>
        </p:blipFill>
        <p:spPr>
          <a:xfrm>
            <a:off x="7640936" y="4500125"/>
            <a:ext cx="698998" cy="431751"/>
          </a:xfrm>
          <a:prstGeom prst="rect">
            <a:avLst/>
          </a:prstGeom>
          <a:noFill/>
          <a:ln>
            <a:noFill/>
          </a:ln>
        </p:spPr>
      </p:pic>
      <p:cxnSp>
        <p:nvCxnSpPr>
          <p:cNvPr id="477" name="Google Shape;477;p84"/>
          <p:cNvCxnSpPr/>
          <p:nvPr/>
        </p:nvCxnSpPr>
        <p:spPr>
          <a:xfrm>
            <a:off x="8409810" y="4642362"/>
            <a:ext cx="0" cy="147300"/>
          </a:xfrm>
          <a:prstGeom prst="straightConnector1">
            <a:avLst/>
          </a:prstGeom>
          <a:noFill/>
          <a:ln cap="flat" cmpd="sng" w="9525">
            <a:solidFill>
              <a:srgbClr val="2F5D9D"/>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3">
          <p15:clr>
            <a:srgbClr val="EA4335"/>
          </p15:clr>
        </p15:guide>
        <p15:guide id="2" orient="horz" pos="327">
          <p15:clr>
            <a:srgbClr val="EA4335"/>
          </p15:clr>
        </p15:guide>
        <p15:guide id="3" pos="149">
          <p15:clr>
            <a:srgbClr val="EA4335"/>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3" name="Shape 613"/>
        <p:cNvGrpSpPr/>
        <p:nvPr/>
      </p:nvGrpSpPr>
      <p:grpSpPr>
        <a:xfrm>
          <a:off x="0" y="0"/>
          <a:ext cx="0" cy="0"/>
          <a:chOff x="0" y="0"/>
          <a:chExt cx="0" cy="0"/>
        </a:xfrm>
      </p:grpSpPr>
      <p:sp>
        <p:nvSpPr>
          <p:cNvPr id="614" name="Google Shape;614;p10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15" name="Google Shape;615;p10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16" name="Google Shape;616;p1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 id="2147483762" r:id="rId17"/>
    <p:sldLayoutId id="2147483763" r:id="rId18"/>
    <p:sldLayoutId id="2147483764" r:id="rId19"/>
    <p:sldLayoutId id="2147483765" r:id="rId20"/>
    <p:sldLayoutId id="2147483766" r:id="rId21"/>
    <p:sldLayoutId id="2147483767" r:id="rId22"/>
    <p:sldLayoutId id="2147483768"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74" name="Shape 674"/>
        <p:cNvGrpSpPr/>
        <p:nvPr/>
      </p:nvGrpSpPr>
      <p:grpSpPr>
        <a:xfrm>
          <a:off x="0" y="0"/>
          <a:ext cx="0" cy="0"/>
          <a:chOff x="0" y="0"/>
          <a:chExt cx="0" cy="0"/>
        </a:xfrm>
      </p:grpSpPr>
      <p:sp>
        <p:nvSpPr>
          <p:cNvPr id="675" name="Google Shape;675;p1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76" name="Google Shape;676;p1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77" name="Google Shape;677;p1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27" name="Shape 727"/>
        <p:cNvGrpSpPr/>
        <p:nvPr/>
      </p:nvGrpSpPr>
      <p:grpSpPr>
        <a:xfrm>
          <a:off x="0" y="0"/>
          <a:ext cx="0" cy="0"/>
          <a:chOff x="0" y="0"/>
          <a:chExt cx="0" cy="0"/>
        </a:xfrm>
      </p:grpSpPr>
      <p:sp>
        <p:nvSpPr>
          <p:cNvPr id="728" name="Google Shape;728;p1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29" name="Google Shape;729;p1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30" name="Google Shape;730;p1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2.xml"/><Relationship Id="rId3" Type="http://schemas.openxmlformats.org/officeDocument/2006/relationships/image" Target="../media/image58.png"/><Relationship Id="rId4" Type="http://schemas.openxmlformats.org/officeDocument/2006/relationships/image" Target="../media/image60.png"/><Relationship Id="rId5" Type="http://schemas.openxmlformats.org/officeDocument/2006/relationships/image" Target="../media/image6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xml"/><Relationship Id="rId3" Type="http://schemas.openxmlformats.org/officeDocument/2006/relationships/image" Target="../media/image6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76.png"/><Relationship Id="rId4" Type="http://schemas.openxmlformats.org/officeDocument/2006/relationships/image" Target="../media/image75.png"/><Relationship Id="rId9" Type="http://schemas.openxmlformats.org/officeDocument/2006/relationships/image" Target="../media/image70.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73.png"/><Relationship Id="rId8" Type="http://schemas.openxmlformats.org/officeDocument/2006/relationships/image" Target="../media/image71.png"/><Relationship Id="rId11" Type="http://schemas.openxmlformats.org/officeDocument/2006/relationships/image" Target="../media/image72.png"/><Relationship Id="rId10" Type="http://schemas.openxmlformats.org/officeDocument/2006/relationships/image" Target="../media/image69.png"/><Relationship Id="rId13" Type="http://schemas.openxmlformats.org/officeDocument/2006/relationships/image" Target="../media/image78.png"/><Relationship Id="rId12" Type="http://schemas.openxmlformats.org/officeDocument/2006/relationships/image" Target="../media/image7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xml"/><Relationship Id="rId3" Type="http://schemas.openxmlformats.org/officeDocument/2006/relationships/image" Target="../media/image79.png"/><Relationship Id="rId4" Type="http://schemas.openxmlformats.org/officeDocument/2006/relationships/image" Target="../media/image77.png"/><Relationship Id="rId5" Type="http://schemas.openxmlformats.org/officeDocument/2006/relationships/image" Target="../media/image81.png"/><Relationship Id="rId6" Type="http://schemas.openxmlformats.org/officeDocument/2006/relationships/hyperlink" Target="https://docs.google.com/spreadsheets/u/0/d/1Lp6UkKjat7DGR2OhLafA32zjJ3sngKR6F1VnQwWfczk/ed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xml"/><Relationship Id="rId3" Type="http://schemas.openxmlformats.org/officeDocument/2006/relationships/image" Target="../media/image80.png"/><Relationship Id="rId4" Type="http://schemas.openxmlformats.org/officeDocument/2006/relationships/image" Target="../media/image8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1.xml"/><Relationship Id="rId3" Type="http://schemas.openxmlformats.org/officeDocument/2006/relationships/image" Target="../media/image80.png"/><Relationship Id="rId4" Type="http://schemas.openxmlformats.org/officeDocument/2006/relationships/image" Target="../media/image8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notesSlide" Target="../notesSlides/notesSlide1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72"/>
          <p:cNvSpPr/>
          <p:nvPr/>
        </p:nvSpPr>
        <p:spPr>
          <a:xfrm>
            <a:off x="4752350" y="2848425"/>
            <a:ext cx="3050700" cy="30507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794" name="Google Shape;794;p172"/>
          <p:cNvSpPr/>
          <p:nvPr/>
        </p:nvSpPr>
        <p:spPr>
          <a:xfrm>
            <a:off x="3476300" y="139050"/>
            <a:ext cx="1177500" cy="11775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795" name="Google Shape;795;p172"/>
          <p:cNvSpPr/>
          <p:nvPr/>
        </p:nvSpPr>
        <p:spPr>
          <a:xfrm>
            <a:off x="765575" y="3699400"/>
            <a:ext cx="660000" cy="6600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796" name="Google Shape;796;p172"/>
          <p:cNvSpPr txBox="1"/>
          <p:nvPr/>
        </p:nvSpPr>
        <p:spPr>
          <a:xfrm>
            <a:off x="450075" y="1919700"/>
            <a:ext cx="46884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lang="es" sz="4000">
                <a:solidFill>
                  <a:srgbClr val="FFFFFF"/>
                </a:solidFill>
                <a:latin typeface="Helvetica Neue"/>
                <a:ea typeface="Helvetica Neue"/>
                <a:cs typeface="Helvetica Neue"/>
                <a:sym typeface="Helvetica Neue"/>
              </a:rPr>
              <a:t>1. Roadmap V1 (junio 2024)</a:t>
            </a:r>
            <a:endParaRPr sz="4000">
              <a:solidFill>
                <a:srgbClr val="FFFFFF"/>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3"/>
          <p:cNvSpPr/>
          <p:nvPr/>
        </p:nvSpPr>
        <p:spPr>
          <a:xfrm flipH="1">
            <a:off x="6376342" y="1902607"/>
            <a:ext cx="771900" cy="108000"/>
          </a:xfrm>
          <a:prstGeom prst="roundRect">
            <a:avLst>
              <a:gd fmla="val 50000" name="adj"/>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3" name="Google Shape;803;p173"/>
          <p:cNvSpPr/>
          <p:nvPr/>
        </p:nvSpPr>
        <p:spPr>
          <a:xfrm flipH="1">
            <a:off x="6376279" y="1902600"/>
            <a:ext cx="195000" cy="108000"/>
          </a:xfrm>
          <a:prstGeom prst="roundRect">
            <a:avLst>
              <a:gd fmla="val 50000" name="adj"/>
            </a:avLst>
          </a:prstGeom>
          <a:solidFill>
            <a:srgbClr val="46BA36"/>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4" name="Google Shape;804;p173"/>
          <p:cNvSpPr/>
          <p:nvPr/>
        </p:nvSpPr>
        <p:spPr>
          <a:xfrm flipH="1">
            <a:off x="5121564" y="1902607"/>
            <a:ext cx="771900" cy="108000"/>
          </a:xfrm>
          <a:prstGeom prst="roundRect">
            <a:avLst>
              <a:gd fmla="val 50000" name="adj"/>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5" name="Google Shape;805;p173"/>
          <p:cNvSpPr/>
          <p:nvPr/>
        </p:nvSpPr>
        <p:spPr>
          <a:xfrm flipH="1">
            <a:off x="5121413" y="1902600"/>
            <a:ext cx="439500" cy="108000"/>
          </a:xfrm>
          <a:prstGeom prst="roundRect">
            <a:avLst>
              <a:gd fmla="val 50000" name="adj"/>
            </a:avLst>
          </a:prstGeom>
          <a:solidFill>
            <a:srgbClr val="46BA36"/>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6" name="Google Shape;806;p173"/>
          <p:cNvSpPr/>
          <p:nvPr/>
        </p:nvSpPr>
        <p:spPr>
          <a:xfrm flipH="1">
            <a:off x="3966967" y="1902607"/>
            <a:ext cx="771900" cy="108000"/>
          </a:xfrm>
          <a:prstGeom prst="roundRect">
            <a:avLst>
              <a:gd fmla="val 50000" name="adj"/>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7" name="Google Shape;807;p173"/>
          <p:cNvSpPr/>
          <p:nvPr/>
        </p:nvSpPr>
        <p:spPr>
          <a:xfrm flipH="1">
            <a:off x="3966675" y="1902600"/>
            <a:ext cx="748200" cy="108000"/>
          </a:xfrm>
          <a:prstGeom prst="roundRect">
            <a:avLst>
              <a:gd fmla="val 50000" name="adj"/>
            </a:avLst>
          </a:prstGeom>
          <a:solidFill>
            <a:srgbClr val="46BA36"/>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8" name="Google Shape;808;p173"/>
          <p:cNvSpPr/>
          <p:nvPr/>
        </p:nvSpPr>
        <p:spPr>
          <a:xfrm>
            <a:off x="613613" y="2098022"/>
            <a:ext cx="901500" cy="901500"/>
          </a:xfrm>
          <a:prstGeom prst="ellipse">
            <a:avLst/>
          </a:prstGeom>
          <a:solidFill>
            <a:srgbClr val="FFD900"/>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9" name="Google Shape;809;p173"/>
          <p:cNvSpPr/>
          <p:nvPr/>
        </p:nvSpPr>
        <p:spPr>
          <a:xfrm>
            <a:off x="613613" y="3343454"/>
            <a:ext cx="901500" cy="901500"/>
          </a:xfrm>
          <a:prstGeom prst="ellipse">
            <a:avLst/>
          </a:prstGeom>
          <a:solidFill>
            <a:srgbClr val="8C8C8C"/>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0" name="Google Shape;810;p173"/>
          <p:cNvSpPr txBox="1"/>
          <p:nvPr/>
        </p:nvSpPr>
        <p:spPr>
          <a:xfrm>
            <a:off x="393208" y="557381"/>
            <a:ext cx="39543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es" sz="2000" u="none" cap="none" strike="noStrike">
                <a:solidFill>
                  <a:srgbClr val="000000"/>
                </a:solidFill>
                <a:latin typeface="Helvetica Neue"/>
                <a:ea typeface="Helvetica Neue"/>
                <a:cs typeface="Helvetica Neue"/>
                <a:sym typeface="Helvetica Neue"/>
              </a:rPr>
              <a:t>Liberaciones TDC Clásica 2025</a:t>
            </a:r>
            <a:endParaRPr b="0" i="0" sz="2000" u="none" cap="none" strike="noStrike">
              <a:solidFill>
                <a:srgbClr val="000000"/>
              </a:solidFill>
              <a:latin typeface="Helvetica Neue"/>
              <a:ea typeface="Helvetica Neue"/>
              <a:cs typeface="Helvetica Neue"/>
              <a:sym typeface="Helvetica Neue"/>
            </a:endParaRPr>
          </a:p>
        </p:txBody>
      </p:sp>
      <p:sp>
        <p:nvSpPr>
          <p:cNvPr id="811" name="Google Shape;811;p173"/>
          <p:cNvSpPr txBox="1"/>
          <p:nvPr/>
        </p:nvSpPr>
        <p:spPr>
          <a:xfrm>
            <a:off x="393200" y="1158950"/>
            <a:ext cx="8118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accent2"/>
                </a:solidFill>
                <a:latin typeface="Helvetica Neue Light"/>
                <a:ea typeface="Helvetica Neue Light"/>
                <a:cs typeface="Helvetica Neue Light"/>
                <a:sym typeface="Helvetica Neue Light"/>
              </a:rPr>
              <a:t>Dentro del Programa de Transformación Unity, se plantearon diferentes iteraciones con liberaciones incrementales para las funcionalidades del Producto de Tarjeta de Crédito Clásica en todo su ciclo de vida (Onboarding, Operación y Post-Venta).</a:t>
            </a:r>
            <a:endParaRPr b="0" i="0" sz="1200" u="none" cap="none" strike="noStrike">
              <a:solidFill>
                <a:schemeClr val="accent2"/>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accent2"/>
              </a:solidFill>
              <a:latin typeface="Helvetica Neue Light"/>
              <a:ea typeface="Helvetica Neue Light"/>
              <a:cs typeface="Helvetica Neue Light"/>
              <a:sym typeface="Helvetica Neue Light"/>
            </a:endParaRPr>
          </a:p>
        </p:txBody>
      </p:sp>
      <p:sp>
        <p:nvSpPr>
          <p:cNvPr id="812" name="Google Shape;812;p173"/>
          <p:cNvSpPr/>
          <p:nvPr/>
        </p:nvSpPr>
        <p:spPr>
          <a:xfrm>
            <a:off x="1583693" y="2273463"/>
            <a:ext cx="879300" cy="546000"/>
          </a:xfrm>
          <a:prstGeom prst="rect">
            <a:avLst/>
          </a:prstGeom>
          <a:solidFill>
            <a:srgbClr val="FFD9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Helvetica Neue"/>
                <a:ea typeface="Helvetica Neue"/>
                <a:cs typeface="Helvetica Neue"/>
                <a:sym typeface="Helvetica Neue"/>
              </a:rPr>
              <a:t>Apolo</a:t>
            </a:r>
            <a:endParaRPr b="1" i="0" sz="1800" u="none" cap="none" strike="noStrike">
              <a:solidFill>
                <a:srgbClr val="FFFFFF"/>
              </a:solidFill>
              <a:latin typeface="Helvetica Neue"/>
              <a:ea typeface="Helvetica Neue"/>
              <a:cs typeface="Helvetica Neue"/>
              <a:sym typeface="Helvetica Neue"/>
            </a:endParaRPr>
          </a:p>
        </p:txBody>
      </p:sp>
      <p:pic>
        <p:nvPicPr>
          <p:cNvPr id="813" name="Google Shape;813;p173"/>
          <p:cNvPicPr preferRelativeResize="0"/>
          <p:nvPr/>
        </p:nvPicPr>
        <p:blipFill rotWithShape="1">
          <a:blip r:embed="rId3">
            <a:alphaModFix/>
          </a:blip>
          <a:srcRect b="54184" l="41465" r="41419" t="17129"/>
          <a:stretch/>
        </p:blipFill>
        <p:spPr>
          <a:xfrm>
            <a:off x="898970" y="2273462"/>
            <a:ext cx="330656" cy="545774"/>
          </a:xfrm>
          <a:prstGeom prst="rect">
            <a:avLst/>
          </a:prstGeom>
          <a:noFill/>
          <a:ln>
            <a:noFill/>
          </a:ln>
        </p:spPr>
      </p:pic>
      <p:sp>
        <p:nvSpPr>
          <p:cNvPr id="814" name="Google Shape;814;p173"/>
          <p:cNvSpPr/>
          <p:nvPr/>
        </p:nvSpPr>
        <p:spPr>
          <a:xfrm>
            <a:off x="1583693" y="3110269"/>
            <a:ext cx="879300" cy="564600"/>
          </a:xfrm>
          <a:prstGeom prst="rect">
            <a:avLst/>
          </a:prstGeom>
          <a:solidFill>
            <a:srgbClr val="8C8C8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Helvetica Neue"/>
                <a:ea typeface="Helvetica Neue"/>
                <a:cs typeface="Helvetica Neue"/>
                <a:sym typeface="Helvetica Neue"/>
              </a:rPr>
              <a:t>TDC</a:t>
            </a:r>
            <a:endParaRPr b="1" i="0" sz="1800" u="none" cap="none" strike="noStrike">
              <a:solidFill>
                <a:srgbClr val="FFFFFF"/>
              </a:solidFill>
              <a:latin typeface="Helvetica Neue"/>
              <a:ea typeface="Helvetica Neue"/>
              <a:cs typeface="Helvetica Neue"/>
              <a:sym typeface="Helvetica Neue"/>
            </a:endParaRPr>
          </a:p>
        </p:txBody>
      </p:sp>
      <p:sp>
        <p:nvSpPr>
          <p:cNvPr id="815" name="Google Shape;815;p173"/>
          <p:cNvSpPr/>
          <p:nvPr/>
        </p:nvSpPr>
        <p:spPr>
          <a:xfrm>
            <a:off x="2531738" y="3110269"/>
            <a:ext cx="5951400" cy="564600"/>
          </a:xfrm>
          <a:prstGeom prst="rect">
            <a:avLst/>
          </a:prstGeom>
          <a:solidFill>
            <a:srgbClr val="C9C9C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D3935"/>
              </a:solidFill>
              <a:latin typeface="Helvetica Neue"/>
              <a:ea typeface="Helvetica Neue"/>
              <a:cs typeface="Helvetica Neue"/>
              <a:sym typeface="Helvetica Neue"/>
            </a:endParaRPr>
          </a:p>
        </p:txBody>
      </p:sp>
      <p:sp>
        <p:nvSpPr>
          <p:cNvPr id="816" name="Google Shape;816;p173"/>
          <p:cNvSpPr/>
          <p:nvPr/>
        </p:nvSpPr>
        <p:spPr>
          <a:xfrm>
            <a:off x="3962690" y="3155426"/>
            <a:ext cx="798000" cy="474300"/>
          </a:xfrm>
          <a:prstGeom prst="rect">
            <a:avLst/>
          </a:prstGeom>
          <a:solidFill>
            <a:srgbClr val="FFF2CC"/>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TDC Digital</a:t>
            </a:r>
            <a:endParaRPr b="1" i="0" sz="800" u="none" cap="none" strike="noStrike">
              <a:solidFill>
                <a:srgbClr val="000000"/>
              </a:solidFill>
              <a:latin typeface="Helvetica Neue"/>
              <a:ea typeface="Helvetica Neue"/>
              <a:cs typeface="Helvetica Neue"/>
              <a:sym typeface="Helvetica Neue"/>
            </a:endParaRPr>
          </a:p>
        </p:txBody>
      </p:sp>
      <p:sp>
        <p:nvSpPr>
          <p:cNvPr id="817" name="Google Shape;817;p173"/>
          <p:cNvSpPr/>
          <p:nvPr/>
        </p:nvSpPr>
        <p:spPr>
          <a:xfrm>
            <a:off x="2682071" y="3155426"/>
            <a:ext cx="879300" cy="474300"/>
          </a:xfrm>
          <a:prstGeom prst="rect">
            <a:avLst/>
          </a:prstGeom>
          <a:solidFill>
            <a:srgbClr val="FFF2CC"/>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Configuración y Customización</a:t>
            </a:r>
            <a:endParaRPr b="1" i="0" sz="8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de Caja</a:t>
            </a:r>
            <a:endParaRPr b="1" i="0" sz="800" u="none" cap="none" strike="noStrike">
              <a:solidFill>
                <a:srgbClr val="000000"/>
              </a:solidFill>
              <a:latin typeface="Helvetica Neue"/>
              <a:ea typeface="Helvetica Neue"/>
              <a:cs typeface="Helvetica Neue"/>
              <a:sym typeface="Helvetica Neue"/>
            </a:endParaRPr>
          </a:p>
        </p:txBody>
      </p:sp>
      <p:sp>
        <p:nvSpPr>
          <p:cNvPr id="818" name="Google Shape;818;p173"/>
          <p:cNvSpPr/>
          <p:nvPr/>
        </p:nvSpPr>
        <p:spPr>
          <a:xfrm>
            <a:off x="5161890" y="3155426"/>
            <a:ext cx="798000" cy="474300"/>
          </a:xfrm>
          <a:prstGeom prst="rect">
            <a:avLst/>
          </a:prstGeom>
          <a:solidFill>
            <a:srgbClr val="D9EAD3"/>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TDC Física</a:t>
            </a:r>
            <a:endParaRPr b="1" i="0" sz="800" u="none" cap="none" strike="noStrike">
              <a:solidFill>
                <a:srgbClr val="000000"/>
              </a:solidFill>
              <a:latin typeface="Helvetica Neue"/>
              <a:ea typeface="Helvetica Neue"/>
              <a:cs typeface="Helvetica Neue"/>
              <a:sym typeface="Helvetica Neue"/>
            </a:endParaRPr>
          </a:p>
        </p:txBody>
      </p:sp>
      <p:sp>
        <p:nvSpPr>
          <p:cNvPr id="819" name="Google Shape;819;p173"/>
          <p:cNvSpPr/>
          <p:nvPr/>
        </p:nvSpPr>
        <p:spPr>
          <a:xfrm>
            <a:off x="4863659" y="3306407"/>
            <a:ext cx="195000" cy="172500"/>
          </a:xfrm>
          <a:prstGeom prst="mathPlus">
            <a:avLst>
              <a:gd fmla="val 23520" name="adj1"/>
            </a:avLst>
          </a:prstGeom>
          <a:solidFill>
            <a:srgbClr val="1A93C0"/>
          </a:solidFill>
          <a:ln cap="flat" cmpd="sng" w="7150">
            <a:solidFill>
              <a:srgbClr val="0065A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20" name="Google Shape;820;p173"/>
          <p:cNvSpPr/>
          <p:nvPr/>
        </p:nvSpPr>
        <p:spPr>
          <a:xfrm>
            <a:off x="6361089" y="3155426"/>
            <a:ext cx="798000" cy="474300"/>
          </a:xfrm>
          <a:prstGeom prst="rect">
            <a:avLst/>
          </a:prstGeom>
          <a:solidFill>
            <a:srgbClr val="C9DAF8"/>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TDC MVP</a:t>
            </a:r>
            <a:endParaRPr b="1" i="0" sz="800" u="none" cap="none" strike="noStrike">
              <a:solidFill>
                <a:srgbClr val="000000"/>
              </a:solidFill>
              <a:latin typeface="Helvetica Neue"/>
              <a:ea typeface="Helvetica Neue"/>
              <a:cs typeface="Helvetica Neue"/>
              <a:sym typeface="Helvetica Neue"/>
            </a:endParaRPr>
          </a:p>
        </p:txBody>
      </p:sp>
      <p:sp>
        <p:nvSpPr>
          <p:cNvPr id="821" name="Google Shape;821;p173"/>
          <p:cNvSpPr/>
          <p:nvPr/>
        </p:nvSpPr>
        <p:spPr>
          <a:xfrm>
            <a:off x="6062858" y="3306407"/>
            <a:ext cx="195000" cy="172500"/>
          </a:xfrm>
          <a:prstGeom prst="mathPlus">
            <a:avLst>
              <a:gd fmla="val 23520" name="adj1"/>
            </a:avLst>
          </a:prstGeom>
          <a:solidFill>
            <a:srgbClr val="1A93C0"/>
          </a:solidFill>
          <a:ln cap="flat" cmpd="sng" w="7150">
            <a:solidFill>
              <a:srgbClr val="0065A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22" name="Google Shape;822;p173"/>
          <p:cNvSpPr txBox="1"/>
          <p:nvPr/>
        </p:nvSpPr>
        <p:spPr>
          <a:xfrm>
            <a:off x="2849117" y="1718006"/>
            <a:ext cx="5646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Helvetica Neue"/>
                <a:ea typeface="Helvetica Neue"/>
                <a:cs typeface="Helvetica Neue"/>
                <a:sym typeface="Helvetica Neue"/>
              </a:rPr>
              <a:t>Release 1</a:t>
            </a:r>
            <a:endParaRPr b="1" i="0" sz="900" u="none" cap="none" strike="noStrike">
              <a:solidFill>
                <a:srgbClr val="000000"/>
              </a:solidFill>
              <a:latin typeface="Helvetica Neue"/>
              <a:ea typeface="Helvetica Neue"/>
              <a:cs typeface="Helvetica Neue"/>
              <a:sym typeface="Helvetica Neue"/>
            </a:endParaRPr>
          </a:p>
        </p:txBody>
      </p:sp>
      <p:sp>
        <p:nvSpPr>
          <p:cNvPr id="823" name="Google Shape;823;p173"/>
          <p:cNvSpPr txBox="1"/>
          <p:nvPr/>
        </p:nvSpPr>
        <p:spPr>
          <a:xfrm>
            <a:off x="4014022" y="1713131"/>
            <a:ext cx="6777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Helvetica Neue"/>
                <a:ea typeface="Helvetica Neue"/>
                <a:cs typeface="Helvetica Neue"/>
                <a:sym typeface="Helvetica Neue"/>
              </a:rPr>
              <a:t>Re</a:t>
            </a:r>
            <a:r>
              <a:rPr b="1" i="0" lang="es" sz="900" u="none" cap="none" strike="noStrike">
                <a:solidFill>
                  <a:srgbClr val="000000"/>
                </a:solidFill>
                <a:latin typeface="Helvetica Neue"/>
                <a:ea typeface="Helvetica Neue"/>
                <a:cs typeface="Helvetica Neue"/>
                <a:sym typeface="Helvetica Neue"/>
              </a:rPr>
              <a:t>lease </a:t>
            </a:r>
            <a:r>
              <a:rPr b="1" i="0" lang="es" sz="900" u="none" cap="none" strike="noStrike">
                <a:solidFill>
                  <a:srgbClr val="000000"/>
                </a:solidFill>
                <a:latin typeface="Helvetica Neue"/>
                <a:ea typeface="Helvetica Neue"/>
                <a:cs typeface="Helvetica Neue"/>
                <a:sym typeface="Helvetica Neue"/>
              </a:rPr>
              <a:t>2</a:t>
            </a:r>
            <a:endParaRPr b="1" i="0" sz="900" u="none" cap="none" strike="noStrike">
              <a:solidFill>
                <a:srgbClr val="000000"/>
              </a:solidFill>
              <a:latin typeface="Helvetica Neue"/>
              <a:ea typeface="Helvetica Neue"/>
              <a:cs typeface="Helvetica Neue"/>
              <a:sym typeface="Helvetica Neue"/>
            </a:endParaRPr>
          </a:p>
        </p:txBody>
      </p:sp>
      <p:sp>
        <p:nvSpPr>
          <p:cNvPr id="824" name="Google Shape;824;p173"/>
          <p:cNvSpPr txBox="1"/>
          <p:nvPr/>
        </p:nvSpPr>
        <p:spPr>
          <a:xfrm>
            <a:off x="5229377" y="1713131"/>
            <a:ext cx="6777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Helvetica Neue"/>
                <a:ea typeface="Helvetica Neue"/>
                <a:cs typeface="Helvetica Neue"/>
                <a:sym typeface="Helvetica Neue"/>
              </a:rPr>
              <a:t>Re</a:t>
            </a:r>
            <a:r>
              <a:rPr b="1" i="0" lang="es" sz="900" u="none" cap="none" strike="noStrike">
                <a:solidFill>
                  <a:srgbClr val="000000"/>
                </a:solidFill>
                <a:latin typeface="Helvetica Neue"/>
                <a:ea typeface="Helvetica Neue"/>
                <a:cs typeface="Helvetica Neue"/>
                <a:sym typeface="Helvetica Neue"/>
              </a:rPr>
              <a:t>lease 3</a:t>
            </a:r>
            <a:endParaRPr b="1" i="0" sz="900" u="none" cap="none" strike="noStrike">
              <a:solidFill>
                <a:srgbClr val="000000"/>
              </a:solidFill>
              <a:latin typeface="Helvetica Neue"/>
              <a:ea typeface="Helvetica Neue"/>
              <a:cs typeface="Helvetica Neue"/>
              <a:sym typeface="Helvetica Neue"/>
            </a:endParaRPr>
          </a:p>
        </p:txBody>
      </p:sp>
      <p:sp>
        <p:nvSpPr>
          <p:cNvPr id="825" name="Google Shape;825;p173"/>
          <p:cNvSpPr txBox="1"/>
          <p:nvPr/>
        </p:nvSpPr>
        <p:spPr>
          <a:xfrm>
            <a:off x="6480896" y="1713131"/>
            <a:ext cx="6030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Helvetica Neue"/>
                <a:ea typeface="Helvetica Neue"/>
                <a:cs typeface="Helvetica Neue"/>
                <a:sym typeface="Helvetica Neue"/>
              </a:rPr>
              <a:t>Re</a:t>
            </a:r>
            <a:r>
              <a:rPr b="1" i="0" lang="es" sz="900" u="none" cap="none" strike="noStrike">
                <a:solidFill>
                  <a:srgbClr val="000000"/>
                </a:solidFill>
                <a:latin typeface="Helvetica Neue"/>
                <a:ea typeface="Helvetica Neue"/>
                <a:cs typeface="Helvetica Neue"/>
                <a:sym typeface="Helvetica Neue"/>
              </a:rPr>
              <a:t>lease 4</a:t>
            </a:r>
            <a:endParaRPr b="1" i="0" sz="900" u="none" cap="none" strike="noStrike">
              <a:solidFill>
                <a:srgbClr val="000000"/>
              </a:solidFill>
              <a:latin typeface="Helvetica Neue"/>
              <a:ea typeface="Helvetica Neue"/>
              <a:cs typeface="Helvetica Neue"/>
              <a:sym typeface="Helvetica Neue"/>
            </a:endParaRPr>
          </a:p>
        </p:txBody>
      </p:sp>
      <p:sp>
        <p:nvSpPr>
          <p:cNvPr id="826" name="Google Shape;826;p173"/>
          <p:cNvSpPr/>
          <p:nvPr/>
        </p:nvSpPr>
        <p:spPr>
          <a:xfrm>
            <a:off x="2531738" y="2249798"/>
            <a:ext cx="5951400" cy="597900"/>
          </a:xfrm>
          <a:prstGeom prst="rect">
            <a:avLst/>
          </a:prstGeom>
          <a:solidFill>
            <a:srgbClr val="FCF7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D3935"/>
              </a:solidFill>
              <a:latin typeface="Helvetica Neue"/>
              <a:ea typeface="Helvetica Neue"/>
              <a:cs typeface="Helvetica Neue"/>
              <a:sym typeface="Helvetica Neue"/>
            </a:endParaRPr>
          </a:p>
        </p:txBody>
      </p:sp>
      <p:sp>
        <p:nvSpPr>
          <p:cNvPr id="827" name="Google Shape;827;p173"/>
          <p:cNvSpPr/>
          <p:nvPr/>
        </p:nvSpPr>
        <p:spPr>
          <a:xfrm>
            <a:off x="3953946" y="2295959"/>
            <a:ext cx="798000" cy="474300"/>
          </a:xfrm>
          <a:prstGeom prst="rect">
            <a:avLst/>
          </a:prstGeom>
          <a:solidFill>
            <a:srgbClr val="FFFFFF"/>
          </a:solidFill>
          <a:ln cap="flat" cmpd="sng" w="9525">
            <a:solidFill>
              <a:srgbClr val="08175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Solicitud y Formalización TDC</a:t>
            </a:r>
            <a:endParaRPr b="1" i="0" sz="800" u="none" cap="none" strike="noStrike">
              <a:solidFill>
                <a:srgbClr val="000000"/>
              </a:solidFill>
              <a:latin typeface="Helvetica Neue"/>
              <a:ea typeface="Helvetica Neue"/>
              <a:cs typeface="Helvetica Neue"/>
              <a:sym typeface="Helvetica Neue"/>
            </a:endParaRPr>
          </a:p>
        </p:txBody>
      </p:sp>
      <p:sp>
        <p:nvSpPr>
          <p:cNvPr id="828" name="Google Shape;828;p173"/>
          <p:cNvSpPr/>
          <p:nvPr/>
        </p:nvSpPr>
        <p:spPr>
          <a:xfrm>
            <a:off x="2693731" y="2295959"/>
            <a:ext cx="855900" cy="474300"/>
          </a:xfrm>
          <a:prstGeom prst="rect">
            <a:avLst/>
          </a:prstGeom>
          <a:solidFill>
            <a:srgbClr val="FFFFFF"/>
          </a:solidFill>
          <a:ln cap="flat" cmpd="sng" w="9525">
            <a:solidFill>
              <a:srgbClr val="08175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Alta de </a:t>
            </a:r>
            <a:br>
              <a:rPr b="1" i="0" lang="es" sz="800" u="none" cap="none" strike="noStrike">
                <a:solidFill>
                  <a:srgbClr val="000000"/>
                </a:solidFill>
                <a:latin typeface="Helvetica Neue"/>
                <a:ea typeface="Helvetica Neue"/>
                <a:cs typeface="Helvetica Neue"/>
                <a:sym typeface="Helvetica Neue"/>
              </a:rPr>
            </a:br>
            <a:r>
              <a:rPr b="1" i="0" lang="es" sz="800" u="none" cap="none" strike="noStrike">
                <a:solidFill>
                  <a:srgbClr val="000000"/>
                </a:solidFill>
                <a:latin typeface="Helvetica Neue"/>
                <a:ea typeface="Helvetica Neue"/>
                <a:cs typeface="Helvetica Neue"/>
                <a:sym typeface="Helvetica Neue"/>
              </a:rPr>
              <a:t>Prospecto</a:t>
            </a:r>
            <a:endParaRPr b="1" i="0" sz="800" u="none" cap="none" strike="noStrike">
              <a:solidFill>
                <a:srgbClr val="000000"/>
              </a:solidFill>
              <a:latin typeface="Helvetica Neue"/>
              <a:ea typeface="Helvetica Neue"/>
              <a:cs typeface="Helvetica Neue"/>
              <a:sym typeface="Helvetica Neue"/>
            </a:endParaRPr>
          </a:p>
        </p:txBody>
      </p:sp>
      <p:sp>
        <p:nvSpPr>
          <p:cNvPr id="829" name="Google Shape;829;p173"/>
          <p:cNvSpPr/>
          <p:nvPr/>
        </p:nvSpPr>
        <p:spPr>
          <a:xfrm>
            <a:off x="5156060" y="2295959"/>
            <a:ext cx="798000" cy="474300"/>
          </a:xfrm>
          <a:prstGeom prst="rect">
            <a:avLst/>
          </a:prstGeom>
          <a:solidFill>
            <a:srgbClr val="FFFFFF"/>
          </a:solidFill>
          <a:ln cap="flat" cmpd="sng" w="9525">
            <a:solidFill>
              <a:srgbClr val="87C54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chemeClr val="dk2"/>
                </a:solidFill>
                <a:latin typeface="Helvetica Neue"/>
                <a:ea typeface="Helvetica Neue"/>
                <a:cs typeface="Helvetica Neue"/>
                <a:sym typeface="Helvetica Neue"/>
              </a:rPr>
              <a:t>Reutilizac</a:t>
            </a:r>
            <a:endParaRPr b="1" i="0" sz="800" u="none" cap="none" strike="noStrike">
              <a:solidFill>
                <a:schemeClr val="dk2"/>
              </a:solidFill>
              <a:latin typeface="Helvetica Neue"/>
              <a:ea typeface="Helvetica Neue"/>
              <a:cs typeface="Helvetica Neue"/>
              <a:sym typeface="Helvetica Neue"/>
            </a:endParaRPr>
          </a:p>
        </p:txBody>
      </p:sp>
      <p:sp>
        <p:nvSpPr>
          <p:cNvPr id="830" name="Google Shape;830;p173"/>
          <p:cNvSpPr/>
          <p:nvPr/>
        </p:nvSpPr>
        <p:spPr>
          <a:xfrm>
            <a:off x="6358174" y="2295959"/>
            <a:ext cx="798000" cy="474300"/>
          </a:xfrm>
          <a:prstGeom prst="rect">
            <a:avLst/>
          </a:prstGeom>
          <a:solidFill>
            <a:srgbClr val="FFFFFF"/>
          </a:solidFill>
          <a:ln cap="flat" cmpd="sng" w="9525">
            <a:solidFill>
              <a:srgbClr val="87C54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800" u="none" cap="none" strike="noStrike">
              <a:solidFill>
                <a:schemeClr val="dk2"/>
              </a:solidFill>
              <a:latin typeface="Helvetica Neue"/>
              <a:ea typeface="Helvetica Neue"/>
              <a:cs typeface="Helvetica Neue"/>
              <a:sym typeface="Helvetica Neue"/>
            </a:endParaRPr>
          </a:p>
        </p:txBody>
      </p:sp>
      <p:sp>
        <p:nvSpPr>
          <p:cNvPr id="831" name="Google Shape;831;p173"/>
          <p:cNvSpPr/>
          <p:nvPr/>
        </p:nvSpPr>
        <p:spPr>
          <a:xfrm>
            <a:off x="4856372" y="2446940"/>
            <a:ext cx="195000" cy="172500"/>
          </a:xfrm>
          <a:prstGeom prst="mathPlus">
            <a:avLst>
              <a:gd fmla="val 23520" name="adj1"/>
            </a:avLst>
          </a:prstGeom>
          <a:solidFill>
            <a:srgbClr val="87C544"/>
          </a:solidFill>
          <a:ln cap="flat" cmpd="sng" w="7150">
            <a:solidFill>
              <a:srgbClr val="87C544"/>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32" name="Google Shape;832;p173"/>
          <p:cNvSpPr/>
          <p:nvPr/>
        </p:nvSpPr>
        <p:spPr>
          <a:xfrm>
            <a:off x="6058486" y="2446940"/>
            <a:ext cx="195000" cy="172500"/>
          </a:xfrm>
          <a:prstGeom prst="mathPlus">
            <a:avLst>
              <a:gd fmla="val 23520" name="adj1"/>
            </a:avLst>
          </a:prstGeom>
          <a:solidFill>
            <a:srgbClr val="87C544"/>
          </a:solidFill>
          <a:ln cap="flat" cmpd="sng" w="7150">
            <a:solidFill>
              <a:srgbClr val="87C544"/>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33" name="Google Shape;833;p173"/>
          <p:cNvSpPr/>
          <p:nvPr/>
        </p:nvSpPr>
        <p:spPr>
          <a:xfrm>
            <a:off x="3654257" y="2446940"/>
            <a:ext cx="195000" cy="172500"/>
          </a:xfrm>
          <a:prstGeom prst="mathPlus">
            <a:avLst>
              <a:gd fmla="val 23520" name="adj1"/>
            </a:avLst>
          </a:prstGeom>
          <a:solidFill>
            <a:srgbClr val="87C544"/>
          </a:solidFill>
          <a:ln cap="flat" cmpd="sng" w="7150">
            <a:solidFill>
              <a:srgbClr val="87C544"/>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34" name="Google Shape;834;p173"/>
          <p:cNvSpPr/>
          <p:nvPr/>
        </p:nvSpPr>
        <p:spPr>
          <a:xfrm>
            <a:off x="3664460" y="3306407"/>
            <a:ext cx="195000" cy="172500"/>
          </a:xfrm>
          <a:prstGeom prst="mathPlus">
            <a:avLst>
              <a:gd fmla="val 23520" name="adj1"/>
            </a:avLst>
          </a:prstGeom>
          <a:solidFill>
            <a:srgbClr val="1A93C0"/>
          </a:solidFill>
          <a:ln cap="flat" cmpd="sng" w="7150">
            <a:solidFill>
              <a:srgbClr val="0065A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35" name="Google Shape;835;p173"/>
          <p:cNvSpPr txBox="1"/>
          <p:nvPr/>
        </p:nvSpPr>
        <p:spPr>
          <a:xfrm>
            <a:off x="7657715" y="1713131"/>
            <a:ext cx="6030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Helvetica Neue"/>
                <a:ea typeface="Helvetica Neue"/>
                <a:cs typeface="Helvetica Neue"/>
                <a:sym typeface="Helvetica Neue"/>
              </a:rPr>
              <a:t>Release 5</a:t>
            </a:r>
            <a:endParaRPr b="1" i="0" sz="900" u="none" cap="none" strike="noStrike">
              <a:solidFill>
                <a:srgbClr val="000000"/>
              </a:solidFill>
              <a:latin typeface="Helvetica Neue"/>
              <a:ea typeface="Helvetica Neue"/>
              <a:cs typeface="Helvetica Neue"/>
              <a:sym typeface="Helvetica Neue"/>
            </a:endParaRPr>
          </a:p>
        </p:txBody>
      </p:sp>
      <p:sp>
        <p:nvSpPr>
          <p:cNvPr id="836" name="Google Shape;836;p173"/>
          <p:cNvSpPr/>
          <p:nvPr/>
        </p:nvSpPr>
        <p:spPr>
          <a:xfrm>
            <a:off x="7260600" y="2446940"/>
            <a:ext cx="195000" cy="172500"/>
          </a:xfrm>
          <a:prstGeom prst="mathPlus">
            <a:avLst>
              <a:gd fmla="val 23520" name="adj1"/>
            </a:avLst>
          </a:prstGeom>
          <a:solidFill>
            <a:srgbClr val="87C544"/>
          </a:solidFill>
          <a:ln cap="flat" cmpd="sng" w="7150">
            <a:solidFill>
              <a:srgbClr val="87C544"/>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37" name="Google Shape;837;p173"/>
          <p:cNvSpPr/>
          <p:nvPr/>
        </p:nvSpPr>
        <p:spPr>
          <a:xfrm>
            <a:off x="7262057" y="3306407"/>
            <a:ext cx="195000" cy="172500"/>
          </a:xfrm>
          <a:prstGeom prst="mathPlus">
            <a:avLst>
              <a:gd fmla="val 23520" name="adj1"/>
            </a:avLst>
          </a:prstGeom>
          <a:solidFill>
            <a:srgbClr val="1A93C0"/>
          </a:solidFill>
          <a:ln cap="flat" cmpd="sng" w="7150">
            <a:solidFill>
              <a:srgbClr val="0065A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38" name="Google Shape;838;p173"/>
          <p:cNvSpPr/>
          <p:nvPr/>
        </p:nvSpPr>
        <p:spPr>
          <a:xfrm>
            <a:off x="7560288" y="2295959"/>
            <a:ext cx="798000" cy="474300"/>
          </a:xfrm>
          <a:prstGeom prst="rect">
            <a:avLst/>
          </a:prstGeom>
          <a:solidFill>
            <a:srgbClr val="FFFFFF"/>
          </a:solidFill>
          <a:ln cap="flat" cmpd="sng" w="9525">
            <a:solidFill>
              <a:srgbClr val="08175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Onboarding</a:t>
            </a:r>
            <a:br>
              <a:rPr b="1" i="0" lang="es" sz="800" u="none" cap="none" strike="noStrike">
                <a:solidFill>
                  <a:srgbClr val="000000"/>
                </a:solidFill>
                <a:latin typeface="Helvetica Neue"/>
                <a:ea typeface="Helvetica Neue"/>
                <a:cs typeface="Helvetica Neue"/>
                <a:sym typeface="Helvetica Neue"/>
              </a:rPr>
            </a:br>
            <a:r>
              <a:rPr b="1" i="0" lang="es" sz="800" u="none" cap="none" strike="noStrike">
                <a:solidFill>
                  <a:srgbClr val="000000"/>
                </a:solidFill>
                <a:latin typeface="Helvetica Neue"/>
                <a:ea typeface="Helvetica Neue"/>
                <a:cs typeface="Helvetica Neue"/>
                <a:sym typeface="Helvetica Neue"/>
              </a:rPr>
              <a:t>Ideal</a:t>
            </a:r>
            <a:endParaRPr b="1" i="0" sz="800" u="none" cap="none" strike="noStrike">
              <a:solidFill>
                <a:srgbClr val="000000"/>
              </a:solidFill>
              <a:latin typeface="Helvetica Neue"/>
              <a:ea typeface="Helvetica Neue"/>
              <a:cs typeface="Helvetica Neue"/>
              <a:sym typeface="Helvetica Neue"/>
            </a:endParaRPr>
          </a:p>
        </p:txBody>
      </p:sp>
      <p:sp>
        <p:nvSpPr>
          <p:cNvPr id="839" name="Google Shape;839;p173"/>
          <p:cNvSpPr/>
          <p:nvPr/>
        </p:nvSpPr>
        <p:spPr>
          <a:xfrm>
            <a:off x="7560288" y="3155426"/>
            <a:ext cx="798000" cy="474300"/>
          </a:xfrm>
          <a:prstGeom prst="rect">
            <a:avLst/>
          </a:prstGeom>
          <a:solidFill>
            <a:srgbClr val="C9DAF8"/>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TDC Ideal</a:t>
            </a:r>
            <a:endParaRPr b="1" i="0" sz="800" u="none" cap="none" strike="noStrike">
              <a:solidFill>
                <a:srgbClr val="000000"/>
              </a:solidFill>
              <a:latin typeface="Helvetica Neue"/>
              <a:ea typeface="Helvetica Neue"/>
              <a:cs typeface="Helvetica Neue"/>
              <a:sym typeface="Helvetica Neue"/>
            </a:endParaRPr>
          </a:p>
        </p:txBody>
      </p:sp>
      <p:pic>
        <p:nvPicPr>
          <p:cNvPr id="840" name="Google Shape;840;p173"/>
          <p:cNvPicPr preferRelativeResize="0"/>
          <p:nvPr/>
        </p:nvPicPr>
        <p:blipFill rotWithShape="1">
          <a:blip r:embed="rId4">
            <a:alphaModFix/>
          </a:blip>
          <a:srcRect b="0" l="0" r="0" t="0"/>
          <a:stretch/>
        </p:blipFill>
        <p:spPr>
          <a:xfrm>
            <a:off x="827147" y="3556988"/>
            <a:ext cx="474285" cy="474286"/>
          </a:xfrm>
          <a:prstGeom prst="rect">
            <a:avLst/>
          </a:prstGeom>
          <a:noFill/>
          <a:ln>
            <a:noFill/>
          </a:ln>
        </p:spPr>
      </p:pic>
      <p:pic>
        <p:nvPicPr>
          <p:cNvPr id="841" name="Google Shape;841;p173"/>
          <p:cNvPicPr preferRelativeResize="0"/>
          <p:nvPr/>
        </p:nvPicPr>
        <p:blipFill rotWithShape="1">
          <a:blip r:embed="rId5">
            <a:alphaModFix/>
          </a:blip>
          <a:srcRect b="32744" l="0" r="0" t="33381"/>
          <a:stretch/>
        </p:blipFill>
        <p:spPr>
          <a:xfrm>
            <a:off x="2894273" y="1876283"/>
            <a:ext cx="474285" cy="160645"/>
          </a:xfrm>
          <a:prstGeom prst="rect">
            <a:avLst/>
          </a:prstGeom>
          <a:noFill/>
          <a:ln>
            <a:noFill/>
          </a:ln>
        </p:spPr>
      </p:pic>
      <p:sp>
        <p:nvSpPr>
          <p:cNvPr id="842" name="Google Shape;842;p173"/>
          <p:cNvSpPr/>
          <p:nvPr/>
        </p:nvSpPr>
        <p:spPr>
          <a:xfrm>
            <a:off x="3678334" y="2884298"/>
            <a:ext cx="90000" cy="84600"/>
          </a:xfrm>
          <a:prstGeom prst="diamond">
            <a:avLst/>
          </a:prstGeom>
          <a:solidFill>
            <a:srgbClr val="87C544"/>
          </a:solidFill>
          <a:ln cap="flat" cmpd="sng" w="71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43" name="Google Shape;843;p173"/>
          <p:cNvCxnSpPr>
            <a:stCxn id="828" idx="2"/>
            <a:endCxn id="842" idx="1"/>
          </p:cNvCxnSpPr>
          <p:nvPr/>
        </p:nvCxnSpPr>
        <p:spPr>
          <a:xfrm flipH="1" rot="-5400000">
            <a:off x="3321931" y="2570009"/>
            <a:ext cx="156300" cy="556800"/>
          </a:xfrm>
          <a:prstGeom prst="bentConnector2">
            <a:avLst/>
          </a:prstGeom>
          <a:noFill/>
          <a:ln cap="flat" cmpd="sng" w="7150">
            <a:solidFill>
              <a:schemeClr val="dk2"/>
            </a:solidFill>
            <a:prstDash val="solid"/>
            <a:round/>
            <a:headEnd len="sm" w="sm" type="none"/>
            <a:tailEnd len="sm" w="sm" type="none"/>
          </a:ln>
        </p:spPr>
      </p:cxnSp>
      <p:cxnSp>
        <p:nvCxnSpPr>
          <p:cNvPr id="844" name="Google Shape;844;p173"/>
          <p:cNvCxnSpPr>
            <a:stCxn id="827" idx="2"/>
            <a:endCxn id="842" idx="3"/>
          </p:cNvCxnSpPr>
          <p:nvPr/>
        </p:nvCxnSpPr>
        <p:spPr>
          <a:xfrm rot="5400000">
            <a:off x="3982446" y="2556059"/>
            <a:ext cx="156300" cy="584700"/>
          </a:xfrm>
          <a:prstGeom prst="bentConnector2">
            <a:avLst/>
          </a:prstGeom>
          <a:noFill/>
          <a:ln cap="flat" cmpd="sng" w="7150">
            <a:solidFill>
              <a:schemeClr val="dk2"/>
            </a:solidFill>
            <a:prstDash val="solid"/>
            <a:round/>
            <a:headEnd len="sm" w="sm" type="none"/>
            <a:tailEnd len="sm" w="sm" type="none"/>
          </a:ln>
        </p:spPr>
      </p:cxnSp>
      <p:cxnSp>
        <p:nvCxnSpPr>
          <p:cNvPr id="845" name="Google Shape;845;p173"/>
          <p:cNvCxnSpPr>
            <a:stCxn id="842" idx="2"/>
            <a:endCxn id="816" idx="0"/>
          </p:cNvCxnSpPr>
          <p:nvPr/>
        </p:nvCxnSpPr>
        <p:spPr>
          <a:xfrm flipH="1" rot="-5400000">
            <a:off x="3949234" y="2742998"/>
            <a:ext cx="186600" cy="638400"/>
          </a:xfrm>
          <a:prstGeom prst="bentConnector3">
            <a:avLst>
              <a:gd fmla="val 49998" name="adj1"/>
            </a:avLst>
          </a:prstGeom>
          <a:noFill/>
          <a:ln cap="flat" cmpd="sng" w="7150">
            <a:solidFill>
              <a:schemeClr val="dk2"/>
            </a:solidFill>
            <a:prstDash val="solid"/>
            <a:round/>
            <a:headEnd len="sm" w="sm" type="none"/>
            <a:tailEnd len="med" w="med" type="stealth"/>
          </a:ln>
        </p:spPr>
      </p:cxnSp>
      <p:cxnSp>
        <p:nvCxnSpPr>
          <p:cNvPr id="846" name="Google Shape;846;p173"/>
          <p:cNvCxnSpPr>
            <a:stCxn id="842" idx="2"/>
            <a:endCxn id="818" idx="0"/>
          </p:cNvCxnSpPr>
          <p:nvPr/>
        </p:nvCxnSpPr>
        <p:spPr>
          <a:xfrm flipH="1" rot="-5400000">
            <a:off x="4548784" y="2143448"/>
            <a:ext cx="186600" cy="1837500"/>
          </a:xfrm>
          <a:prstGeom prst="bentConnector3">
            <a:avLst>
              <a:gd fmla="val 49998" name="adj1"/>
            </a:avLst>
          </a:prstGeom>
          <a:noFill/>
          <a:ln cap="flat" cmpd="sng" w="7150">
            <a:solidFill>
              <a:schemeClr val="dk2"/>
            </a:solidFill>
            <a:prstDash val="solid"/>
            <a:round/>
            <a:headEnd len="sm" w="sm" type="none"/>
            <a:tailEnd len="med" w="med" type="stealth"/>
          </a:ln>
        </p:spPr>
      </p:cxnSp>
      <p:cxnSp>
        <p:nvCxnSpPr>
          <p:cNvPr id="847" name="Google Shape;847;p173"/>
          <p:cNvCxnSpPr>
            <a:stCxn id="842" idx="2"/>
            <a:endCxn id="820" idx="0"/>
          </p:cNvCxnSpPr>
          <p:nvPr/>
        </p:nvCxnSpPr>
        <p:spPr>
          <a:xfrm flipH="1" rot="-5400000">
            <a:off x="5148484" y="1543748"/>
            <a:ext cx="186600" cy="3036900"/>
          </a:xfrm>
          <a:prstGeom prst="bentConnector3">
            <a:avLst>
              <a:gd fmla="val 49998" name="adj1"/>
            </a:avLst>
          </a:prstGeom>
          <a:noFill/>
          <a:ln cap="flat" cmpd="sng" w="7150">
            <a:solidFill>
              <a:schemeClr val="dk2"/>
            </a:solidFill>
            <a:prstDash val="solid"/>
            <a:round/>
            <a:headEnd len="sm" w="sm" type="none"/>
            <a:tailEnd len="med" w="med" type="stealth"/>
          </a:ln>
        </p:spPr>
      </p:cxnSp>
      <p:cxnSp>
        <p:nvCxnSpPr>
          <p:cNvPr id="848" name="Google Shape;848;p173"/>
          <p:cNvCxnSpPr>
            <a:stCxn id="842" idx="2"/>
            <a:endCxn id="839" idx="0"/>
          </p:cNvCxnSpPr>
          <p:nvPr/>
        </p:nvCxnSpPr>
        <p:spPr>
          <a:xfrm flipH="1" rot="-5400000">
            <a:off x="5748034" y="944198"/>
            <a:ext cx="186600" cy="4236000"/>
          </a:xfrm>
          <a:prstGeom prst="bentConnector3">
            <a:avLst>
              <a:gd fmla="val 49998" name="adj1"/>
            </a:avLst>
          </a:prstGeom>
          <a:noFill/>
          <a:ln cap="flat" cmpd="sng" w="7150">
            <a:solidFill>
              <a:schemeClr val="dk2"/>
            </a:solidFill>
            <a:prstDash val="solid"/>
            <a:round/>
            <a:headEnd len="sm" w="sm" type="none"/>
            <a:tailEnd len="med" w="med" type="stealth"/>
          </a:ln>
        </p:spPr>
      </p:cxnSp>
      <p:cxnSp>
        <p:nvCxnSpPr>
          <p:cNvPr id="849" name="Google Shape;849;p173"/>
          <p:cNvCxnSpPr/>
          <p:nvPr/>
        </p:nvCxnSpPr>
        <p:spPr>
          <a:xfrm>
            <a:off x="8093069" y="2770244"/>
            <a:ext cx="0" cy="385200"/>
          </a:xfrm>
          <a:prstGeom prst="straightConnector1">
            <a:avLst/>
          </a:prstGeom>
          <a:noFill/>
          <a:ln cap="flat" cmpd="sng" w="7150">
            <a:solidFill>
              <a:schemeClr val="dk2"/>
            </a:solidFill>
            <a:prstDash val="dash"/>
            <a:round/>
            <a:headEnd len="sm" w="sm" type="none"/>
            <a:tailEnd len="med" w="med" type="stealth"/>
          </a:ln>
        </p:spPr>
      </p:cxnSp>
      <p:sp>
        <p:nvSpPr>
          <p:cNvPr id="850" name="Google Shape;850;p173"/>
          <p:cNvSpPr/>
          <p:nvPr/>
        </p:nvSpPr>
        <p:spPr>
          <a:xfrm>
            <a:off x="1583693" y="3894272"/>
            <a:ext cx="879300" cy="564600"/>
          </a:xfrm>
          <a:prstGeom prst="rect">
            <a:avLst/>
          </a:prstGeom>
          <a:solidFill>
            <a:srgbClr val="8C8C8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rPr b="1" i="0" lang="es" sz="1500" u="none" cap="none" strike="noStrike">
                <a:solidFill>
                  <a:srgbClr val="FFFFFF"/>
                </a:solidFill>
                <a:latin typeface="Helvetica Neue"/>
                <a:ea typeface="Helvetica Neue"/>
                <a:cs typeface="Helvetica Neue"/>
                <a:sym typeface="Helvetica Neue"/>
              </a:rPr>
              <a:t>Canales</a:t>
            </a:r>
            <a:endParaRPr b="1" i="0" sz="1500" u="none" cap="none" strike="noStrike">
              <a:solidFill>
                <a:srgbClr val="FFFFFF"/>
              </a:solidFill>
              <a:latin typeface="Helvetica Neue"/>
              <a:ea typeface="Helvetica Neue"/>
              <a:cs typeface="Helvetica Neue"/>
              <a:sym typeface="Helvetica Neue"/>
            </a:endParaRPr>
          </a:p>
        </p:txBody>
      </p:sp>
      <p:sp>
        <p:nvSpPr>
          <p:cNvPr id="851" name="Google Shape;851;p173"/>
          <p:cNvSpPr/>
          <p:nvPr/>
        </p:nvSpPr>
        <p:spPr>
          <a:xfrm>
            <a:off x="2531749" y="3781754"/>
            <a:ext cx="5951400" cy="677400"/>
          </a:xfrm>
          <a:prstGeom prst="rect">
            <a:avLst/>
          </a:prstGeom>
          <a:solidFill>
            <a:srgbClr val="C9C9C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3D3935"/>
              </a:solidFill>
              <a:latin typeface="Helvetica Neue"/>
              <a:ea typeface="Helvetica Neue"/>
              <a:cs typeface="Helvetica Neue"/>
              <a:sym typeface="Helvetica Neue"/>
            </a:endParaRPr>
          </a:p>
        </p:txBody>
      </p:sp>
      <p:sp>
        <p:nvSpPr>
          <p:cNvPr id="852" name="Google Shape;852;p173"/>
          <p:cNvSpPr/>
          <p:nvPr/>
        </p:nvSpPr>
        <p:spPr>
          <a:xfrm>
            <a:off x="3962690" y="3849056"/>
            <a:ext cx="798000" cy="564600"/>
          </a:xfrm>
          <a:prstGeom prst="rect">
            <a:avLst/>
          </a:prstGeom>
          <a:solidFill>
            <a:srgbClr val="FFF2CC"/>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114300" lvl="0" marL="139700" marR="0" rtl="0" algn="l">
              <a:lnSpc>
                <a:spcPct val="100000"/>
              </a:lnSpc>
              <a:spcBef>
                <a:spcPts val="0"/>
              </a:spcBef>
              <a:spcAft>
                <a:spcPts val="0"/>
              </a:spcAft>
              <a:buClr>
                <a:srgbClr val="000000"/>
              </a:buClr>
              <a:buSzPts val="800"/>
              <a:buFont typeface="Helvetica Neue"/>
              <a:buChar char="●"/>
            </a:pPr>
            <a:r>
              <a:rPr b="1" i="0" lang="es" sz="800" u="none" cap="none" strike="noStrike">
                <a:solidFill>
                  <a:srgbClr val="000000"/>
                </a:solidFill>
                <a:latin typeface="Helvetica Neue"/>
                <a:ea typeface="Helvetica Neue"/>
                <a:cs typeface="Helvetica Neue"/>
                <a:sym typeface="Helvetica Neue"/>
              </a:rPr>
              <a:t>App</a:t>
            </a:r>
            <a:endParaRPr b="1" i="0" sz="800" u="none" cap="none" strike="noStrike">
              <a:solidFill>
                <a:srgbClr val="000000"/>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Clr>
                <a:srgbClr val="000000"/>
              </a:buClr>
              <a:buSzPts val="800"/>
              <a:buFont typeface="Helvetica Neue"/>
              <a:buChar char="●"/>
            </a:pPr>
            <a:r>
              <a:rPr b="1" i="0" lang="es" sz="800" u="none" cap="none" strike="noStrike">
                <a:solidFill>
                  <a:srgbClr val="000000"/>
                </a:solidFill>
                <a:latin typeface="Helvetica Neue"/>
                <a:ea typeface="Helvetica Neue"/>
                <a:cs typeface="Helvetica Neue"/>
                <a:sym typeface="Helvetica Neue"/>
              </a:rPr>
              <a:t>Promotoría</a:t>
            </a:r>
            <a:endParaRPr b="1" i="0" sz="800" u="none" cap="none" strike="noStrike">
              <a:solidFill>
                <a:srgbClr val="000000"/>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Clr>
                <a:srgbClr val="000000"/>
              </a:buClr>
              <a:buSzPts val="800"/>
              <a:buFont typeface="Helvetica Neue"/>
              <a:buChar char="●"/>
            </a:pPr>
            <a:r>
              <a:rPr b="1" i="0" lang="es" sz="800" u="none" cap="none" strike="noStrike">
                <a:solidFill>
                  <a:srgbClr val="000000"/>
                </a:solidFill>
                <a:latin typeface="Helvetica Neue"/>
                <a:ea typeface="Helvetica Neue"/>
                <a:cs typeface="Helvetica Neue"/>
                <a:sym typeface="Helvetica Neue"/>
              </a:rPr>
              <a:t>Ventanilla</a:t>
            </a:r>
            <a:endParaRPr b="1" i="0" sz="800" u="none" cap="none" strike="noStrike">
              <a:solidFill>
                <a:srgbClr val="000000"/>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Clr>
                <a:srgbClr val="000000"/>
              </a:buClr>
              <a:buSzPts val="800"/>
              <a:buFont typeface="Helvetica Neue"/>
              <a:buChar char="●"/>
            </a:pPr>
            <a:r>
              <a:rPr b="1" i="0" lang="es" sz="800" u="none" cap="none" strike="noStrike">
                <a:solidFill>
                  <a:srgbClr val="000000"/>
                </a:solidFill>
                <a:latin typeface="Helvetica Neue"/>
                <a:ea typeface="Helvetica Neue"/>
                <a:cs typeface="Helvetica Neue"/>
                <a:sym typeface="Helvetica Neue"/>
              </a:rPr>
              <a:t>SPEI</a:t>
            </a:r>
            <a:endParaRPr b="1" i="0" sz="800" u="none" cap="none" strike="noStrike">
              <a:solidFill>
                <a:srgbClr val="000000"/>
              </a:solidFill>
              <a:latin typeface="Helvetica Neue"/>
              <a:ea typeface="Helvetica Neue"/>
              <a:cs typeface="Helvetica Neue"/>
              <a:sym typeface="Helvetica Neue"/>
            </a:endParaRPr>
          </a:p>
        </p:txBody>
      </p:sp>
      <p:sp>
        <p:nvSpPr>
          <p:cNvPr id="853" name="Google Shape;853;p173"/>
          <p:cNvSpPr/>
          <p:nvPr/>
        </p:nvSpPr>
        <p:spPr>
          <a:xfrm>
            <a:off x="2682071" y="3849056"/>
            <a:ext cx="879300" cy="564600"/>
          </a:xfrm>
          <a:prstGeom prst="rect">
            <a:avLst/>
          </a:prstGeom>
          <a:solidFill>
            <a:srgbClr val="FFF2CC"/>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Alta Única</a:t>
            </a:r>
            <a:endParaRPr b="1" i="0" sz="800" u="none" cap="none" strike="noStrike">
              <a:solidFill>
                <a:srgbClr val="000000"/>
              </a:solidFill>
              <a:latin typeface="Helvetica Neue"/>
              <a:ea typeface="Helvetica Neue"/>
              <a:cs typeface="Helvetica Neue"/>
              <a:sym typeface="Helvetica Neue"/>
            </a:endParaRPr>
          </a:p>
        </p:txBody>
      </p:sp>
      <p:sp>
        <p:nvSpPr>
          <p:cNvPr id="854" name="Google Shape;854;p173"/>
          <p:cNvSpPr/>
          <p:nvPr/>
        </p:nvSpPr>
        <p:spPr>
          <a:xfrm>
            <a:off x="5161894" y="3849056"/>
            <a:ext cx="855900" cy="564600"/>
          </a:xfrm>
          <a:prstGeom prst="rect">
            <a:avLst/>
          </a:prstGeom>
          <a:solidFill>
            <a:srgbClr val="D9EAD3"/>
          </a:solidFill>
          <a:ln cap="flat" cmpd="sng" w="9525">
            <a:solidFill>
              <a:schemeClr val="dk1"/>
            </a:solidFill>
            <a:prstDash val="solid"/>
            <a:miter lim="800000"/>
            <a:headEnd len="sm" w="sm" type="none"/>
            <a:tailEnd len="sm" w="sm" type="none"/>
          </a:ln>
        </p:spPr>
        <p:txBody>
          <a:bodyPr anchorCtr="0" anchor="t" bIns="34275" lIns="0" spcFirstLastPara="1" rIns="0" wrap="square" tIns="34275">
            <a:noAutofit/>
          </a:bodyPr>
          <a:lstStyle/>
          <a:p>
            <a:pPr indent="-114300" lvl="0" marL="139700" marR="0" rtl="0" algn="l">
              <a:lnSpc>
                <a:spcPct val="100000"/>
              </a:lnSpc>
              <a:spcBef>
                <a:spcPts val="0"/>
              </a:spcBef>
              <a:spcAft>
                <a:spcPts val="0"/>
              </a:spcAft>
              <a:buClr>
                <a:srgbClr val="000000"/>
              </a:buClr>
              <a:buSzPts val="800"/>
              <a:buFont typeface="Helvetica Neue"/>
              <a:buChar char="●"/>
            </a:pPr>
            <a:r>
              <a:rPr b="1" i="0" lang="es" sz="800" u="none" cap="none" strike="noStrike">
                <a:solidFill>
                  <a:srgbClr val="000000"/>
                </a:solidFill>
                <a:latin typeface="Helvetica Neue"/>
                <a:ea typeface="Helvetica Neue"/>
                <a:cs typeface="Helvetica Neue"/>
                <a:sym typeface="Helvetica Neue"/>
              </a:rPr>
              <a:t>App</a:t>
            </a:r>
            <a:endParaRPr b="1" i="0" sz="800" u="none" cap="none" strike="noStrike">
              <a:solidFill>
                <a:srgbClr val="000000"/>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Clr>
                <a:srgbClr val="000000"/>
              </a:buClr>
              <a:buSzPts val="800"/>
              <a:buFont typeface="Helvetica Neue"/>
              <a:buChar char="●"/>
            </a:pPr>
            <a:r>
              <a:rPr b="1" i="0" lang="es" sz="800" u="none" cap="none" strike="noStrike">
                <a:solidFill>
                  <a:srgbClr val="000000"/>
                </a:solidFill>
                <a:latin typeface="Helvetica Neue"/>
                <a:ea typeface="Helvetica Neue"/>
                <a:cs typeface="Helvetica Neue"/>
                <a:sym typeface="Helvetica Neue"/>
              </a:rPr>
              <a:t>Promotoría</a:t>
            </a:r>
            <a:endParaRPr b="1" i="0" sz="800" u="none" cap="none" strike="noStrike">
              <a:solidFill>
                <a:srgbClr val="000000"/>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Clr>
                <a:srgbClr val="000000"/>
              </a:buClr>
              <a:buSzPts val="800"/>
              <a:buFont typeface="Helvetica Neue"/>
              <a:buChar char="●"/>
            </a:pPr>
            <a:r>
              <a:rPr b="1" i="0" lang="es" sz="800" u="none" cap="none" strike="noStrike">
                <a:solidFill>
                  <a:srgbClr val="000000"/>
                </a:solidFill>
                <a:latin typeface="Helvetica Neue"/>
                <a:ea typeface="Helvetica Neue"/>
                <a:cs typeface="Helvetica Neue"/>
                <a:sym typeface="Helvetica Neue"/>
              </a:rPr>
              <a:t>Ventanilla</a:t>
            </a:r>
            <a:endParaRPr b="1" i="0" sz="800" u="none" cap="none" strike="noStrike">
              <a:solidFill>
                <a:srgbClr val="000000"/>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SzPts val="800"/>
              <a:buFont typeface="Helvetica Neue"/>
              <a:buChar char="●"/>
            </a:pPr>
            <a:r>
              <a:rPr b="1" lang="es" sz="800">
                <a:latin typeface="Helvetica Neue"/>
                <a:ea typeface="Helvetica Neue"/>
                <a:cs typeface="Helvetica Neue"/>
                <a:sym typeface="Helvetica Neue"/>
              </a:rPr>
              <a:t>Aclaraciones</a:t>
            </a:r>
            <a:endParaRPr b="1" i="0" sz="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Helvetica Neue"/>
              <a:ea typeface="Helvetica Neue"/>
              <a:cs typeface="Helvetica Neue"/>
              <a:sym typeface="Helvetica Neue"/>
            </a:endParaRPr>
          </a:p>
        </p:txBody>
      </p:sp>
      <p:sp>
        <p:nvSpPr>
          <p:cNvPr id="855" name="Google Shape;855;p173"/>
          <p:cNvSpPr/>
          <p:nvPr/>
        </p:nvSpPr>
        <p:spPr>
          <a:xfrm>
            <a:off x="4863659" y="4090409"/>
            <a:ext cx="195000" cy="172500"/>
          </a:xfrm>
          <a:prstGeom prst="mathPlus">
            <a:avLst>
              <a:gd fmla="val 23520" name="adj1"/>
            </a:avLst>
          </a:prstGeom>
          <a:solidFill>
            <a:srgbClr val="1A93C0"/>
          </a:solidFill>
          <a:ln cap="flat" cmpd="sng" w="7150">
            <a:solidFill>
              <a:srgbClr val="0065A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56" name="Google Shape;856;p173"/>
          <p:cNvSpPr/>
          <p:nvPr/>
        </p:nvSpPr>
        <p:spPr>
          <a:xfrm>
            <a:off x="6361092" y="3849056"/>
            <a:ext cx="798000" cy="564600"/>
          </a:xfrm>
          <a:prstGeom prst="rect">
            <a:avLst/>
          </a:prstGeom>
          <a:solidFill>
            <a:srgbClr val="C9DAF8"/>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114300" lvl="0" marL="139700" marR="0" rtl="0" algn="l">
              <a:lnSpc>
                <a:spcPct val="100000"/>
              </a:lnSpc>
              <a:spcBef>
                <a:spcPts val="0"/>
              </a:spcBef>
              <a:spcAft>
                <a:spcPts val="0"/>
              </a:spcAft>
              <a:buClr>
                <a:schemeClr val="dk1"/>
              </a:buClr>
              <a:buSzPts val="800"/>
              <a:buFont typeface="Helvetica Neue"/>
              <a:buChar char="●"/>
            </a:pPr>
            <a:r>
              <a:rPr b="1" i="0" lang="es" sz="800" u="none" cap="none" strike="noStrike">
                <a:solidFill>
                  <a:schemeClr val="dk1"/>
                </a:solidFill>
                <a:latin typeface="Helvetica Neue"/>
                <a:ea typeface="Helvetica Neue"/>
                <a:cs typeface="Helvetica Neue"/>
                <a:sym typeface="Helvetica Neue"/>
              </a:rPr>
              <a:t>CAT</a:t>
            </a:r>
            <a:endParaRPr b="1" i="0" sz="800" u="none" cap="none" strike="noStrike">
              <a:solidFill>
                <a:schemeClr val="dk1"/>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Clr>
                <a:schemeClr val="dk1"/>
              </a:buClr>
              <a:buSzPts val="800"/>
              <a:buFont typeface="Helvetica Neue"/>
              <a:buChar char="●"/>
            </a:pPr>
            <a:r>
              <a:rPr b="1" i="0" lang="es" sz="800" u="none" cap="none" strike="noStrike">
                <a:solidFill>
                  <a:schemeClr val="dk1"/>
                </a:solidFill>
                <a:latin typeface="Helvetica Neue"/>
                <a:ea typeface="Helvetica Neue"/>
                <a:cs typeface="Helvetica Neue"/>
                <a:sym typeface="Helvetica Neue"/>
              </a:rPr>
              <a:t>App</a:t>
            </a:r>
            <a:endParaRPr b="1" i="0" sz="800" u="none" cap="none" strike="noStrike">
              <a:solidFill>
                <a:schemeClr val="dk1"/>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Clr>
                <a:schemeClr val="dk1"/>
              </a:buClr>
              <a:buSzPts val="800"/>
              <a:buFont typeface="Helvetica Neue"/>
              <a:buChar char="●"/>
            </a:pPr>
            <a:r>
              <a:rPr b="1" i="0" lang="es" sz="800" u="none" cap="none" strike="noStrike">
                <a:solidFill>
                  <a:schemeClr val="dk1"/>
                </a:solidFill>
                <a:latin typeface="Helvetica Neue"/>
                <a:ea typeface="Helvetica Neue"/>
                <a:cs typeface="Helvetica Neue"/>
                <a:sym typeface="Helvetica Neue"/>
              </a:rPr>
              <a:t>Promotoría</a:t>
            </a:r>
            <a:endParaRPr b="1" i="0" sz="800" u="none" cap="none" strike="noStrike">
              <a:solidFill>
                <a:schemeClr val="dk1"/>
              </a:solidFill>
              <a:latin typeface="Helvetica Neue"/>
              <a:ea typeface="Helvetica Neue"/>
              <a:cs typeface="Helvetica Neue"/>
              <a:sym typeface="Helvetica Neue"/>
            </a:endParaRPr>
          </a:p>
          <a:p>
            <a:pPr indent="-114300" lvl="0" marL="139700" marR="0" rtl="0" algn="l">
              <a:lnSpc>
                <a:spcPct val="100000"/>
              </a:lnSpc>
              <a:spcBef>
                <a:spcPts val="0"/>
              </a:spcBef>
              <a:spcAft>
                <a:spcPts val="0"/>
              </a:spcAft>
              <a:buClr>
                <a:schemeClr val="dk1"/>
              </a:buClr>
              <a:buSzPts val="800"/>
              <a:buFont typeface="Helvetica Neue"/>
              <a:buChar char="●"/>
            </a:pPr>
            <a:r>
              <a:rPr b="1" i="0" lang="es" sz="800" u="none" cap="none" strike="noStrike">
                <a:solidFill>
                  <a:schemeClr val="dk1"/>
                </a:solidFill>
                <a:latin typeface="Helvetica Neue"/>
                <a:ea typeface="Helvetica Neue"/>
                <a:cs typeface="Helvetica Neue"/>
                <a:sym typeface="Helvetica Neue"/>
              </a:rPr>
              <a:t>Ventanilla</a:t>
            </a:r>
            <a:endParaRPr b="1" i="0" sz="800" u="none" cap="none" strike="noStrike">
              <a:solidFill>
                <a:schemeClr val="dk1"/>
              </a:solidFill>
              <a:latin typeface="Helvetica Neue"/>
              <a:ea typeface="Helvetica Neue"/>
              <a:cs typeface="Helvetica Neue"/>
              <a:sym typeface="Helvetica Neue"/>
            </a:endParaRPr>
          </a:p>
        </p:txBody>
      </p:sp>
      <p:sp>
        <p:nvSpPr>
          <p:cNvPr id="857" name="Google Shape;857;p173"/>
          <p:cNvSpPr/>
          <p:nvPr/>
        </p:nvSpPr>
        <p:spPr>
          <a:xfrm>
            <a:off x="6062858" y="4090409"/>
            <a:ext cx="195000" cy="172500"/>
          </a:xfrm>
          <a:prstGeom prst="mathPlus">
            <a:avLst>
              <a:gd fmla="val 23520" name="adj1"/>
            </a:avLst>
          </a:prstGeom>
          <a:solidFill>
            <a:srgbClr val="1A93C0"/>
          </a:solidFill>
          <a:ln cap="flat" cmpd="sng" w="7150">
            <a:solidFill>
              <a:srgbClr val="0065A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58" name="Google Shape;858;p173"/>
          <p:cNvSpPr/>
          <p:nvPr/>
        </p:nvSpPr>
        <p:spPr>
          <a:xfrm>
            <a:off x="3664460" y="4090409"/>
            <a:ext cx="195000" cy="172500"/>
          </a:xfrm>
          <a:prstGeom prst="mathPlus">
            <a:avLst>
              <a:gd fmla="val 23520" name="adj1"/>
            </a:avLst>
          </a:prstGeom>
          <a:solidFill>
            <a:srgbClr val="1A93C0"/>
          </a:solidFill>
          <a:ln cap="flat" cmpd="sng" w="7150">
            <a:solidFill>
              <a:srgbClr val="0065A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59" name="Google Shape;859;p173"/>
          <p:cNvSpPr/>
          <p:nvPr/>
        </p:nvSpPr>
        <p:spPr>
          <a:xfrm>
            <a:off x="7262057" y="4090409"/>
            <a:ext cx="195000" cy="172500"/>
          </a:xfrm>
          <a:prstGeom prst="mathPlus">
            <a:avLst>
              <a:gd fmla="val 23520" name="adj1"/>
            </a:avLst>
          </a:prstGeom>
          <a:solidFill>
            <a:srgbClr val="1A93C0"/>
          </a:solidFill>
          <a:ln cap="flat" cmpd="sng" w="7150">
            <a:solidFill>
              <a:srgbClr val="0065A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860" name="Google Shape;860;p173"/>
          <p:cNvSpPr/>
          <p:nvPr/>
        </p:nvSpPr>
        <p:spPr>
          <a:xfrm>
            <a:off x="7560293" y="3849056"/>
            <a:ext cx="798000" cy="564600"/>
          </a:xfrm>
          <a:prstGeom prst="rect">
            <a:avLst/>
          </a:prstGeom>
          <a:solidFill>
            <a:srgbClr val="C9DAF8"/>
          </a:solidFill>
          <a:ln cap="flat" cmpd="sng" w="9525">
            <a:solidFill>
              <a:schemeClr val="dk1"/>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TBD</a:t>
            </a:r>
            <a:endParaRPr b="1" i="0" sz="800" u="none" cap="none" strike="noStrike">
              <a:solidFill>
                <a:srgbClr val="000000"/>
              </a:solidFill>
              <a:latin typeface="Helvetica Neue"/>
              <a:ea typeface="Helvetica Neue"/>
              <a:cs typeface="Helvetica Neue"/>
              <a:sym typeface="Helvetica Neue"/>
            </a:endParaRPr>
          </a:p>
        </p:txBody>
      </p:sp>
      <p:sp>
        <p:nvSpPr>
          <p:cNvPr id="861" name="Google Shape;861;p173"/>
          <p:cNvSpPr/>
          <p:nvPr/>
        </p:nvSpPr>
        <p:spPr>
          <a:xfrm>
            <a:off x="1597713" y="4757089"/>
            <a:ext cx="474300" cy="172500"/>
          </a:xfrm>
          <a:prstGeom prst="rect">
            <a:avLst/>
          </a:prstGeom>
          <a:solidFill>
            <a:srgbClr val="FFF2CC"/>
          </a:solidFill>
          <a:ln cap="flat" cmpd="sng" w="9525">
            <a:solidFill>
              <a:srgbClr val="4472C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Digital</a:t>
            </a:r>
            <a:endParaRPr b="1" i="0" sz="800" u="none" cap="none" strike="noStrike">
              <a:solidFill>
                <a:srgbClr val="000000"/>
              </a:solidFill>
              <a:latin typeface="Helvetica Neue"/>
              <a:ea typeface="Helvetica Neue"/>
              <a:cs typeface="Helvetica Neue"/>
              <a:sym typeface="Helvetica Neue"/>
            </a:endParaRPr>
          </a:p>
        </p:txBody>
      </p:sp>
      <p:sp>
        <p:nvSpPr>
          <p:cNvPr id="862" name="Google Shape;862;p173"/>
          <p:cNvSpPr/>
          <p:nvPr/>
        </p:nvSpPr>
        <p:spPr>
          <a:xfrm>
            <a:off x="2133129" y="4757089"/>
            <a:ext cx="474300" cy="172500"/>
          </a:xfrm>
          <a:prstGeom prst="rect">
            <a:avLst/>
          </a:prstGeom>
          <a:solidFill>
            <a:srgbClr val="D9EAD3"/>
          </a:solidFill>
          <a:ln cap="flat" cmpd="sng" w="9525">
            <a:solidFill>
              <a:srgbClr val="4472C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Física</a:t>
            </a:r>
            <a:endParaRPr b="1" i="0" sz="800" u="none" cap="none" strike="noStrike">
              <a:solidFill>
                <a:srgbClr val="000000"/>
              </a:solidFill>
              <a:latin typeface="Helvetica Neue"/>
              <a:ea typeface="Helvetica Neue"/>
              <a:cs typeface="Helvetica Neue"/>
              <a:sym typeface="Helvetica Neue"/>
            </a:endParaRPr>
          </a:p>
        </p:txBody>
      </p:sp>
      <p:sp>
        <p:nvSpPr>
          <p:cNvPr id="863" name="Google Shape;863;p173"/>
          <p:cNvSpPr/>
          <p:nvPr/>
        </p:nvSpPr>
        <p:spPr>
          <a:xfrm>
            <a:off x="2668544" y="4757089"/>
            <a:ext cx="474300" cy="172500"/>
          </a:xfrm>
          <a:prstGeom prst="rect">
            <a:avLst/>
          </a:prstGeom>
          <a:solidFill>
            <a:srgbClr val="C9DAF8"/>
          </a:solidFill>
          <a:ln cap="flat" cmpd="sng" w="9525">
            <a:solidFill>
              <a:srgbClr val="4472C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Dig + Fis</a:t>
            </a:r>
            <a:endParaRPr b="1" i="0" sz="800" u="none" cap="none" strike="noStrike">
              <a:solidFill>
                <a:srgbClr val="000000"/>
              </a:solidFill>
              <a:latin typeface="Helvetica Neue"/>
              <a:ea typeface="Helvetica Neue"/>
              <a:cs typeface="Helvetica Neue"/>
              <a:sym typeface="Helvetica Neue"/>
            </a:endParaRPr>
          </a:p>
        </p:txBody>
      </p:sp>
      <p:sp>
        <p:nvSpPr>
          <p:cNvPr id="864" name="Google Shape;864;p173"/>
          <p:cNvSpPr/>
          <p:nvPr/>
        </p:nvSpPr>
        <p:spPr>
          <a:xfrm>
            <a:off x="5156054" y="2296568"/>
            <a:ext cx="798000" cy="474300"/>
          </a:xfrm>
          <a:prstGeom prst="rect">
            <a:avLst/>
          </a:prstGeom>
          <a:solidFill>
            <a:srgbClr val="FFFFFF"/>
          </a:solidFill>
          <a:ln cap="flat" cmpd="sng" w="9525">
            <a:solidFill>
              <a:srgbClr val="08175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Solicitud y Formalización TDC</a:t>
            </a:r>
            <a:endParaRPr b="1" i="0" sz="800" u="none" cap="none" strike="noStrike">
              <a:solidFill>
                <a:srgbClr val="000000"/>
              </a:solidFill>
              <a:latin typeface="Helvetica Neue"/>
              <a:ea typeface="Helvetica Neue"/>
              <a:cs typeface="Helvetica Neue"/>
              <a:sym typeface="Helvetica Neue"/>
            </a:endParaRPr>
          </a:p>
        </p:txBody>
      </p:sp>
      <p:sp>
        <p:nvSpPr>
          <p:cNvPr id="865" name="Google Shape;865;p173"/>
          <p:cNvSpPr/>
          <p:nvPr/>
        </p:nvSpPr>
        <p:spPr>
          <a:xfrm>
            <a:off x="6358169" y="2296568"/>
            <a:ext cx="798000" cy="474300"/>
          </a:xfrm>
          <a:prstGeom prst="rect">
            <a:avLst/>
          </a:prstGeom>
          <a:solidFill>
            <a:srgbClr val="FFFFFF"/>
          </a:solidFill>
          <a:ln cap="flat" cmpd="sng" w="9525">
            <a:solidFill>
              <a:srgbClr val="081754"/>
            </a:solidFill>
            <a:prstDash val="solid"/>
            <a:miter lim="800000"/>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1600"/>
              <a:buFont typeface="Arial"/>
              <a:buNone/>
            </a:pPr>
            <a:r>
              <a:rPr b="1" i="0" lang="es" sz="800" u="none" cap="none" strike="noStrike">
                <a:solidFill>
                  <a:srgbClr val="000000"/>
                </a:solidFill>
                <a:latin typeface="Helvetica Neue"/>
                <a:ea typeface="Helvetica Neue"/>
                <a:cs typeface="Helvetica Neue"/>
                <a:sym typeface="Helvetica Neue"/>
              </a:rPr>
              <a:t>Solicitud y Formalización TDC</a:t>
            </a:r>
            <a:endParaRPr b="1" i="0" sz="8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74"/>
          <p:cNvSpPr/>
          <p:nvPr/>
        </p:nvSpPr>
        <p:spPr>
          <a:xfrm>
            <a:off x="4752350" y="2848425"/>
            <a:ext cx="3050700" cy="30507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871" name="Google Shape;871;p174"/>
          <p:cNvSpPr/>
          <p:nvPr/>
        </p:nvSpPr>
        <p:spPr>
          <a:xfrm>
            <a:off x="3476300" y="139050"/>
            <a:ext cx="1177500" cy="11775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872" name="Google Shape;872;p174"/>
          <p:cNvSpPr/>
          <p:nvPr/>
        </p:nvSpPr>
        <p:spPr>
          <a:xfrm>
            <a:off x="765575" y="3699400"/>
            <a:ext cx="660000" cy="6600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873" name="Google Shape;873;p174"/>
          <p:cNvSpPr txBox="1"/>
          <p:nvPr/>
        </p:nvSpPr>
        <p:spPr>
          <a:xfrm>
            <a:off x="450075" y="1919700"/>
            <a:ext cx="46884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lang="es" sz="4000">
                <a:solidFill>
                  <a:srgbClr val="FFFFFF"/>
                </a:solidFill>
                <a:latin typeface="Helvetica Neue"/>
                <a:ea typeface="Helvetica Neue"/>
                <a:cs typeface="Helvetica Neue"/>
                <a:sym typeface="Helvetica Neue"/>
              </a:rPr>
              <a:t>1. Roadmap V2 (feb 2025)</a:t>
            </a:r>
            <a:endParaRPr sz="4000">
              <a:solidFill>
                <a:srgbClr val="FFFFFF"/>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75"/>
          <p:cNvSpPr/>
          <p:nvPr/>
        </p:nvSpPr>
        <p:spPr>
          <a:xfrm flipH="1">
            <a:off x="5017231" y="1358266"/>
            <a:ext cx="23700" cy="29199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p>
        </p:txBody>
      </p:sp>
      <p:sp>
        <p:nvSpPr>
          <p:cNvPr id="879" name="Google Shape;879;p175"/>
          <p:cNvSpPr/>
          <p:nvPr/>
        </p:nvSpPr>
        <p:spPr>
          <a:xfrm>
            <a:off x="2795345" y="1358277"/>
            <a:ext cx="23700" cy="25017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p>
        </p:txBody>
      </p:sp>
      <p:sp>
        <p:nvSpPr>
          <p:cNvPr id="880" name="Google Shape;880;p175"/>
          <p:cNvSpPr/>
          <p:nvPr/>
        </p:nvSpPr>
        <p:spPr>
          <a:xfrm>
            <a:off x="6200681" y="2336144"/>
            <a:ext cx="148627" cy="188553"/>
          </a:xfrm>
          <a:prstGeom prst="flowChartOffpageConnector">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p>
        </p:txBody>
      </p:sp>
      <p:sp>
        <p:nvSpPr>
          <p:cNvPr id="881" name="Google Shape;881;p175"/>
          <p:cNvSpPr txBox="1"/>
          <p:nvPr>
            <p:ph type="title"/>
          </p:nvPr>
        </p:nvSpPr>
        <p:spPr>
          <a:xfrm>
            <a:off x="159300" y="140225"/>
            <a:ext cx="7875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Roadmap de continuidad Unity TDC                                        SmartVista </a:t>
            </a:r>
            <a:endParaRPr/>
          </a:p>
        </p:txBody>
      </p:sp>
      <p:sp>
        <p:nvSpPr>
          <p:cNvPr id="882" name="Google Shape;882;p175"/>
          <p:cNvSpPr txBox="1"/>
          <p:nvPr>
            <p:ph idx="2" type="title"/>
          </p:nvPr>
        </p:nvSpPr>
        <p:spPr>
          <a:xfrm>
            <a:off x="167805" y="336211"/>
            <a:ext cx="4498800" cy="55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1100"/>
              <a:t>Uso de plataforma SmartVista BPC para estratégia futura</a:t>
            </a:r>
            <a:endParaRPr sz="1100"/>
          </a:p>
        </p:txBody>
      </p:sp>
      <p:sp>
        <p:nvSpPr>
          <p:cNvPr id="883" name="Google Shape;883;p175"/>
          <p:cNvSpPr/>
          <p:nvPr/>
        </p:nvSpPr>
        <p:spPr>
          <a:xfrm>
            <a:off x="4637431" y="2335071"/>
            <a:ext cx="1541700" cy="380100"/>
          </a:xfrm>
          <a:prstGeom prst="chevron">
            <a:avLst>
              <a:gd fmla="val 32234" name="adj"/>
            </a:avLst>
          </a:prstGeom>
          <a:solidFill>
            <a:schemeClr val="dk2"/>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650">
                <a:solidFill>
                  <a:srgbClr val="FFFFFF"/>
                </a:solidFill>
                <a:latin typeface="Montserrat"/>
                <a:ea typeface="Montserrat"/>
                <a:cs typeface="Montserrat"/>
                <a:sym typeface="Montserrat"/>
              </a:rPr>
              <a:t>Migración de Tarjeta de crédito Actual </a:t>
            </a:r>
            <a:endParaRPr b="1" sz="650">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(PISA - entrega en sucursal)</a:t>
            </a:r>
            <a:endParaRPr b="0" i="0" sz="800" u="none" cap="none" strike="noStrike">
              <a:solidFill>
                <a:srgbClr val="000000"/>
              </a:solidFill>
              <a:latin typeface="Arial"/>
              <a:ea typeface="Arial"/>
              <a:cs typeface="Arial"/>
              <a:sym typeface="Arial"/>
            </a:endParaRPr>
          </a:p>
        </p:txBody>
      </p:sp>
      <p:sp>
        <p:nvSpPr>
          <p:cNvPr id="884" name="Google Shape;884;p175"/>
          <p:cNvSpPr/>
          <p:nvPr/>
        </p:nvSpPr>
        <p:spPr>
          <a:xfrm>
            <a:off x="258525" y="1511700"/>
            <a:ext cx="1236600" cy="380100"/>
          </a:xfrm>
          <a:prstGeom prst="chevron">
            <a:avLst>
              <a:gd fmla="val 32234" name="adj"/>
            </a:avLst>
          </a:prstGeom>
          <a:solidFill>
            <a:schemeClr val="accent3"/>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750">
                <a:solidFill>
                  <a:srgbClr val="FFFFFF"/>
                </a:solidFill>
                <a:latin typeface="Montserrat"/>
                <a:ea typeface="Montserrat"/>
                <a:cs typeface="Montserrat"/>
                <a:sym typeface="Montserrat"/>
              </a:rPr>
              <a:t>Tarjeta de crédito Bancoppel V1</a:t>
            </a:r>
            <a:endParaRPr b="0" i="0" sz="1100" u="none" cap="none" strike="noStrike">
              <a:solidFill>
                <a:srgbClr val="000000"/>
              </a:solidFill>
              <a:latin typeface="Arial"/>
              <a:ea typeface="Arial"/>
              <a:cs typeface="Arial"/>
              <a:sym typeface="Arial"/>
            </a:endParaRPr>
          </a:p>
        </p:txBody>
      </p:sp>
      <p:sp>
        <p:nvSpPr>
          <p:cNvPr id="885" name="Google Shape;885;p175"/>
          <p:cNvSpPr/>
          <p:nvPr/>
        </p:nvSpPr>
        <p:spPr>
          <a:xfrm>
            <a:off x="1431599" y="1511709"/>
            <a:ext cx="1407000" cy="3801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750">
                <a:solidFill>
                  <a:srgbClr val="FFFFFF"/>
                </a:solidFill>
                <a:latin typeface="Montserrat"/>
                <a:ea typeface="Montserrat"/>
                <a:cs typeface="Montserrat"/>
                <a:sym typeface="Montserrat"/>
              </a:rPr>
              <a:t>Tarjeta de crédito BanCoppel V2</a:t>
            </a:r>
            <a:endParaRPr b="0" i="0" sz="1100" u="none" cap="none" strike="noStrike">
              <a:solidFill>
                <a:srgbClr val="000000"/>
              </a:solidFill>
              <a:latin typeface="Arial"/>
              <a:ea typeface="Arial"/>
              <a:cs typeface="Arial"/>
              <a:sym typeface="Arial"/>
            </a:endParaRPr>
          </a:p>
        </p:txBody>
      </p:sp>
      <p:sp>
        <p:nvSpPr>
          <p:cNvPr id="886" name="Google Shape;886;p175"/>
          <p:cNvSpPr/>
          <p:nvPr/>
        </p:nvSpPr>
        <p:spPr>
          <a:xfrm>
            <a:off x="2775121" y="1511709"/>
            <a:ext cx="1236600" cy="380100"/>
          </a:xfrm>
          <a:prstGeom prst="chevron">
            <a:avLst>
              <a:gd fmla="val 32234" name="adj"/>
            </a:avLst>
          </a:prstGeom>
          <a:solidFill>
            <a:schemeClr val="accent2"/>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750">
                <a:solidFill>
                  <a:schemeClr val="dk2"/>
                </a:solidFill>
                <a:latin typeface="Montserrat"/>
                <a:ea typeface="Montserrat"/>
                <a:cs typeface="Montserrat"/>
                <a:sym typeface="Montserrat"/>
              </a:rPr>
              <a:t>Estabilización</a:t>
            </a:r>
            <a:endParaRPr b="0" i="0" sz="1100" u="none" cap="none" strike="noStrike">
              <a:solidFill>
                <a:schemeClr val="dk2"/>
              </a:solidFill>
              <a:latin typeface="Arial"/>
              <a:ea typeface="Arial"/>
              <a:cs typeface="Arial"/>
              <a:sym typeface="Arial"/>
            </a:endParaRPr>
          </a:p>
        </p:txBody>
      </p:sp>
      <p:sp>
        <p:nvSpPr>
          <p:cNvPr id="887" name="Google Shape;887;p175"/>
          <p:cNvSpPr/>
          <p:nvPr/>
        </p:nvSpPr>
        <p:spPr>
          <a:xfrm>
            <a:off x="2445970" y="1927520"/>
            <a:ext cx="1407000" cy="3801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750">
                <a:solidFill>
                  <a:srgbClr val="FFFFFF"/>
                </a:solidFill>
                <a:latin typeface="Montserrat"/>
                <a:ea typeface="Montserrat"/>
                <a:cs typeface="Montserrat"/>
                <a:sym typeface="Montserrat"/>
              </a:rPr>
              <a:t>TDC Bancoppel IDEAL</a:t>
            </a:r>
            <a:endParaRPr b="0" i="0" sz="1100" u="none" cap="none" strike="noStrike">
              <a:solidFill>
                <a:srgbClr val="000000"/>
              </a:solidFill>
              <a:latin typeface="Arial"/>
              <a:ea typeface="Arial"/>
              <a:cs typeface="Arial"/>
              <a:sym typeface="Arial"/>
            </a:endParaRPr>
          </a:p>
        </p:txBody>
      </p:sp>
      <p:sp>
        <p:nvSpPr>
          <p:cNvPr id="888" name="Google Shape;888;p175"/>
          <p:cNvSpPr/>
          <p:nvPr/>
        </p:nvSpPr>
        <p:spPr>
          <a:xfrm>
            <a:off x="3762869" y="1927509"/>
            <a:ext cx="1236600" cy="380100"/>
          </a:xfrm>
          <a:prstGeom prst="chevron">
            <a:avLst>
              <a:gd fmla="val 32234" name="adj"/>
            </a:avLst>
          </a:prstGeom>
          <a:solidFill>
            <a:schemeClr val="accent2"/>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750">
                <a:solidFill>
                  <a:schemeClr val="dk2"/>
                </a:solidFill>
                <a:latin typeface="Montserrat"/>
                <a:ea typeface="Montserrat"/>
                <a:cs typeface="Montserrat"/>
                <a:sym typeface="Montserrat"/>
              </a:rPr>
              <a:t>Estabilización</a:t>
            </a:r>
            <a:endParaRPr b="0" i="0" sz="1100" u="none" cap="none" strike="noStrike">
              <a:solidFill>
                <a:schemeClr val="dk2"/>
              </a:solidFill>
              <a:latin typeface="Arial"/>
              <a:ea typeface="Arial"/>
              <a:cs typeface="Arial"/>
              <a:sym typeface="Arial"/>
            </a:endParaRPr>
          </a:p>
        </p:txBody>
      </p:sp>
      <p:sp>
        <p:nvSpPr>
          <p:cNvPr id="889" name="Google Shape;889;p175"/>
          <p:cNvSpPr/>
          <p:nvPr/>
        </p:nvSpPr>
        <p:spPr>
          <a:xfrm>
            <a:off x="1014502" y="2335071"/>
            <a:ext cx="1758600" cy="3801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750">
                <a:solidFill>
                  <a:srgbClr val="FFFFFF"/>
                </a:solidFill>
                <a:latin typeface="Montserrat"/>
                <a:ea typeface="Montserrat"/>
                <a:cs typeface="Montserrat"/>
                <a:sym typeface="Montserrat"/>
              </a:rPr>
              <a:t>Diseño de estratégia de datos</a:t>
            </a:r>
            <a:endParaRPr b="0" i="0" sz="1100" u="none" cap="none" strike="noStrike">
              <a:solidFill>
                <a:srgbClr val="000000"/>
              </a:solidFill>
              <a:latin typeface="Arial"/>
              <a:ea typeface="Arial"/>
              <a:cs typeface="Arial"/>
              <a:sym typeface="Arial"/>
            </a:endParaRPr>
          </a:p>
        </p:txBody>
      </p:sp>
      <p:sp>
        <p:nvSpPr>
          <p:cNvPr id="890" name="Google Shape;890;p175"/>
          <p:cNvSpPr/>
          <p:nvPr/>
        </p:nvSpPr>
        <p:spPr>
          <a:xfrm>
            <a:off x="2465400" y="2837168"/>
            <a:ext cx="1044000" cy="342600"/>
          </a:xfrm>
          <a:prstGeom prst="chevron">
            <a:avLst>
              <a:gd fmla="val 32234" name="adj"/>
            </a:avLst>
          </a:prstGeom>
          <a:solidFill>
            <a:schemeClr val="accent5"/>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chemeClr val="dk2"/>
                </a:solidFill>
                <a:latin typeface="Montserrat"/>
                <a:ea typeface="Montserrat"/>
                <a:cs typeface="Montserrat"/>
                <a:sym typeface="Montserrat"/>
              </a:rPr>
              <a:t>Requerimiento</a:t>
            </a:r>
            <a:endParaRPr b="1" sz="550">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50"/>
              <a:buFont typeface="Arial"/>
              <a:buNone/>
            </a:pPr>
            <a:r>
              <a:rPr b="1" lang="es" sz="550">
                <a:solidFill>
                  <a:schemeClr val="dk2"/>
                </a:solidFill>
                <a:latin typeface="Montserrat"/>
                <a:ea typeface="Montserrat"/>
                <a:cs typeface="Montserrat"/>
                <a:sym typeface="Montserrat"/>
              </a:rPr>
              <a:t>funcional</a:t>
            </a:r>
            <a:endParaRPr b="1" sz="550">
              <a:solidFill>
                <a:schemeClr val="dk2"/>
              </a:solidFill>
              <a:latin typeface="Montserrat"/>
              <a:ea typeface="Montserrat"/>
              <a:cs typeface="Montserrat"/>
              <a:sym typeface="Montserrat"/>
            </a:endParaRPr>
          </a:p>
        </p:txBody>
      </p:sp>
      <p:sp>
        <p:nvSpPr>
          <p:cNvPr id="891" name="Google Shape;891;p175"/>
          <p:cNvSpPr/>
          <p:nvPr/>
        </p:nvSpPr>
        <p:spPr>
          <a:xfrm>
            <a:off x="3430293" y="2837168"/>
            <a:ext cx="7257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Diseño técnico</a:t>
            </a:r>
            <a:endParaRPr b="1" sz="550">
              <a:solidFill>
                <a:srgbClr val="FFFFFF"/>
              </a:solidFill>
              <a:latin typeface="Montserrat"/>
              <a:ea typeface="Montserrat"/>
              <a:cs typeface="Montserrat"/>
              <a:sym typeface="Montserrat"/>
            </a:endParaRPr>
          </a:p>
        </p:txBody>
      </p:sp>
      <p:sp>
        <p:nvSpPr>
          <p:cNvPr id="892" name="Google Shape;892;p175"/>
          <p:cNvSpPr/>
          <p:nvPr/>
        </p:nvSpPr>
        <p:spPr>
          <a:xfrm>
            <a:off x="4073555" y="2837168"/>
            <a:ext cx="11163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Implementación</a:t>
            </a:r>
            <a:endParaRPr b="1" sz="550">
              <a:solidFill>
                <a:srgbClr val="FFFFFF"/>
              </a:solidFill>
              <a:latin typeface="Montserrat"/>
              <a:ea typeface="Montserrat"/>
              <a:cs typeface="Montserrat"/>
              <a:sym typeface="Montserrat"/>
            </a:endParaRPr>
          </a:p>
        </p:txBody>
      </p:sp>
      <p:sp>
        <p:nvSpPr>
          <p:cNvPr id="893" name="Google Shape;893;p175"/>
          <p:cNvSpPr/>
          <p:nvPr/>
        </p:nvSpPr>
        <p:spPr>
          <a:xfrm>
            <a:off x="5103261" y="2837168"/>
            <a:ext cx="7779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Pruebas</a:t>
            </a:r>
            <a:endParaRPr b="1" sz="550">
              <a:solidFill>
                <a:srgbClr val="FFFFFF"/>
              </a:solidFill>
              <a:latin typeface="Montserrat"/>
              <a:ea typeface="Montserrat"/>
              <a:cs typeface="Montserrat"/>
              <a:sym typeface="Montserrat"/>
            </a:endParaRPr>
          </a:p>
        </p:txBody>
      </p:sp>
      <p:sp>
        <p:nvSpPr>
          <p:cNvPr id="894" name="Google Shape;894;p175"/>
          <p:cNvSpPr/>
          <p:nvPr/>
        </p:nvSpPr>
        <p:spPr>
          <a:xfrm>
            <a:off x="5801650" y="2833025"/>
            <a:ext cx="588600" cy="342600"/>
          </a:xfrm>
          <a:prstGeom prst="chevron">
            <a:avLst>
              <a:gd fmla="val 32234" name="adj"/>
            </a:avLst>
          </a:prstGeom>
          <a:solidFill>
            <a:schemeClr val="accent3"/>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Go </a:t>
            </a:r>
            <a:endParaRPr b="1" sz="450">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Live</a:t>
            </a:r>
            <a:endParaRPr b="1" sz="450">
              <a:solidFill>
                <a:srgbClr val="FFFFFF"/>
              </a:solidFill>
              <a:latin typeface="Montserrat"/>
              <a:ea typeface="Montserrat"/>
              <a:cs typeface="Montserrat"/>
              <a:sym typeface="Montserrat"/>
            </a:endParaRPr>
          </a:p>
        </p:txBody>
      </p:sp>
      <p:sp>
        <p:nvSpPr>
          <p:cNvPr id="895" name="Google Shape;895;p175"/>
          <p:cNvSpPr/>
          <p:nvPr/>
        </p:nvSpPr>
        <p:spPr>
          <a:xfrm>
            <a:off x="2746829" y="1143215"/>
            <a:ext cx="148627" cy="188553"/>
          </a:xfrm>
          <a:prstGeom prst="flowChartOffpageConnector">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p>
        </p:txBody>
      </p:sp>
      <p:sp>
        <p:nvSpPr>
          <p:cNvPr id="896" name="Google Shape;896;p175"/>
          <p:cNvSpPr txBox="1"/>
          <p:nvPr>
            <p:ph idx="2" type="title"/>
          </p:nvPr>
        </p:nvSpPr>
        <p:spPr>
          <a:xfrm>
            <a:off x="6267943" y="2158438"/>
            <a:ext cx="1085700" cy="55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700">
                <a:solidFill>
                  <a:schemeClr val="dk2"/>
                </a:solidFill>
              </a:rPr>
              <a:t>Run-off</a:t>
            </a:r>
            <a:endParaRPr sz="700">
              <a:solidFill>
                <a:schemeClr val="dk2"/>
              </a:solidFill>
            </a:endParaRPr>
          </a:p>
          <a:p>
            <a:pPr indent="0" lvl="0" marL="0" rtl="0" algn="l">
              <a:spcBef>
                <a:spcPts val="0"/>
              </a:spcBef>
              <a:spcAft>
                <a:spcPts val="0"/>
              </a:spcAft>
              <a:buNone/>
            </a:pPr>
            <a:r>
              <a:rPr lang="es" sz="700">
                <a:solidFill>
                  <a:schemeClr val="dk2"/>
                </a:solidFill>
              </a:rPr>
              <a:t>TDC Bancoppel</a:t>
            </a:r>
            <a:endParaRPr sz="700">
              <a:solidFill>
                <a:schemeClr val="dk2"/>
              </a:solidFill>
            </a:endParaRPr>
          </a:p>
        </p:txBody>
      </p:sp>
      <p:sp>
        <p:nvSpPr>
          <p:cNvPr id="897" name="Google Shape;897;p175"/>
          <p:cNvSpPr/>
          <p:nvPr/>
        </p:nvSpPr>
        <p:spPr>
          <a:xfrm>
            <a:off x="4956783" y="1143215"/>
            <a:ext cx="148627" cy="188553"/>
          </a:xfrm>
          <a:prstGeom prst="flowChartOffpageConnector">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p>
        </p:txBody>
      </p:sp>
      <p:sp>
        <p:nvSpPr>
          <p:cNvPr id="898" name="Google Shape;898;p175"/>
          <p:cNvSpPr/>
          <p:nvPr/>
        </p:nvSpPr>
        <p:spPr>
          <a:xfrm>
            <a:off x="7089251" y="2830884"/>
            <a:ext cx="129307" cy="169898"/>
          </a:xfrm>
          <a:prstGeom prst="flowChartOffpageConnector">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899" name="Google Shape;899;p175"/>
          <p:cNvSpPr txBox="1"/>
          <p:nvPr>
            <p:ph idx="2" type="title"/>
          </p:nvPr>
        </p:nvSpPr>
        <p:spPr>
          <a:xfrm>
            <a:off x="7150807" y="2666425"/>
            <a:ext cx="738600" cy="495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600">
                <a:solidFill>
                  <a:schemeClr val="dk2"/>
                </a:solidFill>
              </a:rPr>
              <a:t>Run-off</a:t>
            </a:r>
            <a:endParaRPr sz="600">
              <a:solidFill>
                <a:schemeClr val="dk2"/>
              </a:solidFill>
            </a:endParaRPr>
          </a:p>
          <a:p>
            <a:pPr indent="0" lvl="0" marL="0" rtl="0" algn="l">
              <a:spcBef>
                <a:spcPts val="0"/>
              </a:spcBef>
              <a:spcAft>
                <a:spcPts val="0"/>
              </a:spcAft>
              <a:buNone/>
            </a:pPr>
            <a:r>
              <a:rPr lang="es" sz="600">
                <a:solidFill>
                  <a:schemeClr val="dk2"/>
                </a:solidFill>
              </a:rPr>
              <a:t>TDC ORO</a:t>
            </a:r>
            <a:endParaRPr sz="600">
              <a:solidFill>
                <a:schemeClr val="dk2"/>
              </a:solidFill>
            </a:endParaRPr>
          </a:p>
        </p:txBody>
      </p:sp>
      <p:sp>
        <p:nvSpPr>
          <p:cNvPr id="900" name="Google Shape;900;p175"/>
          <p:cNvSpPr txBox="1"/>
          <p:nvPr>
            <p:ph idx="2" type="title"/>
          </p:nvPr>
        </p:nvSpPr>
        <p:spPr>
          <a:xfrm>
            <a:off x="2818149" y="1100575"/>
            <a:ext cx="777900" cy="276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700">
                <a:solidFill>
                  <a:schemeClr val="dk2"/>
                </a:solidFill>
              </a:rPr>
              <a:t>SV Release 2</a:t>
            </a:r>
            <a:endParaRPr sz="700">
              <a:solidFill>
                <a:schemeClr val="dk2"/>
              </a:solidFill>
            </a:endParaRPr>
          </a:p>
        </p:txBody>
      </p:sp>
      <p:sp>
        <p:nvSpPr>
          <p:cNvPr id="901" name="Google Shape;901;p175"/>
          <p:cNvSpPr txBox="1"/>
          <p:nvPr>
            <p:ph idx="2" type="title"/>
          </p:nvPr>
        </p:nvSpPr>
        <p:spPr>
          <a:xfrm>
            <a:off x="5036275" y="1100569"/>
            <a:ext cx="894300" cy="276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700">
                <a:solidFill>
                  <a:schemeClr val="dk2"/>
                </a:solidFill>
              </a:rPr>
              <a:t>SV Release TDC Ideal</a:t>
            </a:r>
            <a:endParaRPr sz="700">
              <a:solidFill>
                <a:schemeClr val="dk2"/>
              </a:solidFill>
            </a:endParaRPr>
          </a:p>
        </p:txBody>
      </p:sp>
      <p:sp>
        <p:nvSpPr>
          <p:cNvPr id="902" name="Google Shape;902;p175"/>
          <p:cNvSpPr/>
          <p:nvPr/>
        </p:nvSpPr>
        <p:spPr>
          <a:xfrm>
            <a:off x="6306071" y="2833025"/>
            <a:ext cx="777900" cy="342600"/>
          </a:xfrm>
          <a:prstGeom prst="chevron">
            <a:avLst>
              <a:gd fmla="val 32234" name="adj"/>
            </a:avLst>
          </a:prstGeom>
          <a:solidFill>
            <a:schemeClr val="dk2"/>
          </a:solidFill>
          <a:ln>
            <a:noFill/>
          </a:ln>
        </p:spPr>
        <p:txBody>
          <a:bodyPr anchorCtr="1" anchor="ctr" bIns="45700" lIns="137150"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Migración</a:t>
            </a:r>
            <a:endParaRPr b="1" sz="450">
              <a:solidFill>
                <a:srgbClr val="FFFFFF"/>
              </a:solidFill>
              <a:latin typeface="Montserrat"/>
              <a:ea typeface="Montserrat"/>
              <a:cs typeface="Montserrat"/>
              <a:sym typeface="Montserrat"/>
            </a:endParaRPr>
          </a:p>
        </p:txBody>
      </p:sp>
      <p:sp>
        <p:nvSpPr>
          <p:cNvPr id="903" name="Google Shape;903;p175"/>
          <p:cNvSpPr/>
          <p:nvPr/>
        </p:nvSpPr>
        <p:spPr>
          <a:xfrm>
            <a:off x="3125493" y="3298945"/>
            <a:ext cx="1044000" cy="342600"/>
          </a:xfrm>
          <a:prstGeom prst="chevron">
            <a:avLst>
              <a:gd fmla="val 32234" name="adj"/>
            </a:avLst>
          </a:prstGeom>
          <a:solidFill>
            <a:schemeClr val="accent5"/>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chemeClr val="dk2"/>
                </a:solidFill>
                <a:latin typeface="Montserrat"/>
                <a:ea typeface="Montserrat"/>
                <a:cs typeface="Montserrat"/>
                <a:sym typeface="Montserrat"/>
              </a:rPr>
              <a:t>Requerimiento</a:t>
            </a:r>
            <a:endParaRPr b="1" sz="550">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50"/>
              <a:buFont typeface="Arial"/>
              <a:buNone/>
            </a:pPr>
            <a:r>
              <a:rPr b="1" lang="es" sz="550">
                <a:solidFill>
                  <a:schemeClr val="dk2"/>
                </a:solidFill>
                <a:latin typeface="Montserrat"/>
                <a:ea typeface="Montserrat"/>
                <a:cs typeface="Montserrat"/>
                <a:sym typeface="Montserrat"/>
              </a:rPr>
              <a:t>funcional</a:t>
            </a:r>
            <a:endParaRPr b="1" sz="550">
              <a:solidFill>
                <a:schemeClr val="dk2"/>
              </a:solidFill>
              <a:latin typeface="Montserrat"/>
              <a:ea typeface="Montserrat"/>
              <a:cs typeface="Montserrat"/>
              <a:sym typeface="Montserrat"/>
            </a:endParaRPr>
          </a:p>
        </p:txBody>
      </p:sp>
      <p:sp>
        <p:nvSpPr>
          <p:cNvPr id="904" name="Google Shape;904;p175"/>
          <p:cNvSpPr/>
          <p:nvPr/>
        </p:nvSpPr>
        <p:spPr>
          <a:xfrm>
            <a:off x="4090387" y="3298945"/>
            <a:ext cx="7257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Diseño técnico</a:t>
            </a:r>
            <a:endParaRPr b="1" sz="550">
              <a:solidFill>
                <a:srgbClr val="FFFFFF"/>
              </a:solidFill>
              <a:latin typeface="Montserrat"/>
              <a:ea typeface="Montserrat"/>
              <a:cs typeface="Montserrat"/>
              <a:sym typeface="Montserrat"/>
            </a:endParaRPr>
          </a:p>
        </p:txBody>
      </p:sp>
      <p:sp>
        <p:nvSpPr>
          <p:cNvPr id="905" name="Google Shape;905;p175"/>
          <p:cNvSpPr/>
          <p:nvPr/>
        </p:nvSpPr>
        <p:spPr>
          <a:xfrm>
            <a:off x="4733650" y="3298950"/>
            <a:ext cx="11163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Implementación</a:t>
            </a:r>
            <a:endParaRPr b="1" sz="550">
              <a:solidFill>
                <a:srgbClr val="FFFFFF"/>
              </a:solidFill>
              <a:latin typeface="Montserrat"/>
              <a:ea typeface="Montserrat"/>
              <a:cs typeface="Montserrat"/>
              <a:sym typeface="Montserrat"/>
            </a:endParaRPr>
          </a:p>
        </p:txBody>
      </p:sp>
      <p:sp>
        <p:nvSpPr>
          <p:cNvPr id="906" name="Google Shape;906;p175"/>
          <p:cNvSpPr/>
          <p:nvPr/>
        </p:nvSpPr>
        <p:spPr>
          <a:xfrm>
            <a:off x="5763354" y="3298945"/>
            <a:ext cx="7779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Pruebas</a:t>
            </a:r>
            <a:endParaRPr b="1" sz="550">
              <a:solidFill>
                <a:srgbClr val="FFFFFF"/>
              </a:solidFill>
              <a:latin typeface="Montserrat"/>
              <a:ea typeface="Montserrat"/>
              <a:cs typeface="Montserrat"/>
              <a:sym typeface="Montserrat"/>
            </a:endParaRPr>
          </a:p>
        </p:txBody>
      </p:sp>
      <p:sp>
        <p:nvSpPr>
          <p:cNvPr id="907" name="Google Shape;907;p175"/>
          <p:cNvSpPr/>
          <p:nvPr/>
        </p:nvSpPr>
        <p:spPr>
          <a:xfrm>
            <a:off x="6461741" y="3294811"/>
            <a:ext cx="588600" cy="342600"/>
          </a:xfrm>
          <a:prstGeom prst="chevron">
            <a:avLst>
              <a:gd fmla="val 32234" name="adj"/>
            </a:avLst>
          </a:prstGeom>
          <a:solidFill>
            <a:schemeClr val="accent3"/>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Go </a:t>
            </a:r>
            <a:endParaRPr b="1" sz="450">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Live</a:t>
            </a:r>
            <a:endParaRPr b="1" sz="450">
              <a:solidFill>
                <a:srgbClr val="FFFFFF"/>
              </a:solidFill>
              <a:latin typeface="Montserrat"/>
              <a:ea typeface="Montserrat"/>
              <a:cs typeface="Montserrat"/>
              <a:sym typeface="Montserrat"/>
            </a:endParaRPr>
          </a:p>
        </p:txBody>
      </p:sp>
      <p:sp>
        <p:nvSpPr>
          <p:cNvPr id="908" name="Google Shape;908;p175"/>
          <p:cNvSpPr/>
          <p:nvPr/>
        </p:nvSpPr>
        <p:spPr>
          <a:xfrm>
            <a:off x="7749344" y="3292660"/>
            <a:ext cx="129307" cy="169898"/>
          </a:xfrm>
          <a:prstGeom prst="flowChartOffpageConnector">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909" name="Google Shape;909;p175"/>
          <p:cNvSpPr txBox="1"/>
          <p:nvPr>
            <p:ph idx="2" type="title"/>
          </p:nvPr>
        </p:nvSpPr>
        <p:spPr>
          <a:xfrm>
            <a:off x="7810900" y="3128201"/>
            <a:ext cx="738600" cy="495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600">
                <a:solidFill>
                  <a:schemeClr val="dk2"/>
                </a:solidFill>
              </a:rPr>
              <a:t>Run-off</a:t>
            </a:r>
            <a:endParaRPr sz="600">
              <a:solidFill>
                <a:schemeClr val="dk2"/>
              </a:solidFill>
            </a:endParaRPr>
          </a:p>
          <a:p>
            <a:pPr indent="0" lvl="0" marL="0" rtl="0" algn="l">
              <a:spcBef>
                <a:spcPts val="0"/>
              </a:spcBef>
              <a:spcAft>
                <a:spcPts val="0"/>
              </a:spcAft>
              <a:buNone/>
            </a:pPr>
            <a:r>
              <a:rPr lang="es" sz="600">
                <a:solidFill>
                  <a:schemeClr val="dk2"/>
                </a:solidFill>
              </a:rPr>
              <a:t>TDC Platinum</a:t>
            </a:r>
            <a:endParaRPr sz="600">
              <a:solidFill>
                <a:schemeClr val="dk2"/>
              </a:solidFill>
            </a:endParaRPr>
          </a:p>
        </p:txBody>
      </p:sp>
      <p:sp>
        <p:nvSpPr>
          <p:cNvPr id="910" name="Google Shape;910;p175"/>
          <p:cNvSpPr/>
          <p:nvPr/>
        </p:nvSpPr>
        <p:spPr>
          <a:xfrm>
            <a:off x="6966165" y="3294801"/>
            <a:ext cx="777900" cy="342600"/>
          </a:xfrm>
          <a:prstGeom prst="chevron">
            <a:avLst>
              <a:gd fmla="val 32234" name="adj"/>
            </a:avLst>
          </a:prstGeom>
          <a:solidFill>
            <a:schemeClr val="dk2"/>
          </a:solidFill>
          <a:ln>
            <a:noFill/>
          </a:ln>
        </p:spPr>
        <p:txBody>
          <a:bodyPr anchorCtr="1" anchor="ctr" bIns="45700" lIns="137150"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Migración</a:t>
            </a:r>
            <a:endParaRPr b="1" sz="450">
              <a:solidFill>
                <a:srgbClr val="FFFFFF"/>
              </a:solidFill>
              <a:latin typeface="Montserrat"/>
              <a:ea typeface="Montserrat"/>
              <a:cs typeface="Montserrat"/>
              <a:sym typeface="Montserrat"/>
            </a:endParaRPr>
          </a:p>
        </p:txBody>
      </p:sp>
      <p:sp>
        <p:nvSpPr>
          <p:cNvPr id="911" name="Google Shape;911;p175"/>
          <p:cNvSpPr/>
          <p:nvPr/>
        </p:nvSpPr>
        <p:spPr>
          <a:xfrm>
            <a:off x="3773713" y="3760721"/>
            <a:ext cx="1044000" cy="342600"/>
          </a:xfrm>
          <a:prstGeom prst="chevron">
            <a:avLst>
              <a:gd fmla="val 32234" name="adj"/>
            </a:avLst>
          </a:prstGeom>
          <a:solidFill>
            <a:schemeClr val="accent5"/>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chemeClr val="dk2"/>
                </a:solidFill>
                <a:latin typeface="Montserrat"/>
                <a:ea typeface="Montserrat"/>
                <a:cs typeface="Montserrat"/>
                <a:sym typeface="Montserrat"/>
              </a:rPr>
              <a:t>Requerimiento</a:t>
            </a:r>
            <a:endParaRPr b="1" sz="550">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50"/>
              <a:buFont typeface="Arial"/>
              <a:buNone/>
            </a:pPr>
            <a:r>
              <a:rPr b="1" lang="es" sz="550">
                <a:solidFill>
                  <a:schemeClr val="dk2"/>
                </a:solidFill>
                <a:latin typeface="Montserrat"/>
                <a:ea typeface="Montserrat"/>
                <a:cs typeface="Montserrat"/>
                <a:sym typeface="Montserrat"/>
              </a:rPr>
              <a:t>funcional</a:t>
            </a:r>
            <a:endParaRPr b="1" sz="550">
              <a:solidFill>
                <a:schemeClr val="dk2"/>
              </a:solidFill>
              <a:latin typeface="Montserrat"/>
              <a:ea typeface="Montserrat"/>
              <a:cs typeface="Montserrat"/>
              <a:sym typeface="Montserrat"/>
            </a:endParaRPr>
          </a:p>
        </p:txBody>
      </p:sp>
      <p:sp>
        <p:nvSpPr>
          <p:cNvPr id="912" name="Google Shape;912;p175"/>
          <p:cNvSpPr/>
          <p:nvPr/>
        </p:nvSpPr>
        <p:spPr>
          <a:xfrm>
            <a:off x="4738606" y="3760721"/>
            <a:ext cx="7257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Diseño técnico</a:t>
            </a:r>
            <a:endParaRPr b="1" sz="550">
              <a:solidFill>
                <a:srgbClr val="FFFFFF"/>
              </a:solidFill>
              <a:latin typeface="Montserrat"/>
              <a:ea typeface="Montserrat"/>
              <a:cs typeface="Montserrat"/>
              <a:sym typeface="Montserrat"/>
            </a:endParaRPr>
          </a:p>
        </p:txBody>
      </p:sp>
      <p:sp>
        <p:nvSpPr>
          <p:cNvPr id="913" name="Google Shape;913;p175"/>
          <p:cNvSpPr/>
          <p:nvPr/>
        </p:nvSpPr>
        <p:spPr>
          <a:xfrm>
            <a:off x="5381869" y="3760721"/>
            <a:ext cx="11163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Implementación</a:t>
            </a:r>
            <a:endParaRPr b="1" sz="550">
              <a:solidFill>
                <a:srgbClr val="FFFFFF"/>
              </a:solidFill>
              <a:latin typeface="Montserrat"/>
              <a:ea typeface="Montserrat"/>
              <a:cs typeface="Montserrat"/>
              <a:sym typeface="Montserrat"/>
            </a:endParaRPr>
          </a:p>
        </p:txBody>
      </p:sp>
      <p:sp>
        <p:nvSpPr>
          <p:cNvPr id="914" name="Google Shape;914;p175"/>
          <p:cNvSpPr/>
          <p:nvPr/>
        </p:nvSpPr>
        <p:spPr>
          <a:xfrm>
            <a:off x="6411574" y="3760721"/>
            <a:ext cx="777900" cy="342600"/>
          </a:xfrm>
          <a:prstGeom prst="chevron">
            <a:avLst>
              <a:gd fmla="val 32234" name="adj"/>
            </a:avLst>
          </a:prstGeom>
          <a:solidFill>
            <a:schemeClr val="accent1"/>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550">
                <a:solidFill>
                  <a:srgbClr val="FFFFFF"/>
                </a:solidFill>
                <a:latin typeface="Montserrat"/>
                <a:ea typeface="Montserrat"/>
                <a:cs typeface="Montserrat"/>
                <a:sym typeface="Montserrat"/>
              </a:rPr>
              <a:t>Pruebas</a:t>
            </a:r>
            <a:endParaRPr b="1" sz="550">
              <a:solidFill>
                <a:srgbClr val="FFFFFF"/>
              </a:solidFill>
              <a:latin typeface="Montserrat"/>
              <a:ea typeface="Montserrat"/>
              <a:cs typeface="Montserrat"/>
              <a:sym typeface="Montserrat"/>
            </a:endParaRPr>
          </a:p>
        </p:txBody>
      </p:sp>
      <p:sp>
        <p:nvSpPr>
          <p:cNvPr id="915" name="Google Shape;915;p175"/>
          <p:cNvSpPr/>
          <p:nvPr/>
        </p:nvSpPr>
        <p:spPr>
          <a:xfrm>
            <a:off x="7109961" y="3756587"/>
            <a:ext cx="588600" cy="342600"/>
          </a:xfrm>
          <a:prstGeom prst="chevron">
            <a:avLst>
              <a:gd fmla="val 32234" name="adj"/>
            </a:avLst>
          </a:prstGeom>
          <a:solidFill>
            <a:schemeClr val="accent3"/>
          </a:solidFill>
          <a:ln>
            <a:noFill/>
          </a:ln>
        </p:spPr>
        <p:txBody>
          <a:bodyPr anchorCtr="1" anchor="ctr" bIns="45700" lIns="137150"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Go </a:t>
            </a:r>
            <a:endParaRPr b="1" sz="450">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Live</a:t>
            </a:r>
            <a:endParaRPr b="1" sz="450">
              <a:solidFill>
                <a:srgbClr val="FFFFFF"/>
              </a:solidFill>
              <a:latin typeface="Montserrat"/>
              <a:ea typeface="Montserrat"/>
              <a:cs typeface="Montserrat"/>
              <a:sym typeface="Montserrat"/>
            </a:endParaRPr>
          </a:p>
        </p:txBody>
      </p:sp>
      <p:sp>
        <p:nvSpPr>
          <p:cNvPr id="916" name="Google Shape;916;p175"/>
          <p:cNvSpPr/>
          <p:nvPr/>
        </p:nvSpPr>
        <p:spPr>
          <a:xfrm>
            <a:off x="8397564" y="3754436"/>
            <a:ext cx="129307" cy="169898"/>
          </a:xfrm>
          <a:prstGeom prst="flowChartOffpageConnector">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917" name="Google Shape;917;p175"/>
          <p:cNvSpPr txBox="1"/>
          <p:nvPr>
            <p:ph idx="2" type="title"/>
          </p:nvPr>
        </p:nvSpPr>
        <p:spPr>
          <a:xfrm>
            <a:off x="8459120" y="3589978"/>
            <a:ext cx="738600" cy="495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600">
                <a:solidFill>
                  <a:schemeClr val="dk2"/>
                </a:solidFill>
              </a:rPr>
              <a:t>Run-off</a:t>
            </a:r>
            <a:endParaRPr sz="600">
              <a:solidFill>
                <a:schemeClr val="dk2"/>
              </a:solidFill>
            </a:endParaRPr>
          </a:p>
          <a:p>
            <a:pPr indent="0" lvl="0" marL="0" rtl="0" algn="l">
              <a:spcBef>
                <a:spcPts val="0"/>
              </a:spcBef>
              <a:spcAft>
                <a:spcPts val="0"/>
              </a:spcAft>
              <a:buNone/>
            </a:pPr>
            <a:r>
              <a:rPr lang="es" sz="600">
                <a:solidFill>
                  <a:schemeClr val="dk2"/>
                </a:solidFill>
              </a:rPr>
              <a:t>TDC Infinite</a:t>
            </a:r>
            <a:endParaRPr sz="600">
              <a:solidFill>
                <a:schemeClr val="dk2"/>
              </a:solidFill>
            </a:endParaRPr>
          </a:p>
        </p:txBody>
      </p:sp>
      <p:sp>
        <p:nvSpPr>
          <p:cNvPr id="918" name="Google Shape;918;p175"/>
          <p:cNvSpPr/>
          <p:nvPr/>
        </p:nvSpPr>
        <p:spPr>
          <a:xfrm>
            <a:off x="7614384" y="3756577"/>
            <a:ext cx="777900" cy="342600"/>
          </a:xfrm>
          <a:prstGeom prst="chevron">
            <a:avLst>
              <a:gd fmla="val 32234" name="adj"/>
            </a:avLst>
          </a:prstGeom>
          <a:solidFill>
            <a:schemeClr val="dk2"/>
          </a:solidFill>
          <a:ln>
            <a:noFill/>
          </a:ln>
        </p:spPr>
        <p:txBody>
          <a:bodyPr anchorCtr="1" anchor="ctr" bIns="45700" lIns="137150"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lang="es" sz="450">
                <a:solidFill>
                  <a:srgbClr val="FFFFFF"/>
                </a:solidFill>
                <a:latin typeface="Montserrat"/>
                <a:ea typeface="Montserrat"/>
                <a:cs typeface="Montserrat"/>
                <a:sym typeface="Montserrat"/>
              </a:rPr>
              <a:t>Migración</a:t>
            </a:r>
            <a:endParaRPr b="1" sz="450">
              <a:solidFill>
                <a:srgbClr val="FFFFFF"/>
              </a:solidFill>
              <a:latin typeface="Montserrat"/>
              <a:ea typeface="Montserrat"/>
              <a:cs typeface="Montserrat"/>
              <a:sym typeface="Montserrat"/>
            </a:endParaRPr>
          </a:p>
        </p:txBody>
      </p:sp>
      <p:pic>
        <p:nvPicPr>
          <p:cNvPr id="919" name="Google Shape;919;p175"/>
          <p:cNvPicPr preferRelativeResize="0"/>
          <p:nvPr/>
        </p:nvPicPr>
        <p:blipFill>
          <a:blip r:embed="rId3">
            <a:alphaModFix/>
          </a:blip>
          <a:stretch>
            <a:fillRect/>
          </a:stretch>
        </p:blipFill>
        <p:spPr>
          <a:xfrm>
            <a:off x="5920183" y="332010"/>
            <a:ext cx="735600" cy="19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graphicFrame>
        <p:nvGraphicFramePr>
          <p:cNvPr id="924" name="Google Shape;924;p176"/>
          <p:cNvGraphicFramePr/>
          <p:nvPr/>
        </p:nvGraphicFramePr>
        <p:xfrm>
          <a:off x="98876" y="806159"/>
          <a:ext cx="3000000" cy="3000000"/>
        </p:xfrm>
        <a:graphic>
          <a:graphicData uri="http://schemas.openxmlformats.org/drawingml/2006/table">
            <a:tbl>
              <a:tblPr>
                <a:noFill/>
                <a:tableStyleId>{1C230F59-D65F-4629-BC37-529972A66126}</a:tableStyleId>
              </a:tblPr>
              <a:tblGrid>
                <a:gridCol w="365075"/>
                <a:gridCol w="365075"/>
                <a:gridCol w="365075"/>
                <a:gridCol w="365075"/>
                <a:gridCol w="365075"/>
                <a:gridCol w="365075"/>
                <a:gridCol w="365075"/>
                <a:gridCol w="365075"/>
                <a:gridCol w="365075"/>
                <a:gridCol w="365075"/>
                <a:gridCol w="365075"/>
                <a:gridCol w="365075"/>
                <a:gridCol w="365075"/>
                <a:gridCol w="365075"/>
                <a:gridCol w="365075"/>
                <a:gridCol w="365075"/>
                <a:gridCol w="365075"/>
                <a:gridCol w="365075"/>
                <a:gridCol w="365075"/>
                <a:gridCol w="365075"/>
                <a:gridCol w="365075"/>
                <a:gridCol w="365075"/>
                <a:gridCol w="365075"/>
                <a:gridCol w="365075"/>
              </a:tblGrid>
              <a:tr h="210500">
                <a:tc gridSpan="3">
                  <a:txBody>
                    <a:bodyPr/>
                    <a:lstStyle/>
                    <a:p>
                      <a:pPr indent="0" lvl="0" marL="0" rtl="0" algn="ctr">
                        <a:spcBef>
                          <a:spcPts val="0"/>
                        </a:spcBef>
                        <a:spcAft>
                          <a:spcPts val="0"/>
                        </a:spcAft>
                        <a:buNone/>
                      </a:pPr>
                      <a:r>
                        <a:rPr b="1" lang="es" sz="800">
                          <a:solidFill>
                            <a:schemeClr val="lt1"/>
                          </a:solidFill>
                          <a:latin typeface="Montserrat"/>
                          <a:ea typeface="Montserrat"/>
                          <a:cs typeface="Montserrat"/>
                          <a:sym typeface="Montserrat"/>
                        </a:rPr>
                        <a:t>Q1</a:t>
                      </a:r>
                      <a:endParaRPr sz="8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9050">
                      <a:solidFill>
                        <a:srgbClr val="B2B2B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hMerge="1"/>
                <a:tc hMerge="1"/>
                <a:tc gridSpan="3">
                  <a:txBody>
                    <a:bodyPr/>
                    <a:lstStyle/>
                    <a:p>
                      <a:pPr indent="0" lvl="0" marL="0" rtl="0" algn="ctr">
                        <a:spcBef>
                          <a:spcPts val="0"/>
                        </a:spcBef>
                        <a:spcAft>
                          <a:spcPts val="0"/>
                        </a:spcAft>
                        <a:buNone/>
                      </a:pPr>
                      <a:r>
                        <a:rPr b="1" lang="es" sz="800">
                          <a:solidFill>
                            <a:schemeClr val="lt1"/>
                          </a:solidFill>
                          <a:latin typeface="Montserrat"/>
                          <a:ea typeface="Montserrat"/>
                          <a:cs typeface="Montserrat"/>
                          <a:sym typeface="Montserrat"/>
                        </a:rPr>
                        <a:t>Q2</a:t>
                      </a:r>
                      <a:endParaRPr sz="8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9050">
                      <a:solidFill>
                        <a:srgbClr val="B2B2B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hMerge="1"/>
                <a:tc hMerge="1"/>
                <a:tc gridSpan="3">
                  <a:txBody>
                    <a:bodyPr/>
                    <a:lstStyle/>
                    <a:p>
                      <a:pPr indent="0" lvl="0" marL="0" rtl="0" algn="ctr">
                        <a:spcBef>
                          <a:spcPts val="0"/>
                        </a:spcBef>
                        <a:spcAft>
                          <a:spcPts val="0"/>
                        </a:spcAft>
                        <a:buNone/>
                      </a:pPr>
                      <a:r>
                        <a:rPr b="1" lang="es" sz="800">
                          <a:solidFill>
                            <a:schemeClr val="lt1"/>
                          </a:solidFill>
                          <a:latin typeface="Montserrat"/>
                          <a:ea typeface="Montserrat"/>
                          <a:cs typeface="Montserrat"/>
                          <a:sym typeface="Montserrat"/>
                        </a:rPr>
                        <a:t>Q3</a:t>
                      </a:r>
                      <a:endParaRPr sz="8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9050">
                      <a:solidFill>
                        <a:srgbClr val="B2B2B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hMerge="1"/>
                <a:tc hMerge="1"/>
                <a:tc gridSpan="3">
                  <a:txBody>
                    <a:bodyPr/>
                    <a:lstStyle/>
                    <a:p>
                      <a:pPr indent="0" lvl="0" marL="0" rtl="0" algn="ctr">
                        <a:spcBef>
                          <a:spcPts val="0"/>
                        </a:spcBef>
                        <a:spcAft>
                          <a:spcPts val="0"/>
                        </a:spcAft>
                        <a:buNone/>
                      </a:pPr>
                      <a:r>
                        <a:rPr b="1" lang="es" sz="800">
                          <a:solidFill>
                            <a:schemeClr val="lt1"/>
                          </a:solidFill>
                          <a:latin typeface="Montserrat"/>
                          <a:ea typeface="Montserrat"/>
                          <a:cs typeface="Montserrat"/>
                          <a:sym typeface="Montserrat"/>
                        </a:rPr>
                        <a:t>Q4</a:t>
                      </a:r>
                      <a:endParaRPr sz="8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9050">
                      <a:solidFill>
                        <a:srgbClr val="B2B2B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hMerge="1"/>
                <a:tc hMerge="1"/>
                <a:tc gridSpan="3">
                  <a:txBody>
                    <a:bodyPr/>
                    <a:lstStyle/>
                    <a:p>
                      <a:pPr indent="0" lvl="0" marL="0" rtl="0" algn="ctr">
                        <a:spcBef>
                          <a:spcPts val="0"/>
                        </a:spcBef>
                        <a:spcAft>
                          <a:spcPts val="0"/>
                        </a:spcAft>
                        <a:buNone/>
                      </a:pPr>
                      <a:r>
                        <a:rPr b="1" lang="es" sz="800">
                          <a:solidFill>
                            <a:schemeClr val="lt1"/>
                          </a:solidFill>
                          <a:latin typeface="Montserrat"/>
                          <a:ea typeface="Montserrat"/>
                          <a:cs typeface="Montserrat"/>
                          <a:sym typeface="Montserrat"/>
                        </a:rPr>
                        <a:t>Q1</a:t>
                      </a:r>
                      <a:endParaRPr b="1" sz="800">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9050">
                      <a:solidFill>
                        <a:srgbClr val="B2B2B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hMerge="1"/>
                <a:tc hMerge="1"/>
                <a:tc gridSpan="3">
                  <a:txBody>
                    <a:bodyPr/>
                    <a:lstStyle/>
                    <a:p>
                      <a:pPr indent="0" lvl="0" marL="0" rtl="0" algn="ctr">
                        <a:spcBef>
                          <a:spcPts val="0"/>
                        </a:spcBef>
                        <a:spcAft>
                          <a:spcPts val="0"/>
                        </a:spcAft>
                        <a:buNone/>
                      </a:pPr>
                      <a:r>
                        <a:rPr b="1" lang="es" sz="800">
                          <a:solidFill>
                            <a:schemeClr val="lt1"/>
                          </a:solidFill>
                          <a:latin typeface="Montserrat"/>
                          <a:ea typeface="Montserrat"/>
                          <a:cs typeface="Montserrat"/>
                          <a:sym typeface="Montserrat"/>
                        </a:rPr>
                        <a:t>Q2</a:t>
                      </a:r>
                      <a:endParaRPr b="1" sz="800">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9050">
                      <a:solidFill>
                        <a:srgbClr val="B2B2B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hMerge="1"/>
                <a:tc hMerge="1"/>
                <a:tc gridSpan="3">
                  <a:txBody>
                    <a:bodyPr/>
                    <a:lstStyle/>
                    <a:p>
                      <a:pPr indent="0" lvl="0" marL="0" rtl="0" algn="ctr">
                        <a:spcBef>
                          <a:spcPts val="0"/>
                        </a:spcBef>
                        <a:spcAft>
                          <a:spcPts val="0"/>
                        </a:spcAft>
                        <a:buNone/>
                      </a:pPr>
                      <a:r>
                        <a:rPr b="1" lang="es" sz="800">
                          <a:solidFill>
                            <a:schemeClr val="lt1"/>
                          </a:solidFill>
                          <a:latin typeface="Montserrat"/>
                          <a:ea typeface="Montserrat"/>
                          <a:cs typeface="Montserrat"/>
                          <a:sym typeface="Montserrat"/>
                        </a:rPr>
                        <a:t>Q3</a:t>
                      </a:r>
                      <a:endParaRPr b="1" sz="800">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9050">
                      <a:solidFill>
                        <a:srgbClr val="B2B2B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hMerge="1"/>
                <a:tc hMerge="1"/>
                <a:tc gridSpan="3">
                  <a:txBody>
                    <a:bodyPr/>
                    <a:lstStyle/>
                    <a:p>
                      <a:pPr indent="0" lvl="0" marL="0" rtl="0" algn="ctr">
                        <a:spcBef>
                          <a:spcPts val="0"/>
                        </a:spcBef>
                        <a:spcAft>
                          <a:spcPts val="0"/>
                        </a:spcAft>
                        <a:buNone/>
                      </a:pPr>
                      <a:r>
                        <a:rPr b="1" lang="es" sz="800">
                          <a:solidFill>
                            <a:schemeClr val="lt1"/>
                          </a:solidFill>
                          <a:latin typeface="Montserrat"/>
                          <a:ea typeface="Montserrat"/>
                          <a:cs typeface="Montserrat"/>
                          <a:sym typeface="Montserrat"/>
                        </a:rPr>
                        <a:t>Q4</a:t>
                      </a:r>
                      <a:endParaRPr b="1" sz="800">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9050">
                      <a:solidFill>
                        <a:srgbClr val="B2B2B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2"/>
                    </a:solidFill>
                  </a:tcPr>
                </a:tc>
                <a:tc hMerge="1"/>
                <a:tc hMerge="1"/>
              </a:tr>
              <a:tr h="255125">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Ene</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Feb</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None/>
                      </a:pPr>
                      <a:r>
                        <a:rPr lang="es" sz="600">
                          <a:solidFill>
                            <a:schemeClr val="lt1"/>
                          </a:solidFill>
                          <a:latin typeface="Montserrat"/>
                          <a:ea typeface="Montserrat"/>
                          <a:cs typeface="Montserrat"/>
                          <a:sym typeface="Montserrat"/>
                        </a:rPr>
                        <a:t>Mar</a:t>
                      </a:r>
                      <a:endParaRPr b="0" sz="6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Abr</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May</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None/>
                      </a:pPr>
                      <a:r>
                        <a:rPr lang="es" sz="600">
                          <a:solidFill>
                            <a:schemeClr val="lt1"/>
                          </a:solidFill>
                          <a:latin typeface="Montserrat"/>
                          <a:ea typeface="Montserrat"/>
                          <a:cs typeface="Montserrat"/>
                          <a:sym typeface="Montserrat"/>
                        </a:rPr>
                        <a:t>Jun</a:t>
                      </a:r>
                      <a:endParaRPr sz="600">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Jul</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Ago</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None/>
                      </a:pPr>
                      <a:r>
                        <a:rPr lang="es" sz="600">
                          <a:solidFill>
                            <a:schemeClr val="lt1"/>
                          </a:solidFill>
                          <a:latin typeface="Montserrat"/>
                          <a:ea typeface="Montserrat"/>
                          <a:cs typeface="Montserrat"/>
                          <a:sym typeface="Montserrat"/>
                        </a:rPr>
                        <a:t>Sep</a:t>
                      </a:r>
                      <a:endParaRPr b="0" sz="6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Oct</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Nov</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None/>
                      </a:pPr>
                      <a:r>
                        <a:rPr lang="es" sz="600">
                          <a:solidFill>
                            <a:schemeClr val="lt1"/>
                          </a:solidFill>
                          <a:latin typeface="Montserrat"/>
                          <a:ea typeface="Montserrat"/>
                          <a:cs typeface="Montserrat"/>
                          <a:sym typeface="Montserrat"/>
                        </a:rPr>
                        <a:t>Dic</a:t>
                      </a:r>
                      <a:endParaRPr b="0" sz="6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Ene</a:t>
                      </a:r>
                      <a:endParaRPr sz="11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Feb</a:t>
                      </a:r>
                      <a:endParaRPr sz="11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None/>
                      </a:pPr>
                      <a:r>
                        <a:rPr lang="es" sz="600">
                          <a:solidFill>
                            <a:schemeClr val="lt1"/>
                          </a:solidFill>
                          <a:latin typeface="Montserrat"/>
                          <a:ea typeface="Montserrat"/>
                          <a:cs typeface="Montserrat"/>
                          <a:sym typeface="Montserrat"/>
                        </a:rPr>
                        <a:t>Mar</a:t>
                      </a:r>
                      <a:endParaRPr b="0" sz="6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Abr</a:t>
                      </a:r>
                      <a:endParaRPr sz="11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May</a:t>
                      </a:r>
                      <a:endParaRPr sz="11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None/>
                      </a:pPr>
                      <a:r>
                        <a:rPr lang="es" sz="600">
                          <a:solidFill>
                            <a:schemeClr val="lt1"/>
                          </a:solidFill>
                          <a:latin typeface="Montserrat"/>
                          <a:ea typeface="Montserrat"/>
                          <a:cs typeface="Montserrat"/>
                          <a:sym typeface="Montserrat"/>
                        </a:rPr>
                        <a:t>Jun</a:t>
                      </a:r>
                      <a:endParaRPr sz="600">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Jul</a:t>
                      </a:r>
                      <a:endParaRPr sz="11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Ago</a:t>
                      </a:r>
                      <a:endParaRPr sz="11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None/>
                      </a:pPr>
                      <a:r>
                        <a:rPr lang="es" sz="600">
                          <a:solidFill>
                            <a:schemeClr val="lt1"/>
                          </a:solidFill>
                          <a:latin typeface="Montserrat"/>
                          <a:ea typeface="Montserrat"/>
                          <a:cs typeface="Montserrat"/>
                          <a:sym typeface="Montserrat"/>
                        </a:rPr>
                        <a:t>Sep</a:t>
                      </a:r>
                      <a:endParaRPr b="0" sz="6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Oct</a:t>
                      </a:r>
                      <a:endParaRPr sz="11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s" sz="600">
                          <a:solidFill>
                            <a:schemeClr val="lt1"/>
                          </a:solidFill>
                          <a:latin typeface="Montserrat"/>
                          <a:ea typeface="Montserrat"/>
                          <a:cs typeface="Montserrat"/>
                          <a:sym typeface="Montserrat"/>
                        </a:rPr>
                        <a:t>Nov</a:t>
                      </a:r>
                      <a:endParaRPr sz="11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c>
                  <a:txBody>
                    <a:bodyPr/>
                    <a:lstStyle/>
                    <a:p>
                      <a:pPr indent="0" lvl="0" marL="0" marR="0" rtl="0" algn="ctr">
                        <a:lnSpc>
                          <a:spcPct val="100000"/>
                        </a:lnSpc>
                        <a:spcBef>
                          <a:spcPts val="0"/>
                        </a:spcBef>
                        <a:spcAft>
                          <a:spcPts val="0"/>
                        </a:spcAft>
                        <a:buNone/>
                      </a:pPr>
                      <a:r>
                        <a:rPr lang="es" sz="600">
                          <a:solidFill>
                            <a:schemeClr val="lt1"/>
                          </a:solidFill>
                          <a:latin typeface="Montserrat"/>
                          <a:ea typeface="Montserrat"/>
                          <a:cs typeface="Montserrat"/>
                          <a:sym typeface="Montserrat"/>
                        </a:rPr>
                        <a:t>Dic</a:t>
                      </a:r>
                      <a:endParaRPr b="0" sz="600" u="none" cap="none" strike="noStrike">
                        <a:solidFill>
                          <a:schemeClr val="lt1"/>
                        </a:solidFill>
                        <a:latin typeface="Montserrat"/>
                        <a:ea typeface="Montserrat"/>
                        <a:cs typeface="Montserrat"/>
                        <a:sym typeface="Montserrat"/>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CBCBC"/>
                    </a:solidFill>
                  </a:tcPr>
                </a:tc>
              </a:tr>
              <a:tr h="1287950">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dk1">
                          <a:alpha val="0"/>
                        </a:schemeClr>
                      </a:solidFill>
                      <a:prstDash val="dash"/>
                      <a:round/>
                      <a:headEnd len="sm" w="sm" type="none"/>
                      <a:tailEnd len="sm" w="sm" type="none"/>
                    </a:lnB>
                  </a:tcPr>
                </a:tc>
              </a:tr>
              <a:tr h="1998425">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solidFill>
                          <a:srgbClr val="B2B2B2"/>
                        </a:solidFill>
                        <a:latin typeface="Montserrat"/>
                        <a:ea typeface="Montserrat"/>
                        <a:cs typeface="Montserrat"/>
                        <a:sym typeface="Montserrat"/>
                      </a:endParaRPr>
                    </a:p>
                  </a:txBody>
                  <a:tcPr marT="34300" marB="34300" marR="68600" marL="686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19050">
                      <a:solidFill>
                        <a:schemeClr val="dk1">
                          <a:alpha val="0"/>
                        </a:schemeClr>
                      </a:solidFill>
                      <a:prstDash val="dash"/>
                      <a:round/>
                      <a:headEnd len="sm" w="sm" type="none"/>
                      <a:tailEnd len="sm" w="sm" type="none"/>
                    </a:lnT>
                    <a:lnB cap="flat" cmpd="sng" w="19050">
                      <a:solidFill>
                        <a:schemeClr val="dk1">
                          <a:alpha val="0"/>
                        </a:schemeClr>
                      </a:solidFill>
                      <a:prstDash val="solid"/>
                      <a:round/>
                      <a:headEnd len="sm" w="sm" type="none"/>
                      <a:tailEnd len="sm" w="sm" type="none"/>
                    </a:lnB>
                  </a:tcPr>
                </a:tc>
              </a:tr>
            </a:tbl>
          </a:graphicData>
        </a:graphic>
      </p:graphicFrame>
      <p:sp>
        <p:nvSpPr>
          <p:cNvPr id="925" name="Google Shape;925;p176"/>
          <p:cNvSpPr/>
          <p:nvPr/>
        </p:nvSpPr>
        <p:spPr>
          <a:xfrm>
            <a:off x="98875" y="2583188"/>
            <a:ext cx="2920500" cy="162600"/>
          </a:xfrm>
          <a:prstGeom prst="chevron">
            <a:avLst>
              <a:gd fmla="val 50000" name="adj"/>
            </a:avLst>
          </a:prstGeom>
          <a:solidFill>
            <a:schemeClr val="accent1"/>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TDC </a:t>
            </a:r>
            <a:endParaRPr b="1" i="0" sz="500" u="none" cap="none" strike="noStrike">
              <a:solidFill>
                <a:schemeClr val="dk1"/>
              </a:solidFill>
              <a:latin typeface="Montserrat"/>
              <a:ea typeface="Montserrat"/>
              <a:cs typeface="Montserrat"/>
              <a:sym typeface="Montserrat"/>
            </a:endParaRPr>
          </a:p>
        </p:txBody>
      </p:sp>
      <p:sp>
        <p:nvSpPr>
          <p:cNvPr id="926" name="Google Shape;926;p176"/>
          <p:cNvSpPr/>
          <p:nvPr/>
        </p:nvSpPr>
        <p:spPr>
          <a:xfrm>
            <a:off x="997850" y="1326950"/>
            <a:ext cx="1305900" cy="162600"/>
          </a:xfrm>
          <a:prstGeom prst="chevron">
            <a:avLst>
              <a:gd fmla="val 50000" name="adj"/>
            </a:avLst>
          </a:prstGeom>
          <a:solidFill>
            <a:srgbClr val="59595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500"/>
              <a:buFont typeface="Arial"/>
              <a:buNone/>
            </a:pPr>
            <a:r>
              <a:rPr b="1" lang="es" sz="500">
                <a:solidFill>
                  <a:schemeClr val="dk1"/>
                </a:solidFill>
                <a:latin typeface="Montserrat"/>
                <a:ea typeface="Montserrat"/>
                <a:cs typeface="Montserrat"/>
                <a:sym typeface="Montserrat"/>
              </a:rPr>
              <a:t>Estrategia Integral Apolo</a:t>
            </a:r>
            <a:endParaRPr b="1" i="0" sz="500" u="none" cap="none" strike="noStrike">
              <a:solidFill>
                <a:schemeClr val="dk1"/>
              </a:solidFill>
              <a:latin typeface="Montserrat"/>
              <a:ea typeface="Montserrat"/>
              <a:cs typeface="Montserrat"/>
              <a:sym typeface="Montserrat"/>
            </a:endParaRPr>
          </a:p>
        </p:txBody>
      </p:sp>
      <p:sp>
        <p:nvSpPr>
          <p:cNvPr id="927" name="Google Shape;927;p176"/>
          <p:cNvSpPr/>
          <p:nvPr/>
        </p:nvSpPr>
        <p:spPr>
          <a:xfrm>
            <a:off x="1046205" y="1772525"/>
            <a:ext cx="4893900" cy="162600"/>
          </a:xfrm>
          <a:prstGeom prst="chevron">
            <a:avLst>
              <a:gd fmla="val 50000" name="adj"/>
            </a:avLst>
          </a:prstGeom>
          <a:solidFill>
            <a:srgbClr val="00B050"/>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chemeClr val="dk2"/>
              </a:buClr>
              <a:buSzPts val="500"/>
              <a:buFont typeface="Montserrat"/>
              <a:buNone/>
            </a:pPr>
            <a:r>
              <a:rPr b="1" lang="es" sz="400">
                <a:solidFill>
                  <a:schemeClr val="dk1"/>
                </a:solidFill>
                <a:latin typeface="Montserrat"/>
                <a:ea typeface="Montserrat"/>
                <a:cs typeface="Montserrat"/>
                <a:sym typeface="Montserrat"/>
              </a:rPr>
              <a:t>Desacoplamiento BRM </a:t>
            </a:r>
            <a:endParaRPr b="1" sz="400">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chemeClr val="dk2"/>
              </a:buClr>
              <a:buSzPts val="500"/>
              <a:buFont typeface="Montserrat"/>
              <a:buNone/>
            </a:pPr>
            <a:r>
              <a:rPr b="1" lang="es" sz="400">
                <a:solidFill>
                  <a:schemeClr val="dk1"/>
                </a:solidFill>
                <a:latin typeface="Montserrat"/>
                <a:ea typeface="Montserrat"/>
                <a:cs typeface="Montserrat"/>
                <a:sym typeface="Montserrat"/>
              </a:rPr>
              <a:t>(Mercado Abierto)</a:t>
            </a:r>
            <a:endParaRPr b="1" i="0" sz="400" u="none" cap="none" strike="noStrike">
              <a:solidFill>
                <a:schemeClr val="dk1"/>
              </a:solidFill>
              <a:latin typeface="Montserrat"/>
              <a:ea typeface="Montserrat"/>
              <a:cs typeface="Montserrat"/>
              <a:sym typeface="Montserrat"/>
            </a:endParaRPr>
          </a:p>
        </p:txBody>
      </p:sp>
      <p:sp>
        <p:nvSpPr>
          <p:cNvPr id="928" name="Google Shape;928;p176"/>
          <p:cNvSpPr/>
          <p:nvPr/>
        </p:nvSpPr>
        <p:spPr>
          <a:xfrm>
            <a:off x="1046200" y="1979400"/>
            <a:ext cx="1973100" cy="162600"/>
          </a:xfrm>
          <a:prstGeom prst="chevron">
            <a:avLst>
              <a:gd fmla="val 50000" name="adj"/>
            </a:avLst>
          </a:prstGeom>
          <a:solidFill>
            <a:srgbClr val="00B050"/>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chemeClr val="dk2"/>
              </a:buClr>
              <a:buSzPts val="500"/>
              <a:buFont typeface="Montserrat"/>
              <a:buNone/>
            </a:pPr>
            <a:r>
              <a:rPr b="1" lang="es" sz="400">
                <a:solidFill>
                  <a:schemeClr val="dk1"/>
                </a:solidFill>
                <a:latin typeface="Montserrat"/>
                <a:ea typeface="Montserrat"/>
                <a:cs typeface="Montserrat"/>
                <a:sym typeface="Montserrat"/>
              </a:rPr>
              <a:t>Módulo de Atención Digital (MAD)</a:t>
            </a:r>
            <a:endParaRPr b="1" i="0" sz="400" u="none" cap="none" strike="noStrike">
              <a:solidFill>
                <a:schemeClr val="dk1"/>
              </a:solidFill>
              <a:latin typeface="Montserrat"/>
              <a:ea typeface="Montserrat"/>
              <a:cs typeface="Montserrat"/>
              <a:sym typeface="Montserrat"/>
            </a:endParaRPr>
          </a:p>
        </p:txBody>
      </p:sp>
      <p:cxnSp>
        <p:nvCxnSpPr>
          <p:cNvPr id="929" name="Google Shape;929;p176"/>
          <p:cNvCxnSpPr>
            <a:stCxn id="926" idx="1"/>
            <a:endCxn id="927" idx="1"/>
          </p:cNvCxnSpPr>
          <p:nvPr/>
        </p:nvCxnSpPr>
        <p:spPr>
          <a:xfrm>
            <a:off x="1079150" y="1408250"/>
            <a:ext cx="48300" cy="445500"/>
          </a:xfrm>
          <a:prstGeom prst="bentConnector3">
            <a:avLst>
              <a:gd fmla="val -661335" name="adj1"/>
            </a:avLst>
          </a:prstGeom>
          <a:noFill/>
          <a:ln cap="flat" cmpd="sng" w="9525">
            <a:solidFill>
              <a:schemeClr val="dk2"/>
            </a:solidFill>
            <a:prstDash val="dot"/>
            <a:round/>
            <a:headEnd len="med" w="med" type="none"/>
            <a:tailEnd len="med" w="med" type="none"/>
          </a:ln>
        </p:spPr>
      </p:cxnSp>
      <p:cxnSp>
        <p:nvCxnSpPr>
          <p:cNvPr id="930" name="Google Shape;930;p176"/>
          <p:cNvCxnSpPr>
            <a:stCxn id="926" idx="1"/>
            <a:endCxn id="928" idx="1"/>
          </p:cNvCxnSpPr>
          <p:nvPr/>
        </p:nvCxnSpPr>
        <p:spPr>
          <a:xfrm>
            <a:off x="1079150" y="1408250"/>
            <a:ext cx="48300" cy="652500"/>
          </a:xfrm>
          <a:prstGeom prst="bentConnector3">
            <a:avLst>
              <a:gd fmla="val -661335" name="adj1"/>
            </a:avLst>
          </a:prstGeom>
          <a:noFill/>
          <a:ln cap="flat" cmpd="sng" w="9525">
            <a:solidFill>
              <a:schemeClr val="dk2"/>
            </a:solidFill>
            <a:prstDash val="dot"/>
            <a:round/>
            <a:headEnd len="med" w="med" type="none"/>
            <a:tailEnd len="med" w="med" type="none"/>
          </a:ln>
        </p:spPr>
      </p:cxnSp>
      <p:sp>
        <p:nvSpPr>
          <p:cNvPr id="931" name="Google Shape;931;p176"/>
          <p:cNvSpPr/>
          <p:nvPr/>
        </p:nvSpPr>
        <p:spPr>
          <a:xfrm>
            <a:off x="1061500" y="1519730"/>
            <a:ext cx="677100" cy="222600"/>
          </a:xfrm>
          <a:prstGeom prst="chevron">
            <a:avLst>
              <a:gd fmla="val 50000" name="adj"/>
            </a:avLst>
          </a:prstGeom>
          <a:solidFill>
            <a:srgbClr val="00B050"/>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chemeClr val="dk2"/>
              </a:buClr>
              <a:buSzPts val="500"/>
              <a:buFont typeface="Montserrat"/>
              <a:buNone/>
            </a:pPr>
            <a:r>
              <a:rPr b="1" lang="es" sz="400">
                <a:solidFill>
                  <a:schemeClr val="dk1"/>
                </a:solidFill>
                <a:latin typeface="Montserrat"/>
                <a:ea typeface="Montserrat"/>
                <a:cs typeface="Montserrat"/>
                <a:sym typeface="Montserrat"/>
              </a:rPr>
              <a:t>Análisis de Capacidades</a:t>
            </a:r>
            <a:endParaRPr b="1" sz="400">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chemeClr val="dk2"/>
              </a:buClr>
              <a:buSzPts val="500"/>
              <a:buFont typeface="Montserrat"/>
              <a:buNone/>
            </a:pPr>
            <a:r>
              <a:rPr b="1" lang="es" sz="400">
                <a:solidFill>
                  <a:schemeClr val="dk1"/>
                </a:solidFill>
                <a:latin typeface="Montserrat"/>
                <a:ea typeface="Montserrat"/>
                <a:cs typeface="Montserrat"/>
                <a:sym typeface="Montserrat"/>
              </a:rPr>
              <a:t> (As Is vs To Be)</a:t>
            </a:r>
            <a:endParaRPr b="1" i="0" sz="400" u="none" cap="none" strike="noStrike">
              <a:solidFill>
                <a:schemeClr val="dk1"/>
              </a:solidFill>
              <a:latin typeface="Montserrat"/>
              <a:ea typeface="Montserrat"/>
              <a:cs typeface="Montserrat"/>
              <a:sym typeface="Montserrat"/>
            </a:endParaRPr>
          </a:p>
        </p:txBody>
      </p:sp>
      <p:sp>
        <p:nvSpPr>
          <p:cNvPr id="932" name="Google Shape;932;p176"/>
          <p:cNvSpPr txBox="1"/>
          <p:nvPr/>
        </p:nvSpPr>
        <p:spPr>
          <a:xfrm>
            <a:off x="1707786" y="500456"/>
            <a:ext cx="1154400" cy="3693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s" sz="1500">
                <a:solidFill>
                  <a:srgbClr val="5265FD"/>
                </a:solidFill>
              </a:rPr>
              <a:t>2025</a:t>
            </a:r>
            <a:endParaRPr b="1" sz="1500">
              <a:solidFill>
                <a:srgbClr val="5265FD"/>
              </a:solidFill>
            </a:endParaRPr>
          </a:p>
        </p:txBody>
      </p:sp>
      <p:sp>
        <p:nvSpPr>
          <p:cNvPr id="933" name="Google Shape;933;p176"/>
          <p:cNvSpPr txBox="1"/>
          <p:nvPr/>
        </p:nvSpPr>
        <p:spPr>
          <a:xfrm>
            <a:off x="6090264" y="500456"/>
            <a:ext cx="1154400" cy="3693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s" sz="1500">
                <a:solidFill>
                  <a:srgbClr val="5265FD"/>
                </a:solidFill>
              </a:rPr>
              <a:t>2026</a:t>
            </a:r>
            <a:endParaRPr b="1" sz="1500">
              <a:solidFill>
                <a:srgbClr val="5265FD"/>
              </a:solidFill>
            </a:endParaRPr>
          </a:p>
        </p:txBody>
      </p:sp>
      <p:sp>
        <p:nvSpPr>
          <p:cNvPr id="934" name="Google Shape;934;p176"/>
          <p:cNvSpPr/>
          <p:nvPr/>
        </p:nvSpPr>
        <p:spPr>
          <a:xfrm>
            <a:off x="2986301" y="2616600"/>
            <a:ext cx="81900" cy="92400"/>
          </a:xfrm>
          <a:prstGeom prst="diamond">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a:ea typeface="Montserrat"/>
              <a:cs typeface="Montserrat"/>
              <a:sym typeface="Montserrat"/>
            </a:endParaRPr>
          </a:p>
        </p:txBody>
      </p:sp>
      <p:sp>
        <p:nvSpPr>
          <p:cNvPr id="935" name="Google Shape;935;p176"/>
          <p:cNvSpPr/>
          <p:nvPr/>
        </p:nvSpPr>
        <p:spPr>
          <a:xfrm>
            <a:off x="3069295" y="2625965"/>
            <a:ext cx="887100" cy="738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i="0" lang="es" sz="500" u="none" cap="none" strike="noStrike">
                <a:solidFill>
                  <a:srgbClr val="777777"/>
                </a:solidFill>
                <a:latin typeface="Montserrat"/>
                <a:ea typeface="Montserrat"/>
                <a:cs typeface="Montserrat"/>
                <a:sym typeface="Montserrat"/>
              </a:rPr>
              <a:t>Go-Live </a:t>
            </a:r>
            <a:r>
              <a:rPr b="1" lang="es" sz="500">
                <a:solidFill>
                  <a:srgbClr val="777777"/>
                </a:solidFill>
                <a:latin typeface="Montserrat"/>
                <a:ea typeface="Montserrat"/>
                <a:cs typeface="Montserrat"/>
                <a:sym typeface="Montserrat"/>
              </a:rPr>
              <a:t>TDC Clásica</a:t>
            </a:r>
            <a:endParaRPr b="0" i="0" sz="1100" u="none" cap="none" strike="noStrike">
              <a:solidFill>
                <a:srgbClr val="000000"/>
              </a:solidFill>
              <a:latin typeface="Arial"/>
              <a:ea typeface="Arial"/>
              <a:cs typeface="Arial"/>
              <a:sym typeface="Arial"/>
            </a:endParaRPr>
          </a:p>
        </p:txBody>
      </p:sp>
      <p:sp>
        <p:nvSpPr>
          <p:cNvPr id="936" name="Google Shape;936;p176"/>
          <p:cNvSpPr/>
          <p:nvPr/>
        </p:nvSpPr>
        <p:spPr>
          <a:xfrm>
            <a:off x="846175" y="2805701"/>
            <a:ext cx="2920500" cy="162600"/>
          </a:xfrm>
          <a:prstGeom prst="chevron">
            <a:avLst>
              <a:gd fmla="val 50000" name="adj"/>
            </a:avLst>
          </a:prstGeom>
          <a:solidFill>
            <a:schemeClr val="accent3"/>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Cuenta N4 / N2</a:t>
            </a:r>
            <a:endParaRPr b="1" i="0" sz="500" u="none" cap="none" strike="noStrike">
              <a:solidFill>
                <a:schemeClr val="dk1"/>
              </a:solidFill>
              <a:latin typeface="Montserrat"/>
              <a:ea typeface="Montserrat"/>
              <a:cs typeface="Montserrat"/>
              <a:sym typeface="Montserrat"/>
            </a:endParaRPr>
          </a:p>
        </p:txBody>
      </p:sp>
      <p:sp>
        <p:nvSpPr>
          <p:cNvPr id="937" name="Google Shape;937;p176"/>
          <p:cNvSpPr/>
          <p:nvPr/>
        </p:nvSpPr>
        <p:spPr>
          <a:xfrm>
            <a:off x="3705719" y="2840806"/>
            <a:ext cx="81900" cy="92400"/>
          </a:xfrm>
          <a:prstGeom prst="diamond">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a:ea typeface="Montserrat"/>
              <a:cs typeface="Montserrat"/>
              <a:sym typeface="Montserrat"/>
            </a:endParaRPr>
          </a:p>
        </p:txBody>
      </p:sp>
      <p:sp>
        <p:nvSpPr>
          <p:cNvPr id="938" name="Google Shape;938;p176"/>
          <p:cNvSpPr/>
          <p:nvPr/>
        </p:nvSpPr>
        <p:spPr>
          <a:xfrm>
            <a:off x="3788712" y="2850171"/>
            <a:ext cx="887100" cy="738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i="0" lang="es" sz="500" u="none" cap="none" strike="noStrike">
                <a:solidFill>
                  <a:srgbClr val="777777"/>
                </a:solidFill>
                <a:latin typeface="Montserrat"/>
                <a:ea typeface="Montserrat"/>
                <a:cs typeface="Montserrat"/>
                <a:sym typeface="Montserrat"/>
              </a:rPr>
              <a:t>Go-Live </a:t>
            </a:r>
            <a:r>
              <a:rPr b="1" lang="es" sz="500">
                <a:solidFill>
                  <a:srgbClr val="777777"/>
                </a:solidFill>
                <a:latin typeface="Montserrat"/>
                <a:ea typeface="Montserrat"/>
                <a:cs typeface="Montserrat"/>
                <a:sym typeface="Montserrat"/>
              </a:rPr>
              <a:t>Cuenta N4 / N2</a:t>
            </a:r>
            <a:endParaRPr b="0" i="0" sz="1100" u="none" cap="none" strike="noStrike">
              <a:solidFill>
                <a:srgbClr val="000000"/>
              </a:solidFill>
              <a:latin typeface="Arial"/>
              <a:ea typeface="Arial"/>
              <a:cs typeface="Arial"/>
              <a:sym typeface="Arial"/>
            </a:endParaRPr>
          </a:p>
        </p:txBody>
      </p:sp>
      <p:sp>
        <p:nvSpPr>
          <p:cNvPr id="939" name="Google Shape;939;p176"/>
          <p:cNvSpPr/>
          <p:nvPr/>
        </p:nvSpPr>
        <p:spPr>
          <a:xfrm>
            <a:off x="98875" y="2374445"/>
            <a:ext cx="2555400" cy="162600"/>
          </a:xfrm>
          <a:prstGeom prst="chevron">
            <a:avLst>
              <a:gd fmla="val 50000" name="adj"/>
            </a:avLst>
          </a:prstGeom>
          <a:solidFill>
            <a:schemeClr val="accent1"/>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Arquitectura Crédito Coppel	 </a:t>
            </a:r>
            <a:endParaRPr b="1" i="0" sz="500" u="none" cap="none" strike="noStrike">
              <a:solidFill>
                <a:schemeClr val="dk1"/>
              </a:solidFill>
              <a:latin typeface="Montserrat"/>
              <a:ea typeface="Montserrat"/>
              <a:cs typeface="Montserrat"/>
              <a:sym typeface="Montserrat"/>
            </a:endParaRPr>
          </a:p>
        </p:txBody>
      </p:sp>
      <p:sp>
        <p:nvSpPr>
          <p:cNvPr id="940" name="Google Shape;940;p176"/>
          <p:cNvSpPr/>
          <p:nvPr/>
        </p:nvSpPr>
        <p:spPr>
          <a:xfrm>
            <a:off x="122350" y="2176930"/>
            <a:ext cx="8738400" cy="162600"/>
          </a:xfrm>
          <a:prstGeom prst="chevron">
            <a:avLst>
              <a:gd fmla="val 50000" name="adj"/>
            </a:avLst>
          </a:prstGeom>
          <a:solidFill>
            <a:schemeClr val="dk2"/>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Diseño, Desarrollo, Integración, Pruebas y Liberación</a:t>
            </a:r>
            <a:endParaRPr b="1" i="0" sz="500" u="none" cap="none" strike="noStrike">
              <a:solidFill>
                <a:schemeClr val="dk1"/>
              </a:solidFill>
              <a:latin typeface="Montserrat"/>
              <a:ea typeface="Montserrat"/>
              <a:cs typeface="Montserrat"/>
              <a:sym typeface="Montserrat"/>
            </a:endParaRPr>
          </a:p>
        </p:txBody>
      </p:sp>
      <p:sp>
        <p:nvSpPr>
          <p:cNvPr id="941" name="Google Shape;941;p176"/>
          <p:cNvSpPr/>
          <p:nvPr/>
        </p:nvSpPr>
        <p:spPr>
          <a:xfrm>
            <a:off x="846175" y="3251823"/>
            <a:ext cx="4363800" cy="162600"/>
          </a:xfrm>
          <a:prstGeom prst="chevron">
            <a:avLst>
              <a:gd fmla="val 50000" name="adj"/>
            </a:avLst>
          </a:prstGeom>
          <a:solidFill>
            <a:schemeClr val="accent5"/>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Crédito Coppel</a:t>
            </a:r>
            <a:endParaRPr b="1" i="0" sz="500" u="none" cap="none" strike="noStrike">
              <a:solidFill>
                <a:schemeClr val="dk1"/>
              </a:solidFill>
              <a:latin typeface="Montserrat"/>
              <a:ea typeface="Montserrat"/>
              <a:cs typeface="Montserrat"/>
              <a:sym typeface="Montserrat"/>
            </a:endParaRPr>
          </a:p>
        </p:txBody>
      </p:sp>
      <p:sp>
        <p:nvSpPr>
          <p:cNvPr id="942" name="Google Shape;942;p176"/>
          <p:cNvSpPr/>
          <p:nvPr/>
        </p:nvSpPr>
        <p:spPr>
          <a:xfrm>
            <a:off x="122350" y="4578956"/>
            <a:ext cx="8738400" cy="162600"/>
          </a:xfrm>
          <a:prstGeom prst="chevron">
            <a:avLst>
              <a:gd fmla="val 50000" name="adj"/>
            </a:avLst>
          </a:prstGeom>
          <a:solidFill>
            <a:schemeClr val="dk2"/>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Operaciones + Post Venta (multiproducto) | Ofi (10 Módulos)  </a:t>
            </a:r>
            <a:endParaRPr b="1" i="0" sz="500" u="none" cap="none" strike="noStrike">
              <a:solidFill>
                <a:schemeClr val="dk1"/>
              </a:solidFill>
              <a:latin typeface="Montserrat"/>
              <a:ea typeface="Montserrat"/>
              <a:cs typeface="Montserrat"/>
              <a:sym typeface="Montserrat"/>
            </a:endParaRPr>
          </a:p>
        </p:txBody>
      </p:sp>
      <p:sp>
        <p:nvSpPr>
          <p:cNvPr id="943" name="Google Shape;943;p176"/>
          <p:cNvSpPr/>
          <p:nvPr/>
        </p:nvSpPr>
        <p:spPr>
          <a:xfrm>
            <a:off x="5153519" y="3287094"/>
            <a:ext cx="81900" cy="92400"/>
          </a:xfrm>
          <a:prstGeom prst="diamond">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a:ea typeface="Montserrat"/>
              <a:cs typeface="Montserrat"/>
              <a:sym typeface="Montserrat"/>
            </a:endParaRPr>
          </a:p>
        </p:txBody>
      </p:sp>
      <p:sp>
        <p:nvSpPr>
          <p:cNvPr id="944" name="Google Shape;944;p176"/>
          <p:cNvSpPr/>
          <p:nvPr/>
        </p:nvSpPr>
        <p:spPr>
          <a:xfrm>
            <a:off x="5236512" y="3296459"/>
            <a:ext cx="887100" cy="738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i="0" lang="es" sz="500" u="none" cap="none" strike="noStrike">
                <a:solidFill>
                  <a:srgbClr val="777777"/>
                </a:solidFill>
                <a:latin typeface="Montserrat"/>
                <a:ea typeface="Montserrat"/>
                <a:cs typeface="Montserrat"/>
                <a:sym typeface="Montserrat"/>
              </a:rPr>
              <a:t>Go-Live </a:t>
            </a:r>
            <a:r>
              <a:rPr b="1" lang="es" sz="500">
                <a:solidFill>
                  <a:srgbClr val="777777"/>
                </a:solidFill>
                <a:latin typeface="Montserrat"/>
                <a:ea typeface="Montserrat"/>
                <a:cs typeface="Montserrat"/>
                <a:sym typeface="Montserrat"/>
              </a:rPr>
              <a:t>Crédito Coppel</a:t>
            </a:r>
            <a:endParaRPr b="0" i="0" sz="1100" u="none" cap="none" strike="noStrike">
              <a:solidFill>
                <a:srgbClr val="000000"/>
              </a:solidFill>
              <a:latin typeface="Arial"/>
              <a:ea typeface="Arial"/>
              <a:cs typeface="Arial"/>
              <a:sym typeface="Arial"/>
            </a:endParaRPr>
          </a:p>
        </p:txBody>
      </p:sp>
      <p:sp>
        <p:nvSpPr>
          <p:cNvPr id="945" name="Google Shape;945;p176"/>
          <p:cNvSpPr/>
          <p:nvPr/>
        </p:nvSpPr>
        <p:spPr>
          <a:xfrm>
            <a:off x="1596983" y="2374650"/>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46" name="Google Shape;946;p176"/>
          <p:cNvSpPr/>
          <p:nvPr/>
        </p:nvSpPr>
        <p:spPr>
          <a:xfrm>
            <a:off x="887325" y="2580183"/>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47" name="Google Shape;947;p176"/>
          <p:cNvSpPr/>
          <p:nvPr/>
        </p:nvSpPr>
        <p:spPr>
          <a:xfrm>
            <a:off x="2092108" y="2374650"/>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48" name="Google Shape;948;p176"/>
          <p:cNvSpPr/>
          <p:nvPr/>
        </p:nvSpPr>
        <p:spPr>
          <a:xfrm>
            <a:off x="1830583" y="2580183"/>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49" name="Google Shape;949;p176"/>
          <p:cNvSpPr/>
          <p:nvPr/>
        </p:nvSpPr>
        <p:spPr>
          <a:xfrm>
            <a:off x="921645" y="2624655"/>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Front</a:t>
            </a:r>
            <a:endParaRPr b="0" i="0" sz="1100" u="none" cap="none" strike="noStrike">
              <a:solidFill>
                <a:schemeClr val="dk1"/>
              </a:solidFill>
              <a:latin typeface="Arial"/>
              <a:ea typeface="Arial"/>
              <a:cs typeface="Arial"/>
              <a:sym typeface="Arial"/>
            </a:endParaRPr>
          </a:p>
        </p:txBody>
      </p:sp>
      <p:sp>
        <p:nvSpPr>
          <p:cNvPr id="950" name="Google Shape;950;p176"/>
          <p:cNvSpPr/>
          <p:nvPr/>
        </p:nvSpPr>
        <p:spPr>
          <a:xfrm>
            <a:off x="1953970" y="2627471"/>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Servicios</a:t>
            </a:r>
            <a:endParaRPr b="0" i="0" sz="1100" u="none" cap="none" strike="noStrike">
              <a:solidFill>
                <a:schemeClr val="dk1"/>
              </a:solidFill>
              <a:latin typeface="Arial"/>
              <a:ea typeface="Arial"/>
              <a:cs typeface="Arial"/>
              <a:sym typeface="Arial"/>
            </a:endParaRPr>
          </a:p>
        </p:txBody>
      </p:sp>
      <p:sp>
        <p:nvSpPr>
          <p:cNvPr id="951" name="Google Shape;951;p176"/>
          <p:cNvSpPr/>
          <p:nvPr/>
        </p:nvSpPr>
        <p:spPr>
          <a:xfrm>
            <a:off x="2503683" y="4581341"/>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52" name="Google Shape;952;p176"/>
          <p:cNvSpPr/>
          <p:nvPr/>
        </p:nvSpPr>
        <p:spPr>
          <a:xfrm>
            <a:off x="5802458" y="4578961"/>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53" name="Google Shape;953;p176"/>
          <p:cNvSpPr/>
          <p:nvPr/>
        </p:nvSpPr>
        <p:spPr>
          <a:xfrm>
            <a:off x="2871314" y="4607859"/>
            <a:ext cx="2555400" cy="924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Servicios Backend (microservicios)</a:t>
            </a:r>
            <a:endParaRPr b="0" i="0" sz="1100" u="none" cap="none" strike="noStrike">
              <a:solidFill>
                <a:schemeClr val="dk1"/>
              </a:solidFill>
              <a:latin typeface="Arial"/>
              <a:ea typeface="Arial"/>
              <a:cs typeface="Arial"/>
              <a:sym typeface="Arial"/>
            </a:endParaRPr>
          </a:p>
        </p:txBody>
      </p:sp>
      <p:sp>
        <p:nvSpPr>
          <p:cNvPr id="954" name="Google Shape;954;p176"/>
          <p:cNvSpPr/>
          <p:nvPr/>
        </p:nvSpPr>
        <p:spPr>
          <a:xfrm>
            <a:off x="6308588" y="4607859"/>
            <a:ext cx="2555400" cy="924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UX/UI (micro - frontends)</a:t>
            </a:r>
            <a:endParaRPr b="0" i="0" sz="1100" u="none" cap="none" strike="noStrike">
              <a:solidFill>
                <a:schemeClr val="dk1"/>
              </a:solidFill>
              <a:latin typeface="Arial"/>
              <a:ea typeface="Arial"/>
              <a:cs typeface="Arial"/>
              <a:sym typeface="Arial"/>
            </a:endParaRPr>
          </a:p>
        </p:txBody>
      </p:sp>
      <p:sp>
        <p:nvSpPr>
          <p:cNvPr id="955" name="Google Shape;955;p176"/>
          <p:cNvSpPr/>
          <p:nvPr/>
        </p:nvSpPr>
        <p:spPr>
          <a:xfrm>
            <a:off x="3384550" y="3014350"/>
            <a:ext cx="1460400" cy="162600"/>
          </a:xfrm>
          <a:prstGeom prst="chevron">
            <a:avLst>
              <a:gd fmla="val 50000" name="adj"/>
            </a:avLst>
          </a:prstGeom>
          <a:solidFill>
            <a:schemeClr val="accent6"/>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Préstamo Personal Bancoppel</a:t>
            </a:r>
            <a:endParaRPr b="1" i="0" sz="500" u="none" cap="none" strike="noStrike">
              <a:solidFill>
                <a:schemeClr val="dk1"/>
              </a:solidFill>
              <a:latin typeface="Montserrat"/>
              <a:ea typeface="Montserrat"/>
              <a:cs typeface="Montserrat"/>
              <a:sym typeface="Montserrat"/>
            </a:endParaRPr>
          </a:p>
        </p:txBody>
      </p:sp>
      <p:sp>
        <p:nvSpPr>
          <p:cNvPr id="956" name="Google Shape;956;p176"/>
          <p:cNvSpPr/>
          <p:nvPr/>
        </p:nvSpPr>
        <p:spPr>
          <a:xfrm>
            <a:off x="4800048" y="3044252"/>
            <a:ext cx="81900" cy="92400"/>
          </a:xfrm>
          <a:prstGeom prst="diamond">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a:ea typeface="Montserrat"/>
              <a:cs typeface="Montserrat"/>
              <a:sym typeface="Montserrat"/>
            </a:endParaRPr>
          </a:p>
        </p:txBody>
      </p:sp>
      <p:sp>
        <p:nvSpPr>
          <p:cNvPr id="957" name="Google Shape;957;p176"/>
          <p:cNvSpPr/>
          <p:nvPr/>
        </p:nvSpPr>
        <p:spPr>
          <a:xfrm>
            <a:off x="4883057" y="3053609"/>
            <a:ext cx="1547700" cy="738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i="0" lang="es" sz="500" u="none" cap="none" strike="noStrike">
                <a:solidFill>
                  <a:srgbClr val="777777"/>
                </a:solidFill>
                <a:latin typeface="Montserrat"/>
                <a:ea typeface="Montserrat"/>
                <a:cs typeface="Montserrat"/>
                <a:sym typeface="Montserrat"/>
              </a:rPr>
              <a:t>Go-Live </a:t>
            </a:r>
            <a:r>
              <a:rPr b="1" lang="es" sz="500">
                <a:solidFill>
                  <a:srgbClr val="777777"/>
                </a:solidFill>
                <a:latin typeface="Montserrat"/>
                <a:ea typeface="Montserrat"/>
                <a:cs typeface="Montserrat"/>
                <a:sym typeface="Montserrat"/>
              </a:rPr>
              <a:t>Préstamo Personal BanCoppel</a:t>
            </a:r>
            <a:endParaRPr b="0" i="0" sz="1100" u="none" cap="none" strike="noStrike">
              <a:solidFill>
                <a:srgbClr val="000000"/>
              </a:solidFill>
              <a:latin typeface="Arial"/>
              <a:ea typeface="Arial"/>
              <a:cs typeface="Arial"/>
              <a:sym typeface="Arial"/>
            </a:endParaRPr>
          </a:p>
        </p:txBody>
      </p:sp>
      <p:sp>
        <p:nvSpPr>
          <p:cNvPr id="958" name="Google Shape;958;p176"/>
          <p:cNvSpPr/>
          <p:nvPr/>
        </p:nvSpPr>
        <p:spPr>
          <a:xfrm>
            <a:off x="2024165" y="2806615"/>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59" name="Google Shape;959;p176"/>
          <p:cNvSpPr/>
          <p:nvPr/>
        </p:nvSpPr>
        <p:spPr>
          <a:xfrm>
            <a:off x="2824090" y="2806615"/>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60" name="Google Shape;960;p176"/>
          <p:cNvSpPr/>
          <p:nvPr/>
        </p:nvSpPr>
        <p:spPr>
          <a:xfrm>
            <a:off x="1981517" y="2848486"/>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Front</a:t>
            </a:r>
            <a:endParaRPr b="0" i="0" sz="1100" u="none" cap="none" strike="noStrike">
              <a:solidFill>
                <a:schemeClr val="dk1"/>
              </a:solidFill>
              <a:latin typeface="Arial"/>
              <a:ea typeface="Arial"/>
              <a:cs typeface="Arial"/>
              <a:sym typeface="Arial"/>
            </a:endParaRPr>
          </a:p>
        </p:txBody>
      </p:sp>
      <p:sp>
        <p:nvSpPr>
          <p:cNvPr id="961" name="Google Shape;961;p176"/>
          <p:cNvSpPr/>
          <p:nvPr/>
        </p:nvSpPr>
        <p:spPr>
          <a:xfrm>
            <a:off x="2844124" y="2851302"/>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Servicios</a:t>
            </a:r>
            <a:endParaRPr b="0" i="0" sz="1100" u="none" cap="none" strike="noStrike">
              <a:solidFill>
                <a:schemeClr val="dk1"/>
              </a:solidFill>
              <a:latin typeface="Arial"/>
              <a:ea typeface="Arial"/>
              <a:cs typeface="Arial"/>
              <a:sym typeface="Arial"/>
            </a:endParaRPr>
          </a:p>
        </p:txBody>
      </p:sp>
      <p:sp>
        <p:nvSpPr>
          <p:cNvPr id="962" name="Google Shape;962;p176"/>
          <p:cNvSpPr/>
          <p:nvPr/>
        </p:nvSpPr>
        <p:spPr>
          <a:xfrm>
            <a:off x="2054183" y="3253773"/>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63" name="Google Shape;963;p176"/>
          <p:cNvSpPr/>
          <p:nvPr/>
        </p:nvSpPr>
        <p:spPr>
          <a:xfrm>
            <a:off x="3463708" y="3253773"/>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64" name="Google Shape;964;p176"/>
          <p:cNvSpPr/>
          <p:nvPr/>
        </p:nvSpPr>
        <p:spPr>
          <a:xfrm>
            <a:off x="2303636" y="3297034"/>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Front</a:t>
            </a:r>
            <a:endParaRPr b="0" i="0" sz="1100" u="none" cap="none" strike="noStrike">
              <a:solidFill>
                <a:schemeClr val="dk1"/>
              </a:solidFill>
              <a:latin typeface="Arial"/>
              <a:ea typeface="Arial"/>
              <a:cs typeface="Arial"/>
              <a:sym typeface="Arial"/>
            </a:endParaRPr>
          </a:p>
        </p:txBody>
      </p:sp>
      <p:sp>
        <p:nvSpPr>
          <p:cNvPr id="965" name="Google Shape;965;p176"/>
          <p:cNvSpPr/>
          <p:nvPr/>
        </p:nvSpPr>
        <p:spPr>
          <a:xfrm>
            <a:off x="3928242" y="3299851"/>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Servicios</a:t>
            </a:r>
            <a:endParaRPr b="0" i="0" sz="1100" u="none" cap="none" strike="noStrike">
              <a:solidFill>
                <a:schemeClr val="dk1"/>
              </a:solidFill>
              <a:latin typeface="Arial"/>
              <a:ea typeface="Arial"/>
              <a:cs typeface="Arial"/>
              <a:sym typeface="Arial"/>
            </a:endParaRPr>
          </a:p>
        </p:txBody>
      </p:sp>
      <p:sp>
        <p:nvSpPr>
          <p:cNvPr id="966" name="Google Shape;966;p176"/>
          <p:cNvSpPr/>
          <p:nvPr/>
        </p:nvSpPr>
        <p:spPr>
          <a:xfrm>
            <a:off x="3069300" y="3531451"/>
            <a:ext cx="2920500" cy="162600"/>
          </a:xfrm>
          <a:prstGeom prst="chevron">
            <a:avLst>
              <a:gd fmla="val 50000" name="adj"/>
            </a:avLst>
          </a:prstGeom>
          <a:solidFill>
            <a:schemeClr val="accent1"/>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TDC Oro </a:t>
            </a:r>
            <a:endParaRPr b="1" i="0" sz="500" u="none" cap="none" strike="noStrike">
              <a:solidFill>
                <a:schemeClr val="dk1"/>
              </a:solidFill>
              <a:latin typeface="Montserrat"/>
              <a:ea typeface="Montserrat"/>
              <a:cs typeface="Montserrat"/>
              <a:sym typeface="Montserrat"/>
            </a:endParaRPr>
          </a:p>
        </p:txBody>
      </p:sp>
      <p:sp>
        <p:nvSpPr>
          <p:cNvPr id="967" name="Google Shape;967;p176"/>
          <p:cNvSpPr/>
          <p:nvPr/>
        </p:nvSpPr>
        <p:spPr>
          <a:xfrm>
            <a:off x="5956726" y="3564863"/>
            <a:ext cx="81900" cy="92400"/>
          </a:xfrm>
          <a:prstGeom prst="diamond">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a:ea typeface="Montserrat"/>
              <a:cs typeface="Montserrat"/>
              <a:sym typeface="Montserrat"/>
            </a:endParaRPr>
          </a:p>
        </p:txBody>
      </p:sp>
      <p:sp>
        <p:nvSpPr>
          <p:cNvPr id="968" name="Google Shape;968;p176"/>
          <p:cNvSpPr/>
          <p:nvPr/>
        </p:nvSpPr>
        <p:spPr>
          <a:xfrm>
            <a:off x="6039720" y="3574227"/>
            <a:ext cx="887100" cy="738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i="0" lang="es" sz="500" u="none" cap="none" strike="noStrike">
                <a:solidFill>
                  <a:srgbClr val="777777"/>
                </a:solidFill>
                <a:latin typeface="Montserrat"/>
                <a:ea typeface="Montserrat"/>
                <a:cs typeface="Montserrat"/>
                <a:sym typeface="Montserrat"/>
              </a:rPr>
              <a:t>Go-Live </a:t>
            </a:r>
            <a:r>
              <a:rPr b="1" lang="es" sz="500">
                <a:solidFill>
                  <a:srgbClr val="777777"/>
                </a:solidFill>
                <a:latin typeface="Montserrat"/>
                <a:ea typeface="Montserrat"/>
                <a:cs typeface="Montserrat"/>
                <a:sym typeface="Montserrat"/>
              </a:rPr>
              <a:t>TDC Oro</a:t>
            </a:r>
            <a:endParaRPr b="0" i="0" sz="1100" u="none" cap="none" strike="noStrike">
              <a:solidFill>
                <a:srgbClr val="000000"/>
              </a:solidFill>
              <a:latin typeface="Arial"/>
              <a:ea typeface="Arial"/>
              <a:cs typeface="Arial"/>
              <a:sym typeface="Arial"/>
            </a:endParaRPr>
          </a:p>
        </p:txBody>
      </p:sp>
      <p:sp>
        <p:nvSpPr>
          <p:cNvPr id="969" name="Google Shape;969;p176"/>
          <p:cNvSpPr/>
          <p:nvPr/>
        </p:nvSpPr>
        <p:spPr>
          <a:xfrm>
            <a:off x="4010150" y="3528445"/>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70" name="Google Shape;970;p176"/>
          <p:cNvSpPr/>
          <p:nvPr/>
        </p:nvSpPr>
        <p:spPr>
          <a:xfrm>
            <a:off x="4953408" y="3528445"/>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71" name="Google Shape;971;p176"/>
          <p:cNvSpPr/>
          <p:nvPr/>
        </p:nvSpPr>
        <p:spPr>
          <a:xfrm>
            <a:off x="4044470" y="3572917"/>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Front</a:t>
            </a:r>
            <a:endParaRPr b="0" i="0" sz="1100" u="none" cap="none" strike="noStrike">
              <a:solidFill>
                <a:schemeClr val="dk1"/>
              </a:solidFill>
              <a:latin typeface="Arial"/>
              <a:ea typeface="Arial"/>
              <a:cs typeface="Arial"/>
              <a:sym typeface="Arial"/>
            </a:endParaRPr>
          </a:p>
        </p:txBody>
      </p:sp>
      <p:sp>
        <p:nvSpPr>
          <p:cNvPr id="972" name="Google Shape;972;p176"/>
          <p:cNvSpPr/>
          <p:nvPr/>
        </p:nvSpPr>
        <p:spPr>
          <a:xfrm>
            <a:off x="5076795" y="3575733"/>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Servicios</a:t>
            </a:r>
            <a:endParaRPr b="0" i="0" sz="1100" u="none" cap="none" strike="noStrike">
              <a:solidFill>
                <a:schemeClr val="dk1"/>
              </a:solidFill>
              <a:latin typeface="Arial"/>
              <a:ea typeface="Arial"/>
              <a:cs typeface="Arial"/>
              <a:sym typeface="Arial"/>
            </a:endParaRPr>
          </a:p>
        </p:txBody>
      </p:sp>
      <p:sp>
        <p:nvSpPr>
          <p:cNvPr id="973" name="Google Shape;973;p176"/>
          <p:cNvSpPr/>
          <p:nvPr/>
        </p:nvSpPr>
        <p:spPr>
          <a:xfrm>
            <a:off x="4059900" y="3760051"/>
            <a:ext cx="2920500" cy="162600"/>
          </a:xfrm>
          <a:prstGeom prst="chevron">
            <a:avLst>
              <a:gd fmla="val 50000" name="adj"/>
            </a:avLst>
          </a:prstGeom>
          <a:solidFill>
            <a:schemeClr val="accent1"/>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TDC Platinum</a:t>
            </a:r>
            <a:endParaRPr b="1" i="0" sz="500" u="none" cap="none" strike="noStrike">
              <a:solidFill>
                <a:schemeClr val="dk1"/>
              </a:solidFill>
              <a:latin typeface="Montserrat"/>
              <a:ea typeface="Montserrat"/>
              <a:cs typeface="Montserrat"/>
              <a:sym typeface="Montserrat"/>
            </a:endParaRPr>
          </a:p>
        </p:txBody>
      </p:sp>
      <p:sp>
        <p:nvSpPr>
          <p:cNvPr id="974" name="Google Shape;974;p176"/>
          <p:cNvSpPr/>
          <p:nvPr/>
        </p:nvSpPr>
        <p:spPr>
          <a:xfrm>
            <a:off x="6929971" y="3793463"/>
            <a:ext cx="81900" cy="92400"/>
          </a:xfrm>
          <a:prstGeom prst="diamond">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a:ea typeface="Montserrat"/>
              <a:cs typeface="Montserrat"/>
              <a:sym typeface="Montserrat"/>
            </a:endParaRPr>
          </a:p>
        </p:txBody>
      </p:sp>
      <p:sp>
        <p:nvSpPr>
          <p:cNvPr id="975" name="Google Shape;975;p176"/>
          <p:cNvSpPr/>
          <p:nvPr/>
        </p:nvSpPr>
        <p:spPr>
          <a:xfrm>
            <a:off x="7012965" y="3802827"/>
            <a:ext cx="887100" cy="738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i="0" lang="es" sz="500" u="none" cap="none" strike="noStrike">
                <a:solidFill>
                  <a:srgbClr val="777777"/>
                </a:solidFill>
                <a:latin typeface="Montserrat"/>
                <a:ea typeface="Montserrat"/>
                <a:cs typeface="Montserrat"/>
                <a:sym typeface="Montserrat"/>
              </a:rPr>
              <a:t>Go-Live </a:t>
            </a:r>
            <a:r>
              <a:rPr b="1" lang="es" sz="500">
                <a:solidFill>
                  <a:srgbClr val="777777"/>
                </a:solidFill>
                <a:latin typeface="Montserrat"/>
                <a:ea typeface="Montserrat"/>
                <a:cs typeface="Montserrat"/>
                <a:sym typeface="Montserrat"/>
              </a:rPr>
              <a:t>TDC Platinum</a:t>
            </a:r>
            <a:endParaRPr b="0" i="0" sz="1100" u="none" cap="none" strike="noStrike">
              <a:solidFill>
                <a:srgbClr val="000000"/>
              </a:solidFill>
              <a:latin typeface="Arial"/>
              <a:ea typeface="Arial"/>
              <a:cs typeface="Arial"/>
              <a:sym typeface="Arial"/>
            </a:endParaRPr>
          </a:p>
        </p:txBody>
      </p:sp>
      <p:sp>
        <p:nvSpPr>
          <p:cNvPr id="976" name="Google Shape;976;p176"/>
          <p:cNvSpPr/>
          <p:nvPr/>
        </p:nvSpPr>
        <p:spPr>
          <a:xfrm>
            <a:off x="5200187" y="3757045"/>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77" name="Google Shape;977;p176"/>
          <p:cNvSpPr/>
          <p:nvPr/>
        </p:nvSpPr>
        <p:spPr>
          <a:xfrm>
            <a:off x="6067245" y="3757045"/>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78" name="Google Shape;978;p176"/>
          <p:cNvSpPr/>
          <p:nvPr/>
        </p:nvSpPr>
        <p:spPr>
          <a:xfrm>
            <a:off x="5234507" y="3801517"/>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Front</a:t>
            </a:r>
            <a:endParaRPr b="0" i="0" sz="1100" u="none" cap="none" strike="noStrike">
              <a:solidFill>
                <a:schemeClr val="dk1"/>
              </a:solidFill>
              <a:latin typeface="Arial"/>
              <a:ea typeface="Arial"/>
              <a:cs typeface="Arial"/>
              <a:sym typeface="Arial"/>
            </a:endParaRPr>
          </a:p>
        </p:txBody>
      </p:sp>
      <p:sp>
        <p:nvSpPr>
          <p:cNvPr id="979" name="Google Shape;979;p176"/>
          <p:cNvSpPr/>
          <p:nvPr/>
        </p:nvSpPr>
        <p:spPr>
          <a:xfrm>
            <a:off x="6038232" y="3804333"/>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Servicios</a:t>
            </a:r>
            <a:endParaRPr b="0" i="0" sz="1100" u="none" cap="none" strike="noStrike">
              <a:solidFill>
                <a:schemeClr val="dk1"/>
              </a:solidFill>
              <a:latin typeface="Arial"/>
              <a:ea typeface="Arial"/>
              <a:cs typeface="Arial"/>
              <a:sym typeface="Arial"/>
            </a:endParaRPr>
          </a:p>
        </p:txBody>
      </p:sp>
      <p:sp>
        <p:nvSpPr>
          <p:cNvPr id="980" name="Google Shape;980;p176"/>
          <p:cNvSpPr/>
          <p:nvPr/>
        </p:nvSpPr>
        <p:spPr>
          <a:xfrm>
            <a:off x="5202900" y="3974746"/>
            <a:ext cx="2920500" cy="162600"/>
          </a:xfrm>
          <a:prstGeom prst="chevron">
            <a:avLst>
              <a:gd fmla="val 50000" name="adj"/>
            </a:avLst>
          </a:prstGeom>
          <a:solidFill>
            <a:schemeClr val="accent1"/>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TDC Infinite</a:t>
            </a:r>
            <a:endParaRPr b="1" i="0" sz="500" u="none" cap="none" strike="noStrike">
              <a:solidFill>
                <a:schemeClr val="dk1"/>
              </a:solidFill>
              <a:latin typeface="Montserrat"/>
              <a:ea typeface="Montserrat"/>
              <a:cs typeface="Montserrat"/>
              <a:sym typeface="Montserrat"/>
            </a:endParaRPr>
          </a:p>
        </p:txBody>
      </p:sp>
      <p:sp>
        <p:nvSpPr>
          <p:cNvPr id="981" name="Google Shape;981;p176"/>
          <p:cNvSpPr/>
          <p:nvPr/>
        </p:nvSpPr>
        <p:spPr>
          <a:xfrm>
            <a:off x="8072971" y="4008158"/>
            <a:ext cx="81900" cy="92400"/>
          </a:xfrm>
          <a:prstGeom prst="diamond">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a:ea typeface="Montserrat"/>
              <a:cs typeface="Montserrat"/>
              <a:sym typeface="Montserrat"/>
            </a:endParaRPr>
          </a:p>
        </p:txBody>
      </p:sp>
      <p:sp>
        <p:nvSpPr>
          <p:cNvPr id="982" name="Google Shape;982;p176"/>
          <p:cNvSpPr/>
          <p:nvPr/>
        </p:nvSpPr>
        <p:spPr>
          <a:xfrm>
            <a:off x="8155965" y="4017522"/>
            <a:ext cx="887100" cy="738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i="0" lang="es" sz="500" u="none" cap="none" strike="noStrike">
                <a:solidFill>
                  <a:srgbClr val="777777"/>
                </a:solidFill>
                <a:latin typeface="Montserrat"/>
                <a:ea typeface="Montserrat"/>
                <a:cs typeface="Montserrat"/>
                <a:sym typeface="Montserrat"/>
              </a:rPr>
              <a:t>Go-Live </a:t>
            </a:r>
            <a:r>
              <a:rPr b="1" lang="es" sz="500">
                <a:solidFill>
                  <a:srgbClr val="777777"/>
                </a:solidFill>
                <a:latin typeface="Montserrat"/>
                <a:ea typeface="Montserrat"/>
                <a:cs typeface="Montserrat"/>
                <a:sym typeface="Montserrat"/>
              </a:rPr>
              <a:t>TDC Infinite</a:t>
            </a:r>
            <a:endParaRPr b="0" i="0" sz="1100" u="none" cap="none" strike="noStrike">
              <a:solidFill>
                <a:srgbClr val="000000"/>
              </a:solidFill>
              <a:latin typeface="Arial"/>
              <a:ea typeface="Arial"/>
              <a:cs typeface="Arial"/>
              <a:sym typeface="Arial"/>
            </a:endParaRPr>
          </a:p>
        </p:txBody>
      </p:sp>
      <p:sp>
        <p:nvSpPr>
          <p:cNvPr id="983" name="Google Shape;983;p176"/>
          <p:cNvSpPr/>
          <p:nvPr/>
        </p:nvSpPr>
        <p:spPr>
          <a:xfrm>
            <a:off x="6343187" y="3971740"/>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84" name="Google Shape;984;p176"/>
          <p:cNvSpPr/>
          <p:nvPr/>
        </p:nvSpPr>
        <p:spPr>
          <a:xfrm>
            <a:off x="7210245" y="3971740"/>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85" name="Google Shape;985;p176"/>
          <p:cNvSpPr/>
          <p:nvPr/>
        </p:nvSpPr>
        <p:spPr>
          <a:xfrm>
            <a:off x="6377507" y="4016212"/>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Front</a:t>
            </a:r>
            <a:endParaRPr b="0" i="0" sz="1100" u="none" cap="none" strike="noStrike">
              <a:solidFill>
                <a:schemeClr val="dk1"/>
              </a:solidFill>
              <a:latin typeface="Arial"/>
              <a:ea typeface="Arial"/>
              <a:cs typeface="Arial"/>
              <a:sym typeface="Arial"/>
            </a:endParaRPr>
          </a:p>
        </p:txBody>
      </p:sp>
      <p:sp>
        <p:nvSpPr>
          <p:cNvPr id="986" name="Google Shape;986;p176"/>
          <p:cNvSpPr/>
          <p:nvPr/>
        </p:nvSpPr>
        <p:spPr>
          <a:xfrm>
            <a:off x="7181232" y="4019028"/>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Servicios</a:t>
            </a:r>
            <a:endParaRPr b="0" i="0" sz="1100" u="none" cap="none" strike="noStrike">
              <a:solidFill>
                <a:schemeClr val="dk1"/>
              </a:solidFill>
              <a:latin typeface="Arial"/>
              <a:ea typeface="Arial"/>
              <a:cs typeface="Arial"/>
              <a:sym typeface="Arial"/>
            </a:endParaRPr>
          </a:p>
        </p:txBody>
      </p:sp>
      <p:sp>
        <p:nvSpPr>
          <p:cNvPr id="987" name="Google Shape;987;p176"/>
          <p:cNvSpPr/>
          <p:nvPr/>
        </p:nvSpPr>
        <p:spPr>
          <a:xfrm>
            <a:off x="5583900" y="4189441"/>
            <a:ext cx="2920500" cy="162600"/>
          </a:xfrm>
          <a:prstGeom prst="chevron">
            <a:avLst>
              <a:gd fmla="val 50000" name="adj"/>
            </a:avLst>
          </a:prstGeom>
          <a:solidFill>
            <a:schemeClr val="accent1"/>
          </a:solidFill>
          <a:ln>
            <a:noFill/>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rPr b="1" lang="es" sz="500">
                <a:solidFill>
                  <a:schemeClr val="dk1"/>
                </a:solidFill>
                <a:latin typeface="Montserrat"/>
                <a:ea typeface="Montserrat"/>
                <a:cs typeface="Montserrat"/>
                <a:sym typeface="Montserrat"/>
              </a:rPr>
              <a:t>Onboarding | Otros</a:t>
            </a:r>
            <a:endParaRPr b="1" i="0" sz="500" u="none" cap="none" strike="noStrike">
              <a:solidFill>
                <a:schemeClr val="dk1"/>
              </a:solidFill>
              <a:latin typeface="Montserrat"/>
              <a:ea typeface="Montserrat"/>
              <a:cs typeface="Montserrat"/>
              <a:sym typeface="Montserrat"/>
            </a:endParaRPr>
          </a:p>
        </p:txBody>
      </p:sp>
      <p:sp>
        <p:nvSpPr>
          <p:cNvPr id="988" name="Google Shape;988;p176"/>
          <p:cNvSpPr/>
          <p:nvPr/>
        </p:nvSpPr>
        <p:spPr>
          <a:xfrm>
            <a:off x="8453971" y="4222852"/>
            <a:ext cx="81900" cy="92400"/>
          </a:xfrm>
          <a:prstGeom prst="diamond">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a:ea typeface="Montserrat"/>
              <a:cs typeface="Montserrat"/>
              <a:sym typeface="Montserrat"/>
            </a:endParaRPr>
          </a:p>
        </p:txBody>
      </p:sp>
      <p:sp>
        <p:nvSpPr>
          <p:cNvPr id="989" name="Google Shape;989;p176"/>
          <p:cNvSpPr/>
          <p:nvPr/>
        </p:nvSpPr>
        <p:spPr>
          <a:xfrm>
            <a:off x="8536965" y="4232217"/>
            <a:ext cx="887100" cy="738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i="0" lang="es" sz="500" u="none" cap="none" strike="noStrike">
                <a:solidFill>
                  <a:srgbClr val="777777"/>
                </a:solidFill>
                <a:latin typeface="Montserrat"/>
                <a:ea typeface="Montserrat"/>
                <a:cs typeface="Montserrat"/>
                <a:sym typeface="Montserrat"/>
              </a:rPr>
              <a:t>Go-Live </a:t>
            </a:r>
            <a:endParaRPr b="1" sz="500">
              <a:solidFill>
                <a:srgbClr val="777777"/>
              </a:solidFill>
              <a:latin typeface="Montserrat"/>
              <a:ea typeface="Montserrat"/>
              <a:cs typeface="Montserrat"/>
              <a:sym typeface="Montserrat"/>
            </a:endParaRPr>
          </a:p>
          <a:p>
            <a:pPr indent="0" lvl="0" marL="0" marR="0" rtl="0" algn="l">
              <a:lnSpc>
                <a:spcPct val="100000"/>
              </a:lnSpc>
              <a:spcBef>
                <a:spcPts val="0"/>
              </a:spcBef>
              <a:spcAft>
                <a:spcPts val="0"/>
              </a:spcAft>
              <a:buClr>
                <a:srgbClr val="777777"/>
              </a:buClr>
              <a:buSzPts val="500"/>
              <a:buFont typeface="Montserrat"/>
              <a:buNone/>
            </a:pPr>
            <a:r>
              <a:rPr b="1" lang="es" sz="500">
                <a:solidFill>
                  <a:srgbClr val="777777"/>
                </a:solidFill>
                <a:latin typeface="Montserrat"/>
                <a:ea typeface="Montserrat"/>
                <a:cs typeface="Montserrat"/>
                <a:sym typeface="Montserrat"/>
              </a:rPr>
              <a:t>Otros</a:t>
            </a:r>
            <a:endParaRPr b="1" sz="500">
              <a:solidFill>
                <a:srgbClr val="777777"/>
              </a:solidFill>
              <a:latin typeface="Montserrat"/>
              <a:ea typeface="Montserrat"/>
              <a:cs typeface="Montserrat"/>
              <a:sym typeface="Montserrat"/>
            </a:endParaRPr>
          </a:p>
        </p:txBody>
      </p:sp>
      <p:sp>
        <p:nvSpPr>
          <p:cNvPr id="990" name="Google Shape;990;p176"/>
          <p:cNvSpPr/>
          <p:nvPr/>
        </p:nvSpPr>
        <p:spPr>
          <a:xfrm>
            <a:off x="6495587" y="4186435"/>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91" name="Google Shape;991;p176"/>
          <p:cNvSpPr/>
          <p:nvPr/>
        </p:nvSpPr>
        <p:spPr>
          <a:xfrm>
            <a:off x="7438845" y="4186435"/>
            <a:ext cx="60000" cy="162600"/>
          </a:xfrm>
          <a:prstGeom prst="chevron">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34275" lIns="91425" spcFirstLastPara="1" rIns="0" wrap="square" tIns="34275">
            <a:noAutofit/>
          </a:bodyPr>
          <a:lstStyle/>
          <a:p>
            <a:pPr indent="0" lvl="0" marL="0" marR="0" rtl="0" algn="l">
              <a:lnSpc>
                <a:spcPct val="100000"/>
              </a:lnSpc>
              <a:spcBef>
                <a:spcPts val="0"/>
              </a:spcBef>
              <a:spcAft>
                <a:spcPts val="0"/>
              </a:spcAft>
              <a:buClr>
                <a:schemeClr val="dk2"/>
              </a:buClr>
              <a:buSzPts val="500"/>
              <a:buFont typeface="Montserrat"/>
              <a:buNone/>
            </a:pPr>
            <a:r>
              <a:t/>
            </a:r>
            <a:endParaRPr b="1" i="0" sz="500" u="none" cap="none" strike="noStrike">
              <a:solidFill>
                <a:schemeClr val="dk1"/>
              </a:solidFill>
              <a:latin typeface="Montserrat"/>
              <a:ea typeface="Montserrat"/>
              <a:cs typeface="Montserrat"/>
              <a:sym typeface="Montserrat"/>
            </a:endParaRPr>
          </a:p>
        </p:txBody>
      </p:sp>
      <p:sp>
        <p:nvSpPr>
          <p:cNvPr id="992" name="Google Shape;992;p176"/>
          <p:cNvSpPr/>
          <p:nvPr/>
        </p:nvSpPr>
        <p:spPr>
          <a:xfrm>
            <a:off x="6529907" y="4230907"/>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Front</a:t>
            </a:r>
            <a:endParaRPr b="0" i="0" sz="1100" u="none" cap="none" strike="noStrike">
              <a:solidFill>
                <a:schemeClr val="dk1"/>
              </a:solidFill>
              <a:latin typeface="Arial"/>
              <a:ea typeface="Arial"/>
              <a:cs typeface="Arial"/>
              <a:sym typeface="Arial"/>
            </a:endParaRPr>
          </a:p>
        </p:txBody>
      </p:sp>
      <p:sp>
        <p:nvSpPr>
          <p:cNvPr id="993" name="Google Shape;993;p176"/>
          <p:cNvSpPr/>
          <p:nvPr/>
        </p:nvSpPr>
        <p:spPr>
          <a:xfrm>
            <a:off x="7486032" y="4233723"/>
            <a:ext cx="887100" cy="73800"/>
          </a:xfrm>
          <a:prstGeom prst="rect">
            <a:avLst/>
          </a:prstGeom>
          <a:noFill/>
          <a:ln>
            <a:noFill/>
          </a:ln>
        </p:spPr>
        <p:txBody>
          <a:bodyPr anchorCtr="0" anchor="ctr" bIns="34275" lIns="27000" spcFirstLastPara="1" rIns="27000" wrap="square" tIns="34275">
            <a:noAutofit/>
          </a:bodyPr>
          <a:lstStyle/>
          <a:p>
            <a:pPr indent="0" lvl="0" marL="0" marR="0" rtl="0" algn="ctr">
              <a:lnSpc>
                <a:spcPct val="100000"/>
              </a:lnSpc>
              <a:spcBef>
                <a:spcPts val="0"/>
              </a:spcBef>
              <a:spcAft>
                <a:spcPts val="0"/>
              </a:spcAft>
              <a:buClr>
                <a:srgbClr val="777777"/>
              </a:buClr>
              <a:buSzPts val="500"/>
              <a:buFont typeface="Montserrat"/>
              <a:buNone/>
            </a:pPr>
            <a:r>
              <a:rPr lang="es" sz="500">
                <a:solidFill>
                  <a:schemeClr val="dk1"/>
                </a:solidFill>
                <a:latin typeface="Montserrat"/>
                <a:ea typeface="Montserrat"/>
                <a:cs typeface="Montserrat"/>
                <a:sym typeface="Montserrat"/>
              </a:rPr>
              <a:t>Servicios</a:t>
            </a:r>
            <a:endParaRPr b="0" i="0" sz="1100" u="none" cap="none" strike="noStrike">
              <a:solidFill>
                <a:schemeClr val="dk1"/>
              </a:solidFill>
              <a:latin typeface="Arial"/>
              <a:ea typeface="Arial"/>
              <a:cs typeface="Arial"/>
              <a:sym typeface="Arial"/>
            </a:endParaRPr>
          </a:p>
        </p:txBody>
      </p:sp>
      <p:cxnSp>
        <p:nvCxnSpPr>
          <p:cNvPr id="994" name="Google Shape;994;p176"/>
          <p:cNvCxnSpPr>
            <a:stCxn id="987" idx="1"/>
            <a:endCxn id="995" idx="1"/>
          </p:cNvCxnSpPr>
          <p:nvPr/>
        </p:nvCxnSpPr>
        <p:spPr>
          <a:xfrm>
            <a:off x="5665200" y="4270741"/>
            <a:ext cx="103200" cy="180300"/>
          </a:xfrm>
          <a:prstGeom prst="bentConnector3">
            <a:avLst>
              <a:gd fmla="val -309520" name="adj1"/>
            </a:avLst>
          </a:prstGeom>
          <a:noFill/>
          <a:ln cap="flat" cmpd="sng" w="9525">
            <a:solidFill>
              <a:schemeClr val="dk2"/>
            </a:solidFill>
            <a:prstDash val="dot"/>
            <a:round/>
            <a:headEnd len="med" w="med" type="none"/>
            <a:tailEnd len="med" w="med" type="none"/>
          </a:ln>
        </p:spPr>
      </p:cxnSp>
      <p:sp>
        <p:nvSpPr>
          <p:cNvPr id="995" name="Google Shape;995;p176"/>
          <p:cNvSpPr/>
          <p:nvPr/>
        </p:nvSpPr>
        <p:spPr>
          <a:xfrm>
            <a:off x="5768425" y="4404925"/>
            <a:ext cx="2872800" cy="92400"/>
          </a:xfrm>
          <a:prstGeom prst="rect">
            <a:avLst/>
          </a:prstGeom>
          <a:noFill/>
          <a:ln>
            <a:noFill/>
          </a:ln>
        </p:spPr>
        <p:txBody>
          <a:bodyPr anchorCtr="0" anchor="ctr" bIns="34275" lIns="27000" spcFirstLastPara="1" rIns="27000" wrap="square" tIns="34275">
            <a:noAutofit/>
          </a:bodyPr>
          <a:lstStyle/>
          <a:p>
            <a:pPr indent="0" lvl="0" marL="0" marR="0" rtl="0" algn="l">
              <a:lnSpc>
                <a:spcPct val="100000"/>
              </a:lnSpc>
              <a:spcBef>
                <a:spcPts val="0"/>
              </a:spcBef>
              <a:spcAft>
                <a:spcPts val="0"/>
              </a:spcAft>
              <a:buClr>
                <a:srgbClr val="777777"/>
              </a:buClr>
              <a:buSzPts val="500"/>
              <a:buFont typeface="Montserrat"/>
              <a:buNone/>
            </a:pPr>
            <a:r>
              <a:rPr b="1" lang="es" sz="500">
                <a:solidFill>
                  <a:srgbClr val="777777"/>
                </a:solidFill>
                <a:latin typeface="Montserrat"/>
                <a:ea typeface="Montserrat"/>
                <a:cs typeface="Montserrat"/>
                <a:sym typeface="Montserrat"/>
              </a:rPr>
              <a:t>Nómina, Pagaré, Apartados, Inversión Creciente, Remesas</a:t>
            </a:r>
            <a:endParaRPr b="0" i="0" sz="1100" u="none" cap="none" strike="noStrike">
              <a:solidFill>
                <a:srgbClr val="000000"/>
              </a:solidFill>
              <a:latin typeface="Arial"/>
              <a:ea typeface="Arial"/>
              <a:cs typeface="Arial"/>
              <a:sym typeface="Arial"/>
            </a:endParaRPr>
          </a:p>
        </p:txBody>
      </p:sp>
      <p:sp>
        <p:nvSpPr>
          <p:cNvPr id="996" name="Google Shape;996;p176"/>
          <p:cNvSpPr txBox="1"/>
          <p:nvPr/>
        </p:nvSpPr>
        <p:spPr>
          <a:xfrm>
            <a:off x="217528" y="155875"/>
            <a:ext cx="5128200" cy="377400"/>
          </a:xfrm>
          <a:prstGeom prst="rect">
            <a:avLst/>
          </a:prstGeom>
          <a:noFill/>
          <a:ln>
            <a:noFill/>
          </a:ln>
        </p:spPr>
        <p:txBody>
          <a:bodyPr anchorCtr="0" anchor="t" bIns="91400" lIns="91400" spcFirstLastPara="1" rIns="91400" wrap="square" tIns="91400">
            <a:noAutofit/>
          </a:bodyPr>
          <a:lstStyle/>
          <a:p>
            <a:pPr indent="0" lvl="0" marL="0" marR="0" rtl="0" algn="l">
              <a:lnSpc>
                <a:spcPct val="100000"/>
              </a:lnSpc>
              <a:spcBef>
                <a:spcPts val="0"/>
              </a:spcBef>
              <a:spcAft>
                <a:spcPts val="0"/>
              </a:spcAft>
              <a:buClr>
                <a:srgbClr val="000000"/>
              </a:buClr>
              <a:buSzPts val="1800"/>
              <a:buFont typeface="Montserrat"/>
              <a:buNone/>
            </a:pPr>
            <a:r>
              <a:rPr b="1" lang="es" sz="1800">
                <a:solidFill>
                  <a:srgbClr val="265AA7"/>
                </a:solidFill>
                <a:latin typeface="Montserrat"/>
                <a:ea typeface="Montserrat"/>
                <a:cs typeface="Montserrat"/>
                <a:sym typeface="Montserrat"/>
              </a:rPr>
              <a:t>Roadmap Apolo | Banca Consumo</a:t>
            </a:r>
            <a:endParaRPr b="1" i="0" sz="1800" u="none" cap="none" strike="noStrike">
              <a:solidFill>
                <a:srgbClr val="265AA7"/>
              </a:solidFill>
              <a:latin typeface="Montserrat"/>
              <a:ea typeface="Montserrat"/>
              <a:cs typeface="Montserrat"/>
              <a:sym typeface="Montserrat"/>
            </a:endParaRPr>
          </a:p>
        </p:txBody>
      </p:sp>
      <p:sp>
        <p:nvSpPr>
          <p:cNvPr id="997" name="Google Shape;997;p176"/>
          <p:cNvSpPr txBox="1"/>
          <p:nvPr/>
        </p:nvSpPr>
        <p:spPr>
          <a:xfrm>
            <a:off x="194350" y="576600"/>
            <a:ext cx="7806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7D7D7D"/>
              </a:buClr>
              <a:buSzPts val="700"/>
              <a:buFont typeface="Montserrat"/>
              <a:buNone/>
            </a:pPr>
            <a:r>
              <a:rPr lang="es" sz="700">
                <a:solidFill>
                  <a:srgbClr val="7D7D7D"/>
                </a:solidFill>
                <a:latin typeface="Montserrat"/>
                <a:ea typeface="Montserrat"/>
                <a:cs typeface="Montserrat"/>
                <a:sym typeface="Montserrat"/>
              </a:rPr>
              <a:t>Liberaciones</a:t>
            </a:r>
            <a:endParaRPr b="0" i="0" sz="1100" u="none" cap="none" strike="noStrike">
              <a:solidFill>
                <a:srgbClr val="000000"/>
              </a:solidFill>
              <a:latin typeface="Arial"/>
              <a:ea typeface="Arial"/>
              <a:cs typeface="Arial"/>
              <a:sym typeface="Arial"/>
            </a:endParaRPr>
          </a:p>
        </p:txBody>
      </p:sp>
      <p:sp>
        <p:nvSpPr>
          <p:cNvPr id="998" name="Google Shape;998;p176"/>
          <p:cNvSpPr/>
          <p:nvPr/>
        </p:nvSpPr>
        <p:spPr>
          <a:xfrm>
            <a:off x="98868" y="596509"/>
            <a:ext cx="140700" cy="133200"/>
          </a:xfrm>
          <a:prstGeom prst="diamond">
            <a:avLst/>
          </a:prstGeom>
          <a:solidFill>
            <a:srgbClr val="FFE400"/>
          </a:solidFill>
          <a:ln cap="flat" cmpd="sng" w="19050">
            <a:solidFill>
              <a:srgbClr val="FEFEF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99" name="Google Shape;999;p176"/>
          <p:cNvSpPr txBox="1"/>
          <p:nvPr/>
        </p:nvSpPr>
        <p:spPr>
          <a:xfrm>
            <a:off x="98875" y="4877725"/>
            <a:ext cx="50949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7D7D7D"/>
              </a:buClr>
              <a:buSzPts val="700"/>
              <a:buFont typeface="Montserrat"/>
              <a:buNone/>
            </a:pPr>
            <a:r>
              <a:rPr b="1" i="1" lang="es" sz="700">
                <a:solidFill>
                  <a:srgbClr val="7D7D7D"/>
                </a:solidFill>
                <a:latin typeface="Montserrat"/>
                <a:ea typeface="Montserrat"/>
                <a:cs typeface="Montserrat"/>
                <a:sym typeface="Montserrat"/>
              </a:rPr>
              <a:t>WIP:</a:t>
            </a:r>
            <a:r>
              <a:rPr i="1" lang="es" sz="700">
                <a:solidFill>
                  <a:srgbClr val="7D7D7D"/>
                </a:solidFill>
                <a:latin typeface="Montserrat"/>
                <a:ea typeface="Montserrat"/>
                <a:cs typeface="Montserrat"/>
                <a:sym typeface="Montserrat"/>
              </a:rPr>
              <a:t> El PDP se confirmará posterior a la ejecución del inception dentro de la Estrategia Integral Apolo</a:t>
            </a:r>
            <a:endParaRPr b="0" i="1" sz="11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77"/>
          <p:cNvSpPr txBox="1"/>
          <p:nvPr/>
        </p:nvSpPr>
        <p:spPr>
          <a:xfrm>
            <a:off x="214375" y="183800"/>
            <a:ext cx="8423700" cy="837600"/>
          </a:xfrm>
          <a:prstGeom prst="rect">
            <a:avLst/>
          </a:prstGeom>
          <a:noFill/>
          <a:ln>
            <a:noFill/>
          </a:ln>
        </p:spPr>
        <p:txBody>
          <a:bodyPr anchorCtr="0" anchor="t" bIns="75575" lIns="75575" spcFirstLastPara="1" rIns="75575" wrap="square" tIns="75575">
            <a:spAutoFit/>
          </a:bodyPr>
          <a:lstStyle/>
          <a:p>
            <a:pPr indent="0" lvl="0" marL="0" rtl="0" algn="l">
              <a:lnSpc>
                <a:spcPct val="150000"/>
              </a:lnSpc>
              <a:spcBef>
                <a:spcPts val="0"/>
              </a:spcBef>
              <a:spcAft>
                <a:spcPts val="0"/>
              </a:spcAft>
              <a:buClr>
                <a:srgbClr val="000000"/>
              </a:buClr>
              <a:buSzPts val="900"/>
              <a:buFont typeface="Arial"/>
              <a:buNone/>
            </a:pPr>
            <a:r>
              <a:rPr b="1" lang="es" sz="2100">
                <a:solidFill>
                  <a:srgbClr val="FFFFFF"/>
                </a:solidFill>
                <a:highlight>
                  <a:srgbClr val="265AA7"/>
                </a:highlight>
              </a:rPr>
              <a:t>Funcionalidades Unity de TdC BanCoppel </a:t>
            </a:r>
            <a:endParaRPr sz="2100">
              <a:solidFill>
                <a:srgbClr val="FFFFFF"/>
              </a:solidFill>
              <a:highlight>
                <a:srgbClr val="265AA7"/>
              </a:highlight>
            </a:endParaRPr>
          </a:p>
          <a:p>
            <a:pPr indent="0" lvl="0" marL="0" rtl="0" algn="l">
              <a:spcBef>
                <a:spcPts val="0"/>
              </a:spcBef>
              <a:spcAft>
                <a:spcPts val="0"/>
              </a:spcAft>
              <a:buClr>
                <a:srgbClr val="000000"/>
              </a:buClr>
              <a:buSzPts val="900"/>
              <a:buFont typeface="Arial"/>
              <a:buNone/>
            </a:pPr>
            <a:r>
              <a:t/>
            </a:r>
            <a:endParaRPr sz="1300">
              <a:solidFill>
                <a:srgbClr val="2A509E"/>
              </a:solidFill>
              <a:highlight>
                <a:srgbClr val="FFFFFF"/>
              </a:highlight>
            </a:endParaRPr>
          </a:p>
        </p:txBody>
      </p:sp>
      <p:sp>
        <p:nvSpPr>
          <p:cNvPr id="1005" name="Google Shape;1005;p177"/>
          <p:cNvSpPr txBox="1"/>
          <p:nvPr/>
        </p:nvSpPr>
        <p:spPr>
          <a:xfrm>
            <a:off x="382625" y="645500"/>
            <a:ext cx="7724700" cy="375900"/>
          </a:xfrm>
          <a:prstGeom prst="rect">
            <a:avLst/>
          </a:prstGeom>
          <a:noFill/>
          <a:ln>
            <a:noFill/>
          </a:ln>
        </p:spPr>
        <p:txBody>
          <a:bodyPr anchorCtr="0" anchor="t" bIns="0" lIns="0" spcFirstLastPara="1" rIns="0" wrap="square" tIns="0">
            <a:noAutofit/>
          </a:bodyPr>
          <a:lstStyle/>
          <a:p>
            <a:pPr indent="0" lvl="0" marL="0" rtl="0" algn="just">
              <a:spcBef>
                <a:spcPts val="1200"/>
              </a:spcBef>
              <a:spcAft>
                <a:spcPts val="0"/>
              </a:spcAft>
              <a:buNone/>
            </a:pPr>
            <a:r>
              <a:rPr lang="es" sz="1000"/>
              <a:t>Integración y puesta en marcha de una nueva solución tecnológica que permita emitir y gestionar tarjetas de crédito de forma más ágil, segura y eficiente. Este sistema estará basado en la plataforma Smart Vista, que ofrece una solución integrada de productos y servicios necesarios para la administración de tarjetas, desde la emisión hasta el procesamiento de pagos. </a:t>
            </a:r>
            <a:endParaRPr sz="1000">
              <a:solidFill>
                <a:srgbClr val="000000"/>
              </a:solidFill>
              <a:latin typeface="Helvetica Neue"/>
              <a:ea typeface="Helvetica Neue"/>
              <a:cs typeface="Helvetica Neue"/>
              <a:sym typeface="Helvetica Neue"/>
            </a:endParaRPr>
          </a:p>
          <a:p>
            <a:pPr indent="0" lvl="0" marL="0" rtl="0" algn="l">
              <a:lnSpc>
                <a:spcPct val="100000"/>
              </a:lnSpc>
              <a:spcBef>
                <a:spcPts val="1200"/>
              </a:spcBef>
              <a:spcAft>
                <a:spcPts val="0"/>
              </a:spcAft>
              <a:buClr>
                <a:srgbClr val="000000"/>
              </a:buClr>
              <a:buSzPts val="1100"/>
              <a:buFont typeface="Arial"/>
              <a:buNone/>
            </a:pPr>
            <a:r>
              <a:t/>
            </a:r>
            <a:endParaRPr sz="1000">
              <a:solidFill>
                <a:srgbClr val="000000"/>
              </a:solidFill>
              <a:latin typeface="Helvetica Neue"/>
              <a:ea typeface="Helvetica Neue"/>
              <a:cs typeface="Helvetica Neue"/>
              <a:sym typeface="Helvetica Neue"/>
            </a:endParaRPr>
          </a:p>
          <a:p>
            <a:pPr indent="0" lvl="0" marL="0" rtl="0" algn="l">
              <a:lnSpc>
                <a:spcPct val="100000"/>
              </a:lnSpc>
              <a:spcBef>
                <a:spcPts val="0"/>
              </a:spcBef>
              <a:spcAft>
                <a:spcPts val="0"/>
              </a:spcAft>
              <a:buClr>
                <a:srgbClr val="000000"/>
              </a:buClr>
              <a:buSzPts val="1100"/>
              <a:buFont typeface="Arial"/>
              <a:buNone/>
            </a:pPr>
            <a:r>
              <a:t/>
            </a:r>
            <a:endParaRPr sz="1000">
              <a:solidFill>
                <a:srgbClr val="000000"/>
              </a:solidFill>
              <a:latin typeface="Helvetica Neue"/>
              <a:ea typeface="Helvetica Neue"/>
              <a:cs typeface="Helvetica Neue"/>
              <a:sym typeface="Helvetica Neue"/>
            </a:endParaRPr>
          </a:p>
          <a:p>
            <a:pPr indent="0" lvl="0" marL="0" rtl="0" algn="l">
              <a:lnSpc>
                <a:spcPct val="100000"/>
              </a:lnSpc>
              <a:spcBef>
                <a:spcPts val="0"/>
              </a:spcBef>
              <a:spcAft>
                <a:spcPts val="0"/>
              </a:spcAft>
              <a:buClr>
                <a:srgbClr val="000000"/>
              </a:buClr>
              <a:buSzPts val="1100"/>
              <a:buFont typeface="Arial"/>
              <a:buNone/>
            </a:pPr>
            <a:r>
              <a:t/>
            </a:r>
            <a:endParaRPr sz="1000">
              <a:solidFill>
                <a:srgbClr val="000000"/>
              </a:solidFill>
              <a:latin typeface="Helvetica Neue"/>
              <a:ea typeface="Helvetica Neue"/>
              <a:cs typeface="Helvetica Neue"/>
              <a:sym typeface="Helvetica Neue"/>
            </a:endParaRPr>
          </a:p>
          <a:p>
            <a:pPr indent="0" lvl="0" marL="0" rtl="0" algn="l">
              <a:lnSpc>
                <a:spcPct val="100000"/>
              </a:lnSpc>
              <a:spcBef>
                <a:spcPts val="0"/>
              </a:spcBef>
              <a:spcAft>
                <a:spcPts val="0"/>
              </a:spcAft>
              <a:buClr>
                <a:srgbClr val="000000"/>
              </a:buClr>
              <a:buSzPts val="1100"/>
              <a:buFont typeface="Arial"/>
              <a:buNone/>
            </a:pPr>
            <a:r>
              <a:t/>
            </a:r>
            <a:endParaRPr sz="1000">
              <a:solidFill>
                <a:srgbClr val="000000"/>
              </a:solidFill>
              <a:latin typeface="Helvetica Neue"/>
              <a:ea typeface="Helvetica Neue"/>
              <a:cs typeface="Helvetica Neue"/>
              <a:sym typeface="Helvetica Neue"/>
            </a:endParaRPr>
          </a:p>
          <a:p>
            <a:pPr indent="0" lvl="0" marL="0" rtl="0" algn="l">
              <a:lnSpc>
                <a:spcPct val="100000"/>
              </a:lnSpc>
              <a:spcBef>
                <a:spcPts val="0"/>
              </a:spcBef>
              <a:spcAft>
                <a:spcPts val="0"/>
              </a:spcAft>
              <a:buClr>
                <a:srgbClr val="000000"/>
              </a:buClr>
              <a:buSzPts val="1100"/>
              <a:buFont typeface="Arial"/>
              <a:buNone/>
            </a:pPr>
            <a:r>
              <a:t/>
            </a:r>
            <a:endParaRPr sz="1000">
              <a:solidFill>
                <a:srgbClr val="000000"/>
              </a:solidFill>
              <a:latin typeface="Helvetica Neue"/>
              <a:ea typeface="Helvetica Neue"/>
              <a:cs typeface="Helvetica Neue"/>
              <a:sym typeface="Helvetica Neue"/>
            </a:endParaRPr>
          </a:p>
        </p:txBody>
      </p:sp>
      <p:sp>
        <p:nvSpPr>
          <p:cNvPr id="1006" name="Google Shape;1006;p177"/>
          <p:cNvSpPr/>
          <p:nvPr/>
        </p:nvSpPr>
        <p:spPr>
          <a:xfrm>
            <a:off x="382625" y="1443600"/>
            <a:ext cx="2606700" cy="291300"/>
          </a:xfrm>
          <a:prstGeom prst="rect">
            <a:avLst/>
          </a:prstGeom>
          <a:solidFill>
            <a:srgbClr val="2E2E2E"/>
          </a:solidFill>
          <a:ln>
            <a:noFill/>
          </a:ln>
        </p:spPr>
        <p:txBody>
          <a:bodyPr anchorCtr="0" anchor="ctr" bIns="8575" lIns="17150" spcFirstLastPara="1" rIns="17150" wrap="square" tIns="8575">
            <a:noAutofit/>
          </a:bodyPr>
          <a:lstStyle/>
          <a:p>
            <a:pPr indent="0" lvl="0" marL="0" rtl="0" algn="ctr">
              <a:spcBef>
                <a:spcPts val="0"/>
              </a:spcBef>
              <a:spcAft>
                <a:spcPts val="0"/>
              </a:spcAft>
              <a:buNone/>
            </a:pPr>
            <a:r>
              <a:rPr b="1" lang="es" sz="1100">
                <a:solidFill>
                  <a:schemeClr val="dk1"/>
                </a:solidFill>
              </a:rPr>
              <a:t>Tronco Común</a:t>
            </a:r>
            <a:endParaRPr b="1" i="0" sz="1000" u="none" cap="none" strike="noStrike">
              <a:solidFill>
                <a:srgbClr val="FFFFFF"/>
              </a:solidFill>
              <a:latin typeface="Helvetica Neue"/>
              <a:ea typeface="Helvetica Neue"/>
              <a:cs typeface="Helvetica Neue"/>
              <a:sym typeface="Helvetica Neue"/>
            </a:endParaRPr>
          </a:p>
        </p:txBody>
      </p:sp>
      <p:sp>
        <p:nvSpPr>
          <p:cNvPr id="1007" name="Google Shape;1007;p177"/>
          <p:cNvSpPr/>
          <p:nvPr/>
        </p:nvSpPr>
        <p:spPr>
          <a:xfrm>
            <a:off x="382625" y="1797050"/>
            <a:ext cx="2606700" cy="3212400"/>
          </a:xfrm>
          <a:prstGeom prst="rect">
            <a:avLst/>
          </a:prstGeom>
          <a:solidFill>
            <a:srgbClr val="B2B2B2"/>
          </a:solidFill>
          <a:ln>
            <a:noFill/>
          </a:ln>
        </p:spPr>
        <p:txBody>
          <a:bodyPr anchorCtr="0" anchor="ctr" bIns="90000" lIns="90000" spcFirstLastPara="1" rIns="90000" wrap="square" tIns="90000">
            <a:noAutofit/>
          </a:bodyPr>
          <a:lstStyle/>
          <a:p>
            <a:pPr indent="0" lvl="0" marL="0" marR="0" rtl="0" algn="ctr">
              <a:lnSpc>
                <a:spcPct val="100000"/>
              </a:lnSpc>
              <a:spcBef>
                <a:spcPts val="0"/>
              </a:spcBef>
              <a:spcAft>
                <a:spcPts val="0"/>
              </a:spcAft>
              <a:buClr>
                <a:srgbClr val="000000"/>
              </a:buClr>
              <a:buSzPts val="700"/>
              <a:buFont typeface="Arial"/>
              <a:buNone/>
            </a:pPr>
            <a:r>
              <a:rPr b="1" lang="es" sz="800">
                <a:latin typeface="Helvetica Neue"/>
                <a:ea typeface="Helvetica Neue"/>
                <a:cs typeface="Helvetica Neue"/>
                <a:sym typeface="Helvetica Neue"/>
              </a:rPr>
              <a:t>Funcionalidades fase 1 (marzo 2025)</a:t>
            </a:r>
            <a:endParaRPr b="1" sz="800">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700"/>
              <a:buFont typeface="Arial"/>
              <a:buNone/>
            </a:pPr>
            <a:r>
              <a:t/>
            </a:r>
            <a:endParaRPr sz="800">
              <a:solidFill>
                <a:srgbClr val="000000"/>
              </a:solidFill>
              <a:latin typeface="Helvetica Neue"/>
              <a:ea typeface="Helvetica Neue"/>
              <a:cs typeface="Helvetica Neue"/>
              <a:sym typeface="Helvetica Neue"/>
            </a:endParaRPr>
          </a:p>
          <a:p>
            <a:pPr indent="-266700" lvl="0" marL="457200" rtl="0" algn="l">
              <a:lnSpc>
                <a:spcPct val="100000"/>
              </a:lnSpc>
              <a:spcBef>
                <a:spcPts val="0"/>
              </a:spcBef>
              <a:spcAft>
                <a:spcPts val="0"/>
              </a:spcAft>
              <a:buClr>
                <a:srgbClr val="000000"/>
              </a:buClr>
              <a:buSzPts val="600"/>
              <a:buFont typeface="Helvetica Neue"/>
              <a:buChar char="●"/>
            </a:pPr>
            <a:r>
              <a:rPr lang="es" sz="600">
                <a:latin typeface="Helvetica Neue"/>
                <a:ea typeface="Helvetica Neue"/>
                <a:cs typeface="Helvetica Neue"/>
                <a:sym typeface="Helvetica Neue"/>
              </a:rPr>
              <a:t>Onboarding Digital (APOLO)</a:t>
            </a:r>
            <a:endParaRPr sz="600">
              <a:latin typeface="Helvetica Neue"/>
              <a:ea typeface="Helvetica Neue"/>
              <a:cs typeface="Helvetica Neue"/>
              <a:sym typeface="Helvetica Neue"/>
            </a:endParaRPr>
          </a:p>
          <a:p>
            <a:pPr indent="-260350" lvl="0" marL="457200" rtl="0" algn="l">
              <a:spcBef>
                <a:spcPts val="0"/>
              </a:spcBef>
              <a:spcAft>
                <a:spcPts val="0"/>
              </a:spcAft>
              <a:buClr>
                <a:schemeClr val="dk2"/>
              </a:buClr>
              <a:buSzPts val="500"/>
              <a:buFont typeface="Helvetica Neue"/>
              <a:buChar char="●"/>
            </a:pPr>
            <a:r>
              <a:rPr lang="es" sz="600">
                <a:latin typeface="Helvetica Neue"/>
                <a:ea typeface="Helvetica Neue"/>
                <a:cs typeface="Helvetica Neue"/>
                <a:sym typeface="Helvetica Neue"/>
              </a:rPr>
              <a:t>Enrolamiento App (Face Log in)</a:t>
            </a:r>
            <a:endParaRPr sz="600">
              <a:latin typeface="Helvetica Neue"/>
              <a:ea typeface="Helvetica Neue"/>
              <a:cs typeface="Helvetica Neue"/>
              <a:sym typeface="Helvetica Neue"/>
            </a:endParaRPr>
          </a:p>
          <a:p>
            <a:pPr indent="-260350" lvl="0" marL="457200" rtl="0" algn="l">
              <a:spcBef>
                <a:spcPts val="0"/>
              </a:spcBef>
              <a:spcAft>
                <a:spcPts val="0"/>
              </a:spcAft>
              <a:buClr>
                <a:schemeClr val="dk2"/>
              </a:buClr>
              <a:buSzPts val="500"/>
              <a:buChar char="●"/>
            </a:pPr>
            <a:r>
              <a:rPr lang="es" sz="600">
                <a:latin typeface="Helvetica Neue"/>
                <a:ea typeface="Helvetica Neue"/>
                <a:cs typeface="Helvetica Neue"/>
                <a:sym typeface="Helvetica Neue"/>
              </a:rPr>
              <a:t>Gestión de tarjeta en App (activación y uso de CVV2, detalle de movimientos, bloqueo de tarjeta, Descarga Estado de Cuenta)</a:t>
            </a:r>
            <a:endParaRPr sz="600">
              <a:latin typeface="Helvetica Neue"/>
              <a:ea typeface="Helvetica Neue"/>
              <a:cs typeface="Helvetica Neue"/>
              <a:sym typeface="Helvetica Neue"/>
            </a:endParaRPr>
          </a:p>
          <a:p>
            <a:pPr indent="-260350" lvl="0" marL="457200" rtl="0" algn="l">
              <a:spcBef>
                <a:spcPts val="0"/>
              </a:spcBef>
              <a:spcAft>
                <a:spcPts val="0"/>
              </a:spcAft>
              <a:buClr>
                <a:schemeClr val="dk2"/>
              </a:buClr>
              <a:buSzPts val="500"/>
              <a:buChar char="●"/>
            </a:pPr>
            <a:r>
              <a:rPr lang="es" sz="600">
                <a:latin typeface="Helvetica Neue"/>
                <a:ea typeface="Helvetica Neue"/>
                <a:cs typeface="Helvetica Neue"/>
                <a:sym typeface="Helvetica Neue"/>
              </a:rPr>
              <a:t>Gestión de tarjeta en sucursal (Pago TdC en ventanilla con efectivo, retiro de efectivo de TdC, consulta de movimientos, impresión de Estado de Cuenta, consulta de cuenta en caja</a:t>
            </a:r>
            <a:endParaRPr sz="600">
              <a:latin typeface="Helvetica Neue"/>
              <a:ea typeface="Helvetica Neue"/>
              <a:cs typeface="Helvetica Neue"/>
              <a:sym typeface="Helvetica Neue"/>
            </a:endParaRPr>
          </a:p>
          <a:p>
            <a:pPr indent="-260350" lvl="0" marL="457200" rtl="0" algn="l">
              <a:spcBef>
                <a:spcPts val="0"/>
              </a:spcBef>
              <a:spcAft>
                <a:spcPts val="0"/>
              </a:spcAft>
              <a:buClr>
                <a:schemeClr val="dk2"/>
              </a:buClr>
              <a:buSzPts val="500"/>
              <a:buFont typeface="Helvetica Neue"/>
              <a:buChar char="●"/>
            </a:pPr>
            <a:r>
              <a:rPr lang="es" sz="600">
                <a:latin typeface="Helvetica Neue"/>
                <a:ea typeface="Helvetica Neue"/>
                <a:cs typeface="Helvetica Neue"/>
                <a:sym typeface="Helvetica Neue"/>
              </a:rPr>
              <a:t>Gestión de tarjeta en SI WEB (  conciliación fin del día, mantenimiento de cuenta, alta/baja cargo recurrente, consulta de retenidos)</a:t>
            </a:r>
            <a:endParaRPr sz="600">
              <a:latin typeface="Helvetica Neue"/>
              <a:ea typeface="Helvetica Neue"/>
              <a:cs typeface="Helvetica Neue"/>
              <a:sym typeface="Helvetica Neue"/>
            </a:endParaRPr>
          </a:p>
          <a:p>
            <a:pPr indent="-266700" lvl="0" marL="457200" rtl="0" algn="l">
              <a:spcBef>
                <a:spcPts val="0"/>
              </a:spcBef>
              <a:spcAft>
                <a:spcPts val="0"/>
              </a:spcAft>
              <a:buSzPts val="600"/>
              <a:buFont typeface="Helvetica Neue"/>
              <a:buChar char="●"/>
            </a:pPr>
            <a:r>
              <a:rPr lang="es" sz="600">
                <a:latin typeface="Helvetica Neue"/>
                <a:ea typeface="Helvetica Neue"/>
                <a:cs typeface="Helvetica Neue"/>
                <a:sym typeface="Helvetica Neue"/>
              </a:rPr>
              <a:t>Pago de TdC con SPEI</a:t>
            </a:r>
            <a:endParaRPr sz="600">
              <a:latin typeface="Helvetica Neue"/>
              <a:ea typeface="Helvetica Neue"/>
              <a:cs typeface="Helvetica Neue"/>
              <a:sym typeface="Helvetica Neue"/>
            </a:endParaRPr>
          </a:p>
          <a:p>
            <a:pPr indent="0" lvl="0" marL="457200" rtl="0" algn="l">
              <a:spcBef>
                <a:spcPts val="0"/>
              </a:spcBef>
              <a:spcAft>
                <a:spcPts val="0"/>
              </a:spcAft>
              <a:buNone/>
            </a:pPr>
            <a:r>
              <a:t/>
            </a:r>
            <a:endParaRPr sz="800">
              <a:latin typeface="Helvetica Neue"/>
              <a:ea typeface="Helvetica Neue"/>
              <a:cs typeface="Helvetica Neue"/>
              <a:sym typeface="Helvetica Neue"/>
            </a:endParaRPr>
          </a:p>
          <a:p>
            <a:pPr indent="0" lvl="0" marL="0" rtl="0" algn="ctr">
              <a:spcBef>
                <a:spcPts val="0"/>
              </a:spcBef>
              <a:spcAft>
                <a:spcPts val="0"/>
              </a:spcAft>
              <a:buNone/>
            </a:pPr>
            <a:r>
              <a:rPr b="1" lang="es" sz="800">
                <a:latin typeface="Helvetica Neue"/>
                <a:ea typeface="Helvetica Neue"/>
                <a:cs typeface="Helvetica Neue"/>
                <a:sym typeface="Helvetica Neue"/>
              </a:rPr>
              <a:t>Funcionalidades fase 2 (mayo 2025)</a:t>
            </a:r>
            <a:endParaRPr b="1" sz="800">
              <a:latin typeface="Helvetica Neue"/>
              <a:ea typeface="Helvetica Neue"/>
              <a:cs typeface="Helvetica Neue"/>
              <a:sym typeface="Helvetica Neue"/>
            </a:endParaRPr>
          </a:p>
          <a:p>
            <a:pPr indent="0" lvl="0" marL="0" rtl="0" algn="ctr">
              <a:spcBef>
                <a:spcPts val="0"/>
              </a:spcBef>
              <a:spcAft>
                <a:spcPts val="0"/>
              </a:spcAft>
              <a:buNone/>
            </a:pPr>
            <a:r>
              <a:t/>
            </a:r>
            <a:endParaRPr b="1" sz="1000">
              <a:latin typeface="Helvetica Neue"/>
              <a:ea typeface="Helvetica Neue"/>
              <a:cs typeface="Helvetica Neue"/>
              <a:sym typeface="Helvetica Neue"/>
            </a:endParaRPr>
          </a:p>
          <a:p>
            <a:pPr indent="-266700" lvl="0" marL="457200" rtl="0" algn="l">
              <a:spcBef>
                <a:spcPts val="0"/>
              </a:spcBef>
              <a:spcAft>
                <a:spcPts val="0"/>
              </a:spcAft>
              <a:buSzPts val="600"/>
              <a:buFont typeface="Helvetica Neue"/>
              <a:buChar char="●"/>
            </a:pPr>
            <a:r>
              <a:rPr lang="es" sz="600">
                <a:latin typeface="Helvetica Neue"/>
                <a:ea typeface="Helvetica Neue"/>
                <a:cs typeface="Helvetica Neue"/>
                <a:sym typeface="Helvetica Neue"/>
              </a:rPr>
              <a:t>Pago de TdC con cargo a cuenta de captación en App y ventanilla</a:t>
            </a:r>
            <a:endParaRPr sz="600">
              <a:latin typeface="Helvetica Neue"/>
              <a:ea typeface="Helvetica Neue"/>
              <a:cs typeface="Helvetica Neue"/>
              <a:sym typeface="Helvetica Neue"/>
            </a:endParaRPr>
          </a:p>
          <a:p>
            <a:pPr indent="-266700" lvl="0" marL="457200" rtl="0" algn="l">
              <a:spcBef>
                <a:spcPts val="0"/>
              </a:spcBef>
              <a:spcAft>
                <a:spcPts val="0"/>
              </a:spcAft>
              <a:buSzPts val="600"/>
              <a:buFont typeface="Helvetica Neue"/>
              <a:buChar char="●"/>
            </a:pPr>
            <a:r>
              <a:rPr lang="es" sz="600">
                <a:latin typeface="Helvetica Neue"/>
                <a:ea typeface="Helvetica Neue"/>
                <a:cs typeface="Helvetica Neue"/>
                <a:sym typeface="Helvetica Neue"/>
              </a:rPr>
              <a:t>Solicitud de tarjeta física, asignación de NIP y activación de TdC</a:t>
            </a:r>
            <a:endParaRPr sz="600">
              <a:latin typeface="Helvetica Neue"/>
              <a:ea typeface="Helvetica Neue"/>
              <a:cs typeface="Helvetica Neue"/>
              <a:sym typeface="Helvetica Neue"/>
            </a:endParaRPr>
          </a:p>
          <a:p>
            <a:pPr indent="-266700" lvl="0" marL="457200" rtl="0" algn="l">
              <a:spcBef>
                <a:spcPts val="0"/>
              </a:spcBef>
              <a:spcAft>
                <a:spcPts val="0"/>
              </a:spcAft>
              <a:buSzPts val="600"/>
              <a:buFont typeface="Helvetica Neue"/>
              <a:buChar char="●"/>
            </a:pPr>
            <a:r>
              <a:rPr lang="es" sz="600">
                <a:latin typeface="Helvetica Neue"/>
                <a:ea typeface="Helvetica Neue"/>
                <a:cs typeface="Helvetica Neue"/>
                <a:sym typeface="Helvetica Neue"/>
              </a:rPr>
              <a:t>Manejo de Lotes en sucursal</a:t>
            </a:r>
            <a:endParaRPr sz="600">
              <a:latin typeface="Helvetica Neue"/>
              <a:ea typeface="Helvetica Neue"/>
              <a:cs typeface="Helvetica Neue"/>
              <a:sym typeface="Helvetica Neue"/>
            </a:endParaRPr>
          </a:p>
          <a:p>
            <a:pPr indent="-266700" lvl="0" marL="457200" rtl="0" algn="l">
              <a:spcBef>
                <a:spcPts val="0"/>
              </a:spcBef>
              <a:spcAft>
                <a:spcPts val="0"/>
              </a:spcAft>
              <a:buSzPts val="600"/>
              <a:buFont typeface="Helvetica Neue"/>
              <a:buChar char="●"/>
            </a:pPr>
            <a:r>
              <a:rPr lang="es" sz="600">
                <a:latin typeface="Helvetica Neue"/>
                <a:ea typeface="Helvetica Neue"/>
                <a:cs typeface="Helvetica Neue"/>
                <a:sym typeface="Helvetica Neue"/>
              </a:rPr>
              <a:t>Bloqueo 7 desbloqueo en CAT</a:t>
            </a:r>
            <a:endParaRPr sz="600">
              <a:latin typeface="Helvetica Neue"/>
              <a:ea typeface="Helvetica Neue"/>
              <a:cs typeface="Helvetica Neue"/>
              <a:sym typeface="Helvetica Neue"/>
            </a:endParaRPr>
          </a:p>
          <a:p>
            <a:pPr indent="-266700" lvl="0" marL="457200" rtl="0" algn="l">
              <a:spcBef>
                <a:spcPts val="0"/>
              </a:spcBef>
              <a:spcAft>
                <a:spcPts val="0"/>
              </a:spcAft>
              <a:buSzPts val="600"/>
              <a:buFont typeface="Helvetica Neue"/>
              <a:buChar char="●"/>
            </a:pPr>
            <a:r>
              <a:rPr lang="es" sz="600">
                <a:latin typeface="Helvetica Neue"/>
                <a:ea typeface="Helvetica Neue"/>
                <a:cs typeface="Helvetica Neue"/>
                <a:sym typeface="Helvetica Neue"/>
              </a:rPr>
              <a:t>Compras  con tarjeta presente (POS/TPV, Contactless)</a:t>
            </a:r>
            <a:endParaRPr sz="600">
              <a:latin typeface="Helvetica Neue"/>
              <a:ea typeface="Helvetica Neue"/>
              <a:cs typeface="Helvetica Neue"/>
              <a:sym typeface="Helvetica Neue"/>
            </a:endParaRPr>
          </a:p>
          <a:p>
            <a:pPr indent="-266700" lvl="0" marL="457200" rtl="0" algn="l">
              <a:spcBef>
                <a:spcPts val="0"/>
              </a:spcBef>
              <a:spcAft>
                <a:spcPts val="0"/>
              </a:spcAft>
              <a:buSzPts val="600"/>
              <a:buFont typeface="Helvetica Neue"/>
              <a:buChar char="●"/>
            </a:pPr>
            <a:r>
              <a:rPr lang="es" sz="600">
                <a:latin typeface="Helvetica Neue"/>
                <a:ea typeface="Helvetica Neue"/>
                <a:cs typeface="Helvetica Neue"/>
                <a:sym typeface="Helvetica Neue"/>
              </a:rPr>
              <a:t>Gestión de tarjeta física en ATM (Consulta de saldo, disposición de efectivo, activación de tarjeta, consulta de movimientos, cambio de NIP)</a:t>
            </a:r>
            <a:endParaRPr sz="600">
              <a:latin typeface="Helvetica Neue"/>
              <a:ea typeface="Helvetica Neue"/>
              <a:cs typeface="Helvetica Neue"/>
              <a:sym typeface="Helvetica Neue"/>
            </a:endParaRPr>
          </a:p>
          <a:p>
            <a:pPr indent="-266700" lvl="0" marL="457200" rtl="0" algn="l">
              <a:spcBef>
                <a:spcPts val="0"/>
              </a:spcBef>
              <a:spcAft>
                <a:spcPts val="0"/>
              </a:spcAft>
              <a:buSzPts val="600"/>
              <a:buFont typeface="Helvetica Neue"/>
              <a:buChar char="●"/>
            </a:pPr>
            <a:r>
              <a:rPr lang="es" sz="600">
                <a:latin typeface="Helvetica Neue"/>
                <a:ea typeface="Helvetica Neue"/>
                <a:cs typeface="Helvetica Neue"/>
                <a:sym typeface="Helvetica Neue"/>
              </a:rPr>
              <a:t>Cancelación de tarjeta</a:t>
            </a:r>
            <a:endParaRPr sz="600">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700"/>
              <a:buFont typeface="Arial"/>
              <a:buNone/>
            </a:pPr>
            <a:r>
              <a:t/>
            </a:r>
            <a:endParaRPr sz="1000">
              <a:solidFill>
                <a:srgbClr val="000000"/>
              </a:solidFill>
              <a:latin typeface="Helvetica Neue"/>
              <a:ea typeface="Helvetica Neue"/>
              <a:cs typeface="Helvetica Neue"/>
              <a:sym typeface="Helvetica Neue"/>
            </a:endParaRPr>
          </a:p>
        </p:txBody>
      </p:sp>
      <p:sp>
        <p:nvSpPr>
          <p:cNvPr id="1008" name="Google Shape;1008;p177"/>
          <p:cNvSpPr/>
          <p:nvPr/>
        </p:nvSpPr>
        <p:spPr>
          <a:xfrm>
            <a:off x="3080600" y="1797050"/>
            <a:ext cx="2712000" cy="3212400"/>
          </a:xfrm>
          <a:prstGeom prst="rect">
            <a:avLst/>
          </a:prstGeom>
          <a:solidFill>
            <a:srgbClr val="FDDA25"/>
          </a:solidFill>
          <a:ln>
            <a:noFill/>
          </a:ln>
        </p:spPr>
        <p:txBody>
          <a:bodyPr anchorCtr="0" anchor="ctr" bIns="90000" lIns="90000" spcFirstLastPara="1" rIns="90000" wrap="square" tIns="90000">
            <a:noAutofit/>
          </a:bodyPr>
          <a:lstStyle/>
          <a:p>
            <a:pPr indent="0" lvl="0" marL="0" rtl="0" algn="l">
              <a:spcBef>
                <a:spcPts val="0"/>
              </a:spcBef>
              <a:spcAft>
                <a:spcPts val="0"/>
              </a:spcAft>
              <a:buNone/>
            </a:pPr>
            <a:r>
              <a:rPr b="1" lang="es" sz="800">
                <a:latin typeface="Helvetica Neue"/>
                <a:ea typeface="Helvetica Neue"/>
                <a:cs typeface="Helvetica Neue"/>
                <a:sym typeface="Helvetica Neue"/>
              </a:rPr>
              <a:t>Funcionalidades fase 3 (Q3 2025)</a:t>
            </a:r>
            <a:endParaRPr b="1" sz="800">
              <a:latin typeface="Helvetica Neue"/>
              <a:ea typeface="Helvetica Neue"/>
              <a:cs typeface="Helvetica Neue"/>
              <a:sym typeface="Helvetica Neue"/>
            </a:endParaRPr>
          </a:p>
          <a:p>
            <a:pPr indent="0" lvl="0" marL="0" rtl="0" algn="l">
              <a:spcBef>
                <a:spcPts val="0"/>
              </a:spcBef>
              <a:spcAft>
                <a:spcPts val="0"/>
              </a:spcAft>
              <a:buNone/>
            </a:pPr>
            <a:r>
              <a:t/>
            </a:r>
            <a:endParaRPr b="1" sz="800">
              <a:latin typeface="Helvetica Neue"/>
              <a:ea typeface="Helvetica Neue"/>
              <a:cs typeface="Helvetica Neue"/>
              <a:sym typeface="Helvetica Neue"/>
            </a:endParaRPr>
          </a:p>
          <a:p>
            <a:pPr indent="-292100" lvl="0" marL="457200" rtl="0" algn="l">
              <a:lnSpc>
                <a:spcPct val="100000"/>
              </a:lnSpc>
              <a:spcBef>
                <a:spcPts val="0"/>
              </a:spcBef>
              <a:spcAft>
                <a:spcPts val="0"/>
              </a:spcAft>
              <a:buSzPts val="1000"/>
              <a:buFont typeface="Helvetica Neue"/>
              <a:buChar char="●"/>
            </a:pPr>
            <a:r>
              <a:rPr lang="es" sz="1000">
                <a:latin typeface="Helvetica Neue"/>
                <a:ea typeface="Helvetica Neue"/>
                <a:cs typeface="Helvetica Neue"/>
                <a:sym typeface="Helvetica Neue"/>
              </a:rPr>
              <a:t>Envío de tarjeta a domicilio</a:t>
            </a:r>
            <a:endParaRPr sz="1000">
              <a:latin typeface="Helvetica Neue"/>
              <a:ea typeface="Helvetica Neue"/>
              <a:cs typeface="Helvetica Neue"/>
              <a:sym typeface="Helvetica Neue"/>
            </a:endParaRPr>
          </a:p>
          <a:p>
            <a:pPr indent="-292100" lvl="0" marL="457200" rtl="0" algn="l">
              <a:lnSpc>
                <a:spcPct val="100000"/>
              </a:lnSpc>
              <a:spcBef>
                <a:spcPts val="0"/>
              </a:spcBef>
              <a:spcAft>
                <a:spcPts val="0"/>
              </a:spcAft>
              <a:buSzPts val="1000"/>
              <a:buFont typeface="Helvetica Neue"/>
              <a:buChar char="●"/>
            </a:pPr>
            <a:r>
              <a:rPr lang="es" sz="1000">
                <a:latin typeface="Helvetica Neue"/>
                <a:ea typeface="Helvetica Neue"/>
                <a:cs typeface="Helvetica Neue"/>
                <a:sym typeface="Helvetica Neue"/>
              </a:rPr>
              <a:t>Meses con Intereses </a:t>
            </a:r>
            <a:endParaRPr sz="1000">
              <a:latin typeface="Helvetica Neue"/>
              <a:ea typeface="Helvetica Neue"/>
              <a:cs typeface="Helvetica Neue"/>
              <a:sym typeface="Helvetica Neue"/>
            </a:endParaRPr>
          </a:p>
          <a:p>
            <a:pPr indent="-292100" lvl="0" marL="457200" rtl="0" algn="l">
              <a:lnSpc>
                <a:spcPct val="100000"/>
              </a:lnSpc>
              <a:spcBef>
                <a:spcPts val="0"/>
              </a:spcBef>
              <a:spcAft>
                <a:spcPts val="0"/>
              </a:spcAft>
              <a:buSzPts val="1000"/>
              <a:buFont typeface="Helvetica Neue"/>
              <a:buChar char="●"/>
            </a:pPr>
            <a:r>
              <a:rPr lang="es" sz="1000">
                <a:latin typeface="Helvetica Neue"/>
                <a:ea typeface="Helvetica Neue"/>
                <a:cs typeface="Helvetica Neue"/>
                <a:sym typeface="Helvetica Neue"/>
              </a:rPr>
              <a:t>Meses sin intereses</a:t>
            </a:r>
            <a:endParaRPr sz="1000">
              <a:latin typeface="Helvetica Neue"/>
              <a:ea typeface="Helvetica Neue"/>
              <a:cs typeface="Helvetica Neue"/>
              <a:sym typeface="Helvetica Neue"/>
            </a:endParaRPr>
          </a:p>
          <a:p>
            <a:pPr indent="-292100" lvl="0" marL="457200" rtl="0" algn="l">
              <a:lnSpc>
                <a:spcPct val="100000"/>
              </a:lnSpc>
              <a:spcBef>
                <a:spcPts val="0"/>
              </a:spcBef>
              <a:spcAft>
                <a:spcPts val="0"/>
              </a:spcAft>
              <a:buSzPts val="1000"/>
              <a:buFont typeface="Helvetica Neue"/>
              <a:buChar char="●"/>
            </a:pPr>
            <a:r>
              <a:rPr lang="es" sz="1000">
                <a:latin typeface="Helvetica Neue"/>
                <a:ea typeface="Helvetica Neue"/>
                <a:cs typeface="Helvetica Neue"/>
                <a:sym typeface="Helvetica Neue"/>
              </a:rPr>
              <a:t>Disposición de efectivo en app</a:t>
            </a:r>
            <a:endParaRPr sz="1000">
              <a:latin typeface="Helvetica Neue"/>
              <a:ea typeface="Helvetica Neue"/>
              <a:cs typeface="Helvetica Neue"/>
              <a:sym typeface="Helvetica Neue"/>
            </a:endParaRPr>
          </a:p>
          <a:p>
            <a:pPr indent="-292100" lvl="0" marL="457200" rtl="0" algn="l">
              <a:lnSpc>
                <a:spcPct val="100000"/>
              </a:lnSpc>
              <a:spcBef>
                <a:spcPts val="0"/>
              </a:spcBef>
              <a:spcAft>
                <a:spcPts val="0"/>
              </a:spcAft>
              <a:buSzPts val="1000"/>
              <a:buFont typeface="Helvetica Neue"/>
              <a:buChar char="●"/>
            </a:pPr>
            <a:r>
              <a:rPr lang="es" sz="1000">
                <a:latin typeface="Helvetica Neue"/>
                <a:ea typeface="Helvetica Neue"/>
                <a:cs typeface="Helvetica Neue"/>
                <a:sym typeface="Helvetica Neue"/>
              </a:rPr>
              <a:t>Otorgar tarjetas adicionales</a:t>
            </a:r>
            <a:endParaRPr sz="1000">
              <a:latin typeface="Helvetica Neue"/>
              <a:ea typeface="Helvetica Neue"/>
              <a:cs typeface="Helvetica Neue"/>
              <a:sym typeface="Helvetica Neue"/>
            </a:endParaRPr>
          </a:p>
          <a:p>
            <a:pPr indent="-292100" lvl="0" marL="457200" rtl="0" algn="l">
              <a:lnSpc>
                <a:spcPct val="100000"/>
              </a:lnSpc>
              <a:spcBef>
                <a:spcPts val="0"/>
              </a:spcBef>
              <a:spcAft>
                <a:spcPts val="0"/>
              </a:spcAft>
              <a:buSzPts val="1000"/>
              <a:buFont typeface="Helvetica Neue"/>
              <a:buChar char="●"/>
            </a:pPr>
            <a:r>
              <a:rPr lang="es" sz="1000">
                <a:latin typeface="Helvetica Neue"/>
                <a:ea typeface="Helvetica Neue"/>
                <a:cs typeface="Helvetica Neue"/>
                <a:sym typeface="Helvetica Neue"/>
              </a:rPr>
              <a:t>Gestión de tarjeta adicional en sucursal</a:t>
            </a:r>
            <a:endParaRPr sz="1000">
              <a:latin typeface="Helvetica Neue"/>
              <a:ea typeface="Helvetica Neue"/>
              <a:cs typeface="Helvetica Neue"/>
              <a:sym typeface="Helvetica Neue"/>
            </a:endParaRPr>
          </a:p>
          <a:p>
            <a:pPr indent="-292100" lvl="0" marL="457200" rtl="0" algn="l">
              <a:spcBef>
                <a:spcPts val="0"/>
              </a:spcBef>
              <a:spcAft>
                <a:spcPts val="0"/>
              </a:spcAft>
              <a:buSzPts val="1000"/>
              <a:buFont typeface="Helvetica Neue"/>
              <a:buChar char="●"/>
            </a:pPr>
            <a:r>
              <a:rPr lang="es" sz="1000">
                <a:latin typeface="Helvetica Neue"/>
                <a:ea typeface="Helvetica Neue"/>
                <a:cs typeface="Helvetica Neue"/>
                <a:sym typeface="Helvetica Neue"/>
              </a:rPr>
              <a:t>Gestión de tarjeta adicional en app</a:t>
            </a:r>
            <a:endParaRPr sz="1000">
              <a:latin typeface="Helvetica Neue"/>
              <a:ea typeface="Helvetica Neue"/>
              <a:cs typeface="Helvetica Neue"/>
              <a:sym typeface="Helvetica Neue"/>
            </a:endParaRPr>
          </a:p>
          <a:p>
            <a:pPr indent="-292100" lvl="0" marL="457200" rtl="0" algn="l">
              <a:spcBef>
                <a:spcPts val="0"/>
              </a:spcBef>
              <a:spcAft>
                <a:spcPts val="0"/>
              </a:spcAft>
              <a:buSzPts val="1000"/>
              <a:buFont typeface="Helvetica Neue"/>
              <a:buChar char="●"/>
            </a:pPr>
            <a:r>
              <a:rPr lang="es" sz="1000">
                <a:latin typeface="Helvetica Neue"/>
                <a:ea typeface="Helvetica Neue"/>
                <a:cs typeface="Helvetica Neue"/>
                <a:sym typeface="Helvetica Neue"/>
              </a:rPr>
              <a:t>Gestión de tarjeta adicional en ATM</a:t>
            </a:r>
            <a:endParaRPr sz="1000">
              <a:latin typeface="Helvetica Neue"/>
              <a:ea typeface="Helvetica Neue"/>
              <a:cs typeface="Helvetica Neue"/>
              <a:sym typeface="Helvetica Neue"/>
            </a:endParaRPr>
          </a:p>
          <a:p>
            <a:pPr indent="-292100" lvl="0" marL="457200" rtl="0" algn="l">
              <a:spcBef>
                <a:spcPts val="0"/>
              </a:spcBef>
              <a:spcAft>
                <a:spcPts val="0"/>
              </a:spcAft>
              <a:buSzPts val="1000"/>
              <a:buFont typeface="Helvetica Neue"/>
              <a:buChar char="●"/>
            </a:pPr>
            <a:r>
              <a:rPr lang="es" sz="1000">
                <a:latin typeface="Helvetica Neue"/>
                <a:ea typeface="Helvetica Neue"/>
                <a:cs typeface="Helvetica Neue"/>
                <a:sym typeface="Helvetica Neue"/>
              </a:rPr>
              <a:t>Alta de cargos recurrentes</a:t>
            </a:r>
            <a:endParaRPr sz="1000">
              <a:latin typeface="Helvetica Neue"/>
              <a:ea typeface="Helvetica Neue"/>
              <a:cs typeface="Helvetica Neue"/>
              <a:sym typeface="Helvetica Neue"/>
            </a:endParaRPr>
          </a:p>
          <a:p>
            <a:pPr indent="-292100" lvl="0" marL="457200" rtl="0" algn="l">
              <a:spcBef>
                <a:spcPts val="0"/>
              </a:spcBef>
              <a:spcAft>
                <a:spcPts val="0"/>
              </a:spcAft>
              <a:buSzPts val="1000"/>
              <a:buFont typeface="Helvetica Neue"/>
              <a:buChar char="●"/>
            </a:pPr>
            <a:r>
              <a:rPr lang="es" sz="1000">
                <a:latin typeface="Helvetica Neue"/>
                <a:ea typeface="Helvetica Neue"/>
                <a:cs typeface="Helvetica Neue"/>
                <a:sym typeface="Helvetica Neue"/>
              </a:rPr>
              <a:t>cálculo automático del CAT</a:t>
            </a:r>
            <a:endParaRPr sz="1000">
              <a:latin typeface="Helvetica Neue"/>
              <a:ea typeface="Helvetica Neue"/>
              <a:cs typeface="Helvetica Neue"/>
              <a:sym typeface="Helvetica Neue"/>
            </a:endParaRPr>
          </a:p>
          <a:p>
            <a:pPr indent="-292100" lvl="0" marL="457200" rtl="0" algn="l">
              <a:spcBef>
                <a:spcPts val="0"/>
              </a:spcBef>
              <a:spcAft>
                <a:spcPts val="0"/>
              </a:spcAft>
              <a:buSzPts val="1000"/>
              <a:buFont typeface="Helvetica Neue"/>
              <a:buChar char="●"/>
            </a:pPr>
            <a:r>
              <a:rPr lang="es" sz="1000">
                <a:latin typeface="Helvetica Neue"/>
                <a:ea typeface="Helvetica Neue"/>
                <a:cs typeface="Helvetica Neue"/>
                <a:sym typeface="Helvetica Neue"/>
              </a:rPr>
              <a:t>Tasas diferenciadas</a:t>
            </a:r>
            <a:endParaRPr sz="1000">
              <a:latin typeface="Helvetica Neue"/>
              <a:ea typeface="Helvetica Neue"/>
              <a:cs typeface="Helvetica Neue"/>
              <a:sym typeface="Helvetica Neue"/>
            </a:endParaRPr>
          </a:p>
          <a:p>
            <a:pPr indent="-292100" lvl="0" marL="457200" rtl="0" algn="l">
              <a:spcBef>
                <a:spcPts val="0"/>
              </a:spcBef>
              <a:spcAft>
                <a:spcPts val="0"/>
              </a:spcAft>
              <a:buSzPts val="1000"/>
              <a:buFont typeface="Helvetica Neue"/>
              <a:buChar char="●"/>
            </a:pPr>
            <a:r>
              <a:rPr lang="es" sz="1000">
                <a:latin typeface="Helvetica Neue"/>
                <a:ea typeface="Helvetica Neue"/>
                <a:cs typeface="Helvetica Neue"/>
                <a:sym typeface="Helvetica Neue"/>
              </a:rPr>
              <a:t>Programa de Recompensas</a:t>
            </a:r>
            <a:endParaRPr sz="1000">
              <a:latin typeface="Helvetica Neue"/>
              <a:ea typeface="Helvetica Neue"/>
              <a:cs typeface="Helvetica Neue"/>
              <a:sym typeface="Helvetica Neue"/>
            </a:endParaRPr>
          </a:p>
          <a:p>
            <a:pPr indent="0" lvl="0" marL="0" rtl="0" algn="ctr">
              <a:lnSpc>
                <a:spcPct val="100000"/>
              </a:lnSpc>
              <a:spcBef>
                <a:spcPts val="0"/>
              </a:spcBef>
              <a:spcAft>
                <a:spcPts val="0"/>
              </a:spcAft>
              <a:buClr>
                <a:srgbClr val="000000"/>
              </a:buClr>
              <a:buSzPts val="1000"/>
              <a:buFont typeface="Arial"/>
              <a:buNone/>
            </a:pPr>
            <a:r>
              <a:t/>
            </a:r>
            <a:endParaRPr b="1" sz="1000">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700"/>
              <a:buFont typeface="Arial"/>
              <a:buNone/>
            </a:pPr>
            <a:r>
              <a:t/>
            </a:r>
            <a:endParaRPr i="0" sz="1000" u="none" cap="none" strike="noStrike">
              <a:solidFill>
                <a:srgbClr val="000000"/>
              </a:solidFill>
              <a:latin typeface="Helvetica Neue"/>
              <a:ea typeface="Helvetica Neue"/>
              <a:cs typeface="Helvetica Neue"/>
              <a:sym typeface="Helvetica Neue"/>
            </a:endParaRPr>
          </a:p>
        </p:txBody>
      </p:sp>
      <p:sp>
        <p:nvSpPr>
          <p:cNvPr id="1009" name="Google Shape;1009;p177"/>
          <p:cNvSpPr/>
          <p:nvPr/>
        </p:nvSpPr>
        <p:spPr>
          <a:xfrm>
            <a:off x="5883675" y="1797050"/>
            <a:ext cx="2606700" cy="3212400"/>
          </a:xfrm>
          <a:prstGeom prst="rect">
            <a:avLst/>
          </a:prstGeom>
          <a:solidFill>
            <a:srgbClr val="B2B2B2"/>
          </a:solidFill>
          <a:ln>
            <a:noFill/>
          </a:ln>
        </p:spPr>
        <p:txBody>
          <a:bodyPr anchorCtr="0" anchor="t" bIns="90000" lIns="90000" spcFirstLastPara="1" rIns="90000" wrap="square" tIns="90000">
            <a:noAutofit/>
          </a:bodyPr>
          <a:lstStyle/>
          <a:p>
            <a:pPr indent="0" lvl="0" marL="0" rtl="0" algn="l">
              <a:spcBef>
                <a:spcPts val="0"/>
              </a:spcBef>
              <a:spcAft>
                <a:spcPts val="0"/>
              </a:spcAft>
              <a:buNone/>
            </a:pPr>
            <a:r>
              <a:rPr b="1" lang="es" sz="800">
                <a:latin typeface="Helvetica Neue"/>
                <a:ea typeface="Helvetica Neue"/>
                <a:cs typeface="Helvetica Neue"/>
                <a:sym typeface="Helvetica Neue"/>
              </a:rPr>
              <a:t>Funcionalidades fase 4.</a:t>
            </a:r>
            <a:endParaRPr b="1" sz="800">
              <a:latin typeface="Helvetica Neue"/>
              <a:ea typeface="Helvetica Neue"/>
              <a:cs typeface="Helvetica Neue"/>
              <a:sym typeface="Helvetica Neue"/>
            </a:endParaRPr>
          </a:p>
          <a:p>
            <a:pPr indent="0" lvl="0" marL="0" rtl="0" algn="l">
              <a:spcBef>
                <a:spcPts val="0"/>
              </a:spcBef>
              <a:spcAft>
                <a:spcPts val="0"/>
              </a:spcAft>
              <a:buNone/>
            </a:pPr>
            <a:r>
              <a:t/>
            </a:r>
            <a:endParaRPr b="1" sz="800">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700"/>
              <a:buFont typeface="Arial"/>
              <a:buNone/>
            </a:pPr>
            <a:r>
              <a:rPr b="1" lang="es" sz="1000">
                <a:latin typeface="Helvetica Neue"/>
                <a:ea typeface="Helvetica Neue"/>
                <a:cs typeface="Helvetica Neue"/>
                <a:sym typeface="Helvetica Neue"/>
              </a:rPr>
              <a:t>TdC Oro / Platinum</a:t>
            </a:r>
            <a:endParaRPr b="1" sz="1000">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700"/>
              <a:buFont typeface="Arial"/>
              <a:buNone/>
            </a:pPr>
            <a:r>
              <a:t/>
            </a:r>
            <a:endParaRPr sz="1000">
              <a:solidFill>
                <a:srgbClr val="000000"/>
              </a:solidFill>
              <a:latin typeface="Helvetica Neue"/>
              <a:ea typeface="Helvetica Neue"/>
              <a:cs typeface="Helvetica Neue"/>
              <a:sym typeface="Helvetica Neue"/>
            </a:endParaRPr>
          </a:p>
          <a:p>
            <a:pPr indent="-292100" lvl="0" marL="457200" rtl="0" algn="l">
              <a:lnSpc>
                <a:spcPct val="100000"/>
              </a:lnSpc>
              <a:spcBef>
                <a:spcPts val="0"/>
              </a:spcBef>
              <a:spcAft>
                <a:spcPts val="0"/>
              </a:spcAft>
              <a:buClr>
                <a:srgbClr val="000000"/>
              </a:buClr>
              <a:buSzPts val="1000"/>
              <a:buFont typeface="Helvetica Neue"/>
              <a:buChar char="●"/>
            </a:pPr>
            <a:r>
              <a:rPr lang="es" sz="1000">
                <a:latin typeface="Helvetica Neue"/>
                <a:ea typeface="Helvetica Neue"/>
                <a:cs typeface="Helvetica Neue"/>
                <a:sym typeface="Helvetica Neue"/>
              </a:rPr>
              <a:t>Envío a domicilio de tarjeta personalizada</a:t>
            </a:r>
            <a:endParaRPr sz="1000">
              <a:latin typeface="Helvetica Neue"/>
              <a:ea typeface="Helvetica Neue"/>
              <a:cs typeface="Helvetica Neue"/>
              <a:sym typeface="Helvetica Neue"/>
            </a:endParaRPr>
          </a:p>
          <a:p>
            <a:pPr indent="0" lvl="0" marL="457200" rtl="0" algn="l">
              <a:lnSpc>
                <a:spcPct val="100000"/>
              </a:lnSpc>
              <a:spcBef>
                <a:spcPts val="0"/>
              </a:spcBef>
              <a:spcAft>
                <a:spcPts val="0"/>
              </a:spcAft>
              <a:buNone/>
            </a:pPr>
            <a:r>
              <a:t/>
            </a:r>
            <a:endParaRPr sz="1000">
              <a:latin typeface="Helvetica Neue"/>
              <a:ea typeface="Helvetica Neue"/>
              <a:cs typeface="Helvetica Neue"/>
              <a:sym typeface="Helvetica Neue"/>
            </a:endParaRPr>
          </a:p>
          <a:p>
            <a:pPr indent="0" lvl="0" marL="0" rtl="0" algn="ctr">
              <a:spcBef>
                <a:spcPts val="0"/>
              </a:spcBef>
              <a:spcAft>
                <a:spcPts val="0"/>
              </a:spcAft>
              <a:buNone/>
            </a:pPr>
            <a:r>
              <a:rPr b="1" lang="es" sz="1000">
                <a:latin typeface="Helvetica Neue"/>
                <a:ea typeface="Helvetica Neue"/>
                <a:cs typeface="Helvetica Neue"/>
                <a:sym typeface="Helvetica Neue"/>
              </a:rPr>
              <a:t>TdC Infinite</a:t>
            </a:r>
            <a:endParaRPr b="1" sz="1000">
              <a:latin typeface="Helvetica Neue"/>
              <a:ea typeface="Helvetica Neue"/>
              <a:cs typeface="Helvetica Neue"/>
              <a:sym typeface="Helvetica Neue"/>
            </a:endParaRPr>
          </a:p>
          <a:p>
            <a:pPr indent="0" lvl="0" marL="0" rtl="0" algn="ctr">
              <a:spcBef>
                <a:spcPts val="0"/>
              </a:spcBef>
              <a:spcAft>
                <a:spcPts val="0"/>
              </a:spcAft>
              <a:buNone/>
            </a:pPr>
            <a:r>
              <a:t/>
            </a:r>
            <a:endParaRPr b="1" sz="1000">
              <a:latin typeface="Helvetica Neue"/>
              <a:ea typeface="Helvetica Neue"/>
              <a:cs typeface="Helvetica Neue"/>
              <a:sym typeface="Helvetica Neue"/>
            </a:endParaRPr>
          </a:p>
          <a:p>
            <a:pPr indent="-292100" lvl="0" marL="457200" rtl="0" algn="l">
              <a:spcBef>
                <a:spcPts val="0"/>
              </a:spcBef>
              <a:spcAft>
                <a:spcPts val="0"/>
              </a:spcAft>
              <a:buSzPts val="1000"/>
              <a:buFont typeface="Helvetica Neue"/>
              <a:buChar char="●"/>
            </a:pPr>
            <a:r>
              <a:rPr lang="es" sz="1000">
                <a:latin typeface="Helvetica Neue"/>
                <a:ea typeface="Helvetica Neue"/>
                <a:cs typeface="Helvetica Neue"/>
                <a:sym typeface="Helvetica Neue"/>
              </a:rPr>
              <a:t>Envío a domicilio de tarjeta personalizada</a:t>
            </a:r>
            <a:endParaRPr sz="1000">
              <a:latin typeface="Helvetica Neue"/>
              <a:ea typeface="Helvetica Neue"/>
              <a:cs typeface="Helvetica Neue"/>
              <a:sym typeface="Helvetica Neue"/>
            </a:endParaRPr>
          </a:p>
          <a:p>
            <a:pPr indent="-292100" lvl="0" marL="457200" rtl="0" algn="l">
              <a:spcBef>
                <a:spcPts val="0"/>
              </a:spcBef>
              <a:spcAft>
                <a:spcPts val="0"/>
              </a:spcAft>
              <a:buSzPts val="1000"/>
              <a:buFont typeface="Helvetica Neue"/>
              <a:buChar char="●"/>
            </a:pPr>
            <a:r>
              <a:rPr lang="es" sz="1000">
                <a:latin typeface="Helvetica Neue"/>
                <a:ea typeface="Helvetica Neue"/>
                <a:cs typeface="Helvetica Neue"/>
                <a:sym typeface="Helvetica Neue"/>
              </a:rPr>
              <a:t>Bonificación de anualidad</a:t>
            </a:r>
            <a:endParaRPr b="1" sz="1000">
              <a:latin typeface="Helvetica Neue"/>
              <a:ea typeface="Helvetica Neue"/>
              <a:cs typeface="Helvetica Neue"/>
              <a:sym typeface="Helvetica Neue"/>
            </a:endParaRPr>
          </a:p>
        </p:txBody>
      </p:sp>
      <p:sp>
        <p:nvSpPr>
          <p:cNvPr id="1010" name="Google Shape;1010;p177"/>
          <p:cNvSpPr/>
          <p:nvPr/>
        </p:nvSpPr>
        <p:spPr>
          <a:xfrm>
            <a:off x="3080600" y="1418500"/>
            <a:ext cx="2712000" cy="291300"/>
          </a:xfrm>
          <a:prstGeom prst="rect">
            <a:avLst/>
          </a:prstGeom>
          <a:solidFill>
            <a:srgbClr val="2E2E2E"/>
          </a:solidFill>
          <a:ln>
            <a:noFill/>
          </a:ln>
        </p:spPr>
        <p:txBody>
          <a:bodyPr anchorCtr="0" anchor="ctr" bIns="8575" lIns="17150" spcFirstLastPara="1" rIns="17150" wrap="square" tIns="8575">
            <a:noAutofit/>
          </a:bodyPr>
          <a:lstStyle/>
          <a:p>
            <a:pPr indent="0" lvl="0" marL="0" rtl="0" algn="ctr">
              <a:spcBef>
                <a:spcPts val="0"/>
              </a:spcBef>
              <a:spcAft>
                <a:spcPts val="0"/>
              </a:spcAft>
              <a:buNone/>
            </a:pPr>
            <a:r>
              <a:rPr b="1" lang="es" sz="1100">
                <a:solidFill>
                  <a:schemeClr val="dk1"/>
                </a:solidFill>
              </a:rPr>
              <a:t>Funcionalidades para todo portafolio</a:t>
            </a:r>
            <a:endParaRPr b="1" i="0" sz="1000" u="none" cap="none" strike="noStrike">
              <a:solidFill>
                <a:srgbClr val="FFFFFF"/>
              </a:solidFill>
              <a:latin typeface="Helvetica Neue"/>
              <a:ea typeface="Helvetica Neue"/>
              <a:cs typeface="Helvetica Neue"/>
              <a:sym typeface="Helvetica Neue"/>
            </a:endParaRPr>
          </a:p>
        </p:txBody>
      </p:sp>
      <p:sp>
        <p:nvSpPr>
          <p:cNvPr id="1011" name="Google Shape;1011;p177"/>
          <p:cNvSpPr/>
          <p:nvPr/>
        </p:nvSpPr>
        <p:spPr>
          <a:xfrm>
            <a:off x="5883875" y="1418500"/>
            <a:ext cx="2606700" cy="291300"/>
          </a:xfrm>
          <a:prstGeom prst="rect">
            <a:avLst/>
          </a:prstGeom>
          <a:solidFill>
            <a:srgbClr val="2E2E2E"/>
          </a:solidFill>
          <a:ln>
            <a:noFill/>
          </a:ln>
        </p:spPr>
        <p:txBody>
          <a:bodyPr anchorCtr="0" anchor="ctr" bIns="8575" lIns="17150" spcFirstLastPara="1" rIns="17150" wrap="square" tIns="8575">
            <a:noAutofit/>
          </a:bodyPr>
          <a:lstStyle/>
          <a:p>
            <a:pPr indent="0" lvl="0" marL="0" rtl="0" algn="ctr">
              <a:spcBef>
                <a:spcPts val="0"/>
              </a:spcBef>
              <a:spcAft>
                <a:spcPts val="0"/>
              </a:spcAft>
              <a:buNone/>
            </a:pPr>
            <a:r>
              <a:rPr b="1" lang="es" sz="1100">
                <a:solidFill>
                  <a:schemeClr val="dk1"/>
                </a:solidFill>
              </a:rPr>
              <a:t>Funcionalidades por producto</a:t>
            </a:r>
            <a:endParaRPr b="1" i="0" sz="10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178"/>
          <p:cNvSpPr/>
          <p:nvPr/>
        </p:nvSpPr>
        <p:spPr>
          <a:xfrm>
            <a:off x="7403775" y="3543044"/>
            <a:ext cx="1530000" cy="304800"/>
          </a:xfrm>
          <a:prstGeom prst="rect">
            <a:avLst/>
          </a:prstGeom>
          <a:solidFill>
            <a:schemeClr val="lt1"/>
          </a:solidFill>
          <a:ln cap="flat" cmpd="sng" w="7150">
            <a:solidFill>
              <a:srgbClr val="F9FB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78"/>
          <p:cNvSpPr/>
          <p:nvPr/>
        </p:nvSpPr>
        <p:spPr>
          <a:xfrm>
            <a:off x="7033425" y="72644"/>
            <a:ext cx="1471200" cy="182400"/>
          </a:xfrm>
          <a:prstGeom prst="rect">
            <a:avLst/>
          </a:prstGeom>
          <a:solidFill>
            <a:schemeClr val="lt1"/>
          </a:solidFill>
          <a:ln cap="flat" cmpd="sng" w="7150">
            <a:solidFill>
              <a:srgbClr val="F9FB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78"/>
          <p:cNvSpPr/>
          <p:nvPr/>
        </p:nvSpPr>
        <p:spPr>
          <a:xfrm>
            <a:off x="7301475" y="4751080"/>
            <a:ext cx="1675800" cy="326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019" name="Google Shape;1019;p178"/>
          <p:cNvGraphicFramePr/>
          <p:nvPr/>
        </p:nvGraphicFramePr>
        <p:xfrm>
          <a:off x="344252" y="180167"/>
          <a:ext cx="3000000" cy="3000000"/>
        </p:xfrm>
        <a:graphic>
          <a:graphicData uri="http://schemas.openxmlformats.org/drawingml/2006/table">
            <a:tbl>
              <a:tblPr>
                <a:noFill/>
                <a:tableStyleId>{1C230F59-D65F-4629-BC37-529972A66126}</a:tableStyleId>
              </a:tblPr>
              <a:tblGrid>
                <a:gridCol w="9241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gridCol w="302025"/>
              </a:tblGrid>
              <a:tr h="124850">
                <a:tc>
                  <a:txBody>
                    <a:bodyPr/>
                    <a:lstStyle/>
                    <a:p>
                      <a:pPr indent="0" lvl="0" marL="0" marR="0" rtl="0" algn="ctr">
                        <a:lnSpc>
                          <a:spcPct val="100000"/>
                        </a:lnSpc>
                        <a:spcBef>
                          <a:spcPts val="0"/>
                        </a:spcBef>
                        <a:spcAft>
                          <a:spcPts val="0"/>
                        </a:spcAft>
                        <a:buClr>
                          <a:srgbClr val="000000"/>
                        </a:buClr>
                        <a:buSzPts val="400"/>
                        <a:buFont typeface="Arial"/>
                        <a:buNone/>
                      </a:pPr>
                      <a:r>
                        <a:t/>
                      </a:r>
                      <a:endParaRPr b="1" i="0" sz="400" u="none" cap="none" strike="noStrike">
                        <a:solidFill>
                          <a:srgbClr val="FFFFFF"/>
                        </a:solidFill>
                        <a:latin typeface="Arial"/>
                        <a:ea typeface="Arial"/>
                        <a:cs typeface="Arial"/>
                        <a:sym typeface="Arial"/>
                      </a:endParaRPr>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chemeClr val="lt1"/>
                    </a:solidFill>
                  </a:tcPr>
                </a:tc>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Diciembre</a:t>
                      </a:r>
                      <a:endParaRPr sz="400" u="none" cap="none" strike="noStrike"/>
                    </a:p>
                  </a:txBody>
                  <a:tcPr marT="34275" marB="34275" marR="68575" marL="68575" anchor="ctr">
                    <a:lnL cap="flat" cmpd="sng" w="9525">
                      <a:solidFill>
                        <a:schemeClr val="lt1"/>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Enero</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Febrero</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Marzo</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Abril</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FFFFFF"/>
                          </a:solidFill>
                          <a:latin typeface="Montserrat"/>
                          <a:ea typeface="Montserrat"/>
                          <a:cs typeface="Montserrat"/>
                          <a:sym typeface="Montserrat"/>
                        </a:rPr>
                        <a:t>Mayo</a:t>
                      </a:r>
                      <a:endParaRPr b="0" i="0" sz="400" u="none" cap="none" strike="noStrike">
                        <a:solidFill>
                          <a:srgbClr val="000000"/>
                        </a:solidFill>
                        <a:latin typeface="Arial"/>
                        <a:ea typeface="Arial"/>
                        <a:cs typeface="Arial"/>
                        <a:sym typeface="Arial"/>
                      </a:endParaRPr>
                    </a:p>
                  </a:txBody>
                  <a:tcPr marT="34275" marB="34275" marR="68575" marL="6857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FFFFFF"/>
                          </a:solidFill>
                          <a:latin typeface="Montserrat"/>
                          <a:ea typeface="Montserrat"/>
                          <a:cs typeface="Montserrat"/>
                          <a:sym typeface="Montserrat"/>
                        </a:rPr>
                        <a:t>Junio</a:t>
                      </a:r>
                      <a:endParaRPr b="0" i="0" sz="400" u="none" cap="none" strike="noStrike">
                        <a:solidFill>
                          <a:srgbClr val="000000"/>
                        </a:solidFill>
                        <a:latin typeface="Arial"/>
                        <a:ea typeface="Arial"/>
                        <a:cs typeface="Arial"/>
                        <a:sym typeface="Arial"/>
                      </a:endParaRPr>
                    </a:p>
                  </a:txBody>
                  <a:tcPr marT="34275" marB="34275" marR="68575" marL="6857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FFFFFF"/>
                          </a:solidFill>
                          <a:latin typeface="Montserrat"/>
                          <a:ea typeface="Montserrat"/>
                          <a:cs typeface="Montserrat"/>
                          <a:sym typeface="Montserrat"/>
                        </a:rPr>
                        <a:t>Julio</a:t>
                      </a:r>
                      <a:endParaRPr b="0" i="0" sz="400" u="none" cap="none" strike="noStrike">
                        <a:solidFill>
                          <a:srgbClr val="000000"/>
                        </a:solidFill>
                        <a:latin typeface="Arial"/>
                        <a:ea typeface="Arial"/>
                        <a:cs typeface="Arial"/>
                        <a:sym typeface="Arial"/>
                      </a:endParaRPr>
                    </a:p>
                  </a:txBody>
                  <a:tcPr marT="34275" marB="34275" marR="68575" marL="6857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Agosto</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Septiembre</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Octubre</a:t>
                      </a:r>
                      <a:endParaRPr sz="400" u="none" cap="none" strike="noStrike"/>
                    </a:p>
                  </a:txBody>
                  <a:tcPr marT="34275" marB="34275" marR="68575" marL="685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Noviembre</a:t>
                      </a:r>
                      <a:endParaRPr sz="400" u="none" cap="none" strike="noStrike"/>
                    </a:p>
                  </a:txBody>
                  <a:tcPr marT="34275" marB="34275" marR="68575" marL="685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c gridSpan="2">
                  <a:txBody>
                    <a:bodyPr/>
                    <a:lstStyle/>
                    <a:p>
                      <a:pPr indent="0" lvl="0" marL="0" marR="0" rtl="0" algn="ctr">
                        <a:lnSpc>
                          <a:spcPct val="100000"/>
                        </a:lnSpc>
                        <a:spcBef>
                          <a:spcPts val="0"/>
                        </a:spcBef>
                        <a:spcAft>
                          <a:spcPts val="0"/>
                        </a:spcAft>
                        <a:buClr>
                          <a:srgbClr val="000000"/>
                        </a:buClr>
                        <a:buSzPts val="400"/>
                        <a:buFont typeface="Arial"/>
                        <a:buNone/>
                      </a:pPr>
                      <a:r>
                        <a:rPr b="1" lang="es" sz="400" u="none" cap="none" strike="noStrike">
                          <a:solidFill>
                            <a:schemeClr val="lt1"/>
                          </a:solidFill>
                          <a:latin typeface="Montserrat"/>
                          <a:ea typeface="Montserrat"/>
                          <a:cs typeface="Montserrat"/>
                          <a:sym typeface="Montserrat"/>
                        </a:rPr>
                        <a:t>Diciembre</a:t>
                      </a:r>
                      <a:endParaRPr sz="400" u="none" cap="none" strike="noStrike"/>
                    </a:p>
                  </a:txBody>
                  <a:tcPr marT="34275" marB="34275" marR="68575" marL="685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454545"/>
                    </a:solidFill>
                  </a:tcPr>
                </a:tc>
                <a:tc hMerge="1"/>
              </a:tr>
              <a:tr h="100000">
                <a:tc>
                  <a:txBody>
                    <a:bodyPr/>
                    <a:lstStyle/>
                    <a:p>
                      <a:pPr indent="0" lvl="0" marL="0" marR="0" rtl="0" algn="l">
                        <a:lnSpc>
                          <a:spcPct val="100000"/>
                        </a:lnSpc>
                        <a:spcBef>
                          <a:spcPts val="0"/>
                        </a:spcBef>
                        <a:spcAft>
                          <a:spcPts val="0"/>
                        </a:spcAft>
                        <a:buClr>
                          <a:srgbClr val="000000"/>
                        </a:buClr>
                        <a:buSzPts val="600"/>
                        <a:buFont typeface="Arial"/>
                        <a:buNone/>
                      </a:pPr>
                      <a:r>
                        <a:rPr b="1" lang="es" sz="600" u="none" cap="none" strike="noStrike">
                          <a:solidFill>
                            <a:srgbClr val="0070C0"/>
                          </a:solidFill>
                        </a:rPr>
                        <a:t>Iniciativas</a:t>
                      </a:r>
                      <a:endParaRPr b="1" sz="400" u="none" cap="none" strike="noStrike">
                        <a:solidFill>
                          <a:srgbClr val="0070C0"/>
                        </a:solidFill>
                      </a:endParaRPr>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chemeClr val="lt1"/>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EEEEEE"/>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EEEEEE"/>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EEEEEE"/>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EEEEEE"/>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EEEEEE"/>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EEEEEE"/>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rgbClr val="FFFFFF"/>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chemeClr val="lt1"/>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chemeClr val="lt1"/>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Q1</a:t>
                      </a:r>
                      <a:endParaRPr sz="400" u="none" cap="none" strike="noStrike"/>
                    </a:p>
                  </a:txBody>
                  <a:tcPr marT="34275" marB="34275" marR="68575" marL="68575" anchor="ctr">
                    <a:lnL cap="flat" cmpd="sng" w="9525">
                      <a:solidFill>
                        <a:schemeClr val="lt1"/>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c>
                  <a:txBody>
                    <a:bodyPr/>
                    <a:lstStyle/>
                    <a:p>
                      <a:pPr indent="0" lvl="0" marL="0" marR="0" rtl="0" algn="l">
                        <a:lnSpc>
                          <a:spcPct val="100000"/>
                        </a:lnSpc>
                        <a:spcBef>
                          <a:spcPts val="0"/>
                        </a:spcBef>
                        <a:spcAft>
                          <a:spcPts val="0"/>
                        </a:spcAft>
                        <a:buClr>
                          <a:srgbClr val="000000"/>
                        </a:buClr>
                        <a:buSzPts val="400"/>
                        <a:buFont typeface="Arial"/>
                        <a:buNone/>
                      </a:pPr>
                      <a:r>
                        <a:rPr b="0" lang="es" sz="400" u="none" cap="none" strike="noStrike">
                          <a:solidFill>
                            <a:schemeClr val="lt1"/>
                          </a:solidFill>
                          <a:latin typeface="Montserrat"/>
                          <a:ea typeface="Montserrat"/>
                          <a:cs typeface="Montserrat"/>
                          <a:sym typeface="Montserrat"/>
                        </a:rPr>
                        <a:t>Q2</a:t>
                      </a:r>
                      <a:endParaRPr sz="400" u="none" cap="none" strike="noStrike"/>
                    </a:p>
                  </a:txBody>
                  <a:tcPr marT="34275" marB="34275" marR="68575" marL="68575" anchor="ctr">
                    <a:lnL cap="flat" cmpd="sng" w="7150">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999999"/>
                    </a:solidFill>
                  </a:tcPr>
                </a:tc>
              </a:tr>
              <a:tr h="469225">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Apolo</a:t>
                      </a:r>
                      <a:endParaRPr sz="700" u="none" cap="none" strike="noStrike">
                        <a:solidFill>
                          <a:schemeClr val="dk1"/>
                        </a:solidFill>
                        <a:latin typeface="Montserrat"/>
                        <a:ea typeface="Montserrat"/>
                        <a:cs typeface="Montserrat"/>
                        <a:sym typeface="Montserrat"/>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b="1" i="1" sz="400" u="none" cap="none" strike="noStrike">
                        <a:solidFill>
                          <a:srgbClr val="262626"/>
                        </a:solidFill>
                        <a:latin typeface="Montserrat"/>
                        <a:ea typeface="Montserrat"/>
                        <a:cs typeface="Montserrat"/>
                        <a:sym typeface="Montserrat"/>
                      </a:endParaRPr>
                    </a:p>
                  </a:txBody>
                  <a:tcPr marT="26975" marB="26975"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788925">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Smart Vista</a:t>
                      </a:r>
                      <a:endParaRPr sz="700" u="none" cap="none" strike="noStrike">
                        <a:solidFill>
                          <a:schemeClr val="dk1"/>
                        </a:solidFill>
                        <a:latin typeface="Montserrat"/>
                        <a:ea typeface="Montserrat"/>
                        <a:cs typeface="Montserrat"/>
                        <a:sym typeface="Montserrat"/>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432750">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Transact</a:t>
                      </a:r>
                      <a:endParaRPr sz="700" u="none" cap="none" strike="noStrike">
                        <a:solidFill>
                          <a:schemeClr val="dk1"/>
                        </a:solidFill>
                        <a:latin typeface="Montserrat"/>
                        <a:ea typeface="Montserrat"/>
                        <a:cs typeface="Montserrat"/>
                        <a:sym typeface="Montserrat"/>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480125">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Canales</a:t>
                      </a:r>
                      <a:endParaRPr sz="700" u="none" cap="none" strike="noStrike">
                        <a:solidFill>
                          <a:schemeClr val="dk1"/>
                        </a:solidFill>
                        <a:latin typeface="Montserrat"/>
                        <a:ea typeface="Montserrat"/>
                        <a:cs typeface="Montserrat"/>
                        <a:sym typeface="Montserrat"/>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319200">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Interfaces Temporales</a:t>
                      </a:r>
                      <a:endParaRPr sz="1400" u="none" cap="none" strike="noStrike">
                        <a:solidFill>
                          <a:schemeClr val="dk1"/>
                        </a:solidFill>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313450">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Apificación </a:t>
                      </a:r>
                      <a:endParaRPr sz="7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Canales</a:t>
                      </a:r>
                      <a:endParaRPr sz="1400" u="none" cap="none" strike="noStrike">
                        <a:solidFill>
                          <a:schemeClr val="dk1"/>
                        </a:solidFill>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309975">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Apificación </a:t>
                      </a:r>
                      <a:endParaRPr sz="7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SiWeb</a:t>
                      </a:r>
                      <a:endParaRPr sz="1400" u="none" cap="none" strike="noStrike">
                        <a:solidFill>
                          <a:schemeClr val="dk1"/>
                        </a:solidFill>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317375">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Homologación ambientes</a:t>
                      </a:r>
                      <a:endParaRPr sz="1400" u="none" cap="none" strike="noStrike">
                        <a:solidFill>
                          <a:schemeClr val="dk1"/>
                        </a:solidFill>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311625">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DevSecOps</a:t>
                      </a:r>
                      <a:endParaRPr sz="700" u="none" cap="none" strike="noStrike">
                        <a:solidFill>
                          <a:schemeClr val="dk1"/>
                        </a:solidFill>
                        <a:latin typeface="Montserrat"/>
                        <a:ea typeface="Montserrat"/>
                        <a:cs typeface="Montserrat"/>
                        <a:sym typeface="Montserrat"/>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471050">
                <a:tc>
                  <a:txBody>
                    <a:bodyPr/>
                    <a:lstStyle/>
                    <a:p>
                      <a:pPr indent="0" lvl="0" marL="0" marR="0" rtl="0" algn="l">
                        <a:lnSpc>
                          <a:spcPct val="100000"/>
                        </a:lnSpc>
                        <a:spcBef>
                          <a:spcPts val="0"/>
                        </a:spcBef>
                        <a:spcAft>
                          <a:spcPts val="0"/>
                        </a:spcAft>
                        <a:buClr>
                          <a:srgbClr val="000000"/>
                        </a:buClr>
                        <a:buSzPts val="700"/>
                        <a:buFont typeface="Arial"/>
                        <a:buNone/>
                      </a:pPr>
                      <a:r>
                        <a:rPr lang="es" sz="700" u="none" cap="none" strike="noStrike">
                          <a:solidFill>
                            <a:schemeClr val="dk1"/>
                          </a:solidFill>
                          <a:latin typeface="Montserrat"/>
                          <a:ea typeface="Montserrat"/>
                          <a:cs typeface="Montserrat"/>
                          <a:sym typeface="Montserrat"/>
                        </a:rPr>
                        <a:t>Datos / Reportes Regulatorios</a:t>
                      </a:r>
                      <a:endParaRPr sz="1400" u="none" cap="none" strike="noStrike">
                        <a:solidFill>
                          <a:schemeClr val="dk1"/>
                        </a:solidFill>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r h="271525">
                <a:tc>
                  <a:txBody>
                    <a:bodyPr/>
                    <a:lstStyle/>
                    <a:p>
                      <a:pPr indent="0" lvl="0" marL="0" marR="0" rtl="0" algn="l">
                        <a:lnSpc>
                          <a:spcPct val="100000"/>
                        </a:lnSpc>
                        <a:spcBef>
                          <a:spcPts val="0"/>
                        </a:spcBef>
                        <a:spcAft>
                          <a:spcPts val="0"/>
                        </a:spcAft>
                        <a:buClr>
                          <a:srgbClr val="000000"/>
                        </a:buClr>
                        <a:buSzPts val="600"/>
                        <a:buFont typeface="Arial"/>
                        <a:buNone/>
                      </a:pPr>
                      <a:r>
                        <a:rPr lang="es" sz="600" u="none" cap="none" strike="noStrike">
                          <a:solidFill>
                            <a:schemeClr val="dk1"/>
                          </a:solidFill>
                          <a:latin typeface="Montserrat"/>
                          <a:ea typeface="Montserrat"/>
                          <a:cs typeface="Montserrat"/>
                          <a:sym typeface="Montserrat"/>
                        </a:rPr>
                        <a:t>Readiness / Capacitación</a:t>
                      </a:r>
                      <a:endParaRPr sz="600" u="none" cap="none" strike="noStrike">
                        <a:solidFill>
                          <a:schemeClr val="dk1"/>
                        </a:solidFill>
                        <a:latin typeface="Montserrat"/>
                        <a:ea typeface="Montserrat"/>
                        <a:cs typeface="Montserrat"/>
                        <a:sym typeface="Montserrat"/>
                      </a:endParaRPr>
                    </a:p>
                  </a:txBody>
                  <a:tcPr marT="27000" marB="27000" marR="27000" marL="2700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400"/>
                        <a:buFont typeface="Arial"/>
                        <a:buNone/>
                      </a:pPr>
                      <a:r>
                        <a:t/>
                      </a:r>
                      <a:endParaRPr sz="400" u="none" cap="none" strike="noStrike">
                        <a:solidFill>
                          <a:srgbClr val="B2B2B2"/>
                        </a:solidFill>
                        <a:latin typeface="Montserrat"/>
                        <a:ea typeface="Montserrat"/>
                        <a:cs typeface="Montserrat"/>
                        <a:sym typeface="Montserrat"/>
                      </a:endParaRPr>
                    </a:p>
                  </a:txBody>
                  <a:tcPr marT="34275" marB="34275" marR="68575" marL="6857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595959"/>
                      </a:solidFill>
                      <a:prstDash val="dot"/>
                      <a:round/>
                      <a:headEnd len="sm" w="sm" type="none"/>
                      <a:tailEnd len="sm" w="sm" type="none"/>
                    </a:lnT>
                    <a:lnB cap="flat" cmpd="sng" w="9525">
                      <a:solidFill>
                        <a:srgbClr val="595959"/>
                      </a:solidFill>
                      <a:prstDash val="dot"/>
                      <a:round/>
                      <a:headEnd len="sm" w="sm" type="none"/>
                      <a:tailEnd len="sm" w="sm" type="none"/>
                    </a:lnB>
                    <a:solidFill>
                      <a:srgbClr val="FFFFFF"/>
                    </a:solidFill>
                  </a:tcPr>
                </a:tc>
              </a:tr>
            </a:tbl>
          </a:graphicData>
        </a:graphic>
      </p:graphicFrame>
      <p:sp>
        <p:nvSpPr>
          <p:cNvPr id="1020" name="Google Shape;1020;p178"/>
          <p:cNvSpPr/>
          <p:nvPr/>
        </p:nvSpPr>
        <p:spPr>
          <a:xfrm>
            <a:off x="1268961" y="2746892"/>
            <a:ext cx="12231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21" name="Google Shape;1021;p178"/>
          <p:cNvSpPr/>
          <p:nvPr/>
        </p:nvSpPr>
        <p:spPr>
          <a:xfrm>
            <a:off x="1275263" y="2883224"/>
            <a:ext cx="5541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22" name="Google Shape;1022;p178"/>
          <p:cNvSpPr/>
          <p:nvPr/>
        </p:nvSpPr>
        <p:spPr>
          <a:xfrm>
            <a:off x="1285707" y="2791599"/>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(R2)</a:t>
            </a:r>
            <a:endParaRPr b="1" i="0" sz="500" u="none" cap="none" strike="noStrike">
              <a:solidFill>
                <a:schemeClr val="dk1"/>
              </a:solidFill>
              <a:latin typeface="Montserrat"/>
              <a:ea typeface="Montserrat"/>
              <a:cs typeface="Montserrat"/>
              <a:sym typeface="Montserrat"/>
            </a:endParaRPr>
          </a:p>
        </p:txBody>
      </p:sp>
      <p:sp>
        <p:nvSpPr>
          <p:cNvPr id="1023" name="Google Shape;1023;p178"/>
          <p:cNvSpPr/>
          <p:nvPr/>
        </p:nvSpPr>
        <p:spPr>
          <a:xfrm>
            <a:off x="4373875" y="2878400"/>
            <a:ext cx="4410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24" name="Google Shape;1024;p178"/>
          <p:cNvSpPr/>
          <p:nvPr/>
        </p:nvSpPr>
        <p:spPr>
          <a:xfrm>
            <a:off x="4308854" y="2778165"/>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Despliegue QA (R2)</a:t>
            </a:r>
            <a:endParaRPr b="1" i="0" sz="500" u="none" cap="none" strike="noStrike">
              <a:solidFill>
                <a:schemeClr val="dk1"/>
              </a:solidFill>
              <a:latin typeface="Montserrat"/>
              <a:ea typeface="Montserrat"/>
              <a:cs typeface="Montserrat"/>
              <a:sym typeface="Montserrat"/>
            </a:endParaRPr>
          </a:p>
        </p:txBody>
      </p:sp>
      <p:sp>
        <p:nvSpPr>
          <p:cNvPr id="1025" name="Google Shape;1025;p178"/>
          <p:cNvSpPr/>
          <p:nvPr/>
        </p:nvSpPr>
        <p:spPr>
          <a:xfrm>
            <a:off x="1275277" y="3177480"/>
            <a:ext cx="33822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26" name="Google Shape;1026;p178"/>
          <p:cNvSpPr/>
          <p:nvPr/>
        </p:nvSpPr>
        <p:spPr>
          <a:xfrm>
            <a:off x="1275254" y="3088403"/>
            <a:ext cx="1548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Despliegue (R2)</a:t>
            </a:r>
            <a:endParaRPr b="1" i="0" sz="500" u="none" cap="none" strike="noStrike">
              <a:solidFill>
                <a:schemeClr val="dk1"/>
              </a:solidFill>
              <a:latin typeface="Montserrat"/>
              <a:ea typeface="Montserrat"/>
              <a:cs typeface="Montserrat"/>
              <a:sym typeface="Montserrat"/>
            </a:endParaRPr>
          </a:p>
        </p:txBody>
      </p:sp>
      <p:sp>
        <p:nvSpPr>
          <p:cNvPr id="1027" name="Google Shape;1027;p178"/>
          <p:cNvSpPr/>
          <p:nvPr/>
        </p:nvSpPr>
        <p:spPr>
          <a:xfrm>
            <a:off x="1271432" y="2950598"/>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(R2)</a:t>
            </a:r>
            <a:endParaRPr b="1" i="0" sz="500" u="none" cap="none" strike="noStrike">
              <a:solidFill>
                <a:schemeClr val="dk1"/>
              </a:solidFill>
              <a:latin typeface="Montserrat"/>
              <a:ea typeface="Montserrat"/>
              <a:cs typeface="Montserrat"/>
              <a:sym typeface="Montserrat"/>
            </a:endParaRPr>
          </a:p>
        </p:txBody>
      </p:sp>
      <p:sp>
        <p:nvSpPr>
          <p:cNvPr id="1028" name="Google Shape;1028;p178"/>
          <p:cNvSpPr/>
          <p:nvPr/>
        </p:nvSpPr>
        <p:spPr>
          <a:xfrm>
            <a:off x="1273950" y="3042896"/>
            <a:ext cx="5964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29" name="Google Shape;1029;p178"/>
          <p:cNvSpPr/>
          <p:nvPr/>
        </p:nvSpPr>
        <p:spPr>
          <a:xfrm>
            <a:off x="1268976" y="3496944"/>
            <a:ext cx="32523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30" name="Google Shape;1030;p178"/>
          <p:cNvSpPr/>
          <p:nvPr/>
        </p:nvSpPr>
        <p:spPr>
          <a:xfrm>
            <a:off x="1268961" y="3409262"/>
            <a:ext cx="13473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500"/>
              <a:buFont typeface="Arial"/>
              <a:buNone/>
            </a:pPr>
            <a:r>
              <a:rPr b="1" i="0" lang="es" sz="500" u="none" cap="none" strike="noStrike">
                <a:solidFill>
                  <a:schemeClr val="dk1"/>
                </a:solidFill>
                <a:latin typeface="Montserrat"/>
                <a:ea typeface="Montserrat"/>
                <a:cs typeface="Montserrat"/>
                <a:sym typeface="Montserrat"/>
              </a:rPr>
              <a:t>Despliegue (R2)</a:t>
            </a:r>
            <a:endParaRPr b="0" i="0" sz="500" u="none" cap="none" strike="noStrike">
              <a:solidFill>
                <a:schemeClr val="dk1"/>
              </a:solidFill>
              <a:latin typeface="Montserrat"/>
              <a:ea typeface="Montserrat"/>
              <a:cs typeface="Montserrat"/>
              <a:sym typeface="Montserrat"/>
            </a:endParaRPr>
          </a:p>
        </p:txBody>
      </p:sp>
      <p:sp>
        <p:nvSpPr>
          <p:cNvPr id="1031" name="Google Shape;1031;p178"/>
          <p:cNvSpPr/>
          <p:nvPr/>
        </p:nvSpPr>
        <p:spPr>
          <a:xfrm>
            <a:off x="1275254" y="3978662"/>
            <a:ext cx="2607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32" name="Google Shape;1032;p178"/>
          <p:cNvSpPr/>
          <p:nvPr/>
        </p:nvSpPr>
        <p:spPr>
          <a:xfrm>
            <a:off x="1275254" y="3886874"/>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Despliegue (CSE)</a:t>
            </a:r>
            <a:endParaRPr b="1" i="0" sz="500" u="none" cap="none" strike="noStrike">
              <a:solidFill>
                <a:schemeClr val="dk1"/>
              </a:solidFill>
              <a:latin typeface="Montserrat"/>
              <a:ea typeface="Montserrat"/>
              <a:cs typeface="Montserrat"/>
              <a:sym typeface="Montserrat"/>
            </a:endParaRPr>
          </a:p>
        </p:txBody>
      </p:sp>
      <p:sp>
        <p:nvSpPr>
          <p:cNvPr id="1033" name="Google Shape;1033;p178"/>
          <p:cNvSpPr/>
          <p:nvPr/>
        </p:nvSpPr>
        <p:spPr>
          <a:xfrm>
            <a:off x="2375063" y="3979139"/>
            <a:ext cx="19131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34" name="Google Shape;1034;p178"/>
          <p:cNvSpPr/>
          <p:nvPr/>
        </p:nvSpPr>
        <p:spPr>
          <a:xfrm>
            <a:off x="2375069" y="3887344"/>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(R2)</a:t>
            </a:r>
            <a:endParaRPr b="1" i="0" sz="500" u="none" cap="none" strike="noStrike">
              <a:solidFill>
                <a:schemeClr val="dk1"/>
              </a:solidFill>
              <a:latin typeface="Montserrat"/>
              <a:ea typeface="Montserrat"/>
              <a:cs typeface="Montserrat"/>
              <a:sym typeface="Montserrat"/>
            </a:endParaRPr>
          </a:p>
        </p:txBody>
      </p:sp>
      <p:sp>
        <p:nvSpPr>
          <p:cNvPr id="1035" name="Google Shape;1035;p178"/>
          <p:cNvSpPr/>
          <p:nvPr/>
        </p:nvSpPr>
        <p:spPr>
          <a:xfrm>
            <a:off x="4308319" y="4128344"/>
            <a:ext cx="4911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36" name="Google Shape;1036;p178"/>
          <p:cNvSpPr/>
          <p:nvPr/>
        </p:nvSpPr>
        <p:spPr>
          <a:xfrm>
            <a:off x="4305181" y="4036650"/>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Despliegue (R2)</a:t>
            </a:r>
            <a:endParaRPr b="1" i="0" sz="500" u="none" cap="none" strike="noStrike">
              <a:solidFill>
                <a:schemeClr val="dk1"/>
              </a:solidFill>
              <a:latin typeface="Montserrat"/>
              <a:ea typeface="Montserrat"/>
              <a:cs typeface="Montserrat"/>
              <a:sym typeface="Montserrat"/>
            </a:endParaRPr>
          </a:p>
        </p:txBody>
      </p:sp>
      <p:sp>
        <p:nvSpPr>
          <p:cNvPr id="1037" name="Google Shape;1037;p178"/>
          <p:cNvSpPr/>
          <p:nvPr/>
        </p:nvSpPr>
        <p:spPr>
          <a:xfrm>
            <a:off x="1268959" y="4316204"/>
            <a:ext cx="14712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38" name="Google Shape;1038;p178"/>
          <p:cNvSpPr/>
          <p:nvPr/>
        </p:nvSpPr>
        <p:spPr>
          <a:xfrm>
            <a:off x="1268967" y="4212291"/>
            <a:ext cx="1548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(CSE)</a:t>
            </a:r>
            <a:endParaRPr b="1" i="0" sz="500" u="none" cap="none" strike="noStrike">
              <a:solidFill>
                <a:schemeClr val="dk1"/>
              </a:solidFill>
              <a:latin typeface="Montserrat"/>
              <a:ea typeface="Montserrat"/>
              <a:cs typeface="Montserrat"/>
              <a:sym typeface="Montserrat"/>
            </a:endParaRPr>
          </a:p>
        </p:txBody>
      </p:sp>
      <p:sp>
        <p:nvSpPr>
          <p:cNvPr id="1039" name="Google Shape;1039;p178"/>
          <p:cNvSpPr/>
          <p:nvPr/>
        </p:nvSpPr>
        <p:spPr>
          <a:xfrm>
            <a:off x="2737869" y="4316204"/>
            <a:ext cx="11718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40" name="Google Shape;1040;p178"/>
          <p:cNvSpPr/>
          <p:nvPr/>
        </p:nvSpPr>
        <p:spPr>
          <a:xfrm>
            <a:off x="2737877" y="4212291"/>
            <a:ext cx="1548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Despliegue (CSE)</a:t>
            </a:r>
            <a:endParaRPr b="1" i="0" sz="500" u="none" cap="none" strike="noStrike">
              <a:solidFill>
                <a:schemeClr val="dk1"/>
              </a:solidFill>
              <a:latin typeface="Montserrat"/>
              <a:ea typeface="Montserrat"/>
              <a:cs typeface="Montserrat"/>
              <a:sym typeface="Montserrat"/>
            </a:endParaRPr>
          </a:p>
        </p:txBody>
      </p:sp>
      <p:sp>
        <p:nvSpPr>
          <p:cNvPr id="1041" name="Google Shape;1041;p178"/>
          <p:cNvSpPr/>
          <p:nvPr/>
        </p:nvSpPr>
        <p:spPr>
          <a:xfrm>
            <a:off x="2856469" y="4467123"/>
            <a:ext cx="20373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42" name="Google Shape;1042;p178"/>
          <p:cNvSpPr/>
          <p:nvPr/>
        </p:nvSpPr>
        <p:spPr>
          <a:xfrm>
            <a:off x="2856470" y="4375214"/>
            <a:ext cx="1548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(R2)</a:t>
            </a:r>
            <a:endParaRPr b="1" i="0" sz="500" u="none" cap="none" strike="noStrike">
              <a:solidFill>
                <a:schemeClr val="dk1"/>
              </a:solidFill>
              <a:latin typeface="Montserrat"/>
              <a:ea typeface="Montserrat"/>
              <a:cs typeface="Montserrat"/>
              <a:sym typeface="Montserrat"/>
            </a:endParaRPr>
          </a:p>
        </p:txBody>
      </p:sp>
      <p:sp>
        <p:nvSpPr>
          <p:cNvPr id="1043" name="Google Shape;1043;p178"/>
          <p:cNvSpPr/>
          <p:nvPr/>
        </p:nvSpPr>
        <p:spPr>
          <a:xfrm>
            <a:off x="3906320" y="4316204"/>
            <a:ext cx="17865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44" name="Google Shape;1044;p178"/>
          <p:cNvSpPr/>
          <p:nvPr/>
        </p:nvSpPr>
        <p:spPr>
          <a:xfrm>
            <a:off x="3903949" y="4212291"/>
            <a:ext cx="1548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Transición (CSE)</a:t>
            </a:r>
            <a:endParaRPr b="1" i="0" sz="500" u="none" cap="none" strike="noStrike">
              <a:solidFill>
                <a:schemeClr val="dk1"/>
              </a:solidFill>
              <a:latin typeface="Montserrat"/>
              <a:ea typeface="Montserrat"/>
              <a:cs typeface="Montserrat"/>
              <a:sym typeface="Montserrat"/>
            </a:endParaRPr>
          </a:p>
        </p:txBody>
      </p:sp>
      <p:sp>
        <p:nvSpPr>
          <p:cNvPr id="1045" name="Google Shape;1045;p178"/>
          <p:cNvSpPr/>
          <p:nvPr/>
        </p:nvSpPr>
        <p:spPr>
          <a:xfrm>
            <a:off x="4898119" y="4467123"/>
            <a:ext cx="9006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46" name="Google Shape;1046;p178"/>
          <p:cNvSpPr/>
          <p:nvPr/>
        </p:nvSpPr>
        <p:spPr>
          <a:xfrm>
            <a:off x="1272825" y="570322"/>
            <a:ext cx="3619800" cy="54000"/>
          </a:xfrm>
          <a:prstGeom prst="chevron">
            <a:avLst>
              <a:gd fmla="val 36743" name="adj"/>
            </a:avLst>
          </a:prstGeom>
          <a:solidFill>
            <a:srgbClr val="87C54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47" name="Google Shape;1047;p178"/>
          <p:cNvSpPr/>
          <p:nvPr/>
        </p:nvSpPr>
        <p:spPr>
          <a:xfrm>
            <a:off x="1275275" y="479897"/>
            <a:ext cx="25425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(R2)</a:t>
            </a:r>
            <a:endParaRPr b="1" i="0" sz="500" u="none" cap="none" strike="noStrike">
              <a:solidFill>
                <a:schemeClr val="dk1"/>
              </a:solidFill>
              <a:latin typeface="Montserrat"/>
              <a:ea typeface="Montserrat"/>
              <a:cs typeface="Montserrat"/>
              <a:sym typeface="Montserrat"/>
            </a:endParaRPr>
          </a:p>
        </p:txBody>
      </p:sp>
      <p:grpSp>
        <p:nvGrpSpPr>
          <p:cNvPr id="1048" name="Google Shape;1048;p178"/>
          <p:cNvGrpSpPr/>
          <p:nvPr/>
        </p:nvGrpSpPr>
        <p:grpSpPr>
          <a:xfrm>
            <a:off x="5482546" y="769744"/>
            <a:ext cx="778500" cy="181314"/>
            <a:chOff x="3195700" y="2336617"/>
            <a:chExt cx="1038000" cy="219775"/>
          </a:xfrm>
        </p:grpSpPr>
        <p:sp>
          <p:nvSpPr>
            <p:cNvPr id="1049" name="Google Shape;1049;p178"/>
            <p:cNvSpPr/>
            <p:nvPr/>
          </p:nvSpPr>
          <p:spPr>
            <a:xfrm>
              <a:off x="3660219"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050" name="Google Shape;1050;p178"/>
            <p:cNvSpPr txBox="1"/>
            <p:nvPr/>
          </p:nvSpPr>
          <p:spPr>
            <a:xfrm>
              <a:off x="3195700" y="2336617"/>
              <a:ext cx="10380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Despliegue a Prod R2</a:t>
              </a:r>
              <a:endParaRPr b="0" i="1" sz="500" u="none" cap="none" strike="noStrike">
                <a:solidFill>
                  <a:schemeClr val="dk1"/>
                </a:solidFill>
                <a:latin typeface="Montserrat"/>
                <a:ea typeface="Montserrat"/>
                <a:cs typeface="Montserrat"/>
                <a:sym typeface="Montserrat"/>
              </a:endParaRPr>
            </a:p>
          </p:txBody>
        </p:sp>
      </p:grpSp>
      <p:sp>
        <p:nvSpPr>
          <p:cNvPr id="1051" name="Google Shape;1051;p178"/>
          <p:cNvSpPr/>
          <p:nvPr/>
        </p:nvSpPr>
        <p:spPr>
          <a:xfrm>
            <a:off x="1287258" y="938864"/>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Análisis (R2)</a:t>
            </a:r>
            <a:endParaRPr b="1" i="0" sz="500" u="none" cap="none" strike="noStrike">
              <a:solidFill>
                <a:schemeClr val="dk1"/>
              </a:solidFill>
              <a:latin typeface="Montserrat"/>
              <a:ea typeface="Montserrat"/>
              <a:cs typeface="Montserrat"/>
              <a:sym typeface="Montserrat"/>
            </a:endParaRPr>
          </a:p>
        </p:txBody>
      </p:sp>
      <p:sp>
        <p:nvSpPr>
          <p:cNvPr id="1052" name="Google Shape;1052;p178"/>
          <p:cNvSpPr/>
          <p:nvPr/>
        </p:nvSpPr>
        <p:spPr>
          <a:xfrm>
            <a:off x="3533177" y="1318839"/>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Diseño (MVP)</a:t>
            </a:r>
            <a:endParaRPr b="0" i="0" sz="500" u="none" cap="none" strike="noStrike">
              <a:solidFill>
                <a:srgbClr val="FFFFFF"/>
              </a:solidFill>
              <a:latin typeface="Montserrat"/>
              <a:ea typeface="Montserrat"/>
              <a:cs typeface="Montserrat"/>
              <a:sym typeface="Montserrat"/>
            </a:endParaRPr>
          </a:p>
        </p:txBody>
      </p:sp>
      <p:sp>
        <p:nvSpPr>
          <p:cNvPr id="1053" name="Google Shape;1053;p178"/>
          <p:cNvSpPr/>
          <p:nvPr/>
        </p:nvSpPr>
        <p:spPr>
          <a:xfrm>
            <a:off x="1272824" y="1027550"/>
            <a:ext cx="8475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grpSp>
        <p:nvGrpSpPr>
          <p:cNvPr id="1054" name="Google Shape;1054;p178"/>
          <p:cNvGrpSpPr/>
          <p:nvPr/>
        </p:nvGrpSpPr>
        <p:grpSpPr>
          <a:xfrm>
            <a:off x="1095363" y="1864126"/>
            <a:ext cx="988875" cy="174032"/>
            <a:chOff x="2929059" y="2444215"/>
            <a:chExt cx="1318500" cy="210948"/>
          </a:xfrm>
        </p:grpSpPr>
        <p:sp>
          <p:nvSpPr>
            <p:cNvPr id="1055" name="Google Shape;1055;p178"/>
            <p:cNvSpPr/>
            <p:nvPr/>
          </p:nvSpPr>
          <p:spPr>
            <a:xfrm>
              <a:off x="3541479" y="2567891"/>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056" name="Google Shape;1056;p178"/>
            <p:cNvSpPr txBox="1"/>
            <p:nvPr/>
          </p:nvSpPr>
          <p:spPr>
            <a:xfrm>
              <a:off x="2929059" y="2444215"/>
              <a:ext cx="1318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Despliegue a Prod</a:t>
              </a:r>
              <a:endParaRPr b="0" i="1" sz="500" u="none" cap="none" strike="noStrike">
                <a:solidFill>
                  <a:schemeClr val="dk1"/>
                </a:solidFill>
                <a:latin typeface="Montserrat"/>
                <a:ea typeface="Montserrat"/>
                <a:cs typeface="Montserrat"/>
                <a:sym typeface="Montserrat"/>
              </a:endParaRPr>
            </a:p>
          </p:txBody>
        </p:sp>
      </p:grpSp>
      <p:sp>
        <p:nvSpPr>
          <p:cNvPr id="1057" name="Google Shape;1057;p178"/>
          <p:cNvSpPr/>
          <p:nvPr/>
        </p:nvSpPr>
        <p:spPr>
          <a:xfrm>
            <a:off x="4347450" y="2090147"/>
            <a:ext cx="934800" cy="54000"/>
          </a:xfrm>
          <a:prstGeom prst="chevron">
            <a:avLst>
              <a:gd fmla="val 36743" name="adj"/>
            </a:avLst>
          </a:prstGeom>
          <a:solidFill>
            <a:srgbClr val="00B0F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58" name="Google Shape;1058;p178"/>
          <p:cNvSpPr/>
          <p:nvPr/>
        </p:nvSpPr>
        <p:spPr>
          <a:xfrm>
            <a:off x="4347450" y="2010750"/>
            <a:ext cx="3186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Análisis</a:t>
            </a:r>
            <a:r>
              <a:rPr b="0" i="0" lang="es" sz="500" u="none" cap="none" strike="noStrike">
                <a:solidFill>
                  <a:schemeClr val="dk1"/>
                </a:solidFill>
                <a:latin typeface="Montserrat"/>
                <a:ea typeface="Montserrat"/>
                <a:cs typeface="Montserrat"/>
                <a:sym typeface="Montserrat"/>
              </a:rPr>
              <a:t> - Nuevos Productos (CSE Variantes | Cuenta Corriente | Factoraje)</a:t>
            </a:r>
            <a:endParaRPr b="0" i="0" sz="500" u="none" cap="none" strike="noStrike">
              <a:solidFill>
                <a:schemeClr val="dk1"/>
              </a:solidFill>
              <a:latin typeface="Montserrat"/>
              <a:ea typeface="Montserrat"/>
              <a:cs typeface="Montserrat"/>
              <a:sym typeface="Montserrat"/>
            </a:endParaRPr>
          </a:p>
        </p:txBody>
      </p:sp>
      <p:grpSp>
        <p:nvGrpSpPr>
          <p:cNvPr id="1059" name="Google Shape;1059;p178"/>
          <p:cNvGrpSpPr/>
          <p:nvPr/>
        </p:nvGrpSpPr>
        <p:grpSpPr>
          <a:xfrm>
            <a:off x="4056600" y="560484"/>
            <a:ext cx="847575" cy="4568722"/>
            <a:chOff x="5437303" y="914301"/>
            <a:chExt cx="1130100" cy="5264718"/>
          </a:xfrm>
        </p:grpSpPr>
        <p:cxnSp>
          <p:nvCxnSpPr>
            <p:cNvPr id="1060" name="Google Shape;1060;p178"/>
            <p:cNvCxnSpPr/>
            <p:nvPr/>
          </p:nvCxnSpPr>
          <p:spPr>
            <a:xfrm>
              <a:off x="5963658" y="914301"/>
              <a:ext cx="38700" cy="5098500"/>
            </a:xfrm>
            <a:prstGeom prst="straightConnector1">
              <a:avLst/>
            </a:prstGeom>
            <a:noFill/>
            <a:ln cap="flat" cmpd="sng" w="14300">
              <a:solidFill>
                <a:srgbClr val="000000"/>
              </a:solidFill>
              <a:prstDash val="dash"/>
              <a:round/>
              <a:headEnd len="sm" w="sm" type="none"/>
              <a:tailEnd len="sm" w="sm" type="none"/>
            </a:ln>
          </p:spPr>
        </p:cxnSp>
        <p:sp>
          <p:nvSpPr>
            <p:cNvPr id="1061" name="Google Shape;1061;p178"/>
            <p:cNvSpPr/>
            <p:nvPr/>
          </p:nvSpPr>
          <p:spPr>
            <a:xfrm>
              <a:off x="5437303" y="6027519"/>
              <a:ext cx="1130100" cy="151500"/>
            </a:xfrm>
            <a:prstGeom prst="rect">
              <a:avLst/>
            </a:prstGeom>
            <a:solidFill>
              <a:schemeClr val="lt1"/>
            </a:solidFill>
            <a:ln>
              <a:noFill/>
            </a:ln>
          </p:spPr>
          <p:txBody>
            <a:bodyPr anchorCtr="0" anchor="ctr" bIns="66675" lIns="66675" spcFirstLastPara="1" rIns="66675" wrap="square" tIns="66675">
              <a:noAutofit/>
            </a:bodyPr>
            <a:lstStyle/>
            <a:p>
              <a:pPr indent="0" lvl="0" marL="0" marR="0" rtl="0" algn="ctr">
                <a:lnSpc>
                  <a:spcPct val="106000"/>
                </a:lnSpc>
                <a:spcBef>
                  <a:spcPts val="0"/>
                </a:spcBef>
                <a:spcAft>
                  <a:spcPts val="0"/>
                </a:spcAft>
                <a:buClr>
                  <a:srgbClr val="4285F4"/>
                </a:buClr>
                <a:buSzPts val="800"/>
                <a:buFont typeface="Noto Sans Symbols"/>
                <a:buNone/>
              </a:pPr>
              <a:r>
                <a:rPr b="1" i="0" lang="es" sz="800" u="none" cap="none" strike="noStrike">
                  <a:solidFill>
                    <a:srgbClr val="FF0000"/>
                  </a:solidFill>
                  <a:latin typeface="Montserrat"/>
                  <a:ea typeface="Montserrat"/>
                  <a:cs typeface="Montserrat"/>
                  <a:sym typeface="Montserrat"/>
                </a:rPr>
                <a:t>HOY</a:t>
              </a:r>
              <a:endParaRPr b="0" i="0" sz="1200" u="none" cap="none" strike="noStrike">
                <a:solidFill>
                  <a:srgbClr val="FF0000"/>
                </a:solidFill>
                <a:latin typeface="Arial"/>
                <a:ea typeface="Arial"/>
                <a:cs typeface="Arial"/>
                <a:sym typeface="Arial"/>
              </a:endParaRPr>
            </a:p>
          </p:txBody>
        </p:sp>
      </p:grpSp>
      <p:grpSp>
        <p:nvGrpSpPr>
          <p:cNvPr id="1062" name="Google Shape;1062;p178"/>
          <p:cNvGrpSpPr/>
          <p:nvPr/>
        </p:nvGrpSpPr>
        <p:grpSpPr>
          <a:xfrm>
            <a:off x="1328497" y="2008737"/>
            <a:ext cx="579300" cy="3103888"/>
            <a:chOff x="4613607" y="1487119"/>
            <a:chExt cx="579300" cy="3322154"/>
          </a:xfrm>
        </p:grpSpPr>
        <p:sp>
          <p:nvSpPr>
            <p:cNvPr id="1063" name="Google Shape;1063;p178"/>
            <p:cNvSpPr/>
            <p:nvPr/>
          </p:nvSpPr>
          <p:spPr>
            <a:xfrm>
              <a:off x="4613607" y="4707873"/>
              <a:ext cx="579300" cy="101400"/>
            </a:xfrm>
            <a:prstGeom prst="rect">
              <a:avLst/>
            </a:prstGeom>
            <a:noFill/>
            <a:ln>
              <a:noFill/>
            </a:ln>
          </p:spPr>
          <p:txBody>
            <a:bodyPr anchorCtr="0" anchor="ctr" bIns="66675" lIns="66675" spcFirstLastPara="1" rIns="66675" wrap="square" tIns="66675">
              <a:noAutofit/>
            </a:bodyPr>
            <a:lstStyle/>
            <a:p>
              <a:pPr indent="0" lvl="0" marL="0" marR="0" rtl="0" algn="ctr">
                <a:lnSpc>
                  <a:spcPct val="106000"/>
                </a:lnSpc>
                <a:spcBef>
                  <a:spcPts val="0"/>
                </a:spcBef>
                <a:spcAft>
                  <a:spcPts val="0"/>
                </a:spcAft>
                <a:buClr>
                  <a:srgbClr val="4285F4"/>
                </a:buClr>
                <a:buSzPts val="800"/>
                <a:buFont typeface="Noto Sans Symbols"/>
                <a:buNone/>
              </a:pPr>
              <a:r>
                <a:rPr b="1" i="1" lang="es" sz="500" u="none" cap="none" strike="noStrike">
                  <a:solidFill>
                    <a:srgbClr val="000000"/>
                  </a:solidFill>
                  <a:latin typeface="Montserrat"/>
                  <a:ea typeface="Montserrat"/>
                  <a:cs typeface="Montserrat"/>
                  <a:sym typeface="Montserrat"/>
                </a:rPr>
                <a:t>Release CSE</a:t>
              </a:r>
              <a:endParaRPr b="1" i="1" sz="500" u="none" cap="none" strike="noStrike">
                <a:solidFill>
                  <a:srgbClr val="000000"/>
                </a:solidFill>
                <a:latin typeface="Montserrat"/>
                <a:ea typeface="Montserrat"/>
                <a:cs typeface="Montserrat"/>
                <a:sym typeface="Montserrat"/>
              </a:endParaRPr>
            </a:p>
            <a:p>
              <a:pPr indent="0" lvl="0" marL="0" marR="0" rtl="0" algn="ctr">
                <a:lnSpc>
                  <a:spcPct val="106000"/>
                </a:lnSpc>
                <a:spcBef>
                  <a:spcPts val="0"/>
                </a:spcBef>
                <a:spcAft>
                  <a:spcPts val="0"/>
                </a:spcAft>
                <a:buClr>
                  <a:srgbClr val="4285F4"/>
                </a:buClr>
                <a:buSzPts val="800"/>
                <a:buFont typeface="Noto Sans Symbols"/>
                <a:buNone/>
              </a:pPr>
              <a:r>
                <a:rPr b="0" i="1" lang="es" sz="500" u="none" cap="none" strike="noStrike">
                  <a:solidFill>
                    <a:srgbClr val="000000"/>
                  </a:solidFill>
                  <a:latin typeface="Montserrat"/>
                  <a:ea typeface="Montserrat"/>
                  <a:cs typeface="Montserrat"/>
                  <a:sym typeface="Montserrat"/>
                </a:rPr>
                <a:t>20 Dic</a:t>
              </a:r>
              <a:endParaRPr b="0" i="1" sz="500" u="none" cap="none" strike="noStrike">
                <a:solidFill>
                  <a:srgbClr val="000000"/>
                </a:solidFill>
                <a:latin typeface="Montserrat"/>
                <a:ea typeface="Montserrat"/>
                <a:cs typeface="Montserrat"/>
                <a:sym typeface="Montserrat"/>
              </a:endParaRPr>
            </a:p>
          </p:txBody>
        </p:sp>
        <p:cxnSp>
          <p:nvCxnSpPr>
            <p:cNvPr id="1064" name="Google Shape;1064;p178"/>
            <p:cNvCxnSpPr/>
            <p:nvPr/>
          </p:nvCxnSpPr>
          <p:spPr>
            <a:xfrm>
              <a:off x="4887503" y="1487119"/>
              <a:ext cx="9900" cy="2997900"/>
            </a:xfrm>
            <a:prstGeom prst="straightConnector1">
              <a:avLst/>
            </a:prstGeom>
            <a:noFill/>
            <a:ln cap="flat" cmpd="sng" w="14300">
              <a:solidFill>
                <a:srgbClr val="87C544"/>
              </a:solidFill>
              <a:prstDash val="dash"/>
              <a:round/>
              <a:headEnd len="med" w="med" type="diamond"/>
              <a:tailEnd len="sm" w="sm" type="none"/>
            </a:ln>
          </p:spPr>
        </p:cxnSp>
        <p:sp>
          <p:nvSpPr>
            <p:cNvPr id="1065" name="Google Shape;1065;p178"/>
            <p:cNvSpPr/>
            <p:nvPr/>
          </p:nvSpPr>
          <p:spPr>
            <a:xfrm>
              <a:off x="4842134" y="4515526"/>
              <a:ext cx="110539" cy="120640"/>
            </a:xfrm>
            <a:prstGeom prst="flowChartOffpageConnector">
              <a:avLst/>
            </a:prstGeom>
            <a:solidFill>
              <a:srgbClr val="87C544"/>
            </a:solid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500"/>
                <a:buFont typeface="Arial"/>
                <a:buNone/>
              </a:pPr>
              <a:r>
                <a:t/>
              </a:r>
              <a:endParaRPr b="1" i="0" sz="500" u="none" cap="none" strike="noStrike">
                <a:solidFill>
                  <a:srgbClr val="FFFFFF"/>
                </a:solidFill>
                <a:latin typeface="Montserrat"/>
                <a:ea typeface="Montserrat"/>
                <a:cs typeface="Montserrat"/>
                <a:sym typeface="Montserrat"/>
              </a:endParaRPr>
            </a:p>
          </p:txBody>
        </p:sp>
      </p:grpSp>
      <p:grpSp>
        <p:nvGrpSpPr>
          <p:cNvPr id="1066" name="Google Shape;1066;p178"/>
          <p:cNvGrpSpPr/>
          <p:nvPr/>
        </p:nvGrpSpPr>
        <p:grpSpPr>
          <a:xfrm>
            <a:off x="5293175" y="891088"/>
            <a:ext cx="1171800" cy="4231072"/>
            <a:chOff x="5643449" y="35870"/>
            <a:chExt cx="1171800" cy="4665423"/>
          </a:xfrm>
        </p:grpSpPr>
        <p:sp>
          <p:nvSpPr>
            <p:cNvPr id="1067" name="Google Shape;1067;p178"/>
            <p:cNvSpPr/>
            <p:nvPr/>
          </p:nvSpPr>
          <p:spPr>
            <a:xfrm>
              <a:off x="5643449" y="4556393"/>
              <a:ext cx="1171800" cy="144900"/>
            </a:xfrm>
            <a:prstGeom prst="rect">
              <a:avLst/>
            </a:prstGeom>
            <a:noFill/>
            <a:ln>
              <a:noFill/>
            </a:ln>
          </p:spPr>
          <p:txBody>
            <a:bodyPr anchorCtr="0" anchor="ctr" bIns="66675" lIns="66675" spcFirstLastPara="1" rIns="66675" wrap="square" tIns="66675">
              <a:noAutofit/>
            </a:bodyPr>
            <a:lstStyle/>
            <a:p>
              <a:pPr indent="0" lvl="0" marL="0" marR="0" rtl="0" algn="ctr">
                <a:lnSpc>
                  <a:spcPct val="106000"/>
                </a:lnSpc>
                <a:spcBef>
                  <a:spcPts val="0"/>
                </a:spcBef>
                <a:spcAft>
                  <a:spcPts val="0"/>
                </a:spcAft>
                <a:buClr>
                  <a:srgbClr val="4285F4"/>
                </a:buClr>
                <a:buSzPts val="800"/>
                <a:buFont typeface="Noto Sans Symbols"/>
                <a:buNone/>
              </a:pPr>
              <a:r>
                <a:rPr b="1" i="1" lang="es" sz="500" u="none" cap="none" strike="noStrike">
                  <a:solidFill>
                    <a:srgbClr val="000000"/>
                  </a:solidFill>
                  <a:latin typeface="Montserrat"/>
                  <a:ea typeface="Montserrat"/>
                  <a:cs typeface="Montserrat"/>
                  <a:sym typeface="Montserrat"/>
                </a:rPr>
                <a:t>R2 -  Apolo TDC Digital</a:t>
              </a:r>
              <a:endParaRPr b="1" i="1" sz="500" u="none" cap="none" strike="noStrike">
                <a:solidFill>
                  <a:srgbClr val="000000"/>
                </a:solidFill>
                <a:latin typeface="Montserrat"/>
                <a:ea typeface="Montserrat"/>
                <a:cs typeface="Montserrat"/>
                <a:sym typeface="Montserrat"/>
              </a:endParaRPr>
            </a:p>
            <a:p>
              <a:pPr indent="0" lvl="0" marL="0" marR="0" rtl="0" algn="ctr">
                <a:lnSpc>
                  <a:spcPct val="106000"/>
                </a:lnSpc>
                <a:spcBef>
                  <a:spcPts val="0"/>
                </a:spcBef>
                <a:spcAft>
                  <a:spcPts val="0"/>
                </a:spcAft>
                <a:buClr>
                  <a:srgbClr val="4285F4"/>
                </a:buClr>
                <a:buSzPts val="800"/>
                <a:buFont typeface="Noto Sans Symbols"/>
                <a:buNone/>
              </a:pPr>
              <a:r>
                <a:rPr b="0" i="1" lang="es" sz="500" u="none" cap="none" strike="noStrike">
                  <a:solidFill>
                    <a:srgbClr val="000000"/>
                  </a:solidFill>
                  <a:latin typeface="Montserrat"/>
                  <a:ea typeface="Montserrat"/>
                  <a:cs typeface="Montserrat"/>
                  <a:sym typeface="Montserrat"/>
                </a:rPr>
                <a:t>11 julio</a:t>
              </a:r>
              <a:endParaRPr b="0" i="1" sz="500" u="none" cap="none" strike="noStrike">
                <a:solidFill>
                  <a:srgbClr val="000000"/>
                </a:solidFill>
                <a:latin typeface="Montserrat"/>
                <a:ea typeface="Montserrat"/>
                <a:cs typeface="Montserrat"/>
                <a:sym typeface="Montserrat"/>
              </a:endParaRPr>
            </a:p>
          </p:txBody>
        </p:sp>
        <p:cxnSp>
          <p:nvCxnSpPr>
            <p:cNvPr id="1068" name="Google Shape;1068;p178"/>
            <p:cNvCxnSpPr/>
            <p:nvPr/>
          </p:nvCxnSpPr>
          <p:spPr>
            <a:xfrm>
              <a:off x="6209029" y="35870"/>
              <a:ext cx="21900" cy="4350600"/>
            </a:xfrm>
            <a:prstGeom prst="straightConnector1">
              <a:avLst/>
            </a:prstGeom>
            <a:noFill/>
            <a:ln cap="flat" cmpd="sng" w="14300">
              <a:solidFill>
                <a:srgbClr val="1A94C0"/>
              </a:solidFill>
              <a:prstDash val="dash"/>
              <a:round/>
              <a:headEnd len="med" w="med" type="diamond"/>
              <a:tailEnd len="sm" w="sm" type="none"/>
            </a:ln>
          </p:spPr>
        </p:cxnSp>
        <p:sp>
          <p:nvSpPr>
            <p:cNvPr id="1069" name="Google Shape;1069;p178"/>
            <p:cNvSpPr/>
            <p:nvPr/>
          </p:nvSpPr>
          <p:spPr>
            <a:xfrm>
              <a:off x="6175659" y="4336796"/>
              <a:ext cx="110539" cy="120640"/>
            </a:xfrm>
            <a:prstGeom prst="flowChartOffpageConnector">
              <a:avLst/>
            </a:prstGeom>
            <a:solidFill>
              <a:srgbClr val="1A94C0"/>
            </a:solidFill>
            <a:ln cap="flat" cmpd="sng" w="7150">
              <a:solidFill>
                <a:srgbClr val="1A94C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500"/>
                <a:buFont typeface="Arial"/>
                <a:buNone/>
              </a:pPr>
              <a:r>
                <a:t/>
              </a:r>
              <a:endParaRPr b="1" i="0" sz="500" u="none" cap="none" strike="noStrike">
                <a:solidFill>
                  <a:srgbClr val="FFFFFF"/>
                </a:solidFill>
                <a:latin typeface="Montserrat"/>
                <a:ea typeface="Montserrat"/>
                <a:cs typeface="Montserrat"/>
                <a:sym typeface="Montserrat"/>
              </a:endParaRPr>
            </a:p>
          </p:txBody>
        </p:sp>
      </p:grpSp>
      <p:pic>
        <p:nvPicPr>
          <p:cNvPr id="1070" name="Google Shape;1070;p178"/>
          <p:cNvPicPr preferRelativeResize="0"/>
          <p:nvPr/>
        </p:nvPicPr>
        <p:blipFill rotWithShape="1">
          <a:blip r:embed="rId3">
            <a:alphaModFix/>
          </a:blip>
          <a:srcRect b="0" l="0" r="0" t="0"/>
          <a:stretch/>
        </p:blipFill>
        <p:spPr>
          <a:xfrm>
            <a:off x="125039" y="1849718"/>
            <a:ext cx="180000" cy="180000"/>
          </a:xfrm>
          <a:prstGeom prst="rect">
            <a:avLst/>
          </a:prstGeom>
          <a:noFill/>
          <a:ln>
            <a:noFill/>
          </a:ln>
        </p:spPr>
      </p:pic>
      <p:pic>
        <p:nvPicPr>
          <p:cNvPr id="1071" name="Google Shape;1071;p178"/>
          <p:cNvPicPr preferRelativeResize="0"/>
          <p:nvPr/>
        </p:nvPicPr>
        <p:blipFill rotWithShape="1">
          <a:blip r:embed="rId4">
            <a:alphaModFix/>
          </a:blip>
          <a:srcRect b="0" l="0" r="0" t="0"/>
          <a:stretch/>
        </p:blipFill>
        <p:spPr>
          <a:xfrm>
            <a:off x="125052" y="1268474"/>
            <a:ext cx="180000" cy="180000"/>
          </a:xfrm>
          <a:prstGeom prst="rect">
            <a:avLst/>
          </a:prstGeom>
          <a:noFill/>
          <a:ln>
            <a:noFill/>
          </a:ln>
        </p:spPr>
      </p:pic>
      <p:pic>
        <p:nvPicPr>
          <p:cNvPr id="1072" name="Google Shape;1072;p178"/>
          <p:cNvPicPr preferRelativeResize="0"/>
          <p:nvPr/>
        </p:nvPicPr>
        <p:blipFill rotWithShape="1">
          <a:blip r:embed="rId5">
            <a:alphaModFix/>
          </a:blip>
          <a:srcRect b="0" l="0" r="0" t="0"/>
          <a:stretch/>
        </p:blipFill>
        <p:spPr>
          <a:xfrm>
            <a:off x="125039" y="599554"/>
            <a:ext cx="180000" cy="180000"/>
          </a:xfrm>
          <a:prstGeom prst="rect">
            <a:avLst/>
          </a:prstGeom>
          <a:noFill/>
          <a:ln>
            <a:noFill/>
          </a:ln>
        </p:spPr>
      </p:pic>
      <p:pic>
        <p:nvPicPr>
          <p:cNvPr id="1073" name="Google Shape;1073;p178"/>
          <p:cNvPicPr preferRelativeResize="0"/>
          <p:nvPr/>
        </p:nvPicPr>
        <p:blipFill rotWithShape="1">
          <a:blip r:embed="rId6">
            <a:alphaModFix/>
          </a:blip>
          <a:srcRect b="0" l="0" r="0" t="0"/>
          <a:stretch/>
        </p:blipFill>
        <p:spPr>
          <a:xfrm>
            <a:off x="125039" y="3665698"/>
            <a:ext cx="180000" cy="180000"/>
          </a:xfrm>
          <a:prstGeom prst="rect">
            <a:avLst/>
          </a:prstGeom>
          <a:noFill/>
          <a:ln>
            <a:noFill/>
          </a:ln>
        </p:spPr>
      </p:pic>
      <p:pic>
        <p:nvPicPr>
          <p:cNvPr id="1074" name="Google Shape;1074;p178"/>
          <p:cNvPicPr preferRelativeResize="0"/>
          <p:nvPr/>
        </p:nvPicPr>
        <p:blipFill rotWithShape="1">
          <a:blip r:embed="rId7">
            <a:alphaModFix/>
          </a:blip>
          <a:srcRect b="0" l="0" r="0" t="0"/>
          <a:stretch/>
        </p:blipFill>
        <p:spPr>
          <a:xfrm>
            <a:off x="125039" y="2718103"/>
            <a:ext cx="180000" cy="180000"/>
          </a:xfrm>
          <a:prstGeom prst="rect">
            <a:avLst/>
          </a:prstGeom>
          <a:noFill/>
          <a:ln>
            <a:noFill/>
          </a:ln>
        </p:spPr>
      </p:pic>
      <p:pic>
        <p:nvPicPr>
          <p:cNvPr id="1075" name="Google Shape;1075;p178"/>
          <p:cNvPicPr preferRelativeResize="0"/>
          <p:nvPr/>
        </p:nvPicPr>
        <p:blipFill rotWithShape="1">
          <a:blip r:embed="rId8">
            <a:alphaModFix/>
          </a:blip>
          <a:srcRect b="0" l="0" r="0" t="0"/>
          <a:stretch/>
        </p:blipFill>
        <p:spPr>
          <a:xfrm>
            <a:off x="125039" y="3029707"/>
            <a:ext cx="180000" cy="180000"/>
          </a:xfrm>
          <a:prstGeom prst="rect">
            <a:avLst/>
          </a:prstGeom>
          <a:noFill/>
          <a:ln>
            <a:noFill/>
          </a:ln>
        </p:spPr>
      </p:pic>
      <p:pic>
        <p:nvPicPr>
          <p:cNvPr id="1076" name="Google Shape;1076;p178"/>
          <p:cNvPicPr preferRelativeResize="0"/>
          <p:nvPr/>
        </p:nvPicPr>
        <p:blipFill rotWithShape="1">
          <a:blip r:embed="rId9">
            <a:alphaModFix/>
          </a:blip>
          <a:srcRect b="0" l="0" r="0" t="0"/>
          <a:stretch/>
        </p:blipFill>
        <p:spPr>
          <a:xfrm>
            <a:off x="128539" y="3347699"/>
            <a:ext cx="180000" cy="180000"/>
          </a:xfrm>
          <a:prstGeom prst="rect">
            <a:avLst/>
          </a:prstGeom>
          <a:noFill/>
          <a:ln>
            <a:noFill/>
          </a:ln>
        </p:spPr>
      </p:pic>
      <p:pic>
        <p:nvPicPr>
          <p:cNvPr id="1077" name="Google Shape;1077;p178"/>
          <p:cNvPicPr preferRelativeResize="0"/>
          <p:nvPr/>
        </p:nvPicPr>
        <p:blipFill rotWithShape="1">
          <a:blip r:embed="rId10">
            <a:alphaModFix/>
          </a:blip>
          <a:srcRect b="0" l="0" r="0" t="0"/>
          <a:stretch/>
        </p:blipFill>
        <p:spPr>
          <a:xfrm>
            <a:off x="125039" y="3982839"/>
            <a:ext cx="180000" cy="180000"/>
          </a:xfrm>
          <a:prstGeom prst="rect">
            <a:avLst/>
          </a:prstGeom>
          <a:noFill/>
          <a:ln>
            <a:noFill/>
          </a:ln>
        </p:spPr>
      </p:pic>
      <p:pic>
        <p:nvPicPr>
          <p:cNvPr id="1078" name="Google Shape;1078;p178"/>
          <p:cNvPicPr preferRelativeResize="0"/>
          <p:nvPr/>
        </p:nvPicPr>
        <p:blipFill rotWithShape="1">
          <a:blip r:embed="rId11">
            <a:alphaModFix/>
          </a:blip>
          <a:srcRect b="0" l="0" r="0" t="0"/>
          <a:stretch/>
        </p:blipFill>
        <p:spPr>
          <a:xfrm>
            <a:off x="125039" y="4328675"/>
            <a:ext cx="180000" cy="180000"/>
          </a:xfrm>
          <a:prstGeom prst="rect">
            <a:avLst/>
          </a:prstGeom>
          <a:noFill/>
          <a:ln>
            <a:noFill/>
          </a:ln>
        </p:spPr>
      </p:pic>
      <p:grpSp>
        <p:nvGrpSpPr>
          <p:cNvPr id="1079" name="Google Shape;1079;p178"/>
          <p:cNvGrpSpPr/>
          <p:nvPr/>
        </p:nvGrpSpPr>
        <p:grpSpPr>
          <a:xfrm>
            <a:off x="5654402" y="4276012"/>
            <a:ext cx="1402879" cy="131438"/>
            <a:chOff x="3437324" y="2530288"/>
            <a:chExt cx="1233300" cy="159300"/>
          </a:xfrm>
        </p:grpSpPr>
        <p:sp>
          <p:nvSpPr>
            <p:cNvPr id="1080" name="Google Shape;1080;p178"/>
            <p:cNvSpPr/>
            <p:nvPr/>
          </p:nvSpPr>
          <p:spPr>
            <a:xfrm>
              <a:off x="3474488" y="2567888"/>
              <a:ext cx="73198" cy="8726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Helvetica Neue"/>
                <a:ea typeface="Helvetica Neue"/>
                <a:cs typeface="Helvetica Neue"/>
                <a:sym typeface="Helvetica Neue"/>
              </a:endParaRPr>
            </a:p>
          </p:txBody>
        </p:sp>
        <p:sp>
          <p:nvSpPr>
            <p:cNvPr id="1081" name="Google Shape;1081;p178"/>
            <p:cNvSpPr txBox="1"/>
            <p:nvPr/>
          </p:nvSpPr>
          <p:spPr>
            <a:xfrm>
              <a:off x="3437324" y="2530288"/>
              <a:ext cx="12333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Entrega a operación Procesos CSE</a:t>
              </a:r>
              <a:endParaRPr b="0" i="1" sz="500" u="none" cap="none" strike="noStrike">
                <a:solidFill>
                  <a:schemeClr val="dk1"/>
                </a:solidFill>
                <a:latin typeface="Montserrat"/>
                <a:ea typeface="Montserrat"/>
                <a:cs typeface="Montserrat"/>
                <a:sym typeface="Montserrat"/>
              </a:endParaRPr>
            </a:p>
          </p:txBody>
        </p:sp>
      </p:grpSp>
      <p:grpSp>
        <p:nvGrpSpPr>
          <p:cNvPr id="1082" name="Google Shape;1082;p178"/>
          <p:cNvGrpSpPr/>
          <p:nvPr/>
        </p:nvGrpSpPr>
        <p:grpSpPr>
          <a:xfrm>
            <a:off x="5752994" y="4514477"/>
            <a:ext cx="807975" cy="116077"/>
            <a:chOff x="3418534" y="2537212"/>
            <a:chExt cx="1077300" cy="140700"/>
          </a:xfrm>
        </p:grpSpPr>
        <p:sp>
          <p:nvSpPr>
            <p:cNvPr id="1083" name="Google Shape;1083;p178"/>
            <p:cNvSpPr/>
            <p:nvPr/>
          </p:nvSpPr>
          <p:spPr>
            <a:xfrm>
              <a:off x="3541479" y="2567891"/>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Helvetica Neue"/>
                <a:ea typeface="Helvetica Neue"/>
                <a:cs typeface="Helvetica Neue"/>
                <a:sym typeface="Helvetica Neue"/>
              </a:endParaRPr>
            </a:p>
          </p:txBody>
        </p:sp>
        <p:sp>
          <p:nvSpPr>
            <p:cNvPr id="1084" name="Google Shape;1084;p178"/>
            <p:cNvSpPr txBox="1"/>
            <p:nvPr/>
          </p:nvSpPr>
          <p:spPr>
            <a:xfrm>
              <a:off x="3418534" y="2537212"/>
              <a:ext cx="1077300" cy="1407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400"/>
                <a:buFont typeface="Arial"/>
                <a:buNone/>
              </a:pPr>
              <a:r>
                <a:rPr b="0" i="1" lang="es" sz="400" u="none" cap="none" strike="noStrike">
                  <a:solidFill>
                    <a:srgbClr val="171717"/>
                  </a:solidFill>
                  <a:latin typeface="Montserrat"/>
                  <a:ea typeface="Montserrat"/>
                  <a:cs typeface="Montserrat"/>
                  <a:sym typeface="Montserrat"/>
                </a:rPr>
                <a:t>Despliegue a Prod R2</a:t>
              </a:r>
              <a:endParaRPr b="0" i="1" sz="400" u="none" cap="none" strike="noStrike">
                <a:solidFill>
                  <a:srgbClr val="171717"/>
                </a:solidFill>
                <a:latin typeface="Montserrat"/>
                <a:ea typeface="Montserrat"/>
                <a:cs typeface="Montserrat"/>
                <a:sym typeface="Montserrat"/>
              </a:endParaRPr>
            </a:p>
          </p:txBody>
        </p:sp>
      </p:grpSp>
      <p:sp>
        <p:nvSpPr>
          <p:cNvPr id="1085" name="Google Shape;1085;p178"/>
          <p:cNvSpPr/>
          <p:nvPr/>
        </p:nvSpPr>
        <p:spPr>
          <a:xfrm>
            <a:off x="6351311" y="27771"/>
            <a:ext cx="672484" cy="108347"/>
          </a:xfrm>
          <a:custGeom>
            <a:rect b="b" l="l" r="r" t="t"/>
            <a:pathLst>
              <a:path extrusionOk="0" h="238125" w="1640204">
                <a:moveTo>
                  <a:pt x="1520952" y="0"/>
                </a:moveTo>
                <a:lnTo>
                  <a:pt x="118872" y="0"/>
                </a:lnTo>
                <a:lnTo>
                  <a:pt x="72598" y="9342"/>
                </a:lnTo>
                <a:lnTo>
                  <a:pt x="34813" y="34818"/>
                </a:lnTo>
                <a:lnTo>
                  <a:pt x="9340" y="72603"/>
                </a:lnTo>
                <a:lnTo>
                  <a:pt x="0" y="118871"/>
                </a:lnTo>
                <a:lnTo>
                  <a:pt x="9340" y="165140"/>
                </a:lnTo>
                <a:lnTo>
                  <a:pt x="34813" y="202925"/>
                </a:lnTo>
                <a:lnTo>
                  <a:pt x="72598" y="228401"/>
                </a:lnTo>
                <a:lnTo>
                  <a:pt x="118872" y="237743"/>
                </a:lnTo>
                <a:lnTo>
                  <a:pt x="1520952" y="237743"/>
                </a:lnTo>
                <a:lnTo>
                  <a:pt x="1567225" y="228401"/>
                </a:lnTo>
                <a:lnTo>
                  <a:pt x="1605010" y="202925"/>
                </a:lnTo>
                <a:lnTo>
                  <a:pt x="1630483" y="165140"/>
                </a:lnTo>
                <a:lnTo>
                  <a:pt x="1639824" y="118871"/>
                </a:lnTo>
                <a:lnTo>
                  <a:pt x="1630483" y="72603"/>
                </a:lnTo>
                <a:lnTo>
                  <a:pt x="1605010" y="34818"/>
                </a:lnTo>
                <a:lnTo>
                  <a:pt x="1567225" y="9342"/>
                </a:lnTo>
                <a:lnTo>
                  <a:pt x="1520952" y="0"/>
                </a:lnTo>
                <a:close/>
              </a:path>
            </a:pathLst>
          </a:custGeom>
          <a:solidFill>
            <a:srgbClr val="87C54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Montserrat"/>
              <a:buNone/>
            </a:pPr>
            <a:r>
              <a:rPr b="1" i="0" lang="es" sz="500" u="none" cap="none" strike="noStrike">
                <a:solidFill>
                  <a:srgbClr val="FFFFFF"/>
                </a:solidFill>
                <a:latin typeface="Montserrat"/>
                <a:ea typeface="Montserrat"/>
                <a:cs typeface="Montserrat"/>
                <a:sym typeface="Montserrat"/>
              </a:rPr>
              <a:t>Onboarding Apolo</a:t>
            </a:r>
            <a:endParaRPr b="1" i="0" sz="500" u="none" cap="none" strike="noStrike">
              <a:solidFill>
                <a:srgbClr val="FFFFFF"/>
              </a:solidFill>
              <a:latin typeface="Montserrat"/>
              <a:ea typeface="Montserrat"/>
              <a:cs typeface="Montserrat"/>
              <a:sym typeface="Montserrat"/>
            </a:endParaRPr>
          </a:p>
        </p:txBody>
      </p:sp>
      <p:sp>
        <p:nvSpPr>
          <p:cNvPr id="1086" name="Google Shape;1086;p178"/>
          <p:cNvSpPr/>
          <p:nvPr/>
        </p:nvSpPr>
        <p:spPr>
          <a:xfrm>
            <a:off x="5655180" y="27922"/>
            <a:ext cx="672484" cy="108045"/>
          </a:xfrm>
          <a:custGeom>
            <a:rect b="b" l="l" r="r" t="t"/>
            <a:pathLst>
              <a:path extrusionOk="0" h="210820" w="1640204">
                <a:moveTo>
                  <a:pt x="1534668" y="0"/>
                </a:moveTo>
                <a:lnTo>
                  <a:pt x="105156" y="0"/>
                </a:lnTo>
                <a:lnTo>
                  <a:pt x="64240" y="8263"/>
                </a:lnTo>
                <a:lnTo>
                  <a:pt x="30813" y="30799"/>
                </a:lnTo>
                <a:lnTo>
                  <a:pt x="8268" y="64224"/>
                </a:lnTo>
                <a:lnTo>
                  <a:pt x="0" y="105156"/>
                </a:lnTo>
                <a:lnTo>
                  <a:pt x="8268" y="146087"/>
                </a:lnTo>
                <a:lnTo>
                  <a:pt x="30813" y="179512"/>
                </a:lnTo>
                <a:lnTo>
                  <a:pt x="64240" y="202048"/>
                </a:lnTo>
                <a:lnTo>
                  <a:pt x="105156" y="210312"/>
                </a:lnTo>
                <a:lnTo>
                  <a:pt x="1534668" y="210312"/>
                </a:lnTo>
                <a:lnTo>
                  <a:pt x="1575583" y="202048"/>
                </a:lnTo>
                <a:lnTo>
                  <a:pt x="1609010" y="179512"/>
                </a:lnTo>
                <a:lnTo>
                  <a:pt x="1631555" y="146087"/>
                </a:lnTo>
                <a:lnTo>
                  <a:pt x="1639824" y="105156"/>
                </a:lnTo>
                <a:lnTo>
                  <a:pt x="1631555" y="64224"/>
                </a:lnTo>
                <a:lnTo>
                  <a:pt x="1609010" y="30799"/>
                </a:lnTo>
                <a:lnTo>
                  <a:pt x="1575583" y="8263"/>
                </a:lnTo>
                <a:lnTo>
                  <a:pt x="1534668" y="0"/>
                </a:lnTo>
                <a:close/>
              </a:path>
            </a:pathLst>
          </a:cu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Montserrat"/>
              <a:buNone/>
            </a:pPr>
            <a:r>
              <a:rPr b="1" i="0" lang="es" sz="500" u="none" cap="none" strike="noStrike">
                <a:solidFill>
                  <a:srgbClr val="FFFFFF"/>
                </a:solidFill>
                <a:latin typeface="Montserrat"/>
                <a:ea typeface="Montserrat"/>
                <a:cs typeface="Montserrat"/>
                <a:sym typeface="Montserrat"/>
              </a:rPr>
              <a:t>Habilitadores</a:t>
            </a:r>
            <a:endParaRPr b="1" i="0" sz="500" u="none" cap="none" strike="noStrike">
              <a:solidFill>
                <a:srgbClr val="FFFFFF"/>
              </a:solidFill>
              <a:latin typeface="Montserrat"/>
              <a:ea typeface="Montserrat"/>
              <a:cs typeface="Montserrat"/>
              <a:sym typeface="Montserrat"/>
            </a:endParaRPr>
          </a:p>
        </p:txBody>
      </p:sp>
      <p:sp>
        <p:nvSpPr>
          <p:cNvPr id="1087" name="Google Shape;1087;p178"/>
          <p:cNvSpPr/>
          <p:nvPr/>
        </p:nvSpPr>
        <p:spPr>
          <a:xfrm>
            <a:off x="4227763" y="31232"/>
            <a:ext cx="114475" cy="101427"/>
          </a:xfrm>
          <a:prstGeom prst="flowChartOffpageConnector">
            <a:avLst/>
          </a:prstGeom>
          <a:solidFill>
            <a:srgbClr val="1C437D"/>
          </a:solidFill>
          <a:ln cap="flat" cmpd="sng" w="7150">
            <a:solidFill>
              <a:srgbClr val="1C437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500"/>
              <a:buFont typeface="Arial"/>
              <a:buNone/>
            </a:pPr>
            <a:r>
              <a:t/>
            </a:r>
            <a:endParaRPr b="1" i="0" sz="300" u="none" cap="none" strike="noStrike">
              <a:solidFill>
                <a:srgbClr val="FFFFFF"/>
              </a:solidFill>
              <a:latin typeface="Montserrat"/>
              <a:ea typeface="Montserrat"/>
              <a:cs typeface="Montserrat"/>
              <a:sym typeface="Montserrat"/>
            </a:endParaRPr>
          </a:p>
        </p:txBody>
      </p:sp>
      <p:sp>
        <p:nvSpPr>
          <p:cNvPr id="1088" name="Google Shape;1088;p178"/>
          <p:cNvSpPr txBox="1"/>
          <p:nvPr/>
        </p:nvSpPr>
        <p:spPr>
          <a:xfrm>
            <a:off x="4315150" y="1094"/>
            <a:ext cx="9006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6000"/>
              </a:lnSpc>
              <a:spcBef>
                <a:spcPts val="0"/>
              </a:spcBef>
              <a:spcAft>
                <a:spcPts val="0"/>
              </a:spcAft>
              <a:buClr>
                <a:srgbClr val="171717"/>
              </a:buClr>
              <a:buSzPts val="800"/>
              <a:buFont typeface="Noto Sans Symbols"/>
              <a:buNone/>
            </a:pPr>
            <a:r>
              <a:rPr b="1" i="0" lang="es" sz="600" u="none" cap="none" strike="noStrike">
                <a:solidFill>
                  <a:srgbClr val="171717"/>
                </a:solidFill>
                <a:latin typeface="Montserrat"/>
                <a:ea typeface="Montserrat"/>
                <a:cs typeface="Montserrat"/>
                <a:sym typeface="Montserrat"/>
              </a:rPr>
              <a:t>Liberaciones</a:t>
            </a:r>
            <a:endParaRPr b="0" i="0" sz="900" u="none" cap="none" strike="noStrike">
              <a:solidFill>
                <a:srgbClr val="000000"/>
              </a:solidFill>
              <a:latin typeface="Montserrat"/>
              <a:ea typeface="Montserrat"/>
              <a:cs typeface="Montserrat"/>
              <a:sym typeface="Montserrat"/>
            </a:endParaRPr>
          </a:p>
        </p:txBody>
      </p:sp>
      <p:sp>
        <p:nvSpPr>
          <p:cNvPr id="1089" name="Google Shape;1089;p178"/>
          <p:cNvSpPr/>
          <p:nvPr/>
        </p:nvSpPr>
        <p:spPr>
          <a:xfrm>
            <a:off x="7047442" y="27771"/>
            <a:ext cx="672484" cy="108347"/>
          </a:xfrm>
          <a:custGeom>
            <a:rect b="b" l="l" r="r" t="t"/>
            <a:pathLst>
              <a:path extrusionOk="0" h="238125" w="1640204">
                <a:moveTo>
                  <a:pt x="1520952" y="0"/>
                </a:moveTo>
                <a:lnTo>
                  <a:pt x="118872" y="0"/>
                </a:lnTo>
                <a:lnTo>
                  <a:pt x="72598" y="9342"/>
                </a:lnTo>
                <a:lnTo>
                  <a:pt x="34813" y="34818"/>
                </a:lnTo>
                <a:lnTo>
                  <a:pt x="9340" y="72603"/>
                </a:lnTo>
                <a:lnTo>
                  <a:pt x="0" y="118871"/>
                </a:lnTo>
                <a:lnTo>
                  <a:pt x="9340" y="165140"/>
                </a:lnTo>
                <a:lnTo>
                  <a:pt x="34813" y="202925"/>
                </a:lnTo>
                <a:lnTo>
                  <a:pt x="72598" y="228401"/>
                </a:lnTo>
                <a:lnTo>
                  <a:pt x="118872" y="237743"/>
                </a:lnTo>
                <a:lnTo>
                  <a:pt x="1520952" y="237743"/>
                </a:lnTo>
                <a:lnTo>
                  <a:pt x="1567225" y="228401"/>
                </a:lnTo>
                <a:lnTo>
                  <a:pt x="1605010" y="202925"/>
                </a:lnTo>
                <a:lnTo>
                  <a:pt x="1630483" y="165140"/>
                </a:lnTo>
                <a:lnTo>
                  <a:pt x="1639824" y="118871"/>
                </a:lnTo>
                <a:lnTo>
                  <a:pt x="1630483" y="72603"/>
                </a:lnTo>
                <a:lnTo>
                  <a:pt x="1605010" y="34818"/>
                </a:lnTo>
                <a:lnTo>
                  <a:pt x="1567225" y="9342"/>
                </a:lnTo>
                <a:lnTo>
                  <a:pt x="1520952" y="0"/>
                </a:lnTo>
                <a:close/>
              </a:path>
            </a:pathLst>
          </a:cu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Montserrat"/>
              <a:buNone/>
            </a:pPr>
            <a:r>
              <a:rPr b="1" i="0" lang="es" sz="500" u="none" cap="none" strike="noStrike">
                <a:solidFill>
                  <a:srgbClr val="FFFFFF"/>
                </a:solidFill>
                <a:latin typeface="Montserrat"/>
                <a:ea typeface="Montserrat"/>
                <a:cs typeface="Montserrat"/>
                <a:sym typeface="Montserrat"/>
              </a:rPr>
              <a:t>TDC</a:t>
            </a:r>
            <a:endParaRPr b="1" i="0" sz="500" u="none" cap="none" strike="noStrike">
              <a:solidFill>
                <a:srgbClr val="FFFFFF"/>
              </a:solidFill>
              <a:latin typeface="Montserrat"/>
              <a:ea typeface="Montserrat"/>
              <a:cs typeface="Montserrat"/>
              <a:sym typeface="Montserrat"/>
            </a:endParaRPr>
          </a:p>
        </p:txBody>
      </p:sp>
      <p:sp>
        <p:nvSpPr>
          <p:cNvPr id="1090" name="Google Shape;1090;p178"/>
          <p:cNvSpPr txBox="1"/>
          <p:nvPr/>
        </p:nvSpPr>
        <p:spPr>
          <a:xfrm>
            <a:off x="5017168" y="-1588"/>
            <a:ext cx="5964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6000"/>
              </a:lnSpc>
              <a:spcBef>
                <a:spcPts val="0"/>
              </a:spcBef>
              <a:spcAft>
                <a:spcPts val="0"/>
              </a:spcAft>
              <a:buClr>
                <a:srgbClr val="171717"/>
              </a:buClr>
              <a:buSzPts val="800"/>
              <a:buFont typeface="Noto Sans Symbols"/>
              <a:buNone/>
            </a:pPr>
            <a:r>
              <a:rPr b="1" i="0" lang="es" sz="600" u="none" cap="none" strike="noStrike">
                <a:solidFill>
                  <a:srgbClr val="171717"/>
                </a:solidFill>
                <a:latin typeface="Montserrat"/>
                <a:ea typeface="Montserrat"/>
                <a:cs typeface="Montserrat"/>
                <a:sym typeface="Montserrat"/>
              </a:rPr>
              <a:t>Hitos Clave</a:t>
            </a:r>
            <a:endParaRPr b="0" i="0" sz="900" u="none" cap="none" strike="noStrike">
              <a:solidFill>
                <a:srgbClr val="000000"/>
              </a:solidFill>
              <a:latin typeface="Montserrat"/>
              <a:ea typeface="Montserrat"/>
              <a:cs typeface="Montserrat"/>
              <a:sym typeface="Montserrat"/>
            </a:endParaRPr>
          </a:p>
        </p:txBody>
      </p:sp>
      <p:sp>
        <p:nvSpPr>
          <p:cNvPr id="1091" name="Google Shape;1091;p178"/>
          <p:cNvSpPr/>
          <p:nvPr/>
        </p:nvSpPr>
        <p:spPr>
          <a:xfrm>
            <a:off x="4978340" y="30494"/>
            <a:ext cx="79800" cy="102900"/>
          </a:xfrm>
          <a:prstGeom prst="diamond">
            <a:avLst/>
          </a:prstGeom>
          <a:solidFill>
            <a:srgbClr val="1C437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7D7D7D"/>
              </a:solidFill>
              <a:latin typeface="Montserrat"/>
              <a:ea typeface="Montserrat"/>
              <a:cs typeface="Montserrat"/>
              <a:sym typeface="Montserrat"/>
            </a:endParaRPr>
          </a:p>
        </p:txBody>
      </p:sp>
      <p:sp>
        <p:nvSpPr>
          <p:cNvPr id="1092" name="Google Shape;1092;p178"/>
          <p:cNvSpPr/>
          <p:nvPr/>
        </p:nvSpPr>
        <p:spPr>
          <a:xfrm>
            <a:off x="5841080" y="4467123"/>
            <a:ext cx="11718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93" name="Google Shape;1093;p178"/>
          <p:cNvSpPr/>
          <p:nvPr/>
        </p:nvSpPr>
        <p:spPr>
          <a:xfrm>
            <a:off x="5917876" y="4375217"/>
            <a:ext cx="14712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Estabilización (R2)</a:t>
            </a:r>
            <a:endParaRPr b="1" i="0" sz="500" u="none" cap="none" strike="noStrike">
              <a:solidFill>
                <a:schemeClr val="dk1"/>
              </a:solidFill>
              <a:latin typeface="Montserrat"/>
              <a:ea typeface="Montserrat"/>
              <a:cs typeface="Montserrat"/>
              <a:sym typeface="Montserrat"/>
            </a:endParaRPr>
          </a:p>
        </p:txBody>
      </p:sp>
      <p:sp>
        <p:nvSpPr>
          <p:cNvPr id="1094" name="Google Shape;1094;p178"/>
          <p:cNvSpPr/>
          <p:nvPr/>
        </p:nvSpPr>
        <p:spPr>
          <a:xfrm>
            <a:off x="1841575" y="2883225"/>
            <a:ext cx="25125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95" name="Google Shape;1095;p178"/>
          <p:cNvSpPr/>
          <p:nvPr/>
        </p:nvSpPr>
        <p:spPr>
          <a:xfrm>
            <a:off x="1857207" y="2791599"/>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Integración (R2)</a:t>
            </a:r>
            <a:endParaRPr b="1" i="0" sz="500" u="none" cap="none" strike="noStrike">
              <a:solidFill>
                <a:schemeClr val="dk1"/>
              </a:solidFill>
              <a:latin typeface="Montserrat"/>
              <a:ea typeface="Montserrat"/>
              <a:cs typeface="Montserrat"/>
              <a:sym typeface="Montserrat"/>
            </a:endParaRPr>
          </a:p>
        </p:txBody>
      </p:sp>
      <p:sp>
        <p:nvSpPr>
          <p:cNvPr id="1096" name="Google Shape;1096;p178"/>
          <p:cNvSpPr/>
          <p:nvPr/>
        </p:nvSpPr>
        <p:spPr>
          <a:xfrm>
            <a:off x="1271432" y="3273332"/>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(R2)</a:t>
            </a:r>
            <a:endParaRPr b="1" i="0" sz="500" u="none" cap="none" strike="noStrike">
              <a:solidFill>
                <a:schemeClr val="dk1"/>
              </a:solidFill>
              <a:latin typeface="Montserrat"/>
              <a:ea typeface="Montserrat"/>
              <a:cs typeface="Montserrat"/>
              <a:sym typeface="Montserrat"/>
            </a:endParaRPr>
          </a:p>
        </p:txBody>
      </p:sp>
      <p:sp>
        <p:nvSpPr>
          <p:cNvPr id="1097" name="Google Shape;1097;p178"/>
          <p:cNvSpPr/>
          <p:nvPr/>
        </p:nvSpPr>
        <p:spPr>
          <a:xfrm>
            <a:off x="1273950" y="3365629"/>
            <a:ext cx="5964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98" name="Google Shape;1098;p178"/>
          <p:cNvSpPr/>
          <p:nvPr/>
        </p:nvSpPr>
        <p:spPr>
          <a:xfrm>
            <a:off x="4327750" y="3969000"/>
            <a:ext cx="4710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099" name="Google Shape;1099;p178"/>
          <p:cNvSpPr/>
          <p:nvPr/>
        </p:nvSpPr>
        <p:spPr>
          <a:xfrm>
            <a:off x="4815500" y="3892862"/>
            <a:ext cx="988800" cy="1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chemeClr val="dk1"/>
                </a:solidFill>
                <a:latin typeface="Montserrat"/>
                <a:ea typeface="Montserrat"/>
                <a:cs typeface="Montserrat"/>
                <a:sym typeface="Montserrat"/>
              </a:rPr>
              <a:t>Propuesta: Infrastructure as Code y Adopción DevSec0ps.</a:t>
            </a:r>
            <a:endParaRPr b="0" i="0" sz="500" u="none" cap="none" strike="noStrike">
              <a:solidFill>
                <a:schemeClr val="dk1"/>
              </a:solidFill>
              <a:latin typeface="Montserrat"/>
              <a:ea typeface="Montserrat"/>
              <a:cs typeface="Montserrat"/>
              <a:sym typeface="Montserrat"/>
            </a:endParaRPr>
          </a:p>
        </p:txBody>
      </p:sp>
      <p:sp>
        <p:nvSpPr>
          <p:cNvPr id="1100" name="Google Shape;1100;p178"/>
          <p:cNvSpPr/>
          <p:nvPr/>
        </p:nvSpPr>
        <p:spPr>
          <a:xfrm>
            <a:off x="1901275" y="3674223"/>
            <a:ext cx="63138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grpSp>
        <p:nvGrpSpPr>
          <p:cNvPr id="1101" name="Google Shape;1101;p178"/>
          <p:cNvGrpSpPr/>
          <p:nvPr/>
        </p:nvGrpSpPr>
        <p:grpSpPr>
          <a:xfrm>
            <a:off x="3922912" y="461322"/>
            <a:ext cx="1031850" cy="169722"/>
            <a:chOff x="2746492" y="2333564"/>
            <a:chExt cx="1375800" cy="205724"/>
          </a:xfrm>
        </p:grpSpPr>
        <p:sp>
          <p:nvSpPr>
            <p:cNvPr id="1102" name="Google Shape;1102;p178"/>
            <p:cNvSpPr/>
            <p:nvPr/>
          </p:nvSpPr>
          <p:spPr>
            <a:xfrm>
              <a:off x="3541479" y="2452016"/>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03" name="Google Shape;1103;p178"/>
            <p:cNvSpPr txBox="1"/>
            <p:nvPr/>
          </p:nvSpPr>
          <p:spPr>
            <a:xfrm>
              <a:off x="2746492" y="2333564"/>
              <a:ext cx="13758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Pruebas Unitarias (R2)</a:t>
              </a:r>
              <a:endParaRPr b="0" i="1" sz="500" u="none" cap="none" strike="noStrike">
                <a:solidFill>
                  <a:schemeClr val="dk1"/>
                </a:solidFill>
                <a:latin typeface="Montserrat"/>
                <a:ea typeface="Montserrat"/>
                <a:cs typeface="Montserrat"/>
                <a:sym typeface="Montserrat"/>
              </a:endParaRPr>
            </a:p>
          </p:txBody>
        </p:sp>
      </p:grpSp>
      <p:grpSp>
        <p:nvGrpSpPr>
          <p:cNvPr id="1104" name="Google Shape;1104;p178"/>
          <p:cNvGrpSpPr/>
          <p:nvPr/>
        </p:nvGrpSpPr>
        <p:grpSpPr>
          <a:xfrm>
            <a:off x="4725823" y="454694"/>
            <a:ext cx="778500" cy="167125"/>
            <a:chOff x="3361678" y="2452587"/>
            <a:chExt cx="1038000" cy="202576"/>
          </a:xfrm>
        </p:grpSpPr>
        <p:sp>
          <p:nvSpPr>
            <p:cNvPr id="1105" name="Google Shape;1105;p178"/>
            <p:cNvSpPr/>
            <p:nvPr/>
          </p:nvSpPr>
          <p:spPr>
            <a:xfrm>
              <a:off x="3541479" y="2567891"/>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06" name="Google Shape;1106;p178"/>
            <p:cNvSpPr txBox="1"/>
            <p:nvPr/>
          </p:nvSpPr>
          <p:spPr>
            <a:xfrm>
              <a:off x="3361678" y="2452587"/>
              <a:ext cx="10380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Despliegue QA</a:t>
              </a:r>
              <a:endParaRPr b="0" i="0" sz="500" u="none" cap="none" strike="noStrike">
                <a:solidFill>
                  <a:schemeClr val="dk1"/>
                </a:solidFill>
                <a:latin typeface="Montserrat"/>
                <a:ea typeface="Montserrat"/>
                <a:cs typeface="Montserrat"/>
                <a:sym typeface="Montserrat"/>
              </a:endParaRPr>
            </a:p>
          </p:txBody>
        </p:sp>
      </p:grpSp>
      <p:grpSp>
        <p:nvGrpSpPr>
          <p:cNvPr id="1107" name="Google Shape;1107;p178"/>
          <p:cNvGrpSpPr/>
          <p:nvPr/>
        </p:nvGrpSpPr>
        <p:grpSpPr>
          <a:xfrm>
            <a:off x="3313957" y="458140"/>
            <a:ext cx="889875" cy="177900"/>
            <a:chOff x="2579236" y="2340756"/>
            <a:chExt cx="1186500" cy="215636"/>
          </a:xfrm>
        </p:grpSpPr>
        <p:sp>
          <p:nvSpPr>
            <p:cNvPr id="1108" name="Google Shape;1108;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09" name="Google Shape;1109;p178"/>
            <p:cNvSpPr txBox="1"/>
            <p:nvPr/>
          </p:nvSpPr>
          <p:spPr>
            <a:xfrm>
              <a:off x="2579236" y="2340756"/>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Integración DEV</a:t>
              </a:r>
              <a:endParaRPr b="0" i="1" sz="500" u="none" cap="none" strike="noStrike">
                <a:solidFill>
                  <a:schemeClr val="dk1"/>
                </a:solidFill>
                <a:latin typeface="Montserrat"/>
                <a:ea typeface="Montserrat"/>
                <a:cs typeface="Montserrat"/>
                <a:sym typeface="Montserrat"/>
              </a:endParaRPr>
            </a:p>
          </p:txBody>
        </p:sp>
      </p:grpSp>
      <p:sp>
        <p:nvSpPr>
          <p:cNvPr id="1110" name="Google Shape;1110;p178"/>
          <p:cNvSpPr/>
          <p:nvPr/>
        </p:nvSpPr>
        <p:spPr>
          <a:xfrm>
            <a:off x="4268575" y="718673"/>
            <a:ext cx="1530000" cy="54000"/>
          </a:xfrm>
          <a:prstGeom prst="chevron">
            <a:avLst>
              <a:gd fmla="val 36743" name="adj"/>
            </a:avLst>
          </a:prstGeom>
          <a:solidFill>
            <a:srgbClr val="87C54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grpSp>
        <p:nvGrpSpPr>
          <p:cNvPr id="1111" name="Google Shape;1111;p178"/>
          <p:cNvGrpSpPr/>
          <p:nvPr/>
        </p:nvGrpSpPr>
        <p:grpSpPr>
          <a:xfrm>
            <a:off x="4864967" y="598892"/>
            <a:ext cx="889875" cy="181337"/>
            <a:chOff x="2738761" y="2336589"/>
            <a:chExt cx="1186500" cy="219803"/>
          </a:xfrm>
        </p:grpSpPr>
        <p:sp>
          <p:nvSpPr>
            <p:cNvPr id="1112" name="Google Shape;1112;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13" name="Google Shape;1113;p178"/>
            <p:cNvSpPr txBox="1"/>
            <p:nvPr/>
          </p:nvSpPr>
          <p:spPr>
            <a:xfrm>
              <a:off x="2738761"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SIT y Regresión</a:t>
              </a:r>
              <a:endParaRPr b="0" i="1" sz="500" u="none" cap="none" strike="noStrike">
                <a:solidFill>
                  <a:schemeClr val="dk1"/>
                </a:solidFill>
                <a:latin typeface="Montserrat"/>
                <a:ea typeface="Montserrat"/>
                <a:cs typeface="Montserrat"/>
                <a:sym typeface="Montserrat"/>
              </a:endParaRPr>
            </a:p>
          </p:txBody>
        </p:sp>
      </p:grpSp>
      <p:grpSp>
        <p:nvGrpSpPr>
          <p:cNvPr id="1114" name="Google Shape;1114;p178"/>
          <p:cNvGrpSpPr/>
          <p:nvPr/>
        </p:nvGrpSpPr>
        <p:grpSpPr>
          <a:xfrm>
            <a:off x="5290658" y="598892"/>
            <a:ext cx="889875" cy="181337"/>
            <a:chOff x="2899950" y="2336589"/>
            <a:chExt cx="1186500" cy="219803"/>
          </a:xfrm>
        </p:grpSpPr>
        <p:sp>
          <p:nvSpPr>
            <p:cNvPr id="1115" name="Google Shape;1115;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16" name="Google Shape;1116;p178"/>
            <p:cNvSpPr txBox="1"/>
            <p:nvPr/>
          </p:nvSpPr>
          <p:spPr>
            <a:xfrm>
              <a:off x="2899950"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UAT</a:t>
              </a:r>
              <a:endParaRPr b="0" i="1" sz="500" u="none" cap="none" strike="noStrike">
                <a:solidFill>
                  <a:schemeClr val="dk1"/>
                </a:solidFill>
                <a:latin typeface="Montserrat"/>
                <a:ea typeface="Montserrat"/>
                <a:cs typeface="Montserrat"/>
                <a:sym typeface="Montserrat"/>
              </a:endParaRPr>
            </a:p>
          </p:txBody>
        </p:sp>
      </p:grpSp>
      <p:sp>
        <p:nvSpPr>
          <p:cNvPr id="1117" name="Google Shape;1117;p178"/>
          <p:cNvSpPr/>
          <p:nvPr/>
        </p:nvSpPr>
        <p:spPr>
          <a:xfrm>
            <a:off x="4289251" y="629273"/>
            <a:ext cx="7179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Pruebas (R2)</a:t>
            </a:r>
            <a:endParaRPr b="1" i="0" sz="500" u="none" cap="none" strike="noStrike">
              <a:solidFill>
                <a:schemeClr val="dk1"/>
              </a:solidFill>
              <a:latin typeface="Montserrat"/>
              <a:ea typeface="Montserrat"/>
              <a:cs typeface="Montserrat"/>
              <a:sym typeface="Montserrat"/>
            </a:endParaRPr>
          </a:p>
        </p:txBody>
      </p:sp>
      <p:sp>
        <p:nvSpPr>
          <p:cNvPr id="1118" name="Google Shape;1118;p178"/>
          <p:cNvSpPr/>
          <p:nvPr/>
        </p:nvSpPr>
        <p:spPr>
          <a:xfrm>
            <a:off x="2332386" y="937439"/>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Diseño (R2)</a:t>
            </a:r>
            <a:endParaRPr b="1" i="0" sz="500" u="none" cap="none" strike="noStrike">
              <a:solidFill>
                <a:schemeClr val="dk1"/>
              </a:solidFill>
              <a:latin typeface="Montserrat"/>
              <a:ea typeface="Montserrat"/>
              <a:cs typeface="Montserrat"/>
              <a:sym typeface="Montserrat"/>
            </a:endParaRPr>
          </a:p>
        </p:txBody>
      </p:sp>
      <p:sp>
        <p:nvSpPr>
          <p:cNvPr id="1119" name="Google Shape;1119;p178"/>
          <p:cNvSpPr/>
          <p:nvPr/>
        </p:nvSpPr>
        <p:spPr>
          <a:xfrm>
            <a:off x="2200823" y="1026100"/>
            <a:ext cx="5235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grpSp>
        <p:nvGrpSpPr>
          <p:cNvPr id="1120" name="Google Shape;1120;p178"/>
          <p:cNvGrpSpPr/>
          <p:nvPr/>
        </p:nvGrpSpPr>
        <p:grpSpPr>
          <a:xfrm>
            <a:off x="2346603" y="920549"/>
            <a:ext cx="889875" cy="167869"/>
            <a:chOff x="2957288" y="2352915"/>
            <a:chExt cx="1186500" cy="203477"/>
          </a:xfrm>
        </p:grpSpPr>
        <p:sp>
          <p:nvSpPr>
            <p:cNvPr id="1121" name="Google Shape;1121;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22" name="Google Shape;1122;p178"/>
            <p:cNvSpPr txBox="1"/>
            <p:nvPr/>
          </p:nvSpPr>
          <p:spPr>
            <a:xfrm>
              <a:off x="2957288" y="2352915"/>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BPC</a:t>
              </a:r>
              <a:endParaRPr b="0" i="1" sz="500" u="none" cap="none" strike="noStrike">
                <a:solidFill>
                  <a:schemeClr val="dk1"/>
                </a:solidFill>
                <a:latin typeface="Montserrat"/>
                <a:ea typeface="Montserrat"/>
                <a:cs typeface="Montserrat"/>
                <a:sym typeface="Montserrat"/>
              </a:endParaRPr>
            </a:p>
          </p:txBody>
        </p:sp>
      </p:grpSp>
      <p:sp>
        <p:nvSpPr>
          <p:cNvPr id="1123" name="Google Shape;1123;p178"/>
          <p:cNvSpPr/>
          <p:nvPr/>
        </p:nvSpPr>
        <p:spPr>
          <a:xfrm>
            <a:off x="2956422" y="934275"/>
            <a:ext cx="12174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(R2)</a:t>
            </a:r>
            <a:endParaRPr b="0" i="0" sz="500" u="none" cap="none" strike="noStrike">
              <a:solidFill>
                <a:srgbClr val="C00000"/>
              </a:solidFill>
              <a:latin typeface="Montserrat"/>
              <a:ea typeface="Montserrat"/>
              <a:cs typeface="Montserrat"/>
              <a:sym typeface="Montserrat"/>
            </a:endParaRPr>
          </a:p>
        </p:txBody>
      </p:sp>
      <p:sp>
        <p:nvSpPr>
          <p:cNvPr id="1124" name="Google Shape;1124;p178"/>
          <p:cNvSpPr/>
          <p:nvPr/>
        </p:nvSpPr>
        <p:spPr>
          <a:xfrm>
            <a:off x="2796825" y="1022951"/>
            <a:ext cx="20811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sp>
        <p:nvSpPr>
          <p:cNvPr id="1125" name="Google Shape;1125;p178"/>
          <p:cNvSpPr/>
          <p:nvPr/>
        </p:nvSpPr>
        <p:spPr>
          <a:xfrm>
            <a:off x="1540802" y="1249377"/>
            <a:ext cx="6123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Planeación (R3)</a:t>
            </a:r>
            <a:endParaRPr b="1" i="0" sz="500" u="none" cap="none" strike="noStrike">
              <a:solidFill>
                <a:schemeClr val="dk1"/>
              </a:solidFill>
              <a:latin typeface="Montserrat"/>
              <a:ea typeface="Montserrat"/>
              <a:cs typeface="Montserrat"/>
              <a:sym typeface="Montserrat"/>
            </a:endParaRPr>
          </a:p>
        </p:txBody>
      </p:sp>
      <p:sp>
        <p:nvSpPr>
          <p:cNvPr id="1126" name="Google Shape;1126;p178"/>
          <p:cNvSpPr/>
          <p:nvPr/>
        </p:nvSpPr>
        <p:spPr>
          <a:xfrm>
            <a:off x="1535950" y="1338030"/>
            <a:ext cx="8646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sp>
        <p:nvSpPr>
          <p:cNvPr id="1127" name="Google Shape;1127;p178"/>
          <p:cNvSpPr/>
          <p:nvPr/>
        </p:nvSpPr>
        <p:spPr>
          <a:xfrm>
            <a:off x="3609897" y="1245951"/>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(R3)</a:t>
            </a:r>
            <a:endParaRPr b="1" i="0" sz="500" u="none" cap="none" strike="noStrike">
              <a:solidFill>
                <a:schemeClr val="dk1"/>
              </a:solidFill>
              <a:latin typeface="Montserrat"/>
              <a:ea typeface="Montserrat"/>
              <a:cs typeface="Montserrat"/>
              <a:sym typeface="Montserrat"/>
            </a:endParaRPr>
          </a:p>
        </p:txBody>
      </p:sp>
      <p:sp>
        <p:nvSpPr>
          <p:cNvPr id="1128" name="Google Shape;1128;p178"/>
          <p:cNvSpPr/>
          <p:nvPr/>
        </p:nvSpPr>
        <p:spPr>
          <a:xfrm>
            <a:off x="3599900" y="1334627"/>
            <a:ext cx="24507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grpSp>
        <p:nvGrpSpPr>
          <p:cNvPr id="1129" name="Google Shape;1129;p178"/>
          <p:cNvGrpSpPr/>
          <p:nvPr/>
        </p:nvGrpSpPr>
        <p:grpSpPr>
          <a:xfrm>
            <a:off x="1816678" y="917481"/>
            <a:ext cx="636975" cy="165654"/>
            <a:chOff x="3068534" y="2355599"/>
            <a:chExt cx="849300" cy="200793"/>
          </a:xfrm>
        </p:grpSpPr>
        <p:sp>
          <p:nvSpPr>
            <p:cNvPr id="1130" name="Google Shape;1130;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31" name="Google Shape;1131;p178"/>
            <p:cNvSpPr txBox="1"/>
            <p:nvPr/>
          </p:nvSpPr>
          <p:spPr>
            <a:xfrm>
              <a:off x="3068534" y="2355599"/>
              <a:ext cx="8493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BanCoppel</a:t>
              </a:r>
              <a:endParaRPr b="0" i="1" sz="500" u="none" cap="none" strike="noStrike">
                <a:solidFill>
                  <a:schemeClr val="dk1"/>
                </a:solidFill>
                <a:latin typeface="Montserrat"/>
                <a:ea typeface="Montserrat"/>
                <a:cs typeface="Montserrat"/>
                <a:sym typeface="Montserrat"/>
              </a:endParaRPr>
            </a:p>
          </p:txBody>
        </p:sp>
      </p:grpSp>
      <p:sp>
        <p:nvSpPr>
          <p:cNvPr id="1132" name="Google Shape;1132;p178"/>
          <p:cNvSpPr/>
          <p:nvPr/>
        </p:nvSpPr>
        <p:spPr>
          <a:xfrm>
            <a:off x="6066700" y="1430888"/>
            <a:ext cx="8898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133" name="Google Shape;1133;p178"/>
          <p:cNvSpPr/>
          <p:nvPr/>
        </p:nvSpPr>
        <p:spPr>
          <a:xfrm>
            <a:off x="6089156" y="1349314"/>
            <a:ext cx="5541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Pruebas (R3)</a:t>
            </a:r>
            <a:endParaRPr b="1" i="0" sz="500" u="none" cap="none" strike="noStrike">
              <a:solidFill>
                <a:schemeClr val="dk1"/>
              </a:solidFill>
              <a:latin typeface="Montserrat"/>
              <a:ea typeface="Montserrat"/>
              <a:cs typeface="Montserrat"/>
              <a:sym typeface="Montserrat"/>
            </a:endParaRPr>
          </a:p>
        </p:txBody>
      </p:sp>
      <p:grpSp>
        <p:nvGrpSpPr>
          <p:cNvPr id="1134" name="Google Shape;1134;p178"/>
          <p:cNvGrpSpPr/>
          <p:nvPr/>
        </p:nvGrpSpPr>
        <p:grpSpPr>
          <a:xfrm>
            <a:off x="6625546" y="1312658"/>
            <a:ext cx="778500" cy="181314"/>
            <a:chOff x="3195700" y="2336617"/>
            <a:chExt cx="1038000" cy="219775"/>
          </a:xfrm>
        </p:grpSpPr>
        <p:sp>
          <p:nvSpPr>
            <p:cNvPr id="1135" name="Google Shape;1135;p178"/>
            <p:cNvSpPr/>
            <p:nvPr/>
          </p:nvSpPr>
          <p:spPr>
            <a:xfrm>
              <a:off x="3660219"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36" name="Google Shape;1136;p178"/>
            <p:cNvSpPr txBox="1"/>
            <p:nvPr/>
          </p:nvSpPr>
          <p:spPr>
            <a:xfrm>
              <a:off x="3195700" y="2336617"/>
              <a:ext cx="10380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Despliegue a Prod R3</a:t>
              </a:r>
              <a:endParaRPr b="0" i="1" sz="500" u="none" cap="none" strike="noStrike">
                <a:solidFill>
                  <a:schemeClr val="dk1"/>
                </a:solidFill>
                <a:latin typeface="Montserrat"/>
                <a:ea typeface="Montserrat"/>
                <a:cs typeface="Montserrat"/>
                <a:sym typeface="Montserrat"/>
              </a:endParaRPr>
            </a:p>
          </p:txBody>
        </p:sp>
      </p:grpSp>
      <p:sp>
        <p:nvSpPr>
          <p:cNvPr id="1137" name="Google Shape;1137;p178"/>
          <p:cNvSpPr/>
          <p:nvPr/>
        </p:nvSpPr>
        <p:spPr>
          <a:xfrm>
            <a:off x="1268961" y="1817398"/>
            <a:ext cx="224700" cy="54000"/>
          </a:xfrm>
          <a:prstGeom prst="chevron">
            <a:avLst>
              <a:gd fmla="val 36743" name="adj"/>
            </a:avLst>
          </a:prstGeom>
          <a:solidFill>
            <a:srgbClr val="00B0F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138" name="Google Shape;1138;p178"/>
          <p:cNvSpPr/>
          <p:nvPr/>
        </p:nvSpPr>
        <p:spPr>
          <a:xfrm>
            <a:off x="1268961" y="1738029"/>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Pruebas (CSE)</a:t>
            </a:r>
            <a:endParaRPr b="1" i="0" sz="500" u="none" cap="none" strike="noStrike">
              <a:solidFill>
                <a:schemeClr val="dk1"/>
              </a:solidFill>
              <a:latin typeface="Montserrat"/>
              <a:ea typeface="Montserrat"/>
              <a:cs typeface="Montserrat"/>
              <a:sym typeface="Montserrat"/>
            </a:endParaRPr>
          </a:p>
        </p:txBody>
      </p:sp>
      <p:sp>
        <p:nvSpPr>
          <p:cNvPr id="1139" name="Google Shape;1139;p178"/>
          <p:cNvSpPr/>
          <p:nvPr/>
        </p:nvSpPr>
        <p:spPr>
          <a:xfrm>
            <a:off x="2492069" y="1817398"/>
            <a:ext cx="2880000" cy="54000"/>
          </a:xfrm>
          <a:prstGeom prst="chevron">
            <a:avLst>
              <a:gd fmla="val 36743" name="adj"/>
            </a:avLst>
          </a:prstGeom>
          <a:solidFill>
            <a:srgbClr val="00B0F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140" name="Google Shape;1140;p178"/>
          <p:cNvSpPr/>
          <p:nvPr/>
        </p:nvSpPr>
        <p:spPr>
          <a:xfrm>
            <a:off x="2492069" y="1738029"/>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Estabilización / Soporte (CSE)</a:t>
            </a:r>
            <a:endParaRPr b="1" i="0" sz="500" u="none" cap="none" strike="noStrike">
              <a:solidFill>
                <a:schemeClr val="dk1"/>
              </a:solidFill>
              <a:latin typeface="Montserrat"/>
              <a:ea typeface="Montserrat"/>
              <a:cs typeface="Montserrat"/>
              <a:sym typeface="Montserrat"/>
            </a:endParaRPr>
          </a:p>
        </p:txBody>
      </p:sp>
      <p:sp>
        <p:nvSpPr>
          <p:cNvPr id="1141" name="Google Shape;1141;p178"/>
          <p:cNvSpPr/>
          <p:nvPr/>
        </p:nvSpPr>
        <p:spPr>
          <a:xfrm>
            <a:off x="4354019" y="1845425"/>
            <a:ext cx="23484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Planeación</a:t>
            </a:r>
            <a:endParaRPr b="1" i="0" sz="500" u="none" cap="none" strike="noStrike">
              <a:solidFill>
                <a:schemeClr val="dk1"/>
              </a:solidFill>
              <a:latin typeface="Montserrat"/>
              <a:ea typeface="Montserrat"/>
              <a:cs typeface="Montserrat"/>
              <a:sym typeface="Montserrat"/>
            </a:endParaRPr>
          </a:p>
        </p:txBody>
      </p:sp>
      <p:sp>
        <p:nvSpPr>
          <p:cNvPr id="1142" name="Google Shape;1142;p178"/>
          <p:cNvSpPr/>
          <p:nvPr/>
        </p:nvSpPr>
        <p:spPr>
          <a:xfrm>
            <a:off x="4350212" y="1959149"/>
            <a:ext cx="2348400" cy="54000"/>
          </a:xfrm>
          <a:prstGeom prst="chevron">
            <a:avLst>
              <a:gd fmla="val 36743" name="adj"/>
            </a:avLst>
          </a:prstGeom>
          <a:solidFill>
            <a:srgbClr val="00B0F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grpSp>
        <p:nvGrpSpPr>
          <p:cNvPr id="1143" name="Google Shape;1143;p178"/>
          <p:cNvGrpSpPr/>
          <p:nvPr/>
        </p:nvGrpSpPr>
        <p:grpSpPr>
          <a:xfrm>
            <a:off x="3919532" y="3565515"/>
            <a:ext cx="807975" cy="173797"/>
            <a:chOff x="3054432" y="2425676"/>
            <a:chExt cx="1077300" cy="210663"/>
          </a:xfrm>
        </p:grpSpPr>
        <p:sp>
          <p:nvSpPr>
            <p:cNvPr id="1144" name="Google Shape;1144;p178"/>
            <p:cNvSpPr/>
            <p:nvPr/>
          </p:nvSpPr>
          <p:spPr>
            <a:xfrm>
              <a:off x="3541479" y="2549067"/>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45" name="Google Shape;1145;p178"/>
            <p:cNvSpPr txBox="1"/>
            <p:nvPr/>
          </p:nvSpPr>
          <p:spPr>
            <a:xfrm>
              <a:off x="3054432" y="2425676"/>
              <a:ext cx="10773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QA Apolo y Smart Vista</a:t>
              </a:r>
              <a:endParaRPr b="0" i="1" sz="500" u="none" cap="none" strike="noStrike">
                <a:solidFill>
                  <a:schemeClr val="dk1"/>
                </a:solidFill>
                <a:latin typeface="Montserrat"/>
                <a:ea typeface="Montserrat"/>
                <a:cs typeface="Montserrat"/>
                <a:sym typeface="Montserrat"/>
              </a:endParaRPr>
            </a:p>
          </p:txBody>
        </p:sp>
      </p:grpSp>
      <p:grpSp>
        <p:nvGrpSpPr>
          <p:cNvPr id="1146" name="Google Shape;1146;p178"/>
          <p:cNvGrpSpPr/>
          <p:nvPr/>
        </p:nvGrpSpPr>
        <p:grpSpPr>
          <a:xfrm>
            <a:off x="5815578" y="3571680"/>
            <a:ext cx="636975" cy="177731"/>
            <a:chOff x="3387934" y="2390072"/>
            <a:chExt cx="849300" cy="215431"/>
          </a:xfrm>
        </p:grpSpPr>
        <p:sp>
          <p:nvSpPr>
            <p:cNvPr id="1147" name="Google Shape;1147;p178"/>
            <p:cNvSpPr/>
            <p:nvPr/>
          </p:nvSpPr>
          <p:spPr>
            <a:xfrm>
              <a:off x="3770079" y="2518231"/>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48" name="Google Shape;1148;p178"/>
            <p:cNvSpPr txBox="1"/>
            <p:nvPr/>
          </p:nvSpPr>
          <p:spPr>
            <a:xfrm>
              <a:off x="3387934" y="2390072"/>
              <a:ext cx="8493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Pre Prod. Apolo</a:t>
              </a:r>
              <a:endParaRPr b="0" i="0" sz="500" u="none" cap="none" strike="noStrike">
                <a:solidFill>
                  <a:schemeClr val="dk1"/>
                </a:solidFill>
                <a:latin typeface="Montserrat"/>
                <a:ea typeface="Montserrat"/>
                <a:cs typeface="Montserrat"/>
                <a:sym typeface="Montserrat"/>
              </a:endParaRPr>
            </a:p>
          </p:txBody>
        </p:sp>
      </p:grpSp>
      <p:grpSp>
        <p:nvGrpSpPr>
          <p:cNvPr id="1149" name="Google Shape;1149;p178"/>
          <p:cNvGrpSpPr/>
          <p:nvPr/>
        </p:nvGrpSpPr>
        <p:grpSpPr>
          <a:xfrm>
            <a:off x="6598469" y="3567870"/>
            <a:ext cx="934875" cy="171954"/>
            <a:chOff x="3723128" y="2407738"/>
            <a:chExt cx="1246500" cy="208429"/>
          </a:xfrm>
        </p:grpSpPr>
        <p:sp>
          <p:nvSpPr>
            <p:cNvPr id="1150" name="Google Shape;1150;p178"/>
            <p:cNvSpPr/>
            <p:nvPr/>
          </p:nvSpPr>
          <p:spPr>
            <a:xfrm>
              <a:off x="4278079" y="2528895"/>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51" name="Google Shape;1151;p178"/>
            <p:cNvSpPr txBox="1"/>
            <p:nvPr/>
          </p:nvSpPr>
          <p:spPr>
            <a:xfrm>
              <a:off x="3723128" y="2407738"/>
              <a:ext cx="124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Consolidado. Smart Vista</a:t>
              </a:r>
              <a:endParaRPr b="0" i="0" sz="500" u="none" cap="none" strike="noStrike">
                <a:solidFill>
                  <a:schemeClr val="dk1"/>
                </a:solidFill>
                <a:latin typeface="Montserrat"/>
                <a:ea typeface="Montserrat"/>
                <a:cs typeface="Montserrat"/>
                <a:sym typeface="Montserrat"/>
              </a:endParaRPr>
            </a:p>
          </p:txBody>
        </p:sp>
      </p:grpSp>
      <p:sp>
        <p:nvSpPr>
          <p:cNvPr id="1152" name="Google Shape;1152;p178"/>
          <p:cNvSpPr/>
          <p:nvPr/>
        </p:nvSpPr>
        <p:spPr>
          <a:xfrm>
            <a:off x="3828500" y="3809623"/>
            <a:ext cx="26919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grpSp>
        <p:nvGrpSpPr>
          <p:cNvPr id="1153" name="Google Shape;1153;p178"/>
          <p:cNvGrpSpPr/>
          <p:nvPr/>
        </p:nvGrpSpPr>
        <p:grpSpPr>
          <a:xfrm>
            <a:off x="4538573" y="3717617"/>
            <a:ext cx="717975" cy="154883"/>
            <a:chOff x="3117820" y="2434188"/>
            <a:chExt cx="957300" cy="187737"/>
          </a:xfrm>
        </p:grpSpPr>
        <p:sp>
          <p:nvSpPr>
            <p:cNvPr id="1154" name="Google Shape;1154;p178"/>
            <p:cNvSpPr/>
            <p:nvPr/>
          </p:nvSpPr>
          <p:spPr>
            <a:xfrm>
              <a:off x="3541479" y="2534653"/>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55" name="Google Shape;1155;p178"/>
            <p:cNvSpPr txBox="1"/>
            <p:nvPr/>
          </p:nvSpPr>
          <p:spPr>
            <a:xfrm>
              <a:off x="3117820" y="2434188"/>
              <a:ext cx="9573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Pre Prod. Transact</a:t>
              </a:r>
              <a:endParaRPr b="0" i="0" sz="500" u="none" cap="none" strike="noStrike">
                <a:solidFill>
                  <a:schemeClr val="dk1"/>
                </a:solidFill>
                <a:latin typeface="Montserrat"/>
                <a:ea typeface="Montserrat"/>
                <a:cs typeface="Montserrat"/>
                <a:sym typeface="Montserrat"/>
              </a:endParaRPr>
            </a:p>
          </p:txBody>
        </p:sp>
      </p:grpSp>
      <p:grpSp>
        <p:nvGrpSpPr>
          <p:cNvPr id="1156" name="Google Shape;1156;p178"/>
          <p:cNvGrpSpPr/>
          <p:nvPr/>
        </p:nvGrpSpPr>
        <p:grpSpPr>
          <a:xfrm>
            <a:off x="5252777" y="3694106"/>
            <a:ext cx="523575" cy="176907"/>
            <a:chOff x="3475733" y="2379772"/>
            <a:chExt cx="698100" cy="214433"/>
          </a:xfrm>
        </p:grpSpPr>
        <p:sp>
          <p:nvSpPr>
            <p:cNvPr id="1157" name="Google Shape;1157;p178"/>
            <p:cNvSpPr/>
            <p:nvPr/>
          </p:nvSpPr>
          <p:spPr>
            <a:xfrm>
              <a:off x="3770079" y="2506933"/>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58" name="Google Shape;1158;p178"/>
            <p:cNvSpPr txBox="1"/>
            <p:nvPr/>
          </p:nvSpPr>
          <p:spPr>
            <a:xfrm>
              <a:off x="3475733" y="2379772"/>
              <a:ext cx="6981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Transact QA 2</a:t>
              </a:r>
              <a:endParaRPr b="0" i="0" sz="500" u="none" cap="none" strike="noStrike">
                <a:solidFill>
                  <a:schemeClr val="dk1"/>
                </a:solidFill>
                <a:latin typeface="Montserrat"/>
                <a:ea typeface="Montserrat"/>
                <a:cs typeface="Montserrat"/>
                <a:sym typeface="Montserrat"/>
              </a:endParaRPr>
            </a:p>
          </p:txBody>
        </p:sp>
      </p:grpSp>
      <p:grpSp>
        <p:nvGrpSpPr>
          <p:cNvPr id="1159" name="Google Shape;1159;p178"/>
          <p:cNvGrpSpPr/>
          <p:nvPr/>
        </p:nvGrpSpPr>
        <p:grpSpPr>
          <a:xfrm>
            <a:off x="7798463" y="3555900"/>
            <a:ext cx="807975" cy="175417"/>
            <a:chOff x="3279782" y="2403540"/>
            <a:chExt cx="1077300" cy="212627"/>
          </a:xfrm>
        </p:grpSpPr>
        <p:sp>
          <p:nvSpPr>
            <p:cNvPr id="1160" name="Google Shape;1160;p178"/>
            <p:cNvSpPr/>
            <p:nvPr/>
          </p:nvSpPr>
          <p:spPr>
            <a:xfrm>
              <a:off x="3770079" y="2528895"/>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61" name="Google Shape;1161;p178"/>
            <p:cNvSpPr txBox="1"/>
            <p:nvPr/>
          </p:nvSpPr>
          <p:spPr>
            <a:xfrm>
              <a:off x="3279782" y="2403540"/>
              <a:ext cx="10773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Pre Prod. Smart Vista</a:t>
              </a:r>
              <a:endParaRPr b="0" i="0" sz="500" u="none" cap="none" strike="noStrike">
                <a:solidFill>
                  <a:schemeClr val="dk1"/>
                </a:solidFill>
                <a:latin typeface="Montserrat"/>
                <a:ea typeface="Montserrat"/>
                <a:cs typeface="Montserrat"/>
                <a:sym typeface="Montserrat"/>
              </a:endParaRPr>
            </a:p>
          </p:txBody>
        </p:sp>
      </p:grpSp>
      <p:sp>
        <p:nvSpPr>
          <p:cNvPr id="1162" name="Google Shape;1162;p178"/>
          <p:cNvSpPr/>
          <p:nvPr/>
        </p:nvSpPr>
        <p:spPr>
          <a:xfrm>
            <a:off x="1922907" y="3583282"/>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Despliegue (R2 + R3)</a:t>
            </a:r>
            <a:endParaRPr b="1" i="0" sz="500" u="none" cap="none" strike="noStrike">
              <a:solidFill>
                <a:schemeClr val="dk1"/>
              </a:solidFill>
              <a:latin typeface="Montserrat"/>
              <a:ea typeface="Montserrat"/>
              <a:cs typeface="Montserrat"/>
              <a:sym typeface="Montserrat"/>
            </a:endParaRPr>
          </a:p>
        </p:txBody>
      </p:sp>
      <p:grpSp>
        <p:nvGrpSpPr>
          <p:cNvPr id="1163" name="Google Shape;1163;p178"/>
          <p:cNvGrpSpPr/>
          <p:nvPr/>
        </p:nvGrpSpPr>
        <p:grpSpPr>
          <a:xfrm>
            <a:off x="6033361" y="3690608"/>
            <a:ext cx="900675" cy="176905"/>
            <a:chOff x="3195711" y="2330147"/>
            <a:chExt cx="1200900" cy="214430"/>
          </a:xfrm>
        </p:grpSpPr>
        <p:sp>
          <p:nvSpPr>
            <p:cNvPr id="1164" name="Google Shape;1164;p178"/>
            <p:cNvSpPr/>
            <p:nvPr/>
          </p:nvSpPr>
          <p:spPr>
            <a:xfrm>
              <a:off x="3770079" y="2457305"/>
              <a:ext cx="96000" cy="87272"/>
            </a:xfrm>
            <a:prstGeom prst="flowChartDecision">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65" name="Google Shape;1165;p178"/>
            <p:cNvSpPr txBox="1"/>
            <p:nvPr/>
          </p:nvSpPr>
          <p:spPr>
            <a:xfrm>
              <a:off x="3195711" y="2330147"/>
              <a:ext cx="12009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Transact Capacitación</a:t>
              </a:r>
              <a:endParaRPr b="0" i="0" sz="500" u="none" cap="none" strike="noStrike">
                <a:solidFill>
                  <a:schemeClr val="dk1"/>
                </a:solidFill>
                <a:latin typeface="Montserrat"/>
                <a:ea typeface="Montserrat"/>
                <a:cs typeface="Montserrat"/>
                <a:sym typeface="Montserrat"/>
              </a:endParaRPr>
            </a:p>
          </p:txBody>
        </p:sp>
      </p:grpSp>
      <p:sp>
        <p:nvSpPr>
          <p:cNvPr id="1166" name="Google Shape;1166;p178"/>
          <p:cNvSpPr/>
          <p:nvPr/>
        </p:nvSpPr>
        <p:spPr>
          <a:xfrm>
            <a:off x="1271432" y="2651610"/>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Despliegue (R1)</a:t>
            </a:r>
            <a:endParaRPr b="1" i="0" sz="500" u="none" cap="none" strike="noStrike">
              <a:solidFill>
                <a:schemeClr val="dk1"/>
              </a:solidFill>
              <a:latin typeface="Montserrat"/>
              <a:ea typeface="Montserrat"/>
              <a:cs typeface="Montserrat"/>
              <a:sym typeface="Montserrat"/>
            </a:endParaRPr>
          </a:p>
        </p:txBody>
      </p:sp>
      <p:grpSp>
        <p:nvGrpSpPr>
          <p:cNvPr id="1167" name="Google Shape;1167;p178"/>
          <p:cNvGrpSpPr/>
          <p:nvPr/>
        </p:nvGrpSpPr>
        <p:grpSpPr>
          <a:xfrm>
            <a:off x="2021455" y="2629721"/>
            <a:ext cx="889875" cy="181337"/>
            <a:chOff x="2920856" y="2336589"/>
            <a:chExt cx="1186500" cy="219803"/>
          </a:xfrm>
        </p:grpSpPr>
        <p:sp>
          <p:nvSpPr>
            <p:cNvPr id="1168" name="Google Shape;1168;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69" name="Google Shape;1169;p178"/>
            <p:cNvSpPr txBox="1"/>
            <p:nvPr/>
          </p:nvSpPr>
          <p:spPr>
            <a:xfrm>
              <a:off x="2920856"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Atención a Incidencias</a:t>
              </a:r>
              <a:endParaRPr b="0" i="1" sz="500" u="none" cap="none" strike="noStrike">
                <a:solidFill>
                  <a:schemeClr val="dk1"/>
                </a:solidFill>
                <a:latin typeface="Montserrat"/>
                <a:ea typeface="Montserrat"/>
                <a:cs typeface="Montserrat"/>
                <a:sym typeface="Montserrat"/>
              </a:endParaRPr>
            </a:p>
          </p:txBody>
        </p:sp>
      </p:grpSp>
      <p:sp>
        <p:nvSpPr>
          <p:cNvPr id="1170" name="Google Shape;1170;p178"/>
          <p:cNvSpPr/>
          <p:nvPr/>
        </p:nvSpPr>
        <p:spPr>
          <a:xfrm>
            <a:off x="1268925" y="2252123"/>
            <a:ext cx="3816900" cy="54000"/>
          </a:xfrm>
          <a:prstGeom prst="chevron">
            <a:avLst>
              <a:gd fmla="val 36743" name="adj"/>
            </a:avLst>
          </a:prstGeom>
          <a:solidFill>
            <a:srgbClr val="A4C2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171" name="Google Shape;1171;p178"/>
          <p:cNvSpPr/>
          <p:nvPr/>
        </p:nvSpPr>
        <p:spPr>
          <a:xfrm>
            <a:off x="1268967" y="2162044"/>
            <a:ext cx="1548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(R2)</a:t>
            </a:r>
            <a:endParaRPr b="1" i="0" sz="500" u="none" cap="none" strike="noStrike">
              <a:solidFill>
                <a:schemeClr val="dk1"/>
              </a:solidFill>
              <a:latin typeface="Montserrat"/>
              <a:ea typeface="Montserrat"/>
              <a:cs typeface="Montserrat"/>
              <a:sym typeface="Montserrat"/>
            </a:endParaRPr>
          </a:p>
        </p:txBody>
      </p:sp>
      <p:grpSp>
        <p:nvGrpSpPr>
          <p:cNvPr id="1172" name="Google Shape;1172;p178"/>
          <p:cNvGrpSpPr/>
          <p:nvPr/>
        </p:nvGrpSpPr>
        <p:grpSpPr>
          <a:xfrm>
            <a:off x="4175626" y="2137056"/>
            <a:ext cx="889875" cy="167174"/>
            <a:chOff x="2937240" y="2353757"/>
            <a:chExt cx="1186500" cy="202635"/>
          </a:xfrm>
        </p:grpSpPr>
        <p:sp>
          <p:nvSpPr>
            <p:cNvPr id="1173" name="Google Shape;1173;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74" name="Google Shape;1174;p178"/>
            <p:cNvSpPr txBox="1"/>
            <p:nvPr/>
          </p:nvSpPr>
          <p:spPr>
            <a:xfrm>
              <a:off x="2937240" y="2353757"/>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APP</a:t>
              </a:r>
              <a:endParaRPr b="0" i="1" sz="500" u="none" cap="none" strike="noStrike">
                <a:solidFill>
                  <a:schemeClr val="dk1"/>
                </a:solidFill>
                <a:latin typeface="Montserrat"/>
                <a:ea typeface="Montserrat"/>
                <a:cs typeface="Montserrat"/>
                <a:sym typeface="Montserrat"/>
              </a:endParaRPr>
            </a:p>
          </p:txBody>
        </p:sp>
      </p:grpSp>
      <p:grpSp>
        <p:nvGrpSpPr>
          <p:cNvPr id="1175" name="Google Shape;1175;p178"/>
          <p:cNvGrpSpPr/>
          <p:nvPr/>
        </p:nvGrpSpPr>
        <p:grpSpPr>
          <a:xfrm>
            <a:off x="4761722" y="2137056"/>
            <a:ext cx="889875" cy="167174"/>
            <a:chOff x="3242040" y="2353757"/>
            <a:chExt cx="1186500" cy="202635"/>
          </a:xfrm>
        </p:grpSpPr>
        <p:sp>
          <p:nvSpPr>
            <p:cNvPr id="1176" name="Google Shape;1176;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77" name="Google Shape;1177;p178"/>
            <p:cNvSpPr txBox="1"/>
            <p:nvPr/>
          </p:nvSpPr>
          <p:spPr>
            <a:xfrm>
              <a:off x="3242040" y="2353757"/>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Aclaraciones</a:t>
              </a:r>
              <a:endParaRPr b="0" i="1" sz="500" u="none" cap="none" strike="noStrike">
                <a:solidFill>
                  <a:schemeClr val="dk1"/>
                </a:solidFill>
                <a:latin typeface="Montserrat"/>
                <a:ea typeface="Montserrat"/>
                <a:cs typeface="Montserrat"/>
                <a:sym typeface="Montserrat"/>
              </a:endParaRPr>
            </a:p>
          </p:txBody>
        </p:sp>
      </p:grpSp>
      <p:grpSp>
        <p:nvGrpSpPr>
          <p:cNvPr id="1178" name="Google Shape;1178;p178"/>
          <p:cNvGrpSpPr/>
          <p:nvPr/>
        </p:nvGrpSpPr>
        <p:grpSpPr>
          <a:xfrm>
            <a:off x="4539726" y="2133765"/>
            <a:ext cx="579375" cy="170462"/>
            <a:chOff x="3131998" y="2349771"/>
            <a:chExt cx="772500" cy="206621"/>
          </a:xfrm>
        </p:grpSpPr>
        <p:sp>
          <p:nvSpPr>
            <p:cNvPr id="1179" name="Google Shape;1179;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80" name="Google Shape;1180;p178"/>
            <p:cNvSpPr txBox="1"/>
            <p:nvPr/>
          </p:nvSpPr>
          <p:spPr>
            <a:xfrm>
              <a:off x="3131998" y="2349771"/>
              <a:ext cx="772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SiWeb</a:t>
              </a:r>
              <a:endParaRPr b="0" i="1" sz="500" u="none" cap="none" strike="noStrike">
                <a:solidFill>
                  <a:schemeClr val="dk1"/>
                </a:solidFill>
                <a:latin typeface="Montserrat"/>
                <a:ea typeface="Montserrat"/>
                <a:cs typeface="Montserrat"/>
                <a:sym typeface="Montserrat"/>
              </a:endParaRPr>
            </a:p>
          </p:txBody>
        </p:sp>
      </p:grpSp>
      <p:sp>
        <p:nvSpPr>
          <p:cNvPr id="1181" name="Google Shape;1181;p178"/>
          <p:cNvSpPr/>
          <p:nvPr/>
        </p:nvSpPr>
        <p:spPr>
          <a:xfrm>
            <a:off x="4511175" y="2561900"/>
            <a:ext cx="1213500" cy="54000"/>
          </a:xfrm>
          <a:prstGeom prst="chevron">
            <a:avLst>
              <a:gd fmla="val 36743" name="adj"/>
            </a:avLst>
          </a:prstGeom>
          <a:solidFill>
            <a:srgbClr val="A4C2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182" name="Google Shape;1182;p178"/>
          <p:cNvSpPr/>
          <p:nvPr/>
        </p:nvSpPr>
        <p:spPr>
          <a:xfrm>
            <a:off x="4298653" y="2456193"/>
            <a:ext cx="5964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Desarrollo (R3)</a:t>
            </a:r>
            <a:endParaRPr b="1" i="0" sz="500" u="none" cap="none" strike="noStrike">
              <a:solidFill>
                <a:schemeClr val="dk1"/>
              </a:solidFill>
              <a:latin typeface="Montserrat"/>
              <a:ea typeface="Montserrat"/>
              <a:cs typeface="Montserrat"/>
              <a:sym typeface="Montserrat"/>
            </a:endParaRPr>
          </a:p>
        </p:txBody>
      </p:sp>
      <p:grpSp>
        <p:nvGrpSpPr>
          <p:cNvPr id="1183" name="Google Shape;1183;p178"/>
          <p:cNvGrpSpPr/>
          <p:nvPr/>
        </p:nvGrpSpPr>
        <p:grpSpPr>
          <a:xfrm>
            <a:off x="4822503" y="2453971"/>
            <a:ext cx="243000" cy="167171"/>
            <a:chOff x="3372524" y="2353761"/>
            <a:chExt cx="324000" cy="202631"/>
          </a:xfrm>
        </p:grpSpPr>
        <p:sp>
          <p:nvSpPr>
            <p:cNvPr id="1184" name="Google Shape;1184;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85" name="Google Shape;1185;p178"/>
            <p:cNvSpPr txBox="1"/>
            <p:nvPr/>
          </p:nvSpPr>
          <p:spPr>
            <a:xfrm>
              <a:off x="3372524" y="2353761"/>
              <a:ext cx="3240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APP</a:t>
              </a:r>
              <a:endParaRPr b="0" i="1" sz="500" u="none" cap="none" strike="noStrike">
                <a:solidFill>
                  <a:schemeClr val="dk1"/>
                </a:solidFill>
                <a:latin typeface="Montserrat"/>
                <a:ea typeface="Montserrat"/>
                <a:cs typeface="Montserrat"/>
                <a:sym typeface="Montserrat"/>
              </a:endParaRPr>
            </a:p>
          </p:txBody>
        </p:sp>
      </p:grpSp>
      <p:grpSp>
        <p:nvGrpSpPr>
          <p:cNvPr id="1186" name="Google Shape;1186;p178"/>
          <p:cNvGrpSpPr/>
          <p:nvPr/>
        </p:nvGrpSpPr>
        <p:grpSpPr>
          <a:xfrm>
            <a:off x="5030049" y="2456627"/>
            <a:ext cx="579375" cy="170462"/>
            <a:chOff x="3131998" y="2349771"/>
            <a:chExt cx="772500" cy="206621"/>
          </a:xfrm>
        </p:grpSpPr>
        <p:sp>
          <p:nvSpPr>
            <p:cNvPr id="1187" name="Google Shape;1187;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88" name="Google Shape;1188;p178"/>
            <p:cNvSpPr txBox="1"/>
            <p:nvPr/>
          </p:nvSpPr>
          <p:spPr>
            <a:xfrm>
              <a:off x="3131998" y="2349771"/>
              <a:ext cx="772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SiWeb</a:t>
              </a:r>
              <a:endParaRPr b="0" i="1" sz="500" u="none" cap="none" strike="noStrike">
                <a:solidFill>
                  <a:schemeClr val="dk1"/>
                </a:solidFill>
                <a:latin typeface="Montserrat"/>
                <a:ea typeface="Montserrat"/>
                <a:cs typeface="Montserrat"/>
                <a:sym typeface="Montserrat"/>
              </a:endParaRPr>
            </a:p>
          </p:txBody>
        </p:sp>
      </p:grpSp>
      <p:grpSp>
        <p:nvGrpSpPr>
          <p:cNvPr id="1189" name="Google Shape;1189;p178"/>
          <p:cNvGrpSpPr/>
          <p:nvPr/>
        </p:nvGrpSpPr>
        <p:grpSpPr>
          <a:xfrm>
            <a:off x="5639649" y="2456627"/>
            <a:ext cx="579375" cy="170462"/>
            <a:chOff x="3436798" y="2349771"/>
            <a:chExt cx="772500" cy="206621"/>
          </a:xfrm>
        </p:grpSpPr>
        <p:sp>
          <p:nvSpPr>
            <p:cNvPr id="1190" name="Google Shape;1190;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91" name="Google Shape;1191;p178"/>
            <p:cNvSpPr txBox="1"/>
            <p:nvPr/>
          </p:nvSpPr>
          <p:spPr>
            <a:xfrm>
              <a:off x="3436798" y="2349771"/>
              <a:ext cx="772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Aclaraciones</a:t>
              </a:r>
              <a:endParaRPr b="0" i="1" sz="500" u="none" cap="none" strike="noStrike">
                <a:solidFill>
                  <a:schemeClr val="dk1"/>
                </a:solidFill>
                <a:latin typeface="Montserrat"/>
                <a:ea typeface="Montserrat"/>
                <a:cs typeface="Montserrat"/>
                <a:sym typeface="Montserrat"/>
              </a:endParaRPr>
            </a:p>
          </p:txBody>
        </p:sp>
      </p:grpSp>
      <p:sp>
        <p:nvSpPr>
          <p:cNvPr id="1192" name="Google Shape;1192;p178"/>
          <p:cNvSpPr/>
          <p:nvPr/>
        </p:nvSpPr>
        <p:spPr>
          <a:xfrm>
            <a:off x="7743572" y="27771"/>
            <a:ext cx="672484" cy="108347"/>
          </a:xfrm>
          <a:custGeom>
            <a:rect b="b" l="l" r="r" t="t"/>
            <a:pathLst>
              <a:path extrusionOk="0" h="238125" w="1640204">
                <a:moveTo>
                  <a:pt x="1520952" y="0"/>
                </a:moveTo>
                <a:lnTo>
                  <a:pt x="118872" y="0"/>
                </a:lnTo>
                <a:lnTo>
                  <a:pt x="72598" y="9342"/>
                </a:lnTo>
                <a:lnTo>
                  <a:pt x="34813" y="34818"/>
                </a:lnTo>
                <a:lnTo>
                  <a:pt x="9340" y="72603"/>
                </a:lnTo>
                <a:lnTo>
                  <a:pt x="0" y="118871"/>
                </a:lnTo>
                <a:lnTo>
                  <a:pt x="9340" y="165140"/>
                </a:lnTo>
                <a:lnTo>
                  <a:pt x="34813" y="202925"/>
                </a:lnTo>
                <a:lnTo>
                  <a:pt x="72598" y="228401"/>
                </a:lnTo>
                <a:lnTo>
                  <a:pt x="118872" y="237743"/>
                </a:lnTo>
                <a:lnTo>
                  <a:pt x="1520952" y="237743"/>
                </a:lnTo>
                <a:lnTo>
                  <a:pt x="1567225" y="228401"/>
                </a:lnTo>
                <a:lnTo>
                  <a:pt x="1605010" y="202925"/>
                </a:lnTo>
                <a:lnTo>
                  <a:pt x="1630483" y="165140"/>
                </a:lnTo>
                <a:lnTo>
                  <a:pt x="1639824" y="118871"/>
                </a:lnTo>
                <a:lnTo>
                  <a:pt x="1630483" y="72603"/>
                </a:lnTo>
                <a:lnTo>
                  <a:pt x="1605010" y="34818"/>
                </a:lnTo>
                <a:lnTo>
                  <a:pt x="1567225" y="9342"/>
                </a:lnTo>
                <a:lnTo>
                  <a:pt x="1520952" y="0"/>
                </a:lnTo>
                <a:close/>
              </a:path>
            </a:pathLst>
          </a:custGeom>
          <a:solidFill>
            <a:srgbClr val="00B0F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Montserrat"/>
              <a:buNone/>
            </a:pPr>
            <a:r>
              <a:rPr b="1" i="0" lang="es" sz="500" u="none" cap="none" strike="noStrike">
                <a:solidFill>
                  <a:srgbClr val="FFFFFF"/>
                </a:solidFill>
                <a:latin typeface="Montserrat"/>
                <a:ea typeface="Montserrat"/>
                <a:cs typeface="Montserrat"/>
                <a:sym typeface="Montserrat"/>
              </a:rPr>
              <a:t>CSE</a:t>
            </a:r>
            <a:endParaRPr b="1" i="0" sz="500" u="none" cap="none" strike="noStrike">
              <a:solidFill>
                <a:srgbClr val="FFFFFF"/>
              </a:solidFill>
              <a:latin typeface="Montserrat"/>
              <a:ea typeface="Montserrat"/>
              <a:cs typeface="Montserrat"/>
              <a:sym typeface="Montserrat"/>
            </a:endParaRPr>
          </a:p>
        </p:txBody>
      </p:sp>
      <p:grpSp>
        <p:nvGrpSpPr>
          <p:cNvPr id="1193" name="Google Shape;1193;p178"/>
          <p:cNvGrpSpPr/>
          <p:nvPr/>
        </p:nvGrpSpPr>
        <p:grpSpPr>
          <a:xfrm>
            <a:off x="3843142" y="3060438"/>
            <a:ext cx="889875" cy="181337"/>
            <a:chOff x="2920856" y="2336589"/>
            <a:chExt cx="1186500" cy="219803"/>
          </a:xfrm>
        </p:grpSpPr>
        <p:sp>
          <p:nvSpPr>
            <p:cNvPr id="1194" name="Google Shape;1194;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95" name="Google Shape;1195;p178"/>
            <p:cNvSpPr txBox="1"/>
            <p:nvPr/>
          </p:nvSpPr>
          <p:spPr>
            <a:xfrm>
              <a:off x="2920856"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Atención a Incidencias</a:t>
              </a:r>
              <a:endParaRPr b="0" i="1" sz="500" u="none" cap="none" strike="noStrike">
                <a:solidFill>
                  <a:schemeClr val="dk1"/>
                </a:solidFill>
                <a:latin typeface="Montserrat"/>
                <a:ea typeface="Montserrat"/>
                <a:cs typeface="Montserrat"/>
                <a:sym typeface="Montserrat"/>
              </a:endParaRPr>
            </a:p>
          </p:txBody>
        </p:sp>
      </p:grpSp>
      <p:grpSp>
        <p:nvGrpSpPr>
          <p:cNvPr id="1196" name="Google Shape;1196;p178"/>
          <p:cNvGrpSpPr/>
          <p:nvPr/>
        </p:nvGrpSpPr>
        <p:grpSpPr>
          <a:xfrm>
            <a:off x="3843142" y="3376137"/>
            <a:ext cx="889875" cy="181337"/>
            <a:chOff x="2920856" y="2336589"/>
            <a:chExt cx="1186500" cy="219803"/>
          </a:xfrm>
        </p:grpSpPr>
        <p:sp>
          <p:nvSpPr>
            <p:cNvPr id="1197" name="Google Shape;1197;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198" name="Google Shape;1198;p178"/>
            <p:cNvSpPr txBox="1"/>
            <p:nvPr/>
          </p:nvSpPr>
          <p:spPr>
            <a:xfrm>
              <a:off x="2920856"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Atención a Incidencias</a:t>
              </a:r>
              <a:endParaRPr b="0" i="1" sz="500" u="none" cap="none" strike="noStrike">
                <a:solidFill>
                  <a:schemeClr val="dk1"/>
                </a:solidFill>
                <a:latin typeface="Montserrat"/>
                <a:ea typeface="Montserrat"/>
                <a:cs typeface="Montserrat"/>
                <a:sym typeface="Montserrat"/>
              </a:endParaRPr>
            </a:p>
          </p:txBody>
        </p:sp>
      </p:grpSp>
      <p:sp>
        <p:nvSpPr>
          <p:cNvPr id="1199" name="Google Shape;1199;p178"/>
          <p:cNvSpPr/>
          <p:nvPr/>
        </p:nvSpPr>
        <p:spPr>
          <a:xfrm>
            <a:off x="5294870" y="4775265"/>
            <a:ext cx="5463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200" name="Google Shape;1200;p178"/>
          <p:cNvSpPr/>
          <p:nvPr/>
        </p:nvSpPr>
        <p:spPr>
          <a:xfrm>
            <a:off x="5294870" y="4683362"/>
            <a:ext cx="1548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Capacitación</a:t>
            </a:r>
            <a:endParaRPr b="1" i="0" sz="500" u="none" cap="none" strike="noStrike">
              <a:solidFill>
                <a:schemeClr val="dk1"/>
              </a:solidFill>
              <a:latin typeface="Montserrat"/>
              <a:ea typeface="Montserrat"/>
              <a:cs typeface="Montserrat"/>
              <a:sym typeface="Montserrat"/>
            </a:endParaRPr>
          </a:p>
        </p:txBody>
      </p:sp>
      <p:sp>
        <p:nvSpPr>
          <p:cNvPr id="1201" name="Google Shape;1201;p178"/>
          <p:cNvSpPr/>
          <p:nvPr/>
        </p:nvSpPr>
        <p:spPr>
          <a:xfrm>
            <a:off x="5791174" y="4760869"/>
            <a:ext cx="72000" cy="71999"/>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pic>
        <p:nvPicPr>
          <p:cNvPr id="1202" name="Google Shape;1202;p178"/>
          <p:cNvPicPr preferRelativeResize="0"/>
          <p:nvPr/>
        </p:nvPicPr>
        <p:blipFill rotWithShape="1">
          <a:blip r:embed="rId12">
            <a:alphaModFix/>
          </a:blip>
          <a:srcRect b="100000" l="329034" r="-436719" t="-207684"/>
          <a:stretch/>
        </p:blipFill>
        <p:spPr>
          <a:xfrm>
            <a:off x="3576638" y="1589910"/>
            <a:ext cx="2143125" cy="2143125"/>
          </a:xfrm>
          <a:prstGeom prst="rect">
            <a:avLst/>
          </a:prstGeom>
          <a:noFill/>
          <a:ln>
            <a:noFill/>
          </a:ln>
        </p:spPr>
      </p:pic>
      <p:pic>
        <p:nvPicPr>
          <p:cNvPr id="1203" name="Google Shape;1203;p178"/>
          <p:cNvPicPr preferRelativeResize="0"/>
          <p:nvPr/>
        </p:nvPicPr>
        <p:blipFill rotWithShape="1">
          <a:blip r:embed="rId12">
            <a:alphaModFix/>
          </a:blip>
          <a:srcRect b="12690" l="11588" r="13796" t="13699"/>
          <a:stretch/>
        </p:blipFill>
        <p:spPr>
          <a:xfrm>
            <a:off x="84700" y="2266281"/>
            <a:ext cx="260700" cy="257215"/>
          </a:xfrm>
          <a:prstGeom prst="rect">
            <a:avLst/>
          </a:prstGeom>
          <a:noFill/>
          <a:ln>
            <a:noFill/>
          </a:ln>
        </p:spPr>
      </p:pic>
      <p:pic>
        <p:nvPicPr>
          <p:cNvPr id="1204" name="Google Shape;1204;p178"/>
          <p:cNvPicPr preferRelativeResize="0"/>
          <p:nvPr/>
        </p:nvPicPr>
        <p:blipFill rotWithShape="1">
          <a:blip r:embed="rId13">
            <a:alphaModFix/>
          </a:blip>
          <a:srcRect b="0" l="0" r="0" t="0"/>
          <a:stretch/>
        </p:blipFill>
        <p:spPr>
          <a:xfrm>
            <a:off x="134195" y="4697990"/>
            <a:ext cx="161700" cy="161700"/>
          </a:xfrm>
          <a:prstGeom prst="rect">
            <a:avLst/>
          </a:prstGeom>
          <a:noFill/>
          <a:ln>
            <a:noFill/>
          </a:ln>
        </p:spPr>
      </p:pic>
      <p:sp>
        <p:nvSpPr>
          <p:cNvPr id="1205" name="Google Shape;1205;p178"/>
          <p:cNvSpPr txBox="1"/>
          <p:nvPr/>
        </p:nvSpPr>
        <p:spPr>
          <a:xfrm>
            <a:off x="399" y="-6706"/>
            <a:ext cx="2439300" cy="394500"/>
          </a:xfrm>
          <a:prstGeom prst="rect">
            <a:avLst/>
          </a:prstGeom>
          <a:noFill/>
          <a:ln>
            <a:noFill/>
          </a:ln>
        </p:spPr>
        <p:txBody>
          <a:bodyPr anchorCtr="0" anchor="t" bIns="68550" lIns="68550" spcFirstLastPara="1" rIns="68550" wrap="square" tIns="68550">
            <a:noAutofit/>
          </a:bodyPr>
          <a:lstStyle/>
          <a:p>
            <a:pPr indent="0" lvl="0" marL="0" marR="0" rtl="0" algn="l">
              <a:lnSpc>
                <a:spcPct val="100000"/>
              </a:lnSpc>
              <a:spcBef>
                <a:spcPts val="0"/>
              </a:spcBef>
              <a:spcAft>
                <a:spcPts val="0"/>
              </a:spcAft>
              <a:buClr>
                <a:srgbClr val="000000"/>
              </a:buClr>
              <a:buSzPts val="2000"/>
              <a:buFont typeface="Arial"/>
              <a:buNone/>
            </a:pPr>
            <a:r>
              <a:rPr b="1" i="0" lang="es" sz="1500" u="none" cap="none" strike="noStrike">
                <a:solidFill>
                  <a:srgbClr val="434343"/>
                </a:solidFill>
                <a:latin typeface="Helvetica Neue"/>
                <a:ea typeface="Helvetica Neue"/>
                <a:cs typeface="Helvetica Neue"/>
                <a:sym typeface="Helvetica Neue"/>
              </a:rPr>
              <a:t>Plan Integral</a:t>
            </a:r>
            <a:endParaRPr b="0" i="0" sz="900" u="none" cap="none" strike="noStrike">
              <a:solidFill>
                <a:srgbClr val="000000"/>
              </a:solidFill>
              <a:latin typeface="Arial"/>
              <a:ea typeface="Arial"/>
              <a:cs typeface="Arial"/>
              <a:sym typeface="Arial"/>
            </a:endParaRPr>
          </a:p>
        </p:txBody>
      </p:sp>
      <p:grpSp>
        <p:nvGrpSpPr>
          <p:cNvPr id="1206" name="Google Shape;1206;p178"/>
          <p:cNvGrpSpPr/>
          <p:nvPr/>
        </p:nvGrpSpPr>
        <p:grpSpPr>
          <a:xfrm>
            <a:off x="6130504" y="1856143"/>
            <a:ext cx="1223100" cy="167158"/>
            <a:chOff x="2779725" y="2353776"/>
            <a:chExt cx="1630800" cy="202616"/>
          </a:xfrm>
        </p:grpSpPr>
        <p:sp>
          <p:nvSpPr>
            <p:cNvPr id="1207" name="Google Shape;1207;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08" name="Google Shape;1208;p178"/>
            <p:cNvSpPr txBox="1"/>
            <p:nvPr/>
          </p:nvSpPr>
          <p:spPr>
            <a:xfrm>
              <a:off x="2779725" y="2353776"/>
              <a:ext cx="1630800" cy="159300"/>
            </a:xfrm>
            <a:prstGeom prst="rect">
              <a:avLst/>
            </a:prstGeom>
            <a:noFill/>
            <a:ln>
              <a:noFill/>
            </a:ln>
          </p:spPr>
          <p:txBody>
            <a:bodyPr anchorCtr="0" anchor="ctr" bIns="27000" lIns="27000" spcFirstLastPara="1" rIns="27000" wrap="square" tIns="27000">
              <a:spAutoFit/>
            </a:bodyPr>
            <a:lstStyle/>
            <a:p>
              <a:pPr indent="0" lvl="0" marL="0" marR="0" rtl="0" algn="l">
                <a:lnSpc>
                  <a:spcPct val="100000"/>
                </a:lnSpc>
                <a:spcBef>
                  <a:spcPts val="0"/>
                </a:spcBef>
                <a:spcAft>
                  <a:spcPts val="0"/>
                </a:spcAft>
                <a:buClr>
                  <a:schemeClr val="dk1"/>
                </a:buClr>
                <a:buSzPts val="500"/>
                <a:buFont typeface="Arial"/>
                <a:buNone/>
              </a:pPr>
              <a:r>
                <a:rPr b="0" i="0" lang="es" sz="500" u="none" cap="none" strike="noStrike">
                  <a:solidFill>
                    <a:schemeClr val="dk1"/>
                  </a:solidFill>
                  <a:latin typeface="Montserrat"/>
                  <a:ea typeface="Montserrat"/>
                  <a:cs typeface="Montserrat"/>
                  <a:sym typeface="Montserrat"/>
                </a:rPr>
                <a:t>Mesas Backlog / Evolutivos (30 Req)</a:t>
              </a:r>
              <a:endParaRPr b="0" i="1" sz="500" u="none" cap="none" strike="noStrike">
                <a:solidFill>
                  <a:schemeClr val="dk1"/>
                </a:solidFill>
                <a:latin typeface="Montserrat"/>
                <a:ea typeface="Montserrat"/>
                <a:cs typeface="Montserrat"/>
                <a:sym typeface="Montserrat"/>
              </a:endParaRPr>
            </a:p>
          </p:txBody>
        </p:sp>
      </p:grpSp>
      <p:sp>
        <p:nvSpPr>
          <p:cNvPr id="1209" name="Google Shape;1209;p178"/>
          <p:cNvSpPr/>
          <p:nvPr/>
        </p:nvSpPr>
        <p:spPr>
          <a:xfrm>
            <a:off x="5211918" y="2080199"/>
            <a:ext cx="72000" cy="71999"/>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grpSp>
        <p:nvGrpSpPr>
          <p:cNvPr id="1210" name="Google Shape;1210;p178"/>
          <p:cNvGrpSpPr/>
          <p:nvPr/>
        </p:nvGrpSpPr>
        <p:grpSpPr>
          <a:xfrm>
            <a:off x="4143454" y="4358980"/>
            <a:ext cx="470925" cy="167175"/>
            <a:chOff x="3214886" y="2353756"/>
            <a:chExt cx="627900" cy="202636"/>
          </a:xfrm>
        </p:grpSpPr>
        <p:sp>
          <p:nvSpPr>
            <p:cNvPr id="1211" name="Google Shape;1211;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12" name="Google Shape;1212;p178"/>
            <p:cNvSpPr txBox="1"/>
            <p:nvPr/>
          </p:nvSpPr>
          <p:spPr>
            <a:xfrm>
              <a:off x="3214886" y="2353756"/>
              <a:ext cx="6279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250 reportes</a:t>
              </a:r>
              <a:endParaRPr b="0" i="1" sz="500" u="none" cap="none" strike="noStrike">
                <a:solidFill>
                  <a:schemeClr val="dk1"/>
                </a:solidFill>
                <a:latin typeface="Montserrat"/>
                <a:ea typeface="Montserrat"/>
                <a:cs typeface="Montserrat"/>
                <a:sym typeface="Montserrat"/>
              </a:endParaRPr>
            </a:p>
          </p:txBody>
        </p:sp>
      </p:grpSp>
      <p:grpSp>
        <p:nvGrpSpPr>
          <p:cNvPr id="1213" name="Google Shape;1213;p178"/>
          <p:cNvGrpSpPr/>
          <p:nvPr/>
        </p:nvGrpSpPr>
        <p:grpSpPr>
          <a:xfrm>
            <a:off x="4566959" y="4319344"/>
            <a:ext cx="523575" cy="208569"/>
            <a:chOff x="3169961" y="2303581"/>
            <a:chExt cx="698100" cy="252811"/>
          </a:xfrm>
        </p:grpSpPr>
        <p:sp>
          <p:nvSpPr>
            <p:cNvPr id="1214" name="Google Shape;1214;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15" name="Google Shape;1215;p178"/>
            <p:cNvSpPr txBox="1"/>
            <p:nvPr/>
          </p:nvSpPr>
          <p:spPr>
            <a:xfrm>
              <a:off x="3169961" y="2303581"/>
              <a:ext cx="698100" cy="2199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400" u="none" cap="none" strike="noStrike">
                  <a:solidFill>
                    <a:schemeClr val="dk1"/>
                  </a:solidFill>
                  <a:latin typeface="Montserrat"/>
                  <a:ea typeface="Montserrat"/>
                  <a:cs typeface="Montserrat"/>
                  <a:sym typeface="Montserrat"/>
                </a:rPr>
                <a:t>Atención correcciones</a:t>
              </a:r>
              <a:endParaRPr b="0" i="1" sz="400" u="none" cap="none" strike="noStrike">
                <a:solidFill>
                  <a:schemeClr val="dk1"/>
                </a:solidFill>
                <a:latin typeface="Montserrat"/>
                <a:ea typeface="Montserrat"/>
                <a:cs typeface="Montserrat"/>
                <a:sym typeface="Montserrat"/>
              </a:endParaRPr>
            </a:p>
          </p:txBody>
        </p:sp>
      </p:grpSp>
      <p:grpSp>
        <p:nvGrpSpPr>
          <p:cNvPr id="1216" name="Google Shape;1216;p178"/>
          <p:cNvGrpSpPr/>
          <p:nvPr/>
        </p:nvGrpSpPr>
        <p:grpSpPr>
          <a:xfrm>
            <a:off x="4864967" y="4348361"/>
            <a:ext cx="889875" cy="181337"/>
            <a:chOff x="2738761" y="2336589"/>
            <a:chExt cx="1186500" cy="219803"/>
          </a:xfrm>
        </p:grpSpPr>
        <p:sp>
          <p:nvSpPr>
            <p:cNvPr id="1217" name="Google Shape;1217;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18" name="Google Shape;1218;p178"/>
            <p:cNvSpPr txBox="1"/>
            <p:nvPr/>
          </p:nvSpPr>
          <p:spPr>
            <a:xfrm>
              <a:off x="2738761"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SIT y Regresión</a:t>
              </a:r>
              <a:endParaRPr b="0" i="1" sz="500" u="none" cap="none" strike="noStrike">
                <a:solidFill>
                  <a:schemeClr val="dk1"/>
                </a:solidFill>
                <a:latin typeface="Montserrat"/>
                <a:ea typeface="Montserrat"/>
                <a:cs typeface="Montserrat"/>
                <a:sym typeface="Montserrat"/>
              </a:endParaRPr>
            </a:p>
          </p:txBody>
        </p:sp>
      </p:grpSp>
      <p:grpSp>
        <p:nvGrpSpPr>
          <p:cNvPr id="1219" name="Google Shape;1219;p178"/>
          <p:cNvGrpSpPr/>
          <p:nvPr/>
        </p:nvGrpSpPr>
        <p:grpSpPr>
          <a:xfrm>
            <a:off x="5290658" y="4348361"/>
            <a:ext cx="889875" cy="181337"/>
            <a:chOff x="2899950" y="2336589"/>
            <a:chExt cx="1186500" cy="219803"/>
          </a:xfrm>
        </p:grpSpPr>
        <p:sp>
          <p:nvSpPr>
            <p:cNvPr id="1220" name="Google Shape;1220;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21" name="Google Shape;1221;p178"/>
            <p:cNvSpPr txBox="1"/>
            <p:nvPr/>
          </p:nvSpPr>
          <p:spPr>
            <a:xfrm>
              <a:off x="2899950"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UAT</a:t>
              </a:r>
              <a:endParaRPr b="0" i="1" sz="500" u="none" cap="none" strike="noStrike">
                <a:solidFill>
                  <a:schemeClr val="dk1"/>
                </a:solidFill>
                <a:latin typeface="Montserrat"/>
                <a:ea typeface="Montserrat"/>
                <a:cs typeface="Montserrat"/>
                <a:sym typeface="Montserrat"/>
              </a:endParaRPr>
            </a:p>
          </p:txBody>
        </p:sp>
      </p:grpSp>
      <p:sp>
        <p:nvSpPr>
          <p:cNvPr id="1222" name="Google Shape;1222;p178"/>
          <p:cNvSpPr/>
          <p:nvPr/>
        </p:nvSpPr>
        <p:spPr>
          <a:xfrm>
            <a:off x="2872672" y="4613400"/>
            <a:ext cx="26241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223" name="Google Shape;1223;p178"/>
          <p:cNvSpPr/>
          <p:nvPr/>
        </p:nvSpPr>
        <p:spPr>
          <a:xfrm>
            <a:off x="2872688" y="4521487"/>
            <a:ext cx="1548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Planeación - Migración</a:t>
            </a:r>
            <a:endParaRPr b="1" i="0" sz="500" u="none" cap="none" strike="noStrike">
              <a:solidFill>
                <a:schemeClr val="dk1"/>
              </a:solidFill>
              <a:latin typeface="Montserrat"/>
              <a:ea typeface="Montserrat"/>
              <a:cs typeface="Montserrat"/>
              <a:sym typeface="Montserrat"/>
            </a:endParaRPr>
          </a:p>
        </p:txBody>
      </p:sp>
      <p:grpSp>
        <p:nvGrpSpPr>
          <p:cNvPr id="1224" name="Google Shape;1224;p178"/>
          <p:cNvGrpSpPr/>
          <p:nvPr/>
        </p:nvGrpSpPr>
        <p:grpSpPr>
          <a:xfrm>
            <a:off x="4042714" y="4514835"/>
            <a:ext cx="1124100" cy="161570"/>
            <a:chOff x="2369367" y="2360550"/>
            <a:chExt cx="1498800" cy="195842"/>
          </a:xfrm>
        </p:grpSpPr>
        <p:sp>
          <p:nvSpPr>
            <p:cNvPr id="1225" name="Google Shape;1225;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26" name="Google Shape;1226;p178"/>
            <p:cNvSpPr txBox="1"/>
            <p:nvPr/>
          </p:nvSpPr>
          <p:spPr>
            <a:xfrm>
              <a:off x="2369367" y="2360550"/>
              <a:ext cx="1498800" cy="1407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400" u="none" cap="none" strike="noStrike">
                  <a:solidFill>
                    <a:schemeClr val="dk1"/>
                  </a:solidFill>
                  <a:latin typeface="Montserrat"/>
                  <a:ea typeface="Montserrat"/>
                  <a:cs typeface="Montserrat"/>
                  <a:sym typeface="Montserrat"/>
                </a:rPr>
                <a:t>Solicitud de propuesta proveedor</a:t>
              </a:r>
              <a:endParaRPr b="0" i="1" sz="400" u="none" cap="none" strike="noStrike">
                <a:solidFill>
                  <a:schemeClr val="dk1"/>
                </a:solidFill>
                <a:latin typeface="Montserrat"/>
                <a:ea typeface="Montserrat"/>
                <a:cs typeface="Montserrat"/>
                <a:sym typeface="Montserrat"/>
              </a:endParaRPr>
            </a:p>
          </p:txBody>
        </p:sp>
      </p:grpSp>
      <p:grpSp>
        <p:nvGrpSpPr>
          <p:cNvPr id="1227" name="Google Shape;1227;p178"/>
          <p:cNvGrpSpPr/>
          <p:nvPr/>
        </p:nvGrpSpPr>
        <p:grpSpPr>
          <a:xfrm>
            <a:off x="5109522" y="4514827"/>
            <a:ext cx="807975" cy="161578"/>
            <a:chOff x="2978977" y="2360540"/>
            <a:chExt cx="1077300" cy="195852"/>
          </a:xfrm>
        </p:grpSpPr>
        <p:sp>
          <p:nvSpPr>
            <p:cNvPr id="1228" name="Google Shape;1228;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29" name="Google Shape;1229;p178"/>
            <p:cNvSpPr txBox="1"/>
            <p:nvPr/>
          </p:nvSpPr>
          <p:spPr>
            <a:xfrm>
              <a:off x="2978977" y="2360540"/>
              <a:ext cx="1077300" cy="1407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400" u="none" cap="none" strike="noStrike">
                  <a:solidFill>
                    <a:schemeClr val="dk1"/>
                  </a:solidFill>
                  <a:latin typeface="Montserrat"/>
                  <a:ea typeface="Montserrat"/>
                  <a:cs typeface="Montserrat"/>
                  <a:sym typeface="Montserrat"/>
                </a:rPr>
                <a:t>Análisis propuesta</a:t>
              </a:r>
              <a:endParaRPr b="0" i="1" sz="400" u="none" cap="none" strike="noStrike">
                <a:solidFill>
                  <a:schemeClr val="dk1"/>
                </a:solidFill>
                <a:latin typeface="Montserrat"/>
                <a:ea typeface="Montserrat"/>
                <a:cs typeface="Montserrat"/>
                <a:sym typeface="Montserrat"/>
              </a:endParaRPr>
            </a:p>
          </p:txBody>
        </p:sp>
      </p:grpSp>
      <p:sp>
        <p:nvSpPr>
          <p:cNvPr id="1230" name="Google Shape;1230;p178"/>
          <p:cNvSpPr/>
          <p:nvPr/>
        </p:nvSpPr>
        <p:spPr>
          <a:xfrm>
            <a:off x="4590666" y="4884575"/>
            <a:ext cx="1265700" cy="54000"/>
          </a:xfrm>
          <a:prstGeom prst="chevron">
            <a:avLst>
              <a:gd fmla="val 36743"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231" name="Google Shape;1231;p178"/>
          <p:cNvSpPr/>
          <p:nvPr/>
        </p:nvSpPr>
        <p:spPr>
          <a:xfrm>
            <a:off x="4624359" y="4792675"/>
            <a:ext cx="4410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Readiness</a:t>
            </a:r>
            <a:endParaRPr b="1" i="0" sz="500" u="none" cap="none" strike="noStrike">
              <a:solidFill>
                <a:schemeClr val="dk1"/>
              </a:solidFill>
              <a:latin typeface="Montserrat"/>
              <a:ea typeface="Montserrat"/>
              <a:cs typeface="Montserrat"/>
              <a:sym typeface="Montserrat"/>
            </a:endParaRPr>
          </a:p>
        </p:txBody>
      </p:sp>
      <p:sp>
        <p:nvSpPr>
          <p:cNvPr id="1232" name="Google Shape;1232;p178"/>
          <p:cNvSpPr/>
          <p:nvPr/>
        </p:nvSpPr>
        <p:spPr>
          <a:xfrm>
            <a:off x="5791174" y="4878013"/>
            <a:ext cx="72000" cy="71999"/>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grpSp>
        <p:nvGrpSpPr>
          <p:cNvPr id="1233" name="Google Shape;1233;p178"/>
          <p:cNvGrpSpPr/>
          <p:nvPr/>
        </p:nvGrpSpPr>
        <p:grpSpPr>
          <a:xfrm>
            <a:off x="6436175" y="891088"/>
            <a:ext cx="1171800" cy="4231072"/>
            <a:chOff x="5643449" y="35870"/>
            <a:chExt cx="1171800" cy="4665423"/>
          </a:xfrm>
        </p:grpSpPr>
        <p:sp>
          <p:nvSpPr>
            <p:cNvPr id="1234" name="Google Shape;1234;p178"/>
            <p:cNvSpPr/>
            <p:nvPr/>
          </p:nvSpPr>
          <p:spPr>
            <a:xfrm>
              <a:off x="5643449" y="4556393"/>
              <a:ext cx="1171800" cy="144900"/>
            </a:xfrm>
            <a:prstGeom prst="rect">
              <a:avLst/>
            </a:prstGeom>
            <a:noFill/>
            <a:ln>
              <a:noFill/>
            </a:ln>
          </p:spPr>
          <p:txBody>
            <a:bodyPr anchorCtr="0" anchor="ctr" bIns="66675" lIns="66675" spcFirstLastPara="1" rIns="66675" wrap="square" tIns="66675">
              <a:noAutofit/>
            </a:bodyPr>
            <a:lstStyle/>
            <a:p>
              <a:pPr indent="0" lvl="0" marL="0" marR="0" rtl="0" algn="ctr">
                <a:lnSpc>
                  <a:spcPct val="106000"/>
                </a:lnSpc>
                <a:spcBef>
                  <a:spcPts val="0"/>
                </a:spcBef>
                <a:spcAft>
                  <a:spcPts val="0"/>
                </a:spcAft>
                <a:buClr>
                  <a:srgbClr val="4285F4"/>
                </a:buClr>
                <a:buSzPts val="800"/>
                <a:buFont typeface="Noto Sans Symbols"/>
                <a:buNone/>
              </a:pPr>
              <a:r>
                <a:rPr b="1" i="1" lang="es" sz="500" u="none" cap="none" strike="noStrike">
                  <a:solidFill>
                    <a:srgbClr val="000000"/>
                  </a:solidFill>
                  <a:latin typeface="Montserrat"/>
                  <a:ea typeface="Montserrat"/>
                  <a:cs typeface="Montserrat"/>
                  <a:sym typeface="Montserrat"/>
                </a:rPr>
                <a:t>R2 -  Apolo TDC Física</a:t>
              </a:r>
              <a:endParaRPr b="1" i="1" sz="500" u="none" cap="none" strike="noStrike">
                <a:solidFill>
                  <a:srgbClr val="000000"/>
                </a:solidFill>
                <a:latin typeface="Montserrat"/>
                <a:ea typeface="Montserrat"/>
                <a:cs typeface="Montserrat"/>
                <a:sym typeface="Montserrat"/>
              </a:endParaRPr>
            </a:p>
            <a:p>
              <a:pPr indent="0" lvl="0" marL="0" marR="0" rtl="0" algn="ctr">
                <a:lnSpc>
                  <a:spcPct val="106000"/>
                </a:lnSpc>
                <a:spcBef>
                  <a:spcPts val="0"/>
                </a:spcBef>
                <a:spcAft>
                  <a:spcPts val="0"/>
                </a:spcAft>
                <a:buClr>
                  <a:srgbClr val="4285F4"/>
                </a:buClr>
                <a:buSzPts val="800"/>
                <a:buFont typeface="Noto Sans Symbols"/>
                <a:buNone/>
              </a:pPr>
              <a:r>
                <a:rPr b="0" i="1" lang="es" sz="500" u="none" cap="none" strike="noStrike">
                  <a:solidFill>
                    <a:srgbClr val="000000"/>
                  </a:solidFill>
                  <a:latin typeface="Montserrat"/>
                  <a:ea typeface="Montserrat"/>
                  <a:cs typeface="Montserrat"/>
                  <a:sym typeface="Montserrat"/>
                </a:rPr>
                <a:t>11 julio</a:t>
              </a:r>
              <a:endParaRPr b="0" i="1" sz="500" u="none" cap="none" strike="noStrike">
                <a:solidFill>
                  <a:srgbClr val="000000"/>
                </a:solidFill>
                <a:latin typeface="Montserrat"/>
                <a:ea typeface="Montserrat"/>
                <a:cs typeface="Montserrat"/>
                <a:sym typeface="Montserrat"/>
              </a:endParaRPr>
            </a:p>
          </p:txBody>
        </p:sp>
        <p:cxnSp>
          <p:nvCxnSpPr>
            <p:cNvPr id="1235" name="Google Shape;1235;p178"/>
            <p:cNvCxnSpPr/>
            <p:nvPr/>
          </p:nvCxnSpPr>
          <p:spPr>
            <a:xfrm>
              <a:off x="6209029" y="35870"/>
              <a:ext cx="21900" cy="4350600"/>
            </a:xfrm>
            <a:prstGeom prst="straightConnector1">
              <a:avLst/>
            </a:prstGeom>
            <a:noFill/>
            <a:ln cap="flat" cmpd="sng" w="14300">
              <a:solidFill>
                <a:srgbClr val="1A94C0"/>
              </a:solidFill>
              <a:prstDash val="dash"/>
              <a:round/>
              <a:headEnd len="med" w="med" type="diamond"/>
              <a:tailEnd len="sm" w="sm" type="none"/>
            </a:ln>
          </p:spPr>
        </p:cxnSp>
        <p:sp>
          <p:nvSpPr>
            <p:cNvPr id="1236" name="Google Shape;1236;p178"/>
            <p:cNvSpPr/>
            <p:nvPr/>
          </p:nvSpPr>
          <p:spPr>
            <a:xfrm>
              <a:off x="6175659" y="4336796"/>
              <a:ext cx="110539" cy="120640"/>
            </a:xfrm>
            <a:prstGeom prst="flowChartOffpageConnector">
              <a:avLst/>
            </a:prstGeom>
            <a:solidFill>
              <a:srgbClr val="1A94C0"/>
            </a:solidFill>
            <a:ln cap="flat" cmpd="sng" w="7150">
              <a:solidFill>
                <a:srgbClr val="1A94C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500"/>
                <a:buFont typeface="Arial"/>
                <a:buNone/>
              </a:pPr>
              <a:r>
                <a:t/>
              </a:r>
              <a:endParaRPr b="1" i="0" sz="500" u="none" cap="none" strike="noStrike">
                <a:solidFill>
                  <a:srgbClr val="FFFFFF"/>
                </a:solidFill>
                <a:latin typeface="Montserrat"/>
                <a:ea typeface="Montserrat"/>
                <a:cs typeface="Montserrat"/>
                <a:sym typeface="Montserrat"/>
              </a:endParaRPr>
            </a:p>
          </p:txBody>
        </p:sp>
      </p:grpSp>
      <p:sp>
        <p:nvSpPr>
          <p:cNvPr id="1237" name="Google Shape;1237;p178"/>
          <p:cNvSpPr/>
          <p:nvPr/>
        </p:nvSpPr>
        <p:spPr>
          <a:xfrm>
            <a:off x="8429372" y="27771"/>
            <a:ext cx="672484" cy="108347"/>
          </a:xfrm>
          <a:custGeom>
            <a:rect b="b" l="l" r="r" t="t"/>
            <a:pathLst>
              <a:path extrusionOk="0" h="238125" w="1640204">
                <a:moveTo>
                  <a:pt x="1520952" y="0"/>
                </a:moveTo>
                <a:lnTo>
                  <a:pt x="118872" y="0"/>
                </a:lnTo>
                <a:lnTo>
                  <a:pt x="72598" y="9342"/>
                </a:lnTo>
                <a:lnTo>
                  <a:pt x="34813" y="34818"/>
                </a:lnTo>
                <a:lnTo>
                  <a:pt x="9340" y="72603"/>
                </a:lnTo>
                <a:lnTo>
                  <a:pt x="0" y="118871"/>
                </a:lnTo>
                <a:lnTo>
                  <a:pt x="9340" y="165140"/>
                </a:lnTo>
                <a:lnTo>
                  <a:pt x="34813" y="202925"/>
                </a:lnTo>
                <a:lnTo>
                  <a:pt x="72598" y="228401"/>
                </a:lnTo>
                <a:lnTo>
                  <a:pt x="118872" y="237743"/>
                </a:lnTo>
                <a:lnTo>
                  <a:pt x="1520952" y="237743"/>
                </a:lnTo>
                <a:lnTo>
                  <a:pt x="1567225" y="228401"/>
                </a:lnTo>
                <a:lnTo>
                  <a:pt x="1605010" y="202925"/>
                </a:lnTo>
                <a:lnTo>
                  <a:pt x="1630483" y="165140"/>
                </a:lnTo>
                <a:lnTo>
                  <a:pt x="1639824" y="118871"/>
                </a:lnTo>
                <a:lnTo>
                  <a:pt x="1630483" y="72603"/>
                </a:lnTo>
                <a:lnTo>
                  <a:pt x="1605010" y="34818"/>
                </a:lnTo>
                <a:lnTo>
                  <a:pt x="1567225" y="9342"/>
                </a:lnTo>
                <a:lnTo>
                  <a:pt x="1520952" y="0"/>
                </a:lnTo>
                <a:close/>
              </a:path>
            </a:pathLst>
          </a:custGeom>
          <a:solidFill>
            <a:srgbClr val="A4C2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Montserrat"/>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sp>
        <p:nvSpPr>
          <p:cNvPr id="1238" name="Google Shape;1238;p178"/>
          <p:cNvSpPr/>
          <p:nvPr/>
        </p:nvSpPr>
        <p:spPr>
          <a:xfrm>
            <a:off x="2398601" y="1249377"/>
            <a:ext cx="6123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Analisis (R3)</a:t>
            </a:r>
            <a:endParaRPr b="1" i="0" sz="500" u="none" cap="none" strike="noStrike">
              <a:solidFill>
                <a:schemeClr val="dk1"/>
              </a:solidFill>
              <a:latin typeface="Montserrat"/>
              <a:ea typeface="Montserrat"/>
              <a:cs typeface="Montserrat"/>
              <a:sym typeface="Montserrat"/>
            </a:endParaRPr>
          </a:p>
        </p:txBody>
      </p:sp>
      <p:sp>
        <p:nvSpPr>
          <p:cNvPr id="1239" name="Google Shape;1239;p178"/>
          <p:cNvSpPr/>
          <p:nvPr/>
        </p:nvSpPr>
        <p:spPr>
          <a:xfrm>
            <a:off x="2409429" y="1338027"/>
            <a:ext cx="5793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sp>
        <p:nvSpPr>
          <p:cNvPr id="1240" name="Google Shape;1240;p178"/>
          <p:cNvSpPr/>
          <p:nvPr/>
        </p:nvSpPr>
        <p:spPr>
          <a:xfrm>
            <a:off x="2988602" y="1249377"/>
            <a:ext cx="6123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Diseño (R3)</a:t>
            </a:r>
            <a:endParaRPr b="1" i="0" sz="500" u="none" cap="none" strike="noStrike">
              <a:solidFill>
                <a:schemeClr val="dk1"/>
              </a:solidFill>
              <a:latin typeface="Montserrat"/>
              <a:ea typeface="Montserrat"/>
              <a:cs typeface="Montserrat"/>
              <a:sym typeface="Montserrat"/>
            </a:endParaRPr>
          </a:p>
        </p:txBody>
      </p:sp>
      <p:sp>
        <p:nvSpPr>
          <p:cNvPr id="1241" name="Google Shape;1241;p178"/>
          <p:cNvSpPr/>
          <p:nvPr/>
        </p:nvSpPr>
        <p:spPr>
          <a:xfrm>
            <a:off x="2999430" y="1338027"/>
            <a:ext cx="5793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sp>
        <p:nvSpPr>
          <p:cNvPr id="1242" name="Google Shape;1242;p178"/>
          <p:cNvSpPr/>
          <p:nvPr/>
        </p:nvSpPr>
        <p:spPr>
          <a:xfrm>
            <a:off x="3273409" y="1634333"/>
            <a:ext cx="10557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243" name="Google Shape;1243;p178"/>
          <p:cNvSpPr/>
          <p:nvPr/>
        </p:nvSpPr>
        <p:spPr>
          <a:xfrm>
            <a:off x="3314570" y="1545656"/>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Planeación (R4)</a:t>
            </a:r>
            <a:endParaRPr b="1" i="0" sz="500" u="none" cap="none" strike="noStrike">
              <a:solidFill>
                <a:srgbClr val="000000"/>
              </a:solidFill>
              <a:latin typeface="Montserrat"/>
              <a:ea typeface="Montserrat"/>
              <a:cs typeface="Montserrat"/>
              <a:sym typeface="Montserrat"/>
            </a:endParaRPr>
          </a:p>
        </p:txBody>
      </p:sp>
      <p:sp>
        <p:nvSpPr>
          <p:cNvPr id="1244" name="Google Shape;1244;p178"/>
          <p:cNvSpPr/>
          <p:nvPr/>
        </p:nvSpPr>
        <p:spPr>
          <a:xfrm>
            <a:off x="6070475" y="1620726"/>
            <a:ext cx="9888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sp>
        <p:nvSpPr>
          <p:cNvPr id="1245" name="Google Shape;1245;p178"/>
          <p:cNvSpPr/>
          <p:nvPr/>
        </p:nvSpPr>
        <p:spPr>
          <a:xfrm>
            <a:off x="6111644" y="1532050"/>
            <a:ext cx="9888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Diseño (R4)</a:t>
            </a:r>
            <a:endParaRPr b="1" i="0" sz="500" u="none" cap="none" strike="noStrike">
              <a:solidFill>
                <a:srgbClr val="000000"/>
              </a:solidFill>
              <a:latin typeface="Montserrat"/>
              <a:ea typeface="Montserrat"/>
              <a:cs typeface="Montserrat"/>
              <a:sym typeface="Montserrat"/>
            </a:endParaRPr>
          </a:p>
        </p:txBody>
      </p:sp>
      <p:sp>
        <p:nvSpPr>
          <p:cNvPr id="1246" name="Google Shape;1246;p178"/>
          <p:cNvSpPr/>
          <p:nvPr/>
        </p:nvSpPr>
        <p:spPr>
          <a:xfrm>
            <a:off x="4268575" y="1175175"/>
            <a:ext cx="1530000" cy="54000"/>
          </a:xfrm>
          <a:prstGeom prst="chevron">
            <a:avLst>
              <a:gd fmla="val 36743" name="adj"/>
            </a:avLst>
          </a:prstGeom>
          <a:solidFill>
            <a:srgbClr val="1A94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chemeClr val="dk1"/>
              </a:solidFill>
              <a:latin typeface="Montserrat"/>
              <a:ea typeface="Montserrat"/>
              <a:cs typeface="Montserrat"/>
              <a:sym typeface="Montserrat"/>
            </a:endParaRPr>
          </a:p>
        </p:txBody>
      </p:sp>
      <p:grpSp>
        <p:nvGrpSpPr>
          <p:cNvPr id="1247" name="Google Shape;1247;p178"/>
          <p:cNvGrpSpPr/>
          <p:nvPr/>
        </p:nvGrpSpPr>
        <p:grpSpPr>
          <a:xfrm>
            <a:off x="4864967" y="1055394"/>
            <a:ext cx="889875" cy="181337"/>
            <a:chOff x="2738761" y="2336589"/>
            <a:chExt cx="1186500" cy="219803"/>
          </a:xfrm>
        </p:grpSpPr>
        <p:sp>
          <p:nvSpPr>
            <p:cNvPr id="1248" name="Google Shape;1248;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49" name="Google Shape;1249;p178"/>
            <p:cNvSpPr txBox="1"/>
            <p:nvPr/>
          </p:nvSpPr>
          <p:spPr>
            <a:xfrm>
              <a:off x="2738761"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SIT y Regresión</a:t>
              </a:r>
              <a:endParaRPr b="0" i="1" sz="500" u="none" cap="none" strike="noStrike">
                <a:solidFill>
                  <a:schemeClr val="dk1"/>
                </a:solidFill>
                <a:latin typeface="Montserrat"/>
                <a:ea typeface="Montserrat"/>
                <a:cs typeface="Montserrat"/>
                <a:sym typeface="Montserrat"/>
              </a:endParaRPr>
            </a:p>
          </p:txBody>
        </p:sp>
      </p:grpSp>
      <p:grpSp>
        <p:nvGrpSpPr>
          <p:cNvPr id="1250" name="Google Shape;1250;p178"/>
          <p:cNvGrpSpPr/>
          <p:nvPr/>
        </p:nvGrpSpPr>
        <p:grpSpPr>
          <a:xfrm>
            <a:off x="5290658" y="1055394"/>
            <a:ext cx="889875" cy="181337"/>
            <a:chOff x="2899950" y="2336589"/>
            <a:chExt cx="1186500" cy="219803"/>
          </a:xfrm>
        </p:grpSpPr>
        <p:sp>
          <p:nvSpPr>
            <p:cNvPr id="1251" name="Google Shape;1251;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52" name="Google Shape;1252;p178"/>
            <p:cNvSpPr txBox="1"/>
            <p:nvPr/>
          </p:nvSpPr>
          <p:spPr>
            <a:xfrm>
              <a:off x="2899950"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UAT</a:t>
              </a:r>
              <a:endParaRPr b="0" i="1" sz="500" u="none" cap="none" strike="noStrike">
                <a:solidFill>
                  <a:schemeClr val="dk1"/>
                </a:solidFill>
                <a:latin typeface="Montserrat"/>
                <a:ea typeface="Montserrat"/>
                <a:cs typeface="Montserrat"/>
                <a:sym typeface="Montserrat"/>
              </a:endParaRPr>
            </a:p>
          </p:txBody>
        </p:sp>
      </p:grpSp>
      <p:sp>
        <p:nvSpPr>
          <p:cNvPr id="1253" name="Google Shape;1253;p178"/>
          <p:cNvSpPr/>
          <p:nvPr/>
        </p:nvSpPr>
        <p:spPr>
          <a:xfrm>
            <a:off x="4289251" y="1085775"/>
            <a:ext cx="7179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Pruebas (R2)</a:t>
            </a:r>
            <a:endParaRPr b="1" i="0" sz="500" u="none" cap="none" strike="noStrike">
              <a:solidFill>
                <a:schemeClr val="dk1"/>
              </a:solidFill>
              <a:latin typeface="Montserrat"/>
              <a:ea typeface="Montserrat"/>
              <a:cs typeface="Montserrat"/>
              <a:sym typeface="Montserrat"/>
            </a:endParaRPr>
          </a:p>
        </p:txBody>
      </p:sp>
      <p:sp>
        <p:nvSpPr>
          <p:cNvPr id="1254" name="Google Shape;1254;p178"/>
          <p:cNvSpPr/>
          <p:nvPr/>
        </p:nvSpPr>
        <p:spPr>
          <a:xfrm>
            <a:off x="4268575" y="718673"/>
            <a:ext cx="1530000" cy="54000"/>
          </a:xfrm>
          <a:prstGeom prst="chevron">
            <a:avLst>
              <a:gd fmla="val 36743" name="adj"/>
            </a:avLst>
          </a:prstGeom>
          <a:solidFill>
            <a:srgbClr val="87C54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grpSp>
        <p:nvGrpSpPr>
          <p:cNvPr id="1255" name="Google Shape;1255;p178"/>
          <p:cNvGrpSpPr/>
          <p:nvPr/>
        </p:nvGrpSpPr>
        <p:grpSpPr>
          <a:xfrm>
            <a:off x="4864967" y="598892"/>
            <a:ext cx="889875" cy="181337"/>
            <a:chOff x="2738761" y="2336589"/>
            <a:chExt cx="1186500" cy="219803"/>
          </a:xfrm>
        </p:grpSpPr>
        <p:sp>
          <p:nvSpPr>
            <p:cNvPr id="1256" name="Google Shape;1256;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57" name="Google Shape;1257;p178"/>
            <p:cNvSpPr txBox="1"/>
            <p:nvPr/>
          </p:nvSpPr>
          <p:spPr>
            <a:xfrm>
              <a:off x="2738761"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SIT y Regresión</a:t>
              </a:r>
              <a:endParaRPr b="0" i="1" sz="500" u="none" cap="none" strike="noStrike">
                <a:solidFill>
                  <a:schemeClr val="dk1"/>
                </a:solidFill>
                <a:latin typeface="Montserrat"/>
                <a:ea typeface="Montserrat"/>
                <a:cs typeface="Montserrat"/>
                <a:sym typeface="Montserrat"/>
              </a:endParaRPr>
            </a:p>
          </p:txBody>
        </p:sp>
      </p:grpSp>
      <p:grpSp>
        <p:nvGrpSpPr>
          <p:cNvPr id="1258" name="Google Shape;1258;p178"/>
          <p:cNvGrpSpPr/>
          <p:nvPr/>
        </p:nvGrpSpPr>
        <p:grpSpPr>
          <a:xfrm>
            <a:off x="5290658" y="598892"/>
            <a:ext cx="889875" cy="181337"/>
            <a:chOff x="2899950" y="2336589"/>
            <a:chExt cx="1186500" cy="219803"/>
          </a:xfrm>
        </p:grpSpPr>
        <p:sp>
          <p:nvSpPr>
            <p:cNvPr id="1259" name="Google Shape;1259;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60" name="Google Shape;1260;p178"/>
            <p:cNvSpPr txBox="1"/>
            <p:nvPr/>
          </p:nvSpPr>
          <p:spPr>
            <a:xfrm>
              <a:off x="2899950"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UAT</a:t>
              </a:r>
              <a:endParaRPr b="0" i="1" sz="500" u="none" cap="none" strike="noStrike">
                <a:solidFill>
                  <a:schemeClr val="dk1"/>
                </a:solidFill>
                <a:latin typeface="Montserrat"/>
                <a:ea typeface="Montserrat"/>
                <a:cs typeface="Montserrat"/>
                <a:sym typeface="Montserrat"/>
              </a:endParaRPr>
            </a:p>
          </p:txBody>
        </p:sp>
      </p:grpSp>
      <p:sp>
        <p:nvSpPr>
          <p:cNvPr id="1261" name="Google Shape;1261;p178"/>
          <p:cNvSpPr/>
          <p:nvPr/>
        </p:nvSpPr>
        <p:spPr>
          <a:xfrm>
            <a:off x="4289251" y="629273"/>
            <a:ext cx="7179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Pruebas (R2)</a:t>
            </a:r>
            <a:endParaRPr b="1" i="0" sz="500" u="none" cap="none" strike="noStrike">
              <a:solidFill>
                <a:schemeClr val="dk1"/>
              </a:solidFill>
              <a:latin typeface="Montserrat"/>
              <a:ea typeface="Montserrat"/>
              <a:cs typeface="Montserrat"/>
              <a:sym typeface="Montserrat"/>
            </a:endParaRPr>
          </a:p>
        </p:txBody>
      </p:sp>
      <p:sp>
        <p:nvSpPr>
          <p:cNvPr id="1262" name="Google Shape;1262;p178"/>
          <p:cNvSpPr/>
          <p:nvPr/>
        </p:nvSpPr>
        <p:spPr>
          <a:xfrm>
            <a:off x="4268575" y="2400183"/>
            <a:ext cx="1530000" cy="54000"/>
          </a:xfrm>
          <a:prstGeom prst="chevron">
            <a:avLst>
              <a:gd fmla="val 36743" name="adj"/>
            </a:avLst>
          </a:prstGeom>
          <a:solidFill>
            <a:srgbClr val="A4C2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24242"/>
              </a:buClr>
              <a:buSzPts val="500"/>
              <a:buFont typeface="Montserrat"/>
              <a:buNone/>
            </a:pPr>
            <a:r>
              <a:t/>
            </a:r>
            <a:endParaRPr b="0" i="0" sz="500" u="none" cap="none" strike="noStrike">
              <a:solidFill>
                <a:srgbClr val="000000"/>
              </a:solidFill>
              <a:latin typeface="Montserrat"/>
              <a:ea typeface="Montserrat"/>
              <a:cs typeface="Montserrat"/>
              <a:sym typeface="Montserrat"/>
            </a:endParaRPr>
          </a:p>
        </p:txBody>
      </p:sp>
      <p:grpSp>
        <p:nvGrpSpPr>
          <p:cNvPr id="1263" name="Google Shape;1263;p178"/>
          <p:cNvGrpSpPr/>
          <p:nvPr/>
        </p:nvGrpSpPr>
        <p:grpSpPr>
          <a:xfrm>
            <a:off x="4946947" y="2280497"/>
            <a:ext cx="808007" cy="181359"/>
            <a:chOff x="2738761" y="2336589"/>
            <a:chExt cx="1186500" cy="219803"/>
          </a:xfrm>
        </p:grpSpPr>
        <p:sp>
          <p:nvSpPr>
            <p:cNvPr id="1264" name="Google Shape;1264;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65" name="Google Shape;1265;p178"/>
            <p:cNvSpPr txBox="1"/>
            <p:nvPr/>
          </p:nvSpPr>
          <p:spPr>
            <a:xfrm>
              <a:off x="2738761"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SIT y Regresión</a:t>
              </a:r>
              <a:endParaRPr b="0" i="1" sz="500" u="none" cap="none" strike="noStrike">
                <a:solidFill>
                  <a:schemeClr val="dk1"/>
                </a:solidFill>
                <a:latin typeface="Montserrat"/>
                <a:ea typeface="Montserrat"/>
                <a:cs typeface="Montserrat"/>
                <a:sym typeface="Montserrat"/>
              </a:endParaRPr>
            </a:p>
          </p:txBody>
        </p:sp>
      </p:grpSp>
      <p:grpSp>
        <p:nvGrpSpPr>
          <p:cNvPr id="1266" name="Google Shape;1266;p178"/>
          <p:cNvGrpSpPr/>
          <p:nvPr/>
        </p:nvGrpSpPr>
        <p:grpSpPr>
          <a:xfrm>
            <a:off x="5290658" y="2280402"/>
            <a:ext cx="889875" cy="181337"/>
            <a:chOff x="2899950" y="2336589"/>
            <a:chExt cx="1186500" cy="219803"/>
          </a:xfrm>
        </p:grpSpPr>
        <p:sp>
          <p:nvSpPr>
            <p:cNvPr id="1267" name="Google Shape;1267;p178"/>
            <p:cNvSpPr/>
            <p:nvPr/>
          </p:nvSpPr>
          <p:spPr>
            <a:xfrm>
              <a:off x="3469674" y="2469120"/>
              <a:ext cx="96000" cy="87272"/>
            </a:xfrm>
            <a:prstGeom prst="flowChartDecision">
              <a:avLst/>
            </a:prstGeom>
            <a:solidFill>
              <a:srgbClr val="1C43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Montserrat"/>
                <a:ea typeface="Montserrat"/>
                <a:cs typeface="Montserrat"/>
                <a:sym typeface="Montserrat"/>
              </a:endParaRPr>
            </a:p>
          </p:txBody>
        </p:sp>
        <p:sp>
          <p:nvSpPr>
            <p:cNvPr id="1268" name="Google Shape;1268;p178"/>
            <p:cNvSpPr txBox="1"/>
            <p:nvPr/>
          </p:nvSpPr>
          <p:spPr>
            <a:xfrm>
              <a:off x="2899950" y="2336589"/>
              <a:ext cx="1186500" cy="159300"/>
            </a:xfrm>
            <a:prstGeom prst="rect">
              <a:avLst/>
            </a:prstGeom>
            <a:noFill/>
            <a:ln>
              <a:noFill/>
            </a:ln>
          </p:spPr>
          <p:txBody>
            <a:bodyPr anchorCtr="0" anchor="ctr" bIns="27000" lIns="27000" spcFirstLastPara="1" rIns="27000" wrap="square" tIns="27000">
              <a:spAutoFit/>
            </a:bodyPr>
            <a:lstStyle/>
            <a:p>
              <a:pPr indent="0" lvl="0" marL="0" marR="0" rtl="0" algn="ctr">
                <a:lnSpc>
                  <a:spcPct val="106000"/>
                </a:lnSpc>
                <a:spcBef>
                  <a:spcPts val="0"/>
                </a:spcBef>
                <a:spcAft>
                  <a:spcPts val="0"/>
                </a:spcAft>
                <a:buClr>
                  <a:srgbClr val="000000"/>
                </a:buClr>
                <a:buSzPts val="500"/>
                <a:buFont typeface="Arial"/>
                <a:buNone/>
              </a:pPr>
              <a:r>
                <a:rPr b="0" i="1" lang="es" sz="500" u="none" cap="none" strike="noStrike">
                  <a:solidFill>
                    <a:schemeClr val="dk1"/>
                  </a:solidFill>
                  <a:latin typeface="Montserrat"/>
                  <a:ea typeface="Montserrat"/>
                  <a:cs typeface="Montserrat"/>
                  <a:sym typeface="Montserrat"/>
                </a:rPr>
                <a:t>UAT</a:t>
              </a:r>
              <a:endParaRPr b="0" i="1" sz="500" u="none" cap="none" strike="noStrike">
                <a:solidFill>
                  <a:schemeClr val="dk1"/>
                </a:solidFill>
                <a:latin typeface="Montserrat"/>
                <a:ea typeface="Montserrat"/>
                <a:cs typeface="Montserrat"/>
                <a:sym typeface="Montserrat"/>
              </a:endParaRPr>
            </a:p>
          </p:txBody>
        </p:sp>
      </p:grpSp>
      <p:sp>
        <p:nvSpPr>
          <p:cNvPr id="1269" name="Google Shape;1269;p178"/>
          <p:cNvSpPr/>
          <p:nvPr/>
        </p:nvSpPr>
        <p:spPr>
          <a:xfrm>
            <a:off x="4289251" y="2310783"/>
            <a:ext cx="717900" cy="10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Pruebas (R2)</a:t>
            </a:r>
            <a:endParaRPr b="1" i="0" sz="5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179"/>
          <p:cNvSpPr/>
          <p:nvPr/>
        </p:nvSpPr>
        <p:spPr>
          <a:xfrm>
            <a:off x="4752350" y="2848425"/>
            <a:ext cx="3050700" cy="30507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1275" name="Google Shape;1275;p179"/>
          <p:cNvSpPr/>
          <p:nvPr/>
        </p:nvSpPr>
        <p:spPr>
          <a:xfrm>
            <a:off x="3476300" y="139050"/>
            <a:ext cx="1177500" cy="11775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1276" name="Google Shape;1276;p179"/>
          <p:cNvSpPr/>
          <p:nvPr/>
        </p:nvSpPr>
        <p:spPr>
          <a:xfrm>
            <a:off x="765575" y="3699400"/>
            <a:ext cx="660000" cy="6600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1277" name="Google Shape;1277;p179"/>
          <p:cNvSpPr txBox="1"/>
          <p:nvPr/>
        </p:nvSpPr>
        <p:spPr>
          <a:xfrm>
            <a:off x="450075" y="1919700"/>
            <a:ext cx="46884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lang="es" sz="4000">
                <a:solidFill>
                  <a:srgbClr val="FFFFFF"/>
                </a:solidFill>
                <a:latin typeface="Helvetica Neue"/>
                <a:ea typeface="Helvetica Neue"/>
                <a:cs typeface="Helvetica Neue"/>
                <a:sym typeface="Helvetica Neue"/>
              </a:rPr>
              <a:t>1. Roadmap V3 (may 2025)</a:t>
            </a:r>
            <a:endParaRPr sz="4000">
              <a:solidFill>
                <a:srgbClr val="FFFFFF"/>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80"/>
          <p:cNvSpPr txBox="1"/>
          <p:nvPr/>
        </p:nvSpPr>
        <p:spPr>
          <a:xfrm>
            <a:off x="393200" y="557375"/>
            <a:ext cx="29964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es" sz="2000" u="none" cap="none" strike="noStrike">
                <a:solidFill>
                  <a:srgbClr val="000000"/>
                </a:solidFill>
                <a:latin typeface="Helvetica Neue"/>
                <a:ea typeface="Helvetica Neue"/>
                <a:cs typeface="Helvetica Neue"/>
                <a:sym typeface="Helvetica Neue"/>
              </a:rPr>
              <a:t>TDC Clásica</a:t>
            </a:r>
            <a:endParaRPr b="0" i="0" sz="2000" u="none" cap="none" strike="noStrike">
              <a:solidFill>
                <a:srgbClr val="000000"/>
              </a:solidFill>
              <a:latin typeface="Helvetica Neue"/>
              <a:ea typeface="Helvetica Neue"/>
              <a:cs typeface="Helvetica Neue"/>
              <a:sym typeface="Helvetica Neue"/>
            </a:endParaRPr>
          </a:p>
        </p:txBody>
      </p:sp>
      <p:sp>
        <p:nvSpPr>
          <p:cNvPr id="1283" name="Google Shape;1283;p180"/>
          <p:cNvSpPr txBox="1"/>
          <p:nvPr/>
        </p:nvSpPr>
        <p:spPr>
          <a:xfrm>
            <a:off x="393206" y="859631"/>
            <a:ext cx="54810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es" sz="1000" u="none" cap="none" strike="noStrike">
                <a:solidFill>
                  <a:srgbClr val="000000"/>
                </a:solidFill>
                <a:latin typeface="Helvetica Neue Light"/>
                <a:ea typeface="Helvetica Neue Light"/>
                <a:cs typeface="Helvetica Neue Light"/>
                <a:sym typeface="Helvetica Neue Light"/>
              </a:rPr>
              <a:t>Se han definido 5 releases con funcionalidades e hitos claves para 2025</a:t>
            </a:r>
            <a:endParaRPr b="0" i="0" sz="1000" u="none" cap="none" strike="noStrike">
              <a:solidFill>
                <a:srgbClr val="000000"/>
              </a:solidFill>
              <a:latin typeface="Helvetica Neue Light"/>
              <a:ea typeface="Helvetica Neue Light"/>
              <a:cs typeface="Helvetica Neue Light"/>
              <a:sym typeface="Helvetica Neue Light"/>
            </a:endParaRPr>
          </a:p>
        </p:txBody>
      </p:sp>
      <p:cxnSp>
        <p:nvCxnSpPr>
          <p:cNvPr id="1284" name="Google Shape;1284;p180"/>
          <p:cNvCxnSpPr/>
          <p:nvPr/>
        </p:nvCxnSpPr>
        <p:spPr>
          <a:xfrm flipH="1" rot="10800000">
            <a:off x="1166325" y="1565625"/>
            <a:ext cx="6931200" cy="12900"/>
          </a:xfrm>
          <a:prstGeom prst="straightConnector1">
            <a:avLst/>
          </a:prstGeom>
          <a:noFill/>
          <a:ln cap="flat" cmpd="sng" w="21425">
            <a:solidFill>
              <a:schemeClr val="dk2"/>
            </a:solidFill>
            <a:prstDash val="solid"/>
            <a:round/>
            <a:headEnd len="sm" w="sm" type="none"/>
            <a:tailEnd len="sm" w="sm" type="none"/>
          </a:ln>
        </p:spPr>
      </p:cxnSp>
      <p:sp>
        <p:nvSpPr>
          <p:cNvPr id="1285" name="Google Shape;1285;p180"/>
          <p:cNvSpPr/>
          <p:nvPr/>
        </p:nvSpPr>
        <p:spPr>
          <a:xfrm>
            <a:off x="985600" y="1348875"/>
            <a:ext cx="445200" cy="446400"/>
          </a:xfrm>
          <a:prstGeom prst="ellipse">
            <a:avLst/>
          </a:prstGeom>
          <a:solidFill>
            <a:srgbClr val="5265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chemeClr val="lt1"/>
              </a:solidFill>
              <a:latin typeface="Helvetica Neue"/>
              <a:ea typeface="Helvetica Neue"/>
              <a:cs typeface="Helvetica Neue"/>
              <a:sym typeface="Helvetica Neue"/>
            </a:endParaRPr>
          </a:p>
        </p:txBody>
      </p:sp>
      <p:sp>
        <p:nvSpPr>
          <p:cNvPr id="1286" name="Google Shape;1286;p180"/>
          <p:cNvSpPr/>
          <p:nvPr/>
        </p:nvSpPr>
        <p:spPr>
          <a:xfrm>
            <a:off x="2667488" y="1348875"/>
            <a:ext cx="445200" cy="446400"/>
          </a:xfrm>
          <a:prstGeom prst="ellipse">
            <a:avLst/>
          </a:prstGeom>
          <a:solidFill>
            <a:srgbClr val="5265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chemeClr val="lt1"/>
              </a:solidFill>
              <a:latin typeface="Helvetica Neue"/>
              <a:ea typeface="Helvetica Neue"/>
              <a:cs typeface="Helvetica Neue"/>
              <a:sym typeface="Helvetica Neue"/>
            </a:endParaRPr>
          </a:p>
        </p:txBody>
      </p:sp>
      <p:sp>
        <p:nvSpPr>
          <p:cNvPr id="1287" name="Google Shape;1287;p180"/>
          <p:cNvSpPr/>
          <p:nvPr/>
        </p:nvSpPr>
        <p:spPr>
          <a:xfrm>
            <a:off x="7713150" y="1348875"/>
            <a:ext cx="445200" cy="446400"/>
          </a:xfrm>
          <a:prstGeom prst="ellipse">
            <a:avLst/>
          </a:prstGeom>
          <a:solidFill>
            <a:srgbClr val="5265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chemeClr val="lt1"/>
              </a:solidFill>
              <a:latin typeface="Helvetica Neue"/>
              <a:ea typeface="Helvetica Neue"/>
              <a:cs typeface="Helvetica Neue"/>
              <a:sym typeface="Helvetica Neue"/>
            </a:endParaRPr>
          </a:p>
        </p:txBody>
      </p:sp>
      <p:sp>
        <p:nvSpPr>
          <p:cNvPr id="1288" name="Google Shape;1288;p180"/>
          <p:cNvSpPr/>
          <p:nvPr/>
        </p:nvSpPr>
        <p:spPr>
          <a:xfrm>
            <a:off x="4349375" y="1348875"/>
            <a:ext cx="445200" cy="446400"/>
          </a:xfrm>
          <a:prstGeom prst="ellipse">
            <a:avLst/>
          </a:prstGeom>
          <a:solidFill>
            <a:srgbClr val="5265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chemeClr val="lt1"/>
              </a:solidFill>
              <a:latin typeface="Helvetica Neue"/>
              <a:ea typeface="Helvetica Neue"/>
              <a:cs typeface="Helvetica Neue"/>
              <a:sym typeface="Helvetica Neue"/>
            </a:endParaRPr>
          </a:p>
        </p:txBody>
      </p:sp>
      <p:sp>
        <p:nvSpPr>
          <p:cNvPr id="1289" name="Google Shape;1289;p180"/>
          <p:cNvSpPr/>
          <p:nvPr/>
        </p:nvSpPr>
        <p:spPr>
          <a:xfrm>
            <a:off x="6031262" y="1348875"/>
            <a:ext cx="445200" cy="446400"/>
          </a:xfrm>
          <a:prstGeom prst="ellipse">
            <a:avLst/>
          </a:prstGeom>
          <a:solidFill>
            <a:srgbClr val="5265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chemeClr val="lt1"/>
              </a:solidFill>
              <a:latin typeface="Helvetica Neue"/>
              <a:ea typeface="Helvetica Neue"/>
              <a:cs typeface="Helvetica Neue"/>
              <a:sym typeface="Helvetica Neue"/>
            </a:endParaRPr>
          </a:p>
        </p:txBody>
      </p:sp>
      <p:sp>
        <p:nvSpPr>
          <p:cNvPr id="1290" name="Google Shape;1290;p180"/>
          <p:cNvSpPr/>
          <p:nvPr/>
        </p:nvSpPr>
        <p:spPr>
          <a:xfrm>
            <a:off x="713350" y="1840450"/>
            <a:ext cx="989700" cy="4464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000000"/>
                </a:solidFill>
                <a:latin typeface="Helvetica Neue"/>
                <a:ea typeface="Helvetica Neue"/>
                <a:cs typeface="Helvetica Neue"/>
                <a:sym typeface="Helvetica Neue"/>
              </a:rPr>
              <a:t>Dic/24</a:t>
            </a:r>
            <a:endParaRPr b="1" i="0" sz="1000" u="none" cap="none" strike="noStrike">
              <a:solidFill>
                <a:srgbClr val="000000"/>
              </a:solidFill>
              <a:latin typeface="Helvetica Neue"/>
              <a:ea typeface="Helvetica Neue"/>
              <a:cs typeface="Helvetica Neue"/>
              <a:sym typeface="Helvetica Neue"/>
            </a:endParaRPr>
          </a:p>
        </p:txBody>
      </p:sp>
      <p:sp>
        <p:nvSpPr>
          <p:cNvPr id="1291" name="Google Shape;1291;p180"/>
          <p:cNvSpPr/>
          <p:nvPr/>
        </p:nvSpPr>
        <p:spPr>
          <a:xfrm>
            <a:off x="2395250" y="1840450"/>
            <a:ext cx="989700" cy="4464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000000"/>
                </a:solidFill>
                <a:latin typeface="Helvetica Neue"/>
                <a:ea typeface="Helvetica Neue"/>
                <a:cs typeface="Helvetica Neue"/>
                <a:sym typeface="Helvetica Neue"/>
              </a:rPr>
              <a:t>Jul/25</a:t>
            </a:r>
            <a:endParaRPr b="1" i="0" sz="1000" u="none" cap="none" strike="noStrike">
              <a:solidFill>
                <a:srgbClr val="000000"/>
              </a:solidFill>
              <a:latin typeface="Helvetica Neue"/>
              <a:ea typeface="Helvetica Neue"/>
              <a:cs typeface="Helvetica Neue"/>
              <a:sym typeface="Helvetica Neue"/>
            </a:endParaRPr>
          </a:p>
        </p:txBody>
      </p:sp>
      <p:sp>
        <p:nvSpPr>
          <p:cNvPr id="1292" name="Google Shape;1292;p180"/>
          <p:cNvSpPr/>
          <p:nvPr/>
        </p:nvSpPr>
        <p:spPr>
          <a:xfrm>
            <a:off x="4077150" y="1840450"/>
            <a:ext cx="989700" cy="4464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000000"/>
                </a:solidFill>
                <a:latin typeface="Helvetica Neue"/>
                <a:ea typeface="Helvetica Neue"/>
                <a:cs typeface="Helvetica Neue"/>
                <a:sym typeface="Helvetica Neue"/>
              </a:rPr>
              <a:t>Sep/25</a:t>
            </a:r>
            <a:endParaRPr b="1" i="0" sz="1000" u="none" cap="none" strike="noStrike">
              <a:solidFill>
                <a:srgbClr val="000000"/>
              </a:solidFill>
              <a:latin typeface="Helvetica Neue"/>
              <a:ea typeface="Helvetica Neue"/>
              <a:cs typeface="Helvetica Neue"/>
              <a:sym typeface="Helvetica Neue"/>
            </a:endParaRPr>
          </a:p>
        </p:txBody>
      </p:sp>
      <p:sp>
        <p:nvSpPr>
          <p:cNvPr id="1293" name="Google Shape;1293;p180"/>
          <p:cNvSpPr/>
          <p:nvPr/>
        </p:nvSpPr>
        <p:spPr>
          <a:xfrm>
            <a:off x="7440950" y="1840450"/>
            <a:ext cx="989700" cy="4464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800"/>
              <a:buFont typeface="Arial"/>
              <a:buNone/>
            </a:pPr>
            <a:r>
              <a:rPr b="1" i="0" lang="es" sz="1000" u="none" cap="none" strike="noStrike">
                <a:solidFill>
                  <a:schemeClr val="dk1"/>
                </a:solidFill>
                <a:latin typeface="Helvetica Neue"/>
                <a:ea typeface="Helvetica Neue"/>
                <a:cs typeface="Helvetica Neue"/>
                <a:sym typeface="Helvetica Neue"/>
              </a:rPr>
              <a:t>TBD</a:t>
            </a:r>
            <a:endParaRPr b="1" i="0" sz="1000" u="none" cap="none" strike="noStrike">
              <a:solidFill>
                <a:srgbClr val="000000"/>
              </a:solidFill>
              <a:latin typeface="Helvetica Neue"/>
              <a:ea typeface="Helvetica Neue"/>
              <a:cs typeface="Helvetica Neue"/>
              <a:sym typeface="Helvetica Neue"/>
            </a:endParaRPr>
          </a:p>
        </p:txBody>
      </p:sp>
      <p:sp>
        <p:nvSpPr>
          <p:cNvPr id="1294" name="Google Shape;1294;p180"/>
          <p:cNvSpPr/>
          <p:nvPr/>
        </p:nvSpPr>
        <p:spPr>
          <a:xfrm>
            <a:off x="391144" y="2374950"/>
            <a:ext cx="1634100" cy="281400"/>
          </a:xfrm>
          <a:prstGeom prst="roundRect">
            <a:avLst>
              <a:gd fmla="val 16667" name="adj"/>
            </a:avLst>
          </a:prstGeom>
          <a:solidFill>
            <a:srgbClr val="BFBF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000000"/>
                </a:solidFill>
                <a:latin typeface="Helvetica Neue"/>
                <a:ea typeface="Helvetica Neue"/>
                <a:cs typeface="Helvetica Neue"/>
                <a:sym typeface="Helvetica Neue"/>
              </a:rPr>
              <a:t>38 Funcionalidades</a:t>
            </a:r>
            <a:endParaRPr b="0" i="0" sz="1000" u="none" cap="none" strike="noStrike">
              <a:solidFill>
                <a:srgbClr val="000000"/>
              </a:solidFill>
              <a:latin typeface="Helvetica Neue"/>
              <a:ea typeface="Helvetica Neue"/>
              <a:cs typeface="Helvetica Neue"/>
              <a:sym typeface="Helvetica Neue"/>
            </a:endParaRPr>
          </a:p>
        </p:txBody>
      </p:sp>
      <p:sp>
        <p:nvSpPr>
          <p:cNvPr id="1295" name="Google Shape;1295;p180"/>
          <p:cNvSpPr/>
          <p:nvPr/>
        </p:nvSpPr>
        <p:spPr>
          <a:xfrm>
            <a:off x="2073047" y="2374950"/>
            <a:ext cx="1634100" cy="281400"/>
          </a:xfrm>
          <a:prstGeom prst="roundRect">
            <a:avLst>
              <a:gd fmla="val 16667" name="adj"/>
            </a:avLst>
          </a:prstGeom>
          <a:solidFill>
            <a:srgbClr val="AECCF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000000"/>
                </a:solidFill>
                <a:latin typeface="Helvetica Neue"/>
                <a:ea typeface="Helvetica Neue"/>
                <a:cs typeface="Helvetica Neue"/>
                <a:sym typeface="Helvetica Neue"/>
              </a:rPr>
              <a:t>3</a:t>
            </a:r>
            <a:r>
              <a:rPr lang="es" sz="1000">
                <a:latin typeface="Helvetica Neue"/>
                <a:ea typeface="Helvetica Neue"/>
                <a:cs typeface="Helvetica Neue"/>
                <a:sym typeface="Helvetica Neue"/>
              </a:rPr>
              <a:t>3</a:t>
            </a:r>
            <a:r>
              <a:rPr b="0" i="0" lang="es" sz="1000" u="none" cap="none" strike="noStrike">
                <a:solidFill>
                  <a:srgbClr val="000000"/>
                </a:solidFill>
                <a:latin typeface="Helvetica Neue"/>
                <a:ea typeface="Helvetica Neue"/>
                <a:cs typeface="Helvetica Neue"/>
                <a:sym typeface="Helvetica Neue"/>
              </a:rPr>
              <a:t> Funcionalidades</a:t>
            </a:r>
            <a:endParaRPr b="0" i="0" sz="1000" u="none" cap="none" strike="noStrike">
              <a:solidFill>
                <a:srgbClr val="000000"/>
              </a:solidFill>
              <a:latin typeface="Helvetica Neue"/>
              <a:ea typeface="Helvetica Neue"/>
              <a:cs typeface="Helvetica Neue"/>
              <a:sym typeface="Helvetica Neue"/>
            </a:endParaRPr>
          </a:p>
        </p:txBody>
      </p:sp>
      <p:sp>
        <p:nvSpPr>
          <p:cNvPr id="1296" name="Google Shape;1296;p180"/>
          <p:cNvSpPr/>
          <p:nvPr/>
        </p:nvSpPr>
        <p:spPr>
          <a:xfrm>
            <a:off x="2073047" y="3036913"/>
            <a:ext cx="1634100" cy="281400"/>
          </a:xfrm>
          <a:prstGeom prst="roundRect">
            <a:avLst>
              <a:gd fmla="val 16667" name="adj"/>
            </a:avLst>
          </a:prstGeom>
          <a:solidFill>
            <a:srgbClr val="87C544">
              <a:alpha val="251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s" sz="800" u="none" cap="none" strike="noStrike">
                <a:solidFill>
                  <a:srgbClr val="000000"/>
                </a:solidFill>
                <a:latin typeface="Helvetica Neue"/>
                <a:ea typeface="Helvetica Neue"/>
                <a:cs typeface="Helvetica Neue"/>
                <a:sym typeface="Helvetica Neue"/>
              </a:rPr>
              <a:t>App, Promotoría, Sucursal, SPEI</a:t>
            </a:r>
            <a:endParaRPr b="0" i="0" sz="800" u="none" cap="none" strike="noStrike">
              <a:solidFill>
                <a:srgbClr val="000000"/>
              </a:solidFill>
              <a:latin typeface="Helvetica Neue"/>
              <a:ea typeface="Helvetica Neue"/>
              <a:cs typeface="Helvetica Neue"/>
              <a:sym typeface="Helvetica Neue"/>
            </a:endParaRPr>
          </a:p>
        </p:txBody>
      </p:sp>
      <p:sp>
        <p:nvSpPr>
          <p:cNvPr id="1297" name="Google Shape;1297;p180"/>
          <p:cNvSpPr/>
          <p:nvPr/>
        </p:nvSpPr>
        <p:spPr>
          <a:xfrm>
            <a:off x="3754949" y="2374950"/>
            <a:ext cx="1634100" cy="281400"/>
          </a:xfrm>
          <a:prstGeom prst="roundRect">
            <a:avLst>
              <a:gd fmla="val 16667" name="adj"/>
            </a:avLst>
          </a:prstGeom>
          <a:solidFill>
            <a:srgbClr val="AECCF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lang="es" sz="1000">
                <a:latin typeface="Helvetica Neue"/>
                <a:ea typeface="Helvetica Neue"/>
                <a:cs typeface="Helvetica Neue"/>
                <a:sym typeface="Helvetica Neue"/>
              </a:rPr>
              <a:t>15</a:t>
            </a:r>
            <a:r>
              <a:rPr b="0" i="0" lang="es" sz="1000" u="none" cap="none" strike="noStrike">
                <a:solidFill>
                  <a:srgbClr val="000000"/>
                </a:solidFill>
                <a:latin typeface="Helvetica Neue"/>
                <a:ea typeface="Helvetica Neue"/>
                <a:cs typeface="Helvetica Neue"/>
                <a:sym typeface="Helvetica Neue"/>
              </a:rPr>
              <a:t> Funcionalidades</a:t>
            </a:r>
            <a:endParaRPr b="0" i="0" sz="1000" u="none" cap="none" strike="noStrike">
              <a:solidFill>
                <a:srgbClr val="000000"/>
              </a:solidFill>
              <a:latin typeface="Helvetica Neue"/>
              <a:ea typeface="Helvetica Neue"/>
              <a:cs typeface="Helvetica Neue"/>
              <a:sym typeface="Helvetica Neue"/>
            </a:endParaRPr>
          </a:p>
        </p:txBody>
      </p:sp>
      <p:sp>
        <p:nvSpPr>
          <p:cNvPr id="1298" name="Google Shape;1298;p180"/>
          <p:cNvSpPr/>
          <p:nvPr/>
        </p:nvSpPr>
        <p:spPr>
          <a:xfrm>
            <a:off x="3754949" y="3036913"/>
            <a:ext cx="1634100" cy="281400"/>
          </a:xfrm>
          <a:prstGeom prst="roundRect">
            <a:avLst>
              <a:gd fmla="val 16667" name="adj"/>
            </a:avLst>
          </a:prstGeom>
          <a:solidFill>
            <a:srgbClr val="87C544">
              <a:alpha val="251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s" sz="800" u="none" cap="none" strike="noStrike">
                <a:solidFill>
                  <a:srgbClr val="000000"/>
                </a:solidFill>
                <a:latin typeface="Helvetica Neue"/>
                <a:ea typeface="Helvetica Neue"/>
                <a:cs typeface="Helvetica Neue"/>
                <a:sym typeface="Helvetica Neue"/>
              </a:rPr>
              <a:t>App, </a:t>
            </a:r>
            <a:r>
              <a:rPr b="0" i="0" lang="es" sz="800" u="none" cap="none" strike="noStrike">
                <a:solidFill>
                  <a:schemeClr val="dk1"/>
                </a:solidFill>
                <a:latin typeface="Helvetica Neue"/>
                <a:ea typeface="Helvetica Neue"/>
                <a:cs typeface="Helvetica Neue"/>
                <a:sym typeface="Helvetica Neue"/>
              </a:rPr>
              <a:t>Promotoría, Sucursal, aclaraciones</a:t>
            </a:r>
            <a:r>
              <a:rPr b="0" i="0" lang="es" sz="800" u="none" cap="none" strike="noStrike">
                <a:solidFill>
                  <a:srgbClr val="000000"/>
                </a:solidFill>
                <a:latin typeface="Helvetica Neue"/>
                <a:ea typeface="Helvetica Neue"/>
                <a:cs typeface="Helvetica Neue"/>
                <a:sym typeface="Helvetica Neue"/>
              </a:rPr>
              <a:t> </a:t>
            </a:r>
            <a:endParaRPr b="0" i="0" sz="1000" u="none" cap="none" strike="noStrike">
              <a:solidFill>
                <a:srgbClr val="000000"/>
              </a:solidFill>
              <a:latin typeface="Helvetica Neue"/>
              <a:ea typeface="Helvetica Neue"/>
              <a:cs typeface="Helvetica Neue"/>
              <a:sym typeface="Helvetica Neue"/>
            </a:endParaRPr>
          </a:p>
        </p:txBody>
      </p:sp>
      <p:sp>
        <p:nvSpPr>
          <p:cNvPr id="1299" name="Google Shape;1299;p180"/>
          <p:cNvSpPr/>
          <p:nvPr/>
        </p:nvSpPr>
        <p:spPr>
          <a:xfrm>
            <a:off x="5436851" y="2374950"/>
            <a:ext cx="1634100" cy="281400"/>
          </a:xfrm>
          <a:prstGeom prst="roundRect">
            <a:avLst>
              <a:gd fmla="val 16667" name="adj"/>
            </a:avLst>
          </a:prstGeom>
          <a:solidFill>
            <a:srgbClr val="AECCF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000000"/>
                </a:solidFill>
                <a:latin typeface="Helvetica Neue"/>
                <a:ea typeface="Helvetica Neue"/>
                <a:cs typeface="Helvetica Neue"/>
                <a:sym typeface="Helvetica Neue"/>
              </a:rPr>
              <a:t>13 Funcionalidades</a:t>
            </a:r>
            <a:endParaRPr b="0" i="0" sz="1000" u="none" cap="none" strike="noStrike">
              <a:solidFill>
                <a:srgbClr val="000000"/>
              </a:solidFill>
              <a:latin typeface="Helvetica Neue"/>
              <a:ea typeface="Helvetica Neue"/>
              <a:cs typeface="Helvetica Neue"/>
              <a:sym typeface="Helvetica Neue"/>
            </a:endParaRPr>
          </a:p>
        </p:txBody>
      </p:sp>
      <p:sp>
        <p:nvSpPr>
          <p:cNvPr id="1300" name="Google Shape;1300;p180"/>
          <p:cNvSpPr/>
          <p:nvPr/>
        </p:nvSpPr>
        <p:spPr>
          <a:xfrm>
            <a:off x="5436851" y="3036913"/>
            <a:ext cx="1634100" cy="281400"/>
          </a:xfrm>
          <a:prstGeom prst="roundRect">
            <a:avLst>
              <a:gd fmla="val 16667" name="adj"/>
            </a:avLst>
          </a:prstGeom>
          <a:solidFill>
            <a:srgbClr val="87C544">
              <a:alpha val="251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800"/>
              <a:buFont typeface="Arial"/>
              <a:buNone/>
            </a:pPr>
            <a:r>
              <a:rPr b="0" i="0" lang="es" sz="800" u="none" cap="none" strike="noStrike">
                <a:solidFill>
                  <a:schemeClr val="dk1"/>
                </a:solidFill>
                <a:latin typeface="Helvetica Neue"/>
                <a:ea typeface="Helvetica Neue"/>
                <a:cs typeface="Helvetica Neue"/>
                <a:sym typeface="Helvetica Neue"/>
              </a:rPr>
              <a:t>App, Promotoría, Sucursal,CAT </a:t>
            </a:r>
            <a:endParaRPr b="0" i="0" sz="1000" u="none" cap="none" strike="noStrike">
              <a:solidFill>
                <a:srgbClr val="000000"/>
              </a:solidFill>
              <a:latin typeface="Helvetica Neue"/>
              <a:ea typeface="Helvetica Neue"/>
              <a:cs typeface="Helvetica Neue"/>
              <a:sym typeface="Helvetica Neue"/>
            </a:endParaRPr>
          </a:p>
        </p:txBody>
      </p:sp>
      <p:sp>
        <p:nvSpPr>
          <p:cNvPr id="1301" name="Google Shape;1301;p180"/>
          <p:cNvSpPr/>
          <p:nvPr/>
        </p:nvSpPr>
        <p:spPr>
          <a:xfrm>
            <a:off x="7118754" y="2374950"/>
            <a:ext cx="1634100" cy="281400"/>
          </a:xfrm>
          <a:prstGeom prst="roundRect">
            <a:avLst>
              <a:gd fmla="val 16667" name="adj"/>
            </a:avLst>
          </a:prstGeom>
          <a:solidFill>
            <a:srgbClr val="AECCF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000000"/>
                </a:solidFill>
                <a:latin typeface="Helvetica Neue"/>
                <a:ea typeface="Helvetica Neue"/>
                <a:cs typeface="Helvetica Neue"/>
                <a:sym typeface="Helvetica Neue"/>
              </a:rPr>
              <a:t>TBD Funcionalidades</a:t>
            </a:r>
            <a:endParaRPr b="0" i="0" sz="1000" u="none" cap="none" strike="noStrike">
              <a:solidFill>
                <a:srgbClr val="000000"/>
              </a:solidFill>
              <a:latin typeface="Helvetica Neue"/>
              <a:ea typeface="Helvetica Neue"/>
              <a:cs typeface="Helvetica Neue"/>
              <a:sym typeface="Helvetica Neue"/>
            </a:endParaRPr>
          </a:p>
        </p:txBody>
      </p:sp>
      <p:sp>
        <p:nvSpPr>
          <p:cNvPr id="1302" name="Google Shape;1302;p180"/>
          <p:cNvSpPr/>
          <p:nvPr/>
        </p:nvSpPr>
        <p:spPr>
          <a:xfrm>
            <a:off x="7118754" y="3036913"/>
            <a:ext cx="1634100" cy="281400"/>
          </a:xfrm>
          <a:prstGeom prst="roundRect">
            <a:avLst>
              <a:gd fmla="val 16667" name="adj"/>
            </a:avLst>
          </a:prstGeom>
          <a:solidFill>
            <a:srgbClr val="87C544">
              <a:alpha val="251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000000"/>
                </a:solidFill>
                <a:latin typeface="Helvetica Neue"/>
                <a:ea typeface="Helvetica Neue"/>
                <a:cs typeface="Helvetica Neue"/>
                <a:sym typeface="Helvetica Neue"/>
              </a:rPr>
              <a:t>TBD Canales</a:t>
            </a:r>
            <a:endParaRPr b="0" i="0" sz="1000" u="none" cap="none" strike="noStrike">
              <a:solidFill>
                <a:srgbClr val="000000"/>
              </a:solidFill>
              <a:latin typeface="Helvetica Neue"/>
              <a:ea typeface="Helvetica Neue"/>
              <a:cs typeface="Helvetica Neue"/>
              <a:sym typeface="Helvetica Neue"/>
            </a:endParaRPr>
          </a:p>
        </p:txBody>
      </p:sp>
      <p:sp>
        <p:nvSpPr>
          <p:cNvPr id="1303" name="Google Shape;1303;p180"/>
          <p:cNvSpPr txBox="1"/>
          <p:nvPr/>
        </p:nvSpPr>
        <p:spPr>
          <a:xfrm>
            <a:off x="2543249" y="1014071"/>
            <a:ext cx="759300" cy="35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s" sz="1300" u="none" cap="none" strike="noStrike">
                <a:solidFill>
                  <a:schemeClr val="dk1"/>
                </a:solidFill>
                <a:latin typeface="Helvetica Neue"/>
                <a:ea typeface="Helvetica Neue"/>
                <a:cs typeface="Helvetica Neue"/>
                <a:sym typeface="Helvetica Neue"/>
              </a:rPr>
              <a:t>R2</a:t>
            </a:r>
            <a:endParaRPr b="1" i="0" sz="1300" u="none" cap="none" strike="noStrike">
              <a:solidFill>
                <a:schemeClr val="dk1"/>
              </a:solidFill>
              <a:latin typeface="Helvetica Neue"/>
              <a:ea typeface="Helvetica Neue"/>
              <a:cs typeface="Helvetica Neue"/>
              <a:sym typeface="Helvetica Neue"/>
            </a:endParaRPr>
          </a:p>
        </p:txBody>
      </p:sp>
      <p:sp>
        <p:nvSpPr>
          <p:cNvPr id="1304" name="Google Shape;1304;p180"/>
          <p:cNvSpPr txBox="1"/>
          <p:nvPr/>
        </p:nvSpPr>
        <p:spPr>
          <a:xfrm>
            <a:off x="4192324" y="1014071"/>
            <a:ext cx="759300" cy="35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s" sz="1300" u="none" cap="none" strike="noStrike">
                <a:solidFill>
                  <a:schemeClr val="dk1"/>
                </a:solidFill>
                <a:latin typeface="Helvetica Neue"/>
                <a:ea typeface="Helvetica Neue"/>
                <a:cs typeface="Helvetica Neue"/>
                <a:sym typeface="Helvetica Neue"/>
              </a:rPr>
              <a:t>R3</a:t>
            </a:r>
            <a:endParaRPr b="1" i="0" sz="1300" u="none" cap="none" strike="noStrike">
              <a:solidFill>
                <a:schemeClr val="dk1"/>
              </a:solidFill>
              <a:latin typeface="Helvetica Neue"/>
              <a:ea typeface="Helvetica Neue"/>
              <a:cs typeface="Helvetica Neue"/>
              <a:sym typeface="Helvetica Neue"/>
            </a:endParaRPr>
          </a:p>
        </p:txBody>
      </p:sp>
      <p:sp>
        <p:nvSpPr>
          <p:cNvPr id="1305" name="Google Shape;1305;p180"/>
          <p:cNvSpPr txBox="1"/>
          <p:nvPr/>
        </p:nvSpPr>
        <p:spPr>
          <a:xfrm>
            <a:off x="5874249" y="1014071"/>
            <a:ext cx="759300" cy="35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s" sz="1300" u="none" cap="none" strike="noStrike">
                <a:solidFill>
                  <a:schemeClr val="dk1"/>
                </a:solidFill>
                <a:latin typeface="Helvetica Neue"/>
                <a:ea typeface="Helvetica Neue"/>
                <a:cs typeface="Helvetica Neue"/>
                <a:sym typeface="Helvetica Neue"/>
              </a:rPr>
              <a:t>R4</a:t>
            </a:r>
            <a:endParaRPr b="1" i="0" sz="1300" u="none" cap="none" strike="noStrike">
              <a:solidFill>
                <a:schemeClr val="dk1"/>
              </a:solidFill>
              <a:latin typeface="Helvetica Neue"/>
              <a:ea typeface="Helvetica Neue"/>
              <a:cs typeface="Helvetica Neue"/>
              <a:sym typeface="Helvetica Neue"/>
            </a:endParaRPr>
          </a:p>
        </p:txBody>
      </p:sp>
      <p:sp>
        <p:nvSpPr>
          <p:cNvPr id="1306" name="Google Shape;1306;p180"/>
          <p:cNvSpPr txBox="1"/>
          <p:nvPr/>
        </p:nvSpPr>
        <p:spPr>
          <a:xfrm>
            <a:off x="7556174" y="1014071"/>
            <a:ext cx="759300" cy="35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s" sz="1300" u="none" cap="none" strike="noStrike">
                <a:solidFill>
                  <a:schemeClr val="dk1"/>
                </a:solidFill>
                <a:latin typeface="Helvetica Neue"/>
                <a:ea typeface="Helvetica Neue"/>
                <a:cs typeface="Helvetica Neue"/>
                <a:sym typeface="Helvetica Neue"/>
              </a:rPr>
              <a:t>R5</a:t>
            </a:r>
            <a:endParaRPr b="1" i="0" sz="1300" u="none" cap="none" strike="noStrike">
              <a:solidFill>
                <a:schemeClr val="dk1"/>
              </a:solidFill>
              <a:latin typeface="Helvetica Neue"/>
              <a:ea typeface="Helvetica Neue"/>
              <a:cs typeface="Helvetica Neue"/>
              <a:sym typeface="Helvetica Neue"/>
            </a:endParaRPr>
          </a:p>
        </p:txBody>
      </p:sp>
      <p:sp>
        <p:nvSpPr>
          <p:cNvPr id="1307" name="Google Shape;1307;p180"/>
          <p:cNvSpPr txBox="1"/>
          <p:nvPr/>
        </p:nvSpPr>
        <p:spPr>
          <a:xfrm>
            <a:off x="2300000" y="3273923"/>
            <a:ext cx="1235700" cy="353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a:t>
            </a:r>
            <a:endParaRPr b="1" i="0" sz="9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a:t>
            </a:r>
            <a:endParaRPr b="1" i="0" sz="9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a:t>
            </a:r>
            <a:r>
              <a:rPr b="1" lang="es" sz="900">
                <a:solidFill>
                  <a:schemeClr val="dk1"/>
                </a:solidFill>
                <a:latin typeface="Helvetica Neue"/>
                <a:ea typeface="Helvetica Neue"/>
                <a:cs typeface="Helvetica Neue"/>
                <a:sym typeface="Helvetica Neue"/>
              </a:rPr>
              <a:t>95</a:t>
            </a:r>
            <a:r>
              <a:rPr b="1" i="0" lang="es" sz="900" u="none" cap="none" strike="noStrike">
                <a:solidFill>
                  <a:schemeClr val="dk1"/>
                </a:solidFill>
                <a:latin typeface="Helvetica Neue"/>
                <a:ea typeface="Helvetica Neue"/>
                <a:cs typeface="Helvetica Neue"/>
                <a:sym typeface="Helvetica Neue"/>
              </a:rPr>
              <a:t>% En proceso</a:t>
            </a:r>
            <a:endParaRPr b="1" i="0" sz="9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a:t>
            </a:r>
            <a:r>
              <a:rPr b="1" lang="es" sz="900">
                <a:solidFill>
                  <a:schemeClr val="dk1"/>
                </a:solidFill>
                <a:latin typeface="Helvetica Neue"/>
                <a:ea typeface="Helvetica Neue"/>
                <a:cs typeface="Helvetica Neue"/>
                <a:sym typeface="Helvetica Neue"/>
              </a:rPr>
              <a:t>97</a:t>
            </a:r>
            <a:r>
              <a:rPr b="1" i="0" lang="es" sz="900" u="none" cap="none" strike="noStrike">
                <a:solidFill>
                  <a:schemeClr val="dk1"/>
                </a:solidFill>
                <a:latin typeface="Helvetica Neue"/>
                <a:ea typeface="Helvetica Neue"/>
                <a:cs typeface="Helvetica Neue"/>
                <a:sym typeface="Helvetica Neue"/>
              </a:rPr>
              <a:t>% En proceso   </a:t>
            </a:r>
            <a:endParaRPr b="1" i="0" sz="900" u="none" cap="none" strike="noStrike">
              <a:solidFill>
                <a:schemeClr val="dk1"/>
              </a:solidFill>
              <a:latin typeface="Helvetica Neue"/>
              <a:ea typeface="Helvetica Neue"/>
              <a:cs typeface="Helvetica Neue"/>
              <a:sym typeface="Helvetica Neue"/>
            </a:endParaRPr>
          </a:p>
        </p:txBody>
      </p:sp>
      <p:sp>
        <p:nvSpPr>
          <p:cNvPr id="1308" name="Google Shape;1308;p180"/>
          <p:cNvSpPr txBox="1"/>
          <p:nvPr/>
        </p:nvSpPr>
        <p:spPr>
          <a:xfrm>
            <a:off x="593356" y="3388223"/>
            <a:ext cx="1235700" cy="35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100% Liberado</a:t>
            </a:r>
            <a:endParaRPr b="1" i="0" sz="900" u="none" cap="none" strike="noStrike">
              <a:solidFill>
                <a:schemeClr val="dk1"/>
              </a:solidFill>
              <a:latin typeface="Helvetica Neue"/>
              <a:ea typeface="Helvetica Neue"/>
              <a:cs typeface="Helvetica Neue"/>
              <a:sym typeface="Helvetica Neue"/>
            </a:endParaRPr>
          </a:p>
        </p:txBody>
      </p:sp>
      <p:sp>
        <p:nvSpPr>
          <p:cNvPr id="1309" name="Google Shape;1309;p180"/>
          <p:cNvSpPr txBox="1"/>
          <p:nvPr/>
        </p:nvSpPr>
        <p:spPr>
          <a:xfrm>
            <a:off x="4039050" y="3331073"/>
            <a:ext cx="1235700" cy="353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a:t>
            </a:r>
            <a:endParaRPr b="1" i="0" sz="900" u="none" cap="none" strike="noStrike">
              <a:solidFill>
                <a:schemeClr val="dk1"/>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a:t>
            </a:r>
            <a:r>
              <a:rPr b="1" lang="es" sz="900">
                <a:solidFill>
                  <a:schemeClr val="dk1"/>
                </a:solidFill>
                <a:latin typeface="Helvetica Neue"/>
                <a:ea typeface="Helvetica Neue"/>
                <a:cs typeface="Helvetica Neue"/>
                <a:sym typeface="Helvetica Neue"/>
              </a:rPr>
              <a:t>57</a:t>
            </a:r>
            <a:r>
              <a:rPr b="1" i="0" lang="es" sz="900" u="none" cap="none" strike="noStrike">
                <a:solidFill>
                  <a:schemeClr val="dk1"/>
                </a:solidFill>
                <a:latin typeface="Helvetica Neue"/>
                <a:ea typeface="Helvetica Neue"/>
                <a:cs typeface="Helvetica Neue"/>
                <a:sym typeface="Helvetica Neue"/>
              </a:rPr>
              <a:t>% En proceso</a:t>
            </a:r>
            <a:endParaRPr b="1" i="0" sz="900" u="none" cap="none" strike="noStrike">
              <a:solidFill>
                <a:schemeClr val="dk1"/>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a:t>
            </a:r>
            <a:r>
              <a:rPr b="1" lang="es" sz="900">
                <a:solidFill>
                  <a:schemeClr val="dk1"/>
                </a:solidFill>
                <a:latin typeface="Helvetica Neue"/>
                <a:ea typeface="Helvetica Neue"/>
                <a:cs typeface="Helvetica Neue"/>
                <a:sym typeface="Helvetica Neue"/>
              </a:rPr>
              <a:t>58</a:t>
            </a:r>
            <a:r>
              <a:rPr b="1" i="0" lang="es" sz="900" u="none" cap="none" strike="noStrike">
                <a:solidFill>
                  <a:schemeClr val="dk1"/>
                </a:solidFill>
                <a:latin typeface="Helvetica Neue"/>
                <a:ea typeface="Helvetica Neue"/>
                <a:cs typeface="Helvetica Neue"/>
                <a:sym typeface="Helvetica Neue"/>
              </a:rPr>
              <a:t>% En proceso  </a:t>
            </a:r>
            <a:endParaRPr b="1" i="0" sz="900" u="none" cap="none" strike="noStrike">
              <a:solidFill>
                <a:schemeClr val="dk1"/>
              </a:solidFill>
              <a:latin typeface="Helvetica Neue"/>
              <a:ea typeface="Helvetica Neue"/>
              <a:cs typeface="Helvetica Neue"/>
              <a:sym typeface="Helvetica Neue"/>
            </a:endParaRPr>
          </a:p>
        </p:txBody>
      </p:sp>
      <p:sp>
        <p:nvSpPr>
          <p:cNvPr id="1310" name="Google Shape;1310;p180"/>
          <p:cNvSpPr txBox="1"/>
          <p:nvPr/>
        </p:nvSpPr>
        <p:spPr>
          <a:xfrm>
            <a:off x="5663800" y="3388223"/>
            <a:ext cx="1235700" cy="353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lang="es" sz="900">
                <a:solidFill>
                  <a:schemeClr val="dk1"/>
                </a:solidFill>
                <a:latin typeface="Helvetica Neue"/>
                <a:ea typeface="Helvetica Neue"/>
                <a:cs typeface="Helvetica Neue"/>
                <a:sym typeface="Helvetica Neue"/>
              </a:rPr>
              <a:t>   25</a:t>
            </a:r>
            <a:r>
              <a:rPr b="1" i="0" lang="es" sz="900" u="none" cap="none" strike="noStrike">
                <a:solidFill>
                  <a:schemeClr val="dk1"/>
                </a:solidFill>
                <a:latin typeface="Helvetica Neue"/>
                <a:ea typeface="Helvetica Neue"/>
                <a:cs typeface="Helvetica Neue"/>
                <a:sym typeface="Helvetica Neue"/>
              </a:rPr>
              <a:t>% En proceso </a:t>
            </a:r>
            <a:endParaRPr b="1" i="0" sz="900" u="none" cap="none" strike="noStrike">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900"/>
              <a:buFont typeface="Arial"/>
              <a:buNone/>
            </a:pPr>
            <a:r>
              <a:rPr b="1" lang="es" sz="900">
                <a:solidFill>
                  <a:schemeClr val="dk1"/>
                </a:solidFill>
                <a:latin typeface="Helvetica Neue"/>
                <a:ea typeface="Helvetica Neue"/>
                <a:cs typeface="Helvetica Neue"/>
                <a:sym typeface="Helvetica Neue"/>
              </a:rPr>
              <a:t>   </a:t>
            </a:r>
            <a:endParaRPr b="1" sz="900">
              <a:solidFill>
                <a:schemeClr val="dk1"/>
              </a:solidFill>
              <a:latin typeface="Helvetica Neue"/>
              <a:ea typeface="Helvetica Neue"/>
              <a:cs typeface="Helvetica Neue"/>
              <a:sym typeface="Helvetica Neue"/>
            </a:endParaRPr>
          </a:p>
        </p:txBody>
      </p:sp>
      <p:sp>
        <p:nvSpPr>
          <p:cNvPr id="1311" name="Google Shape;1311;p180"/>
          <p:cNvSpPr txBox="1"/>
          <p:nvPr/>
        </p:nvSpPr>
        <p:spPr>
          <a:xfrm>
            <a:off x="7517150" y="3388223"/>
            <a:ext cx="1235700" cy="35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1" i="0" lang="es" sz="900" u="none" cap="none" strike="noStrike">
                <a:solidFill>
                  <a:schemeClr val="dk1"/>
                </a:solidFill>
                <a:latin typeface="Helvetica Neue"/>
                <a:ea typeface="Helvetica Neue"/>
                <a:cs typeface="Helvetica Neue"/>
                <a:sym typeface="Helvetica Neue"/>
              </a:rPr>
              <a:t>- % Inicio</a:t>
            </a:r>
            <a:endParaRPr b="1" i="0" sz="900" u="none" cap="none" strike="noStrike">
              <a:solidFill>
                <a:schemeClr val="dk1"/>
              </a:solidFill>
              <a:latin typeface="Helvetica Neue"/>
              <a:ea typeface="Helvetica Neue"/>
              <a:cs typeface="Helvetica Neue"/>
              <a:sym typeface="Helvetica Neue"/>
            </a:endParaRPr>
          </a:p>
        </p:txBody>
      </p:sp>
      <p:pic>
        <p:nvPicPr>
          <p:cNvPr id="1312" name="Google Shape;1312;p180"/>
          <p:cNvPicPr preferRelativeResize="0"/>
          <p:nvPr/>
        </p:nvPicPr>
        <p:blipFill rotWithShape="1">
          <a:blip r:embed="rId3">
            <a:alphaModFix/>
          </a:blip>
          <a:srcRect b="0" l="0" r="0" t="0"/>
          <a:stretch/>
        </p:blipFill>
        <p:spPr>
          <a:xfrm>
            <a:off x="2073050" y="3384111"/>
            <a:ext cx="361925" cy="361925"/>
          </a:xfrm>
          <a:prstGeom prst="rect">
            <a:avLst/>
          </a:prstGeom>
          <a:noFill/>
          <a:ln>
            <a:noFill/>
          </a:ln>
        </p:spPr>
      </p:pic>
      <p:pic>
        <p:nvPicPr>
          <p:cNvPr id="1313" name="Google Shape;1313;p180"/>
          <p:cNvPicPr preferRelativeResize="0"/>
          <p:nvPr/>
        </p:nvPicPr>
        <p:blipFill rotWithShape="1">
          <a:blip r:embed="rId3">
            <a:alphaModFix/>
          </a:blip>
          <a:srcRect b="0" l="0" r="0" t="0"/>
          <a:stretch/>
        </p:blipFill>
        <p:spPr>
          <a:xfrm>
            <a:off x="3754950" y="3384111"/>
            <a:ext cx="361925" cy="361925"/>
          </a:xfrm>
          <a:prstGeom prst="rect">
            <a:avLst/>
          </a:prstGeom>
          <a:noFill/>
          <a:ln>
            <a:noFill/>
          </a:ln>
        </p:spPr>
      </p:pic>
      <p:pic>
        <p:nvPicPr>
          <p:cNvPr id="1314" name="Google Shape;1314;p180"/>
          <p:cNvPicPr preferRelativeResize="0"/>
          <p:nvPr/>
        </p:nvPicPr>
        <p:blipFill rotWithShape="1">
          <a:blip r:embed="rId3">
            <a:alphaModFix/>
          </a:blip>
          <a:srcRect b="0" l="0" r="0" t="0"/>
          <a:stretch/>
        </p:blipFill>
        <p:spPr>
          <a:xfrm>
            <a:off x="5436850" y="3384111"/>
            <a:ext cx="361925" cy="361925"/>
          </a:xfrm>
          <a:prstGeom prst="rect">
            <a:avLst/>
          </a:prstGeom>
          <a:noFill/>
          <a:ln>
            <a:noFill/>
          </a:ln>
        </p:spPr>
      </p:pic>
      <p:pic>
        <p:nvPicPr>
          <p:cNvPr id="1315" name="Google Shape;1315;p180"/>
          <p:cNvPicPr preferRelativeResize="0"/>
          <p:nvPr/>
        </p:nvPicPr>
        <p:blipFill rotWithShape="1">
          <a:blip r:embed="rId4">
            <a:alphaModFix/>
          </a:blip>
          <a:srcRect b="0" l="0" r="0" t="0"/>
          <a:stretch/>
        </p:blipFill>
        <p:spPr>
          <a:xfrm>
            <a:off x="7118750" y="3384111"/>
            <a:ext cx="361925" cy="361925"/>
          </a:xfrm>
          <a:prstGeom prst="rect">
            <a:avLst/>
          </a:prstGeom>
          <a:noFill/>
          <a:ln>
            <a:noFill/>
          </a:ln>
        </p:spPr>
      </p:pic>
      <p:sp>
        <p:nvSpPr>
          <p:cNvPr id="1316" name="Google Shape;1316;p180"/>
          <p:cNvSpPr txBox="1"/>
          <p:nvPr/>
        </p:nvSpPr>
        <p:spPr>
          <a:xfrm>
            <a:off x="536025" y="3967519"/>
            <a:ext cx="8216700" cy="726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s" sz="800" u="none" cap="none" strike="noStrike">
                <a:solidFill>
                  <a:schemeClr val="dk1"/>
                </a:solidFill>
                <a:latin typeface="Helvetica Neue"/>
                <a:ea typeface="Helvetica Neue"/>
                <a:cs typeface="Helvetica Neue"/>
                <a:sym typeface="Helvetica Neue"/>
              </a:rPr>
              <a:t>Acciones para lograr R4</a:t>
            </a:r>
            <a:endParaRPr b="1" i="0" sz="800" u="none" cap="none" strike="noStrike">
              <a:solidFill>
                <a:schemeClr val="dk1"/>
              </a:solidFill>
              <a:latin typeface="Helvetica Neue"/>
              <a:ea typeface="Helvetica Neue"/>
              <a:cs typeface="Helvetica Neue"/>
              <a:sym typeface="Helvetica Neue"/>
            </a:endParaRPr>
          </a:p>
          <a:p>
            <a:pPr indent="-215900" lvl="0" marL="342900" marR="0" rtl="0" algn="l">
              <a:lnSpc>
                <a:spcPct val="100000"/>
              </a:lnSpc>
              <a:spcBef>
                <a:spcPts val="0"/>
              </a:spcBef>
              <a:spcAft>
                <a:spcPts val="0"/>
              </a:spcAft>
              <a:buClr>
                <a:schemeClr val="dk1"/>
              </a:buClr>
              <a:buSzPts val="800"/>
              <a:buFont typeface="Helvetica Neue"/>
              <a:buChar char="●"/>
            </a:pPr>
            <a:r>
              <a:rPr b="0" i="0" lang="es" sz="800" u="none" cap="none" strike="noStrike">
                <a:solidFill>
                  <a:schemeClr val="dk1"/>
                </a:solidFill>
                <a:latin typeface="Helvetica Neue"/>
                <a:ea typeface="Helvetica Neue"/>
                <a:cs typeface="Helvetica Neue"/>
                <a:sym typeface="Helvetica Neue"/>
              </a:rPr>
              <a:t>Equipo dedicado de los canales (App Bancoppel, Promotoría, Sucursal, Aclaraciones, CAT). </a:t>
            </a:r>
            <a:endParaRPr b="0" i="0" sz="800" u="none" cap="none" strike="noStrike">
              <a:solidFill>
                <a:schemeClr val="dk1"/>
              </a:solidFill>
              <a:latin typeface="Helvetica Neue"/>
              <a:ea typeface="Helvetica Neue"/>
              <a:cs typeface="Helvetica Neue"/>
              <a:sym typeface="Helvetica Neue"/>
            </a:endParaRPr>
          </a:p>
          <a:p>
            <a:pPr indent="-215900" lvl="0" marL="342900" marR="0" rtl="0" algn="l">
              <a:lnSpc>
                <a:spcPct val="100000"/>
              </a:lnSpc>
              <a:spcBef>
                <a:spcPts val="0"/>
              </a:spcBef>
              <a:spcAft>
                <a:spcPts val="0"/>
              </a:spcAft>
              <a:buClr>
                <a:schemeClr val="dk1"/>
              </a:buClr>
              <a:buSzPts val="800"/>
              <a:buFont typeface="Helvetica Neue"/>
              <a:buChar char="●"/>
            </a:pPr>
            <a:r>
              <a:rPr b="0" i="0" lang="es" sz="800" u="none" cap="none" strike="noStrike">
                <a:solidFill>
                  <a:schemeClr val="dk1"/>
                </a:solidFill>
                <a:latin typeface="Helvetica Neue"/>
                <a:ea typeface="Helvetica Neue"/>
                <a:cs typeface="Helvetica Neue"/>
                <a:sym typeface="Helvetica Neue"/>
              </a:rPr>
              <a:t>Funcionalidades de ATM deben ser confirmadas para R4 o R5 (actualmente están en Hold On)</a:t>
            </a:r>
            <a:endParaRPr b="0" i="0" sz="800" u="none" cap="none" strike="noStrike">
              <a:solidFill>
                <a:schemeClr val="dk1"/>
              </a:solidFill>
              <a:latin typeface="Helvetica Neue"/>
              <a:ea typeface="Helvetica Neue"/>
              <a:cs typeface="Helvetica Neue"/>
              <a:sym typeface="Helvetica Neue"/>
            </a:endParaRPr>
          </a:p>
          <a:p>
            <a:pPr indent="-215900" lvl="0" marL="342900" marR="0" rtl="0" algn="l">
              <a:lnSpc>
                <a:spcPct val="100000"/>
              </a:lnSpc>
              <a:spcBef>
                <a:spcPts val="0"/>
              </a:spcBef>
              <a:spcAft>
                <a:spcPts val="0"/>
              </a:spcAft>
              <a:buClr>
                <a:schemeClr val="dk1"/>
              </a:buClr>
              <a:buSzPts val="800"/>
              <a:buFont typeface="Helvetica Neue"/>
              <a:buChar char="●"/>
            </a:pPr>
            <a:r>
              <a:rPr b="0" i="0" lang="es" sz="800" u="none" cap="none" strike="noStrike">
                <a:solidFill>
                  <a:schemeClr val="dk1"/>
                </a:solidFill>
                <a:latin typeface="Helvetica Neue"/>
                <a:ea typeface="Helvetica Neue"/>
                <a:cs typeface="Helvetica Neue"/>
                <a:sym typeface="Helvetica Neue"/>
              </a:rPr>
              <a:t>Product Manager dedicado 100% </a:t>
            </a:r>
            <a:endParaRPr b="0" i="0" sz="800" u="none" cap="none" strike="noStrike">
              <a:solidFill>
                <a:schemeClr val="dk1"/>
              </a:solidFill>
              <a:latin typeface="Helvetica Neue"/>
              <a:ea typeface="Helvetica Neue"/>
              <a:cs typeface="Helvetica Neue"/>
              <a:sym typeface="Helvetica Neue"/>
            </a:endParaRPr>
          </a:p>
          <a:p>
            <a:pPr indent="-215900" lvl="0" marL="342900" marR="0" rtl="0" algn="l">
              <a:lnSpc>
                <a:spcPct val="100000"/>
              </a:lnSpc>
              <a:spcBef>
                <a:spcPts val="0"/>
              </a:spcBef>
              <a:spcAft>
                <a:spcPts val="0"/>
              </a:spcAft>
              <a:buClr>
                <a:schemeClr val="dk1"/>
              </a:buClr>
              <a:buSzPts val="800"/>
              <a:buFont typeface="Helvetica Neue"/>
              <a:buChar char="●"/>
            </a:pPr>
            <a:r>
              <a:rPr b="0" i="0" lang="es" sz="800" u="none" cap="none" strike="noStrike">
                <a:solidFill>
                  <a:schemeClr val="dk1"/>
                </a:solidFill>
                <a:latin typeface="Helvetica Neue"/>
                <a:ea typeface="Helvetica Neue"/>
                <a:cs typeface="Helvetica Neue"/>
                <a:sym typeface="Helvetica Neue"/>
              </a:rPr>
              <a:t>Product Owner dedicado 100%</a:t>
            </a:r>
            <a:endParaRPr b="0" i="0" sz="800" u="none" cap="none" strike="noStrike">
              <a:solidFill>
                <a:schemeClr val="dk1"/>
              </a:solidFill>
              <a:latin typeface="Helvetica Neue"/>
              <a:ea typeface="Helvetica Neue"/>
              <a:cs typeface="Helvetica Neue"/>
              <a:sym typeface="Helvetica Neue"/>
            </a:endParaRPr>
          </a:p>
        </p:txBody>
      </p:sp>
      <p:sp>
        <p:nvSpPr>
          <p:cNvPr id="1317" name="Google Shape;1317;p180"/>
          <p:cNvSpPr/>
          <p:nvPr/>
        </p:nvSpPr>
        <p:spPr>
          <a:xfrm>
            <a:off x="3696182" y="4776536"/>
            <a:ext cx="102000" cy="102900"/>
          </a:xfrm>
          <a:prstGeom prst="ellipse">
            <a:avLst/>
          </a:prstGeom>
          <a:solidFill>
            <a:srgbClr val="87C544">
              <a:alpha val="251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1" i="0" sz="1400" u="none" cap="none" strike="noStrike">
              <a:solidFill>
                <a:srgbClr val="7D7D7D"/>
              </a:solidFill>
              <a:latin typeface="Helvetica Neue"/>
              <a:ea typeface="Helvetica Neue"/>
              <a:cs typeface="Helvetica Neue"/>
              <a:sym typeface="Helvetica Neue"/>
            </a:endParaRPr>
          </a:p>
        </p:txBody>
      </p:sp>
      <p:sp>
        <p:nvSpPr>
          <p:cNvPr id="1318" name="Google Shape;1318;p180"/>
          <p:cNvSpPr txBox="1"/>
          <p:nvPr/>
        </p:nvSpPr>
        <p:spPr>
          <a:xfrm>
            <a:off x="3817977" y="4718260"/>
            <a:ext cx="67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D7D7D"/>
              </a:buClr>
              <a:buSzPts val="900"/>
              <a:buFont typeface="Montserrat"/>
              <a:buNone/>
            </a:pPr>
            <a:r>
              <a:rPr b="1" i="0" lang="es" sz="800" u="none" cap="none" strike="noStrike">
                <a:solidFill>
                  <a:srgbClr val="7D7D7D"/>
                </a:solidFill>
                <a:latin typeface="Helvetica Neue"/>
                <a:ea typeface="Helvetica Neue"/>
                <a:cs typeface="Helvetica Neue"/>
                <a:sym typeface="Helvetica Neue"/>
              </a:rPr>
              <a:t>Canales</a:t>
            </a:r>
            <a:endParaRPr b="1" i="0" sz="2300" u="none" cap="none" strike="noStrike">
              <a:solidFill>
                <a:srgbClr val="FFFFFF"/>
              </a:solidFill>
              <a:latin typeface="Helvetica Neue"/>
              <a:ea typeface="Helvetica Neue"/>
              <a:cs typeface="Helvetica Neue"/>
              <a:sym typeface="Helvetica Neue"/>
            </a:endParaRPr>
          </a:p>
        </p:txBody>
      </p:sp>
      <p:sp>
        <p:nvSpPr>
          <p:cNvPr id="1319" name="Google Shape;1319;p180"/>
          <p:cNvSpPr/>
          <p:nvPr/>
        </p:nvSpPr>
        <p:spPr>
          <a:xfrm>
            <a:off x="1455175" y="4713197"/>
            <a:ext cx="1575600" cy="229500"/>
          </a:xfrm>
          <a:prstGeom prst="rect">
            <a:avLst/>
          </a:prstGeom>
          <a:noFill/>
          <a:ln>
            <a:noFill/>
          </a:ln>
        </p:spPr>
        <p:txBody>
          <a:bodyPr anchorCtr="0" anchor="ctr" bIns="90075" lIns="0" spcFirstLastPara="1" rIns="0" wrap="square" tIns="90075">
            <a:noAutofit/>
          </a:bodyPr>
          <a:lstStyle/>
          <a:p>
            <a:pPr indent="0" lvl="0" marL="0" marR="0" rtl="0" algn="l">
              <a:lnSpc>
                <a:spcPct val="100000"/>
              </a:lnSpc>
              <a:spcBef>
                <a:spcPts val="0"/>
              </a:spcBef>
              <a:spcAft>
                <a:spcPts val="0"/>
              </a:spcAft>
              <a:buClr>
                <a:srgbClr val="000000"/>
              </a:buClr>
              <a:buSzPts val="1000"/>
              <a:buFont typeface="Arial"/>
              <a:buNone/>
            </a:pPr>
            <a:r>
              <a:rPr b="1" i="0" lang="es" sz="1000" u="none" cap="none" strike="noStrike">
                <a:solidFill>
                  <a:srgbClr val="000000"/>
                </a:solidFill>
                <a:latin typeface="Helvetica Neue"/>
                <a:ea typeface="Helvetica Neue"/>
                <a:cs typeface="Helvetica Neue"/>
                <a:sym typeface="Helvetica Neue"/>
              </a:rPr>
              <a:t>Tecnología Soportada</a:t>
            </a:r>
            <a:endParaRPr b="1" i="0" sz="1000" u="none" cap="none" strike="noStrike">
              <a:solidFill>
                <a:srgbClr val="000000"/>
              </a:solidFill>
              <a:latin typeface="Helvetica Neue"/>
              <a:ea typeface="Helvetica Neue"/>
              <a:cs typeface="Helvetica Neue"/>
              <a:sym typeface="Helvetica Neue"/>
            </a:endParaRPr>
          </a:p>
        </p:txBody>
      </p:sp>
      <p:sp>
        <p:nvSpPr>
          <p:cNvPr id="1320" name="Google Shape;1320;p180"/>
          <p:cNvSpPr/>
          <p:nvPr/>
        </p:nvSpPr>
        <p:spPr>
          <a:xfrm>
            <a:off x="3044563" y="4713197"/>
            <a:ext cx="1575600" cy="229500"/>
          </a:xfrm>
          <a:prstGeom prst="rect">
            <a:avLst/>
          </a:prstGeom>
          <a:noFill/>
          <a:ln>
            <a:noFill/>
          </a:ln>
        </p:spPr>
        <p:txBody>
          <a:bodyPr anchorCtr="0" anchor="ctr" bIns="90075" lIns="0" spcFirstLastPara="1" rIns="0" wrap="square" tIns="90075">
            <a:noAutofit/>
          </a:bodyPr>
          <a:lstStyle/>
          <a:p>
            <a:pPr indent="0" lvl="0" marL="0" marR="0" rtl="0" algn="l">
              <a:lnSpc>
                <a:spcPct val="100000"/>
              </a:lnSpc>
              <a:spcBef>
                <a:spcPts val="0"/>
              </a:spcBef>
              <a:spcAft>
                <a:spcPts val="0"/>
              </a:spcAft>
              <a:buClr>
                <a:srgbClr val="000000"/>
              </a:buClr>
              <a:buSzPts val="1000"/>
              <a:buFont typeface="Arial"/>
              <a:buNone/>
            </a:pPr>
            <a:r>
              <a:rPr b="1" i="0" lang="es" sz="1000" u="none" cap="none" strike="noStrike">
                <a:solidFill>
                  <a:srgbClr val="000000"/>
                </a:solidFill>
                <a:latin typeface="Helvetica Neue"/>
                <a:ea typeface="Helvetica Neue"/>
                <a:cs typeface="Helvetica Neue"/>
                <a:sym typeface="Helvetica Neue"/>
              </a:rPr>
              <a:t>Canales</a:t>
            </a:r>
            <a:endParaRPr b="1" i="0" sz="1000" u="none" cap="none" strike="noStrike">
              <a:solidFill>
                <a:srgbClr val="000000"/>
              </a:solidFill>
              <a:latin typeface="Helvetica Neue"/>
              <a:ea typeface="Helvetica Neue"/>
              <a:cs typeface="Helvetica Neue"/>
              <a:sym typeface="Helvetica Neue"/>
            </a:endParaRPr>
          </a:p>
        </p:txBody>
      </p:sp>
      <p:cxnSp>
        <p:nvCxnSpPr>
          <p:cNvPr id="1321" name="Google Shape;1321;p180"/>
          <p:cNvCxnSpPr/>
          <p:nvPr/>
        </p:nvCxnSpPr>
        <p:spPr>
          <a:xfrm>
            <a:off x="2890313" y="4690360"/>
            <a:ext cx="0" cy="275100"/>
          </a:xfrm>
          <a:prstGeom prst="straightConnector1">
            <a:avLst/>
          </a:prstGeom>
          <a:noFill/>
          <a:ln cap="flat" cmpd="sng" w="7150">
            <a:solidFill>
              <a:srgbClr val="2E2E2E"/>
            </a:solidFill>
            <a:prstDash val="solid"/>
            <a:round/>
            <a:headEnd len="sm" w="sm" type="none"/>
            <a:tailEnd len="sm" w="sm" type="none"/>
          </a:ln>
        </p:spPr>
      </p:cxnSp>
      <p:sp>
        <p:nvSpPr>
          <p:cNvPr id="1322" name="Google Shape;1322;p180"/>
          <p:cNvSpPr txBox="1"/>
          <p:nvPr/>
        </p:nvSpPr>
        <p:spPr>
          <a:xfrm>
            <a:off x="2656238" y="1391887"/>
            <a:ext cx="473100" cy="3621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FFFFFF"/>
                </a:solidFill>
                <a:latin typeface="Helvetica Neue"/>
                <a:ea typeface="Helvetica Neue"/>
                <a:cs typeface="Helvetica Neue"/>
                <a:sym typeface="Helvetica Neue"/>
              </a:rPr>
              <a:t>Digital</a:t>
            </a:r>
            <a:endParaRPr b="0" i="0" sz="900" u="none" cap="none" strike="noStrike">
              <a:solidFill>
                <a:srgbClr val="FFFFFF"/>
              </a:solidFill>
              <a:latin typeface="Helvetica Neue"/>
              <a:ea typeface="Helvetica Neue"/>
              <a:cs typeface="Helvetica Neue"/>
              <a:sym typeface="Helvetica Neue"/>
            </a:endParaRPr>
          </a:p>
        </p:txBody>
      </p:sp>
      <p:sp>
        <p:nvSpPr>
          <p:cNvPr id="1323" name="Google Shape;1323;p180"/>
          <p:cNvSpPr txBox="1"/>
          <p:nvPr/>
        </p:nvSpPr>
        <p:spPr>
          <a:xfrm>
            <a:off x="4343747" y="1391887"/>
            <a:ext cx="473100" cy="3621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FFFFFF"/>
                </a:solidFill>
                <a:latin typeface="Helvetica Neue"/>
                <a:ea typeface="Helvetica Neue"/>
                <a:cs typeface="Helvetica Neue"/>
                <a:sym typeface="Helvetica Neue"/>
              </a:rPr>
              <a:t>Física</a:t>
            </a:r>
            <a:endParaRPr b="0" i="0" sz="900" u="none" cap="none" strike="noStrike">
              <a:solidFill>
                <a:srgbClr val="FFFFFF"/>
              </a:solidFill>
              <a:latin typeface="Helvetica Neue"/>
              <a:ea typeface="Helvetica Neue"/>
              <a:cs typeface="Helvetica Neue"/>
              <a:sym typeface="Helvetica Neue"/>
            </a:endParaRPr>
          </a:p>
        </p:txBody>
      </p:sp>
      <p:sp>
        <p:nvSpPr>
          <p:cNvPr id="1324" name="Google Shape;1324;p180"/>
          <p:cNvSpPr txBox="1"/>
          <p:nvPr/>
        </p:nvSpPr>
        <p:spPr>
          <a:xfrm>
            <a:off x="6028444" y="1391887"/>
            <a:ext cx="473100" cy="3621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FFFFFF"/>
                </a:solidFill>
                <a:latin typeface="Helvetica Neue"/>
                <a:ea typeface="Helvetica Neue"/>
                <a:cs typeface="Helvetica Neue"/>
                <a:sym typeface="Helvetica Neue"/>
              </a:rPr>
              <a:t>MVP</a:t>
            </a:r>
            <a:endParaRPr b="0" i="0" sz="900" u="none" cap="none" strike="noStrike">
              <a:solidFill>
                <a:srgbClr val="FFFFFF"/>
              </a:solidFill>
              <a:latin typeface="Helvetica Neue"/>
              <a:ea typeface="Helvetica Neue"/>
              <a:cs typeface="Helvetica Neue"/>
              <a:sym typeface="Helvetica Neue"/>
            </a:endParaRPr>
          </a:p>
        </p:txBody>
      </p:sp>
      <p:sp>
        <p:nvSpPr>
          <p:cNvPr id="1325" name="Google Shape;1325;p180"/>
          <p:cNvSpPr txBox="1"/>
          <p:nvPr/>
        </p:nvSpPr>
        <p:spPr>
          <a:xfrm>
            <a:off x="7713131" y="1391887"/>
            <a:ext cx="473100" cy="3621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FFFFFF"/>
                </a:solidFill>
                <a:latin typeface="Helvetica Neue"/>
                <a:ea typeface="Helvetica Neue"/>
                <a:cs typeface="Helvetica Neue"/>
                <a:sym typeface="Helvetica Neue"/>
              </a:rPr>
              <a:t>Ideal</a:t>
            </a:r>
            <a:endParaRPr b="0" i="0" sz="900" u="none" cap="none" strike="noStrike">
              <a:solidFill>
                <a:srgbClr val="FFFFFF"/>
              </a:solidFill>
              <a:latin typeface="Helvetica Neue"/>
              <a:ea typeface="Helvetica Neue"/>
              <a:cs typeface="Helvetica Neue"/>
              <a:sym typeface="Helvetica Neue"/>
            </a:endParaRPr>
          </a:p>
        </p:txBody>
      </p:sp>
      <p:sp>
        <p:nvSpPr>
          <p:cNvPr id="1326" name="Google Shape;1326;p180"/>
          <p:cNvSpPr txBox="1"/>
          <p:nvPr/>
        </p:nvSpPr>
        <p:spPr>
          <a:xfrm>
            <a:off x="968719" y="1404862"/>
            <a:ext cx="473100" cy="3621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FFFFFF"/>
                </a:solidFill>
                <a:latin typeface="Helvetica Neue"/>
                <a:ea typeface="Helvetica Neue"/>
                <a:cs typeface="Helvetica Neue"/>
                <a:sym typeface="Helvetica Neue"/>
              </a:rPr>
              <a:t>Caja</a:t>
            </a:r>
            <a:endParaRPr b="0" i="0" sz="900" u="none" cap="none" strike="noStrike">
              <a:solidFill>
                <a:srgbClr val="FFFFFF"/>
              </a:solidFill>
              <a:latin typeface="Helvetica Neue"/>
              <a:ea typeface="Helvetica Neue"/>
              <a:cs typeface="Helvetica Neue"/>
              <a:sym typeface="Helvetica Neue"/>
            </a:endParaRPr>
          </a:p>
        </p:txBody>
      </p:sp>
      <p:pic>
        <p:nvPicPr>
          <p:cNvPr id="1327" name="Google Shape;1327;p180"/>
          <p:cNvPicPr preferRelativeResize="0"/>
          <p:nvPr/>
        </p:nvPicPr>
        <p:blipFill rotWithShape="1">
          <a:blip r:embed="rId5">
            <a:alphaModFix/>
          </a:blip>
          <a:srcRect b="0" l="0" r="0" t="0"/>
          <a:stretch/>
        </p:blipFill>
        <p:spPr>
          <a:xfrm>
            <a:off x="1866703" y="1378941"/>
            <a:ext cx="353700" cy="353700"/>
          </a:xfrm>
          <a:prstGeom prst="rect">
            <a:avLst/>
          </a:prstGeom>
          <a:noFill/>
          <a:ln>
            <a:noFill/>
          </a:ln>
        </p:spPr>
      </p:pic>
      <p:pic>
        <p:nvPicPr>
          <p:cNvPr id="1328" name="Google Shape;1328;p180"/>
          <p:cNvPicPr preferRelativeResize="0"/>
          <p:nvPr/>
        </p:nvPicPr>
        <p:blipFill rotWithShape="1">
          <a:blip r:embed="rId5">
            <a:alphaModFix/>
          </a:blip>
          <a:srcRect b="0" l="0" r="0" t="0"/>
          <a:stretch/>
        </p:blipFill>
        <p:spPr>
          <a:xfrm>
            <a:off x="3528488" y="1378941"/>
            <a:ext cx="353700" cy="353700"/>
          </a:xfrm>
          <a:prstGeom prst="rect">
            <a:avLst/>
          </a:prstGeom>
          <a:noFill/>
          <a:ln>
            <a:noFill/>
          </a:ln>
        </p:spPr>
      </p:pic>
      <p:pic>
        <p:nvPicPr>
          <p:cNvPr id="1329" name="Google Shape;1329;p180"/>
          <p:cNvPicPr preferRelativeResize="0"/>
          <p:nvPr/>
        </p:nvPicPr>
        <p:blipFill rotWithShape="1">
          <a:blip r:embed="rId5">
            <a:alphaModFix/>
          </a:blip>
          <a:srcRect b="0" l="0" r="0" t="0"/>
          <a:stretch/>
        </p:blipFill>
        <p:spPr>
          <a:xfrm>
            <a:off x="5190272" y="1378941"/>
            <a:ext cx="353700" cy="353700"/>
          </a:xfrm>
          <a:prstGeom prst="rect">
            <a:avLst/>
          </a:prstGeom>
          <a:noFill/>
          <a:ln>
            <a:noFill/>
          </a:ln>
        </p:spPr>
      </p:pic>
      <p:pic>
        <p:nvPicPr>
          <p:cNvPr id="1330" name="Google Shape;1330;p180"/>
          <p:cNvPicPr preferRelativeResize="0"/>
          <p:nvPr/>
        </p:nvPicPr>
        <p:blipFill rotWithShape="1">
          <a:blip r:embed="rId5">
            <a:alphaModFix/>
          </a:blip>
          <a:srcRect b="0" l="0" r="0" t="0"/>
          <a:stretch/>
        </p:blipFill>
        <p:spPr>
          <a:xfrm>
            <a:off x="6852056" y="1378941"/>
            <a:ext cx="353700" cy="353700"/>
          </a:xfrm>
          <a:prstGeom prst="rect">
            <a:avLst/>
          </a:prstGeom>
          <a:noFill/>
          <a:ln>
            <a:noFill/>
          </a:ln>
        </p:spPr>
      </p:pic>
      <p:sp>
        <p:nvSpPr>
          <p:cNvPr id="1331" name="Google Shape;1331;p180"/>
          <p:cNvSpPr txBox="1"/>
          <p:nvPr/>
        </p:nvSpPr>
        <p:spPr>
          <a:xfrm>
            <a:off x="828542" y="1014071"/>
            <a:ext cx="759300" cy="35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s" sz="1300" u="none" cap="none" strike="noStrike">
                <a:solidFill>
                  <a:schemeClr val="dk1"/>
                </a:solidFill>
                <a:latin typeface="Helvetica Neue"/>
                <a:ea typeface="Helvetica Neue"/>
                <a:cs typeface="Helvetica Neue"/>
                <a:sym typeface="Helvetica Neue"/>
              </a:rPr>
              <a:t>R1</a:t>
            </a:r>
            <a:endParaRPr b="1" i="0" sz="1300" u="none" cap="none" strike="noStrike">
              <a:solidFill>
                <a:schemeClr val="dk1"/>
              </a:solidFill>
              <a:latin typeface="Helvetica Neue"/>
              <a:ea typeface="Helvetica Neue"/>
              <a:cs typeface="Helvetica Neue"/>
              <a:sym typeface="Helvetica Neue"/>
            </a:endParaRPr>
          </a:p>
        </p:txBody>
      </p:sp>
      <p:sp>
        <p:nvSpPr>
          <p:cNvPr id="1332" name="Google Shape;1332;p180"/>
          <p:cNvSpPr/>
          <p:nvPr/>
        </p:nvSpPr>
        <p:spPr>
          <a:xfrm>
            <a:off x="5759050" y="1840450"/>
            <a:ext cx="989700" cy="4464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000000"/>
                </a:solidFill>
                <a:latin typeface="Helvetica Neue"/>
                <a:ea typeface="Helvetica Neue"/>
                <a:cs typeface="Helvetica Neue"/>
                <a:sym typeface="Helvetica Neue"/>
              </a:rPr>
              <a:t>Dic/25</a:t>
            </a:r>
            <a:endParaRPr b="1" i="0" sz="1000" u="none" cap="none" strike="noStrike">
              <a:solidFill>
                <a:srgbClr val="000000"/>
              </a:solidFill>
              <a:latin typeface="Helvetica Neue"/>
              <a:ea typeface="Helvetica Neue"/>
              <a:cs typeface="Helvetica Neue"/>
              <a:sym typeface="Helvetica Neue"/>
            </a:endParaRPr>
          </a:p>
        </p:txBody>
      </p:sp>
      <p:sp>
        <p:nvSpPr>
          <p:cNvPr id="1333" name="Google Shape;1333;p180"/>
          <p:cNvSpPr/>
          <p:nvPr/>
        </p:nvSpPr>
        <p:spPr>
          <a:xfrm rot="5400000">
            <a:off x="5168513" y="3491044"/>
            <a:ext cx="199500" cy="172200"/>
          </a:xfrm>
          <a:prstGeom prst="uturnArrow">
            <a:avLst>
              <a:gd fmla="val 25000" name="adj1"/>
              <a:gd fmla="val 25000" name="adj2"/>
              <a:gd fmla="val 25000" name="adj3"/>
              <a:gd fmla="val 43750" name="adj4"/>
              <a:gd fmla="val 75000" name="adj5"/>
            </a:avLst>
          </a:prstGeom>
          <a:solidFill>
            <a:srgbClr val="5265FD"/>
          </a:solidFill>
          <a:ln cap="flat" cmpd="sng" w="7150">
            <a:solidFill>
              <a:srgbClr val="5265F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1334" name="Google Shape;1334;p180"/>
          <p:cNvSpPr/>
          <p:nvPr/>
        </p:nvSpPr>
        <p:spPr>
          <a:xfrm rot="5400000">
            <a:off x="3454013" y="3491044"/>
            <a:ext cx="199500" cy="172200"/>
          </a:xfrm>
          <a:prstGeom prst="uturnArrow">
            <a:avLst>
              <a:gd fmla="val 25000" name="adj1"/>
              <a:gd fmla="val 25000" name="adj2"/>
              <a:gd fmla="val 25000" name="adj3"/>
              <a:gd fmla="val 43750" name="adj4"/>
              <a:gd fmla="val 75000" name="adj5"/>
            </a:avLst>
          </a:prstGeom>
          <a:solidFill>
            <a:srgbClr val="5265FD"/>
          </a:solidFill>
          <a:ln cap="flat" cmpd="sng" w="7150">
            <a:solidFill>
              <a:srgbClr val="5265F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Helvetica Neue"/>
              <a:ea typeface="Helvetica Neue"/>
              <a:cs typeface="Helvetica Neue"/>
              <a:sym typeface="Helvetica Neue"/>
            </a:endParaRPr>
          </a:p>
        </p:txBody>
      </p:sp>
      <p:sp>
        <p:nvSpPr>
          <p:cNvPr id="1335" name="Google Shape;1335;p180"/>
          <p:cNvSpPr/>
          <p:nvPr/>
        </p:nvSpPr>
        <p:spPr>
          <a:xfrm>
            <a:off x="2073065" y="2705934"/>
            <a:ext cx="1634100" cy="281400"/>
          </a:xfrm>
          <a:prstGeom prst="roundRect">
            <a:avLst>
              <a:gd fmla="val 16667" name="adj"/>
            </a:avLst>
          </a:prstGeom>
          <a:solidFill>
            <a:srgbClr val="AECCF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lang="es" sz="1000">
                <a:latin typeface="Helvetica Neue"/>
                <a:ea typeface="Helvetica Neue"/>
                <a:cs typeface="Helvetica Neue"/>
                <a:sym typeface="Helvetica Neue"/>
              </a:rPr>
              <a:t>16 Hitos</a:t>
            </a:r>
            <a:endParaRPr b="0" i="0" sz="1000" u="none" cap="none" strike="noStrike">
              <a:solidFill>
                <a:srgbClr val="000000"/>
              </a:solidFill>
              <a:latin typeface="Helvetica Neue"/>
              <a:ea typeface="Helvetica Neue"/>
              <a:cs typeface="Helvetica Neue"/>
              <a:sym typeface="Helvetica Neue"/>
            </a:endParaRPr>
          </a:p>
        </p:txBody>
      </p:sp>
      <p:sp>
        <p:nvSpPr>
          <p:cNvPr id="1336" name="Google Shape;1336;p180"/>
          <p:cNvSpPr/>
          <p:nvPr/>
        </p:nvSpPr>
        <p:spPr>
          <a:xfrm>
            <a:off x="3754967" y="2705934"/>
            <a:ext cx="1634100" cy="281400"/>
          </a:xfrm>
          <a:prstGeom prst="roundRect">
            <a:avLst>
              <a:gd fmla="val 16667" name="adj"/>
            </a:avLst>
          </a:prstGeom>
          <a:solidFill>
            <a:srgbClr val="AECCF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lang="es" sz="1000">
                <a:latin typeface="Helvetica Neue"/>
                <a:ea typeface="Helvetica Neue"/>
                <a:cs typeface="Helvetica Neue"/>
                <a:sym typeface="Helvetica Neue"/>
              </a:rPr>
              <a:t>3 Hitos</a:t>
            </a:r>
            <a:endParaRPr b="0" i="0" sz="1000" u="none" cap="none" strike="noStrike">
              <a:solidFill>
                <a:srgbClr val="000000"/>
              </a:solidFill>
              <a:latin typeface="Helvetica Neue"/>
              <a:ea typeface="Helvetica Neue"/>
              <a:cs typeface="Helvetica Neue"/>
              <a:sym typeface="Helvetica Neue"/>
            </a:endParaRPr>
          </a:p>
        </p:txBody>
      </p:sp>
      <p:sp>
        <p:nvSpPr>
          <p:cNvPr id="1337" name="Google Shape;1337;p180"/>
          <p:cNvSpPr/>
          <p:nvPr/>
        </p:nvSpPr>
        <p:spPr>
          <a:xfrm>
            <a:off x="5436870" y="2705934"/>
            <a:ext cx="1634100" cy="281400"/>
          </a:xfrm>
          <a:prstGeom prst="roundRect">
            <a:avLst>
              <a:gd fmla="val 16667" name="adj"/>
            </a:avLst>
          </a:prstGeom>
          <a:solidFill>
            <a:srgbClr val="AECCF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lang="es" sz="1000">
                <a:latin typeface="Helvetica Neue"/>
                <a:ea typeface="Helvetica Neue"/>
                <a:cs typeface="Helvetica Neue"/>
                <a:sym typeface="Helvetica Neue"/>
              </a:rPr>
              <a:t>2 Hitos</a:t>
            </a:r>
            <a:endParaRPr b="0" i="0" sz="1000" u="none" cap="none" strike="noStrike">
              <a:solidFill>
                <a:srgbClr val="000000"/>
              </a:solidFill>
              <a:latin typeface="Helvetica Neue"/>
              <a:ea typeface="Helvetica Neue"/>
              <a:cs typeface="Helvetica Neue"/>
              <a:sym typeface="Helvetica Neue"/>
            </a:endParaRPr>
          </a:p>
        </p:txBody>
      </p:sp>
      <p:sp>
        <p:nvSpPr>
          <p:cNvPr id="1338" name="Google Shape;1338;p180"/>
          <p:cNvSpPr/>
          <p:nvPr/>
        </p:nvSpPr>
        <p:spPr>
          <a:xfrm>
            <a:off x="7118773" y="2705934"/>
            <a:ext cx="1634100" cy="281400"/>
          </a:xfrm>
          <a:prstGeom prst="roundRect">
            <a:avLst>
              <a:gd fmla="val 16667" name="adj"/>
            </a:avLst>
          </a:prstGeom>
          <a:solidFill>
            <a:srgbClr val="AECCF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000000"/>
                </a:solidFill>
                <a:latin typeface="Helvetica Neue"/>
                <a:ea typeface="Helvetica Neue"/>
                <a:cs typeface="Helvetica Neue"/>
                <a:sym typeface="Helvetica Neue"/>
              </a:rPr>
              <a:t>TBD </a:t>
            </a:r>
            <a:r>
              <a:rPr lang="es" sz="1000">
                <a:latin typeface="Helvetica Neue"/>
                <a:ea typeface="Helvetica Neue"/>
                <a:cs typeface="Helvetica Neue"/>
                <a:sym typeface="Helvetica Neue"/>
              </a:rPr>
              <a:t>Hitos</a:t>
            </a:r>
            <a:endParaRPr b="0" i="0" sz="1000" u="none" cap="none" strike="noStrike">
              <a:solidFill>
                <a:srgbClr val="000000"/>
              </a:solidFill>
              <a:latin typeface="Helvetica Neue"/>
              <a:ea typeface="Helvetica Neue"/>
              <a:cs typeface="Helvetica Neue"/>
              <a:sym typeface="Helvetica Neue"/>
            </a:endParaRPr>
          </a:p>
        </p:txBody>
      </p:sp>
      <p:sp>
        <p:nvSpPr>
          <p:cNvPr id="1339" name="Google Shape;1339;p180"/>
          <p:cNvSpPr txBox="1"/>
          <p:nvPr/>
        </p:nvSpPr>
        <p:spPr>
          <a:xfrm>
            <a:off x="6440213" y="4562475"/>
            <a:ext cx="2658600" cy="150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s" sz="1300" u="sng">
                <a:solidFill>
                  <a:schemeClr val="accent1"/>
                </a:solidFill>
                <a:hlinkClick r:id="rId6">
                  <a:extLst>
                    <a:ext uri="{A12FA001-AC4F-418D-AE19-62706E023703}">
                      <ahyp:hlinkClr val="tx"/>
                    </a:ext>
                  </a:extLst>
                </a:hlinkClick>
              </a:rPr>
              <a:t>Avance funcionalidades e hitos</a:t>
            </a:r>
            <a:endParaRPr sz="130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81"/>
          <p:cNvSpPr txBox="1"/>
          <p:nvPr/>
        </p:nvSpPr>
        <p:spPr>
          <a:xfrm>
            <a:off x="393200" y="557375"/>
            <a:ext cx="29964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es" sz="2000" u="none" cap="none" strike="noStrike">
                <a:solidFill>
                  <a:srgbClr val="000000"/>
                </a:solidFill>
                <a:latin typeface="Helvetica Neue"/>
                <a:ea typeface="Helvetica Neue"/>
                <a:cs typeface="Helvetica Neue"/>
                <a:sym typeface="Helvetica Neue"/>
              </a:rPr>
              <a:t>Roadmap Alto nivel</a:t>
            </a:r>
            <a:endParaRPr b="0" i="0" sz="2000" u="none" cap="none" strike="noStrike">
              <a:solidFill>
                <a:srgbClr val="000000"/>
              </a:solidFill>
              <a:latin typeface="Helvetica Neue"/>
              <a:ea typeface="Helvetica Neue"/>
              <a:cs typeface="Helvetica Neue"/>
              <a:sym typeface="Helvetica Neue"/>
            </a:endParaRPr>
          </a:p>
        </p:txBody>
      </p:sp>
      <p:sp>
        <p:nvSpPr>
          <p:cNvPr id="1346" name="Google Shape;1346;p181"/>
          <p:cNvSpPr txBox="1"/>
          <p:nvPr/>
        </p:nvSpPr>
        <p:spPr>
          <a:xfrm>
            <a:off x="393200" y="859630"/>
            <a:ext cx="2996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es" sz="1000" u="none" cap="none" strike="noStrike">
                <a:solidFill>
                  <a:srgbClr val="000000"/>
                </a:solidFill>
                <a:latin typeface="Helvetica Neue Light"/>
                <a:ea typeface="Helvetica Neue Light"/>
                <a:cs typeface="Helvetica Neue Light"/>
                <a:sym typeface="Helvetica Neue Light"/>
              </a:rPr>
              <a:t>Smart Vista</a:t>
            </a:r>
            <a:endParaRPr b="0" i="0" sz="1000" u="none" cap="none" strike="noStrike">
              <a:solidFill>
                <a:srgbClr val="000000"/>
              </a:solidFill>
              <a:latin typeface="Helvetica Neue Light"/>
              <a:ea typeface="Helvetica Neue Light"/>
              <a:cs typeface="Helvetica Neue Light"/>
              <a:sym typeface="Helvetica Neue Light"/>
            </a:endParaRPr>
          </a:p>
        </p:txBody>
      </p:sp>
      <p:sp>
        <p:nvSpPr>
          <p:cNvPr id="1347" name="Google Shape;1347;p181"/>
          <p:cNvSpPr/>
          <p:nvPr/>
        </p:nvSpPr>
        <p:spPr>
          <a:xfrm>
            <a:off x="4073466" y="387150"/>
            <a:ext cx="2482800" cy="657000"/>
          </a:xfrm>
          <a:prstGeom prst="roundRect">
            <a:avLst>
              <a:gd fmla="val 16667" name="adj"/>
            </a:avLst>
          </a:prstGeom>
          <a:solidFill>
            <a:schemeClr val="lt1"/>
          </a:solidFill>
          <a:ln cap="flat" cmpd="sng" w="7150">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p:txBody>
      </p:sp>
      <p:sp>
        <p:nvSpPr>
          <p:cNvPr id="1348" name="Google Shape;1348;p181"/>
          <p:cNvSpPr/>
          <p:nvPr/>
        </p:nvSpPr>
        <p:spPr>
          <a:xfrm>
            <a:off x="6667781" y="387263"/>
            <a:ext cx="2322900" cy="657000"/>
          </a:xfrm>
          <a:prstGeom prst="roundRect">
            <a:avLst>
              <a:gd fmla="val 16667" name="adj"/>
            </a:avLst>
          </a:prstGeom>
          <a:solidFill>
            <a:schemeClr val="lt1"/>
          </a:solidFill>
          <a:ln cap="flat" cmpd="sng" w="7150">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p:txBody>
      </p:sp>
      <p:sp>
        <p:nvSpPr>
          <p:cNvPr id="1349" name="Google Shape;1349;p181"/>
          <p:cNvSpPr txBox="1"/>
          <p:nvPr/>
        </p:nvSpPr>
        <p:spPr>
          <a:xfrm>
            <a:off x="6774018" y="429300"/>
            <a:ext cx="721800" cy="173400"/>
          </a:xfrm>
          <a:prstGeom prst="rect">
            <a:avLst/>
          </a:prstGeom>
          <a:noFill/>
          <a:ln>
            <a:noFill/>
          </a:ln>
        </p:spPr>
        <p:txBody>
          <a:bodyPr anchorCtr="0" anchor="t" bIns="32575" lIns="32575" spcFirstLastPara="1" rIns="32575" wrap="square" tIns="32575">
            <a:sp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chemeClr val="dk1"/>
                </a:solidFill>
                <a:latin typeface="Helvetica Neue"/>
                <a:ea typeface="Helvetica Neue"/>
                <a:cs typeface="Helvetica Neue"/>
                <a:sym typeface="Helvetica Neue"/>
              </a:rPr>
              <a:t>Dependencias</a:t>
            </a:r>
            <a:endParaRPr b="1" i="0" sz="700" u="none" cap="none" strike="noStrike">
              <a:solidFill>
                <a:schemeClr val="dk1"/>
              </a:solidFill>
              <a:latin typeface="Helvetica Neue"/>
              <a:ea typeface="Helvetica Neue"/>
              <a:cs typeface="Helvetica Neue"/>
              <a:sym typeface="Helvetica Neue"/>
            </a:endParaRPr>
          </a:p>
        </p:txBody>
      </p:sp>
      <p:cxnSp>
        <p:nvCxnSpPr>
          <p:cNvPr id="1350" name="Google Shape;1350;p181"/>
          <p:cNvCxnSpPr/>
          <p:nvPr/>
        </p:nvCxnSpPr>
        <p:spPr>
          <a:xfrm>
            <a:off x="7578872" y="676988"/>
            <a:ext cx="138900" cy="300"/>
          </a:xfrm>
          <a:prstGeom prst="straightConnector1">
            <a:avLst/>
          </a:prstGeom>
          <a:noFill/>
          <a:ln cap="flat" cmpd="sng" w="7150">
            <a:solidFill>
              <a:srgbClr val="595959"/>
            </a:solidFill>
            <a:prstDash val="solid"/>
            <a:round/>
            <a:headEnd len="med" w="med" type="diamond"/>
            <a:tailEnd len="med" w="med" type="diamond"/>
          </a:ln>
        </p:spPr>
      </p:cxnSp>
      <p:sp>
        <p:nvSpPr>
          <p:cNvPr id="1351" name="Google Shape;1351;p181"/>
          <p:cNvSpPr/>
          <p:nvPr/>
        </p:nvSpPr>
        <p:spPr>
          <a:xfrm>
            <a:off x="7603744" y="758804"/>
            <a:ext cx="89100" cy="89100"/>
          </a:xfrm>
          <a:prstGeom prst="rect">
            <a:avLst/>
          </a:prstGeom>
          <a:noFill/>
          <a:ln cap="flat" cmpd="sng" w="7150">
            <a:solidFill>
              <a:schemeClr val="dk2"/>
            </a:solidFill>
            <a:prstDash val="dot"/>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352" name="Google Shape;1352;p181"/>
          <p:cNvSpPr txBox="1"/>
          <p:nvPr/>
        </p:nvSpPr>
        <p:spPr>
          <a:xfrm>
            <a:off x="7738829" y="632558"/>
            <a:ext cx="13635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Dependencia entre features</a:t>
            </a:r>
            <a:endParaRPr b="1" i="0" sz="600" u="none" cap="none" strike="noStrike">
              <a:solidFill>
                <a:schemeClr val="dk1"/>
              </a:solidFill>
              <a:latin typeface="Helvetica Neue"/>
              <a:ea typeface="Helvetica Neue"/>
              <a:cs typeface="Helvetica Neue"/>
              <a:sym typeface="Helvetica Neue"/>
            </a:endParaRPr>
          </a:p>
        </p:txBody>
      </p:sp>
      <p:sp>
        <p:nvSpPr>
          <p:cNvPr id="1353" name="Google Shape;1353;p181"/>
          <p:cNvSpPr/>
          <p:nvPr/>
        </p:nvSpPr>
        <p:spPr>
          <a:xfrm>
            <a:off x="6850894" y="755210"/>
            <a:ext cx="89100" cy="89100"/>
          </a:xfrm>
          <a:prstGeom prst="ellipse">
            <a:avLst/>
          </a:prstGeom>
          <a:solidFill>
            <a:srgbClr val="87BE4A"/>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354" name="Google Shape;1354;p181"/>
          <p:cNvSpPr txBox="1"/>
          <p:nvPr/>
        </p:nvSpPr>
        <p:spPr>
          <a:xfrm>
            <a:off x="6959325" y="770738"/>
            <a:ext cx="498900" cy="6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QA</a:t>
            </a:r>
            <a:endParaRPr b="1" i="0" sz="600" u="none" cap="none" strike="noStrike">
              <a:solidFill>
                <a:schemeClr val="dk1"/>
              </a:solidFill>
              <a:latin typeface="Helvetica Neue"/>
              <a:ea typeface="Helvetica Neue"/>
              <a:cs typeface="Helvetica Neue"/>
              <a:sym typeface="Helvetica Neue"/>
            </a:endParaRPr>
          </a:p>
        </p:txBody>
      </p:sp>
      <p:sp>
        <p:nvSpPr>
          <p:cNvPr id="1355" name="Google Shape;1355;p181"/>
          <p:cNvSpPr txBox="1"/>
          <p:nvPr/>
        </p:nvSpPr>
        <p:spPr>
          <a:xfrm>
            <a:off x="6959326" y="632550"/>
            <a:ext cx="4989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DevSecops</a:t>
            </a:r>
            <a:endParaRPr b="0" i="0" sz="700" u="none" cap="none" strike="noStrike">
              <a:solidFill>
                <a:schemeClr val="dk1"/>
              </a:solidFill>
              <a:latin typeface="Helvetica Neue"/>
              <a:ea typeface="Helvetica Neue"/>
              <a:cs typeface="Helvetica Neue"/>
              <a:sym typeface="Helvetica Neue"/>
            </a:endParaRPr>
          </a:p>
        </p:txBody>
      </p:sp>
      <p:sp>
        <p:nvSpPr>
          <p:cNvPr id="1356" name="Google Shape;1356;p181"/>
          <p:cNvSpPr/>
          <p:nvPr/>
        </p:nvSpPr>
        <p:spPr>
          <a:xfrm>
            <a:off x="6850894" y="632540"/>
            <a:ext cx="89100" cy="89100"/>
          </a:xfrm>
          <a:prstGeom prst="ellipse">
            <a:avLst/>
          </a:prstGeom>
          <a:solidFill>
            <a:srgbClr val="FBB03B"/>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357" name="Google Shape;1357;p181"/>
          <p:cNvSpPr txBox="1"/>
          <p:nvPr/>
        </p:nvSpPr>
        <p:spPr>
          <a:xfrm>
            <a:off x="7738838" y="751060"/>
            <a:ext cx="1163400" cy="10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No tiene equipo asignado</a:t>
            </a:r>
            <a:endParaRPr b="1" i="0" sz="600" u="none" cap="none" strike="noStrike">
              <a:solidFill>
                <a:schemeClr val="dk1"/>
              </a:solidFill>
              <a:latin typeface="Helvetica Neue"/>
              <a:ea typeface="Helvetica Neue"/>
              <a:cs typeface="Helvetica Neue"/>
              <a:sym typeface="Helvetica Neue"/>
            </a:endParaRPr>
          </a:p>
        </p:txBody>
      </p:sp>
      <p:grpSp>
        <p:nvGrpSpPr>
          <p:cNvPr id="1358" name="Google Shape;1358;p181"/>
          <p:cNvGrpSpPr/>
          <p:nvPr/>
        </p:nvGrpSpPr>
        <p:grpSpPr>
          <a:xfrm>
            <a:off x="4302139" y="632411"/>
            <a:ext cx="88805" cy="88992"/>
            <a:chOff x="3425165" y="1822660"/>
            <a:chExt cx="520545" cy="521644"/>
          </a:xfrm>
        </p:grpSpPr>
        <p:sp>
          <p:nvSpPr>
            <p:cNvPr id="1359" name="Google Shape;1359;p181"/>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sp>
          <p:nvSpPr>
            <p:cNvPr id="1360" name="Google Shape;1360;p181"/>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Montserrat"/>
                <a:ea typeface="Montserrat"/>
                <a:cs typeface="Montserrat"/>
                <a:sym typeface="Montserrat"/>
              </a:endParaRPr>
            </a:p>
          </p:txBody>
        </p:sp>
      </p:grpSp>
      <p:grpSp>
        <p:nvGrpSpPr>
          <p:cNvPr id="1361" name="Google Shape;1361;p181"/>
          <p:cNvGrpSpPr/>
          <p:nvPr/>
        </p:nvGrpSpPr>
        <p:grpSpPr>
          <a:xfrm>
            <a:off x="4302101" y="758097"/>
            <a:ext cx="89053" cy="89053"/>
            <a:chOff x="4767249" y="1808587"/>
            <a:chExt cx="522001" cy="522001"/>
          </a:xfrm>
        </p:grpSpPr>
        <p:sp>
          <p:nvSpPr>
            <p:cNvPr id="1362" name="Google Shape;1362;p181"/>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sp>
          <p:nvSpPr>
            <p:cNvPr id="1363" name="Google Shape;1363;p181"/>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Montserrat"/>
                <a:ea typeface="Montserrat"/>
                <a:cs typeface="Montserrat"/>
                <a:sym typeface="Montserrat"/>
              </a:endParaRPr>
            </a:p>
          </p:txBody>
        </p:sp>
      </p:grpSp>
      <p:grpSp>
        <p:nvGrpSpPr>
          <p:cNvPr id="1364" name="Google Shape;1364;p181"/>
          <p:cNvGrpSpPr/>
          <p:nvPr/>
        </p:nvGrpSpPr>
        <p:grpSpPr>
          <a:xfrm>
            <a:off x="4302068" y="883821"/>
            <a:ext cx="89053" cy="89053"/>
            <a:chOff x="6360200" y="1837339"/>
            <a:chExt cx="522000" cy="522000"/>
          </a:xfrm>
        </p:grpSpPr>
        <p:sp>
          <p:nvSpPr>
            <p:cNvPr id="1365" name="Google Shape;1365;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sp>
          <p:nvSpPr>
            <p:cNvPr id="1366" name="Google Shape;1366;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Montserrat"/>
                <a:ea typeface="Montserrat"/>
                <a:cs typeface="Montserrat"/>
                <a:sym typeface="Montserrat"/>
              </a:endParaRPr>
            </a:p>
          </p:txBody>
        </p:sp>
      </p:grpSp>
      <p:sp>
        <p:nvSpPr>
          <p:cNvPr id="1367" name="Google Shape;1367;p181"/>
          <p:cNvSpPr/>
          <p:nvPr/>
        </p:nvSpPr>
        <p:spPr>
          <a:xfrm>
            <a:off x="6850885" y="877901"/>
            <a:ext cx="89100" cy="89100"/>
          </a:xfrm>
          <a:prstGeom prst="ellipse">
            <a:avLst/>
          </a:prstGeom>
          <a:solidFill>
            <a:srgbClr val="FFE400"/>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368" name="Google Shape;1368;p181"/>
          <p:cNvSpPr txBox="1"/>
          <p:nvPr/>
        </p:nvSpPr>
        <p:spPr>
          <a:xfrm>
            <a:off x="6959325" y="889819"/>
            <a:ext cx="498900" cy="6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UX</a:t>
            </a:r>
            <a:endParaRPr b="1" i="0" sz="600" u="none" cap="none" strike="noStrike">
              <a:solidFill>
                <a:schemeClr val="dk1"/>
              </a:solidFill>
              <a:latin typeface="Helvetica Neue"/>
              <a:ea typeface="Helvetica Neue"/>
              <a:cs typeface="Helvetica Neue"/>
              <a:sym typeface="Helvetica Neue"/>
            </a:endParaRPr>
          </a:p>
        </p:txBody>
      </p:sp>
      <p:sp>
        <p:nvSpPr>
          <p:cNvPr id="1369" name="Google Shape;1369;p181"/>
          <p:cNvSpPr txBox="1"/>
          <p:nvPr/>
        </p:nvSpPr>
        <p:spPr>
          <a:xfrm>
            <a:off x="4225331" y="429188"/>
            <a:ext cx="721800" cy="173400"/>
          </a:xfrm>
          <a:prstGeom prst="rect">
            <a:avLst/>
          </a:prstGeom>
          <a:noFill/>
          <a:ln>
            <a:noFill/>
          </a:ln>
        </p:spPr>
        <p:txBody>
          <a:bodyPr anchorCtr="0" anchor="t" bIns="32575" lIns="32575" spcFirstLastPara="1" rIns="32575" wrap="square" tIns="32575">
            <a:sp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chemeClr val="dk1"/>
                </a:solidFill>
                <a:latin typeface="Helvetica Neue"/>
                <a:ea typeface="Helvetica Neue"/>
                <a:cs typeface="Helvetica Neue"/>
                <a:sym typeface="Helvetica Neue"/>
              </a:rPr>
              <a:t>Estatus</a:t>
            </a:r>
            <a:endParaRPr b="1" i="0" sz="700" u="none" cap="none" strike="noStrike">
              <a:solidFill>
                <a:schemeClr val="dk1"/>
              </a:solidFill>
              <a:latin typeface="Helvetica Neue"/>
              <a:ea typeface="Helvetica Neue"/>
              <a:cs typeface="Helvetica Neue"/>
              <a:sym typeface="Helvetica Neue"/>
            </a:endParaRPr>
          </a:p>
        </p:txBody>
      </p:sp>
      <p:sp>
        <p:nvSpPr>
          <p:cNvPr id="1370" name="Google Shape;1370;p181"/>
          <p:cNvSpPr txBox="1"/>
          <p:nvPr/>
        </p:nvSpPr>
        <p:spPr>
          <a:xfrm>
            <a:off x="5590192" y="632445"/>
            <a:ext cx="13635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Pruebas y Despliegue</a:t>
            </a:r>
            <a:endParaRPr b="1" i="0" sz="600" u="none" cap="none" strike="noStrike">
              <a:solidFill>
                <a:schemeClr val="dk1"/>
              </a:solidFill>
              <a:latin typeface="Helvetica Neue"/>
              <a:ea typeface="Helvetica Neue"/>
              <a:cs typeface="Helvetica Neue"/>
              <a:sym typeface="Helvetica Neue"/>
            </a:endParaRPr>
          </a:p>
        </p:txBody>
      </p:sp>
      <p:sp>
        <p:nvSpPr>
          <p:cNvPr id="1371" name="Google Shape;1371;p181"/>
          <p:cNvSpPr txBox="1"/>
          <p:nvPr/>
        </p:nvSpPr>
        <p:spPr>
          <a:xfrm>
            <a:off x="4410638" y="770625"/>
            <a:ext cx="498900" cy="6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Diseño</a:t>
            </a:r>
            <a:endParaRPr b="1" i="0" sz="600" u="none" cap="none" strike="noStrike">
              <a:solidFill>
                <a:schemeClr val="dk1"/>
              </a:solidFill>
              <a:latin typeface="Helvetica Neue"/>
              <a:ea typeface="Helvetica Neue"/>
              <a:cs typeface="Helvetica Neue"/>
              <a:sym typeface="Helvetica Neue"/>
            </a:endParaRPr>
          </a:p>
        </p:txBody>
      </p:sp>
      <p:sp>
        <p:nvSpPr>
          <p:cNvPr id="1372" name="Google Shape;1372;p181"/>
          <p:cNvSpPr txBox="1"/>
          <p:nvPr/>
        </p:nvSpPr>
        <p:spPr>
          <a:xfrm>
            <a:off x="4410638" y="632438"/>
            <a:ext cx="9141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Planeación y Análisis</a:t>
            </a:r>
            <a:endParaRPr b="1" i="0" sz="600" u="none" cap="none" strike="noStrike">
              <a:solidFill>
                <a:schemeClr val="dk1"/>
              </a:solidFill>
              <a:latin typeface="Helvetica Neue"/>
              <a:ea typeface="Helvetica Neue"/>
              <a:cs typeface="Helvetica Neue"/>
              <a:sym typeface="Helvetica Neue"/>
            </a:endParaRPr>
          </a:p>
        </p:txBody>
      </p:sp>
      <p:sp>
        <p:nvSpPr>
          <p:cNvPr id="1373" name="Google Shape;1373;p181"/>
          <p:cNvSpPr txBox="1"/>
          <p:nvPr/>
        </p:nvSpPr>
        <p:spPr>
          <a:xfrm>
            <a:off x="5590201" y="750947"/>
            <a:ext cx="1163400" cy="10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Post Liberación</a:t>
            </a:r>
            <a:endParaRPr b="1" i="0" sz="600" u="none" cap="none" strike="noStrike">
              <a:solidFill>
                <a:schemeClr val="dk1"/>
              </a:solidFill>
              <a:latin typeface="Helvetica Neue"/>
              <a:ea typeface="Helvetica Neue"/>
              <a:cs typeface="Helvetica Neue"/>
              <a:sym typeface="Helvetica Neue"/>
            </a:endParaRPr>
          </a:p>
        </p:txBody>
      </p:sp>
      <p:sp>
        <p:nvSpPr>
          <p:cNvPr id="1374" name="Google Shape;1374;p181"/>
          <p:cNvSpPr txBox="1"/>
          <p:nvPr/>
        </p:nvSpPr>
        <p:spPr>
          <a:xfrm>
            <a:off x="4410638" y="889706"/>
            <a:ext cx="9438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Desarrollo/Integración</a:t>
            </a:r>
            <a:endParaRPr b="1" i="0" sz="600" u="none" cap="none" strike="noStrike">
              <a:solidFill>
                <a:schemeClr val="dk1"/>
              </a:solidFill>
              <a:latin typeface="Helvetica Neue"/>
              <a:ea typeface="Helvetica Neue"/>
              <a:cs typeface="Helvetica Neue"/>
              <a:sym typeface="Helvetica Neue"/>
            </a:endParaRPr>
          </a:p>
        </p:txBody>
      </p:sp>
      <p:grpSp>
        <p:nvGrpSpPr>
          <p:cNvPr id="1375" name="Google Shape;1375;p181"/>
          <p:cNvGrpSpPr/>
          <p:nvPr/>
        </p:nvGrpSpPr>
        <p:grpSpPr>
          <a:xfrm>
            <a:off x="5454849" y="771298"/>
            <a:ext cx="89053" cy="89053"/>
            <a:chOff x="10114171" y="1929198"/>
            <a:chExt cx="522000" cy="522000"/>
          </a:xfrm>
        </p:grpSpPr>
        <p:sp>
          <p:nvSpPr>
            <p:cNvPr id="1376" name="Google Shape;1376;p181"/>
            <p:cNvSpPr/>
            <p:nvPr/>
          </p:nvSpPr>
          <p:spPr>
            <a:xfrm>
              <a:off x="10114171" y="192919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pic>
          <p:nvPicPr>
            <p:cNvPr id="1377" name="Google Shape;1377;p181"/>
            <p:cNvPicPr preferRelativeResize="0"/>
            <p:nvPr/>
          </p:nvPicPr>
          <p:blipFill rotWithShape="1">
            <a:blip r:embed="rId3">
              <a:alphaModFix/>
            </a:blip>
            <a:srcRect b="0" l="0" r="0" t="0"/>
            <a:stretch/>
          </p:blipFill>
          <p:spPr>
            <a:xfrm>
              <a:off x="10114171" y="1929198"/>
              <a:ext cx="522000" cy="522000"/>
            </a:xfrm>
            <a:prstGeom prst="rect">
              <a:avLst/>
            </a:prstGeom>
            <a:noFill/>
            <a:ln>
              <a:noFill/>
            </a:ln>
          </p:spPr>
        </p:pic>
      </p:grpSp>
      <p:grpSp>
        <p:nvGrpSpPr>
          <p:cNvPr id="1378" name="Google Shape;1378;p181"/>
          <p:cNvGrpSpPr/>
          <p:nvPr/>
        </p:nvGrpSpPr>
        <p:grpSpPr>
          <a:xfrm>
            <a:off x="5455119" y="642534"/>
            <a:ext cx="89098" cy="89098"/>
            <a:chOff x="8874498" y="1727299"/>
            <a:chExt cx="651301" cy="651301"/>
          </a:xfrm>
        </p:grpSpPr>
        <p:sp>
          <p:nvSpPr>
            <p:cNvPr id="1379" name="Google Shape;1379;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sp>
          <p:nvSpPr>
            <p:cNvPr id="1380" name="Google Shape;1380;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Montserrat"/>
                <a:ea typeface="Montserrat"/>
                <a:cs typeface="Montserrat"/>
                <a:sym typeface="Montserrat"/>
              </a:endParaRPr>
            </a:p>
          </p:txBody>
        </p:sp>
      </p:grpSp>
      <p:graphicFrame>
        <p:nvGraphicFramePr>
          <p:cNvPr id="1381" name="Google Shape;1381;p181"/>
          <p:cNvGraphicFramePr/>
          <p:nvPr/>
        </p:nvGraphicFramePr>
        <p:xfrm>
          <a:off x="9" y="1321318"/>
          <a:ext cx="3000000" cy="3000000"/>
        </p:xfrm>
        <a:graphic>
          <a:graphicData uri="http://schemas.openxmlformats.org/drawingml/2006/table">
            <a:tbl>
              <a:tblPr bandRow="1" firstRow="1">
                <a:noFill/>
                <a:tableStyleId>{805F5E45-6C60-4678-B48A-06F230435844}</a:tableStyleId>
              </a:tblPr>
              <a:tblGrid>
                <a:gridCol w="12134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tblGrid>
              <a:tr h="156575">
                <a:tc>
                  <a:txBody>
                    <a:bodyPr/>
                    <a:lstStyle/>
                    <a:p>
                      <a:pPr indent="0" lvl="0" marL="0" marR="0" rtl="0" algn="l">
                        <a:lnSpc>
                          <a:spcPct val="100000"/>
                        </a:lnSpc>
                        <a:spcBef>
                          <a:spcPts val="0"/>
                        </a:spcBef>
                        <a:spcAft>
                          <a:spcPts val="0"/>
                        </a:spcAft>
                        <a:buClr>
                          <a:srgbClr val="000000"/>
                        </a:buClr>
                        <a:buSzPts val="300"/>
                        <a:buFont typeface="Arial"/>
                        <a:buNone/>
                      </a:pPr>
                      <a:r>
                        <a:t/>
                      </a:r>
                      <a:endParaRPr sz="4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BAC6F7"/>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C9C9C9"/>
                    </a:solidFill>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S5</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 Dic</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13 Dic</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S6</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16 Dic</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 Ene</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00"/>
                        <a:buFont typeface="Arial"/>
                        <a:buNone/>
                      </a:pPr>
                      <a:r>
                        <a:rPr lang="es" sz="500" u="none" cap="none" strike="noStrike">
                          <a:solidFill>
                            <a:srgbClr val="595959"/>
                          </a:solidFill>
                          <a:latin typeface="Helvetica Neue"/>
                          <a:ea typeface="Helvetica Neue"/>
                          <a:cs typeface="Helvetica Neue"/>
                          <a:sym typeface="Helvetica Neue"/>
                        </a:rPr>
                        <a:t>S7</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400"/>
                        <a:buFont typeface="Arial"/>
                        <a:buNone/>
                      </a:pPr>
                      <a:r>
                        <a:rPr b="0" lang="es" sz="500" u="none" cap="none" strike="noStrike">
                          <a:solidFill>
                            <a:srgbClr val="595959"/>
                          </a:solidFill>
                          <a:latin typeface="Helvetica Neue"/>
                          <a:ea typeface="Helvetica Neue"/>
                          <a:cs typeface="Helvetica Neue"/>
                          <a:sym typeface="Helvetica Neue"/>
                        </a:rPr>
                        <a:t>6 Ene</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500"/>
                        <a:buFont typeface="Arial"/>
                        <a:buNone/>
                      </a:pPr>
                      <a:r>
                        <a:rPr b="0" lang="es" sz="500" u="none" cap="none" strike="noStrike">
                          <a:solidFill>
                            <a:srgbClr val="595959"/>
                          </a:solidFill>
                          <a:latin typeface="Helvetica Neue"/>
                          <a:ea typeface="Helvetica Neue"/>
                          <a:cs typeface="Helvetica Neue"/>
                          <a:sym typeface="Helvetica Neue"/>
                        </a:rPr>
                        <a:t>17 Ene</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S8</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20 Ene</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31 Ene</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S9</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 Feb</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14 Feb</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00"/>
                        <a:buFont typeface="Arial"/>
                        <a:buNone/>
                      </a:pPr>
                      <a:r>
                        <a:rPr lang="es" sz="500" u="none" cap="none" strike="noStrike">
                          <a:solidFill>
                            <a:srgbClr val="595959"/>
                          </a:solidFill>
                          <a:latin typeface="Helvetica Neue"/>
                          <a:ea typeface="Helvetica Neue"/>
                          <a:cs typeface="Helvetica Neue"/>
                          <a:sym typeface="Helvetica Neue"/>
                        </a:rPr>
                        <a:t>S10</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400"/>
                        <a:buFont typeface="Arial"/>
                        <a:buNone/>
                      </a:pPr>
                      <a:r>
                        <a:rPr b="0" lang="es" sz="500" u="none" cap="none" strike="noStrike">
                          <a:solidFill>
                            <a:srgbClr val="595959"/>
                          </a:solidFill>
                          <a:latin typeface="Helvetica Neue"/>
                          <a:ea typeface="Helvetica Neue"/>
                          <a:cs typeface="Helvetica Neue"/>
                          <a:sym typeface="Helvetica Neue"/>
                        </a:rPr>
                        <a:t>17 Feb</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500"/>
                        <a:buFont typeface="Arial"/>
                        <a:buNone/>
                      </a:pPr>
                      <a:r>
                        <a:rPr b="0" lang="es" sz="500" u="none" cap="none" strike="noStrike">
                          <a:solidFill>
                            <a:srgbClr val="595959"/>
                          </a:solidFill>
                          <a:latin typeface="Helvetica Neue"/>
                          <a:ea typeface="Helvetica Neue"/>
                          <a:cs typeface="Helvetica Neue"/>
                          <a:sym typeface="Helvetica Neue"/>
                        </a:rPr>
                        <a:t>28 Feb</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S1</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 Mar</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14 Mar</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S2</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18 Mar</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4 Abr</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S3</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7 Abr</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18 Abr</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S4</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21 Abr</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02 May</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S5</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5 May</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16 May</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S6</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19 May</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30 May</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S1</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 Jun</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13 Jun</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S2</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16 Jun</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27 Jun</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S3</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30 Jun</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11 Jul</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S4</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14 Jul</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25 Jul</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S5</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28 Jul</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8 Ago</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S6</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11 Ago</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22 Ago</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S7</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25 Ago</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5 Sep</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4E3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S1</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8 Sep</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19 Sep</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S2</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22 Sep</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 Oct</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S3</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6 Oct</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17 Oct</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S4</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20 Oct</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7 Nov</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S5</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10 Nov</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21 Nov</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S6</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24 Nov</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28 Nov</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r>
              <a:tr h="521725">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4E3EF">
                          <a:alpha val="0"/>
                        </a:srgbClr>
                      </a:solidFill>
                      <a:prstDash val="solid"/>
                      <a:round/>
                      <a:headEnd len="sm" w="sm" type="none"/>
                      <a:tailEnd len="sm" w="sm" type="none"/>
                    </a:lnT>
                    <a:lnB cap="flat" cmpd="sng" w="7150">
                      <a:solidFill>
                        <a:srgbClr val="000000"/>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4E3EF"/>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r>
              <a:tr h="453050">
                <a:tc>
                  <a:txBody>
                    <a:bodyPr/>
                    <a:lstStyle/>
                    <a:p>
                      <a:pPr indent="0" lvl="0" marL="0" marR="0" rtl="0" algn="l">
                        <a:lnSpc>
                          <a:spcPct val="100000"/>
                        </a:lnSpc>
                        <a:spcBef>
                          <a:spcPts val="0"/>
                        </a:spcBef>
                        <a:spcAft>
                          <a:spcPts val="0"/>
                        </a:spcAft>
                        <a:buClr>
                          <a:srgbClr val="FFFFFF"/>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625925">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r>
              <a:tr h="761875">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FFFFF"/>
                    </a:solidFill>
                  </a:tcPr>
                </a:tc>
              </a:tr>
              <a:tr h="738250">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EEEEEE"/>
                    </a:solidFill>
                  </a:tcPr>
                </a:tc>
              </a:tr>
              <a:tr h="870950">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FFFFFF"/>
                    </a:solidFill>
                  </a:tcPr>
                </a:tc>
              </a:tr>
            </a:tbl>
          </a:graphicData>
        </a:graphic>
      </p:graphicFrame>
      <p:pic>
        <p:nvPicPr>
          <p:cNvPr id="1382" name="Google Shape;1382;p181"/>
          <p:cNvPicPr preferRelativeResize="0"/>
          <p:nvPr/>
        </p:nvPicPr>
        <p:blipFill rotWithShape="1">
          <a:blip r:embed="rId4">
            <a:alphaModFix/>
          </a:blip>
          <a:srcRect b="0" l="0" r="0" t="0"/>
          <a:stretch/>
        </p:blipFill>
        <p:spPr>
          <a:xfrm>
            <a:off x="510836" y="1183487"/>
            <a:ext cx="523638" cy="109399"/>
          </a:xfrm>
          <a:prstGeom prst="rect">
            <a:avLst/>
          </a:prstGeom>
          <a:noFill/>
          <a:ln>
            <a:noFill/>
          </a:ln>
        </p:spPr>
      </p:pic>
      <p:sp>
        <p:nvSpPr>
          <p:cNvPr id="1383" name="Google Shape;1383;p181"/>
          <p:cNvSpPr/>
          <p:nvPr/>
        </p:nvSpPr>
        <p:spPr>
          <a:xfrm rot="-5400000">
            <a:off x="590175" y="2028075"/>
            <a:ext cx="381000" cy="4782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R3 </a:t>
            </a:r>
            <a:endParaRPr b="1" i="0" sz="800" u="none" cap="none" strike="noStrike">
              <a:solidFill>
                <a:srgbClr val="FFFFFF"/>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Física</a:t>
            </a:r>
            <a:endParaRPr b="1" i="0" sz="800" u="none" cap="none" strike="noStrike">
              <a:solidFill>
                <a:srgbClr val="FFFFFF"/>
              </a:solidFill>
              <a:latin typeface="Helvetica Neue"/>
              <a:ea typeface="Helvetica Neue"/>
              <a:cs typeface="Helvetica Neue"/>
              <a:sym typeface="Helvetica Neue"/>
            </a:endParaRPr>
          </a:p>
        </p:txBody>
      </p:sp>
      <p:sp>
        <p:nvSpPr>
          <p:cNvPr id="1384" name="Google Shape;1384;p181"/>
          <p:cNvSpPr/>
          <p:nvPr/>
        </p:nvSpPr>
        <p:spPr>
          <a:xfrm>
            <a:off x="1181992" y="1609397"/>
            <a:ext cx="6549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Análisis</a:t>
            </a:r>
            <a:endParaRPr b="0" i="0" sz="600" u="none" cap="none" strike="noStrike">
              <a:solidFill>
                <a:schemeClr val="dk1"/>
              </a:solidFill>
              <a:latin typeface="Helvetica Neue"/>
              <a:ea typeface="Helvetica Neue"/>
              <a:cs typeface="Helvetica Neue"/>
              <a:sym typeface="Helvetica Neue"/>
            </a:endParaRPr>
          </a:p>
        </p:txBody>
      </p:sp>
      <p:sp>
        <p:nvSpPr>
          <p:cNvPr id="1385" name="Google Shape;1385;p181"/>
          <p:cNvSpPr/>
          <p:nvPr/>
        </p:nvSpPr>
        <p:spPr>
          <a:xfrm>
            <a:off x="1518262" y="2116622"/>
            <a:ext cx="6045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Planeación </a:t>
            </a:r>
            <a:endParaRPr b="0" i="0" sz="600" u="none" cap="none" strike="noStrike">
              <a:solidFill>
                <a:schemeClr val="dk1"/>
              </a:solidFill>
              <a:latin typeface="Helvetica Neue"/>
              <a:ea typeface="Helvetica Neue"/>
              <a:cs typeface="Helvetica Neue"/>
              <a:sym typeface="Helvetica Neue"/>
            </a:endParaRPr>
          </a:p>
        </p:txBody>
      </p:sp>
      <p:sp>
        <p:nvSpPr>
          <p:cNvPr id="1386" name="Google Shape;1386;p181"/>
          <p:cNvSpPr/>
          <p:nvPr/>
        </p:nvSpPr>
        <p:spPr>
          <a:xfrm>
            <a:off x="1805288" y="1609409"/>
            <a:ext cx="6945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Diseño</a:t>
            </a:r>
            <a:endParaRPr b="0" i="0" sz="1300" u="none" cap="none" strike="noStrike">
              <a:solidFill>
                <a:schemeClr val="dk1"/>
              </a:solidFill>
              <a:latin typeface="Helvetica Neue"/>
              <a:ea typeface="Helvetica Neue"/>
              <a:cs typeface="Helvetica Neue"/>
              <a:sym typeface="Helvetica Neue"/>
            </a:endParaRPr>
          </a:p>
        </p:txBody>
      </p:sp>
      <p:sp>
        <p:nvSpPr>
          <p:cNvPr id="1387" name="Google Shape;1387;p181"/>
          <p:cNvSpPr/>
          <p:nvPr/>
        </p:nvSpPr>
        <p:spPr>
          <a:xfrm>
            <a:off x="2473696" y="1609397"/>
            <a:ext cx="2685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388" name="Google Shape;1388;p181"/>
          <p:cNvSpPr/>
          <p:nvPr/>
        </p:nvSpPr>
        <p:spPr>
          <a:xfrm>
            <a:off x="4938881" y="1787906"/>
            <a:ext cx="1104300" cy="2307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Pruebas</a:t>
            </a:r>
            <a:endParaRPr b="0" i="0" sz="600" u="none" cap="none" strike="noStrike">
              <a:solidFill>
                <a:schemeClr val="dk1"/>
              </a:solidFill>
              <a:latin typeface="Helvetica Neue"/>
              <a:ea typeface="Helvetica Neue"/>
              <a:cs typeface="Helvetica Neue"/>
              <a:sym typeface="Helvetica Neue"/>
            </a:endParaRPr>
          </a:p>
        </p:txBody>
      </p:sp>
      <p:sp>
        <p:nvSpPr>
          <p:cNvPr id="1389" name="Google Shape;1389;p181"/>
          <p:cNvSpPr/>
          <p:nvPr/>
        </p:nvSpPr>
        <p:spPr>
          <a:xfrm rot="-5400000">
            <a:off x="560466" y="1546313"/>
            <a:ext cx="442200" cy="4800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R2</a:t>
            </a:r>
            <a:endParaRPr b="1" i="0" sz="800" u="none" cap="none" strike="noStrike">
              <a:solidFill>
                <a:srgbClr val="FFFFFF"/>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Digital</a:t>
            </a:r>
            <a:endParaRPr b="1" i="0" sz="800" u="none" cap="none" strike="noStrike">
              <a:solidFill>
                <a:srgbClr val="FFFFFF"/>
              </a:solidFill>
              <a:latin typeface="Helvetica Neue"/>
              <a:ea typeface="Helvetica Neue"/>
              <a:cs typeface="Helvetica Neue"/>
              <a:sym typeface="Helvetica Neue"/>
            </a:endParaRPr>
          </a:p>
        </p:txBody>
      </p:sp>
      <p:sp>
        <p:nvSpPr>
          <p:cNvPr id="1390" name="Google Shape;1390;p181"/>
          <p:cNvSpPr/>
          <p:nvPr/>
        </p:nvSpPr>
        <p:spPr>
          <a:xfrm>
            <a:off x="2085012" y="2116627"/>
            <a:ext cx="6945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Análisis</a:t>
            </a:r>
            <a:endParaRPr b="0" i="0" sz="1300" u="none" cap="none" strike="noStrike">
              <a:solidFill>
                <a:schemeClr val="dk1"/>
              </a:solidFill>
              <a:latin typeface="Helvetica Neue"/>
              <a:ea typeface="Helvetica Neue"/>
              <a:cs typeface="Helvetica Neue"/>
              <a:sym typeface="Helvetica Neue"/>
            </a:endParaRPr>
          </a:p>
        </p:txBody>
      </p:sp>
      <p:sp>
        <p:nvSpPr>
          <p:cNvPr id="1391" name="Google Shape;1391;p181"/>
          <p:cNvSpPr/>
          <p:nvPr/>
        </p:nvSpPr>
        <p:spPr>
          <a:xfrm>
            <a:off x="2745879" y="2116622"/>
            <a:ext cx="801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Diseño</a:t>
            </a:r>
            <a:endParaRPr b="0" i="0" sz="1300" u="none" cap="none" strike="noStrike">
              <a:solidFill>
                <a:schemeClr val="dk1"/>
              </a:solidFill>
              <a:latin typeface="Helvetica Neue"/>
              <a:ea typeface="Helvetica Neue"/>
              <a:cs typeface="Helvetica Neue"/>
              <a:sym typeface="Helvetica Neue"/>
            </a:endParaRPr>
          </a:p>
        </p:txBody>
      </p:sp>
      <p:sp>
        <p:nvSpPr>
          <p:cNvPr id="1392" name="Google Shape;1392;p181"/>
          <p:cNvSpPr/>
          <p:nvPr/>
        </p:nvSpPr>
        <p:spPr>
          <a:xfrm>
            <a:off x="3513656" y="2116622"/>
            <a:ext cx="30387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393" name="Google Shape;1393;p181"/>
          <p:cNvSpPr/>
          <p:nvPr/>
        </p:nvSpPr>
        <p:spPr>
          <a:xfrm>
            <a:off x="6199444" y="2318615"/>
            <a:ext cx="13635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Pruebas</a:t>
            </a:r>
            <a:endParaRPr b="0" i="0" sz="1300" u="none" cap="none" strike="noStrike">
              <a:solidFill>
                <a:schemeClr val="dk1"/>
              </a:solidFill>
              <a:latin typeface="Helvetica Neue"/>
              <a:ea typeface="Helvetica Neue"/>
              <a:cs typeface="Helvetica Neue"/>
              <a:sym typeface="Helvetica Neue"/>
            </a:endParaRPr>
          </a:p>
        </p:txBody>
      </p:sp>
      <p:sp>
        <p:nvSpPr>
          <p:cNvPr id="1394" name="Google Shape;1394;p181"/>
          <p:cNvSpPr/>
          <p:nvPr/>
        </p:nvSpPr>
        <p:spPr>
          <a:xfrm>
            <a:off x="5843908" y="1856065"/>
            <a:ext cx="1143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sp>
        <p:nvSpPr>
          <p:cNvPr id="1395" name="Google Shape;1395;p181"/>
          <p:cNvSpPr/>
          <p:nvPr/>
        </p:nvSpPr>
        <p:spPr>
          <a:xfrm rot="-5400000">
            <a:off x="497456" y="2579344"/>
            <a:ext cx="570300" cy="451500"/>
          </a:xfrm>
          <a:prstGeom prst="roundRect">
            <a:avLst>
              <a:gd fmla="val 16667" name="adj"/>
            </a:avLst>
          </a:prstGeom>
          <a:solidFill>
            <a:srgbClr val="8C8C8C"/>
          </a:solidFill>
          <a:ln>
            <a:noFill/>
          </a:ln>
        </p:spPr>
        <p:txBody>
          <a:bodyPr anchorCtr="0" anchor="t"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APP</a:t>
            </a:r>
            <a:endParaRPr b="1" i="0" sz="800" u="none" cap="none" strike="noStrike">
              <a:solidFill>
                <a:srgbClr val="FFFFFF"/>
              </a:solidFill>
              <a:latin typeface="Helvetica Neue"/>
              <a:ea typeface="Helvetica Neue"/>
              <a:cs typeface="Helvetica Neue"/>
              <a:sym typeface="Helvetica Neue"/>
            </a:endParaRPr>
          </a:p>
        </p:txBody>
      </p:sp>
      <p:sp>
        <p:nvSpPr>
          <p:cNvPr id="1396" name="Google Shape;1396;p181"/>
          <p:cNvSpPr/>
          <p:nvPr/>
        </p:nvSpPr>
        <p:spPr>
          <a:xfrm rot="-5400000">
            <a:off x="383475" y="3290850"/>
            <a:ext cx="772500" cy="456300"/>
          </a:xfrm>
          <a:prstGeom prst="roundRect">
            <a:avLst>
              <a:gd fmla="val 16667" name="adj"/>
            </a:avLst>
          </a:prstGeom>
          <a:solidFill>
            <a:srgbClr val="8C8C8C"/>
          </a:solidFill>
          <a:ln>
            <a:noFill/>
          </a:ln>
        </p:spPr>
        <p:txBody>
          <a:bodyPr anchorCtr="0" anchor="t"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Promotoria</a:t>
            </a:r>
            <a:endParaRPr b="1" i="0" sz="800" u="none" cap="none" strike="noStrike">
              <a:solidFill>
                <a:srgbClr val="FFFFFF"/>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FFFFFF"/>
              </a:buClr>
              <a:buSzPts val="300"/>
              <a:buFont typeface="Arial"/>
              <a:buNone/>
            </a:pPr>
            <a:r>
              <a:t/>
            </a:r>
            <a:endParaRPr b="1" i="0" sz="800" u="none" cap="none" strike="noStrike">
              <a:solidFill>
                <a:srgbClr val="FFFFFF"/>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    R3      R2</a:t>
            </a:r>
            <a:endParaRPr b="1" i="0" sz="800" u="none" cap="none" strike="noStrike">
              <a:solidFill>
                <a:srgbClr val="FFFFFF"/>
              </a:solidFill>
              <a:latin typeface="Helvetica Neue"/>
              <a:ea typeface="Helvetica Neue"/>
              <a:cs typeface="Helvetica Neue"/>
              <a:sym typeface="Helvetica Neue"/>
            </a:endParaRPr>
          </a:p>
        </p:txBody>
      </p:sp>
      <p:sp>
        <p:nvSpPr>
          <p:cNvPr id="1397" name="Google Shape;1397;p181"/>
          <p:cNvSpPr/>
          <p:nvPr/>
        </p:nvSpPr>
        <p:spPr>
          <a:xfrm rot="-5400000">
            <a:off x="567235" y="4715363"/>
            <a:ext cx="417900" cy="447900"/>
          </a:xfrm>
          <a:prstGeom prst="roundRect">
            <a:avLst>
              <a:gd fmla="val 16667" name="adj"/>
            </a:avLst>
          </a:prstGeom>
          <a:solidFill>
            <a:srgbClr val="8C8C8C"/>
          </a:solidFill>
          <a:ln>
            <a:noFill/>
          </a:ln>
        </p:spPr>
        <p:txBody>
          <a:bodyPr anchorCtr="0" anchor="b"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Aclaraciones</a:t>
            </a:r>
            <a:endParaRPr b="1" i="0" sz="700" u="none" cap="none" strike="noStrike">
              <a:solidFill>
                <a:srgbClr val="FFFFFF"/>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FFFFFF"/>
              </a:buClr>
              <a:buSzPts val="300"/>
              <a:buFont typeface="Arial"/>
              <a:buNone/>
            </a:pPr>
            <a:r>
              <a:t/>
            </a:r>
            <a:endParaRPr b="1" i="0" sz="700" u="none" cap="none" strike="noStrike">
              <a:solidFill>
                <a:srgbClr val="FFFFFF"/>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R3</a:t>
            </a:r>
            <a:endParaRPr b="1" i="0" sz="700" u="none" cap="none" strike="noStrike">
              <a:solidFill>
                <a:srgbClr val="FFFFFF"/>
              </a:solidFill>
              <a:latin typeface="Helvetica Neue"/>
              <a:ea typeface="Helvetica Neue"/>
              <a:cs typeface="Helvetica Neue"/>
              <a:sym typeface="Helvetica Neue"/>
            </a:endParaRPr>
          </a:p>
        </p:txBody>
      </p:sp>
      <p:sp>
        <p:nvSpPr>
          <p:cNvPr id="1398" name="Google Shape;1398;p181"/>
          <p:cNvSpPr/>
          <p:nvPr/>
        </p:nvSpPr>
        <p:spPr>
          <a:xfrm rot="-5400000">
            <a:off x="-1010719" y="3680175"/>
            <a:ext cx="2686800" cy="3351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Canales</a:t>
            </a:r>
            <a:endParaRPr b="1" i="0" sz="800" u="none" cap="none" strike="noStrike">
              <a:solidFill>
                <a:srgbClr val="FFFFFF"/>
              </a:solidFill>
              <a:latin typeface="Helvetica Neue"/>
              <a:ea typeface="Helvetica Neue"/>
              <a:cs typeface="Helvetica Neue"/>
              <a:sym typeface="Helvetica Neue"/>
            </a:endParaRPr>
          </a:p>
        </p:txBody>
      </p:sp>
      <p:sp>
        <p:nvSpPr>
          <p:cNvPr id="1399" name="Google Shape;1399;p181"/>
          <p:cNvSpPr/>
          <p:nvPr/>
        </p:nvSpPr>
        <p:spPr>
          <a:xfrm>
            <a:off x="1413694" y="2631638"/>
            <a:ext cx="36645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  </a:t>
            </a:r>
            <a:endParaRPr b="0" i="0" sz="600" u="none" cap="none" strike="noStrike">
              <a:solidFill>
                <a:schemeClr val="dk1"/>
              </a:solidFill>
              <a:latin typeface="Helvetica Neue"/>
              <a:ea typeface="Helvetica Neue"/>
              <a:cs typeface="Helvetica Neue"/>
              <a:sym typeface="Helvetica Neue"/>
            </a:endParaRPr>
          </a:p>
        </p:txBody>
      </p:sp>
      <p:sp>
        <p:nvSpPr>
          <p:cNvPr id="1400" name="Google Shape;1400;p181"/>
          <p:cNvSpPr/>
          <p:nvPr/>
        </p:nvSpPr>
        <p:spPr>
          <a:xfrm>
            <a:off x="1223531" y="4851525"/>
            <a:ext cx="5514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Análisis  </a:t>
            </a:r>
            <a:endParaRPr b="0" i="0" sz="600" u="none" cap="none" strike="noStrike">
              <a:solidFill>
                <a:schemeClr val="dk1"/>
              </a:solidFill>
              <a:latin typeface="Helvetica Neue"/>
              <a:ea typeface="Helvetica Neue"/>
              <a:cs typeface="Helvetica Neue"/>
              <a:sym typeface="Helvetica Neue"/>
            </a:endParaRPr>
          </a:p>
        </p:txBody>
      </p:sp>
      <p:sp>
        <p:nvSpPr>
          <p:cNvPr id="1401" name="Google Shape;1401;p181"/>
          <p:cNvSpPr/>
          <p:nvPr/>
        </p:nvSpPr>
        <p:spPr>
          <a:xfrm>
            <a:off x="1200694" y="3258938"/>
            <a:ext cx="2846400" cy="2307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  </a:t>
            </a:r>
            <a:endParaRPr b="0" i="0" sz="600" u="none" cap="none" strike="noStrike">
              <a:solidFill>
                <a:schemeClr val="dk1"/>
              </a:solidFill>
              <a:latin typeface="Helvetica Neue"/>
              <a:ea typeface="Helvetica Neue"/>
              <a:cs typeface="Helvetica Neue"/>
              <a:sym typeface="Helvetica Neue"/>
            </a:endParaRPr>
          </a:p>
        </p:txBody>
      </p:sp>
      <p:sp>
        <p:nvSpPr>
          <p:cNvPr id="1402" name="Google Shape;1402;p181"/>
          <p:cNvSpPr/>
          <p:nvPr/>
        </p:nvSpPr>
        <p:spPr>
          <a:xfrm>
            <a:off x="5505239" y="2856869"/>
            <a:ext cx="11634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403" name="Google Shape;1403;p181"/>
          <p:cNvSpPr/>
          <p:nvPr/>
        </p:nvSpPr>
        <p:spPr>
          <a:xfrm>
            <a:off x="5077934" y="3619939"/>
            <a:ext cx="16035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404" name="Google Shape;1404;p181"/>
          <p:cNvSpPr/>
          <p:nvPr/>
        </p:nvSpPr>
        <p:spPr>
          <a:xfrm>
            <a:off x="5066325" y="2631627"/>
            <a:ext cx="9789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Pruebas</a:t>
            </a:r>
            <a:endParaRPr b="0" i="0" sz="1300" u="none" cap="none" strike="noStrike">
              <a:solidFill>
                <a:schemeClr val="dk1"/>
              </a:solidFill>
              <a:latin typeface="Helvetica Neue"/>
              <a:ea typeface="Helvetica Neue"/>
              <a:cs typeface="Helvetica Neue"/>
              <a:sym typeface="Helvetica Neue"/>
            </a:endParaRPr>
          </a:p>
        </p:txBody>
      </p:sp>
      <p:sp>
        <p:nvSpPr>
          <p:cNvPr id="1405" name="Google Shape;1405;p181"/>
          <p:cNvSpPr/>
          <p:nvPr/>
        </p:nvSpPr>
        <p:spPr>
          <a:xfrm>
            <a:off x="4909463" y="3258956"/>
            <a:ext cx="1163400" cy="2307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Pruebas</a:t>
            </a:r>
            <a:endParaRPr b="0" i="0" sz="1300" u="none" cap="none" strike="noStrike">
              <a:solidFill>
                <a:schemeClr val="dk1"/>
              </a:solidFill>
              <a:latin typeface="Helvetica Neue"/>
              <a:ea typeface="Helvetica Neue"/>
              <a:cs typeface="Helvetica Neue"/>
              <a:sym typeface="Helvetica Neue"/>
            </a:endParaRPr>
          </a:p>
        </p:txBody>
      </p:sp>
      <p:sp>
        <p:nvSpPr>
          <p:cNvPr id="1406" name="Google Shape;1406;p181"/>
          <p:cNvSpPr/>
          <p:nvPr/>
        </p:nvSpPr>
        <p:spPr>
          <a:xfrm>
            <a:off x="6668719" y="3618233"/>
            <a:ext cx="9141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Pruebas</a:t>
            </a:r>
            <a:endParaRPr b="0" i="0" sz="1300" u="none" cap="none" strike="noStrike">
              <a:solidFill>
                <a:schemeClr val="dk1"/>
              </a:solidFill>
              <a:latin typeface="Helvetica Neue"/>
              <a:ea typeface="Helvetica Neue"/>
              <a:cs typeface="Helvetica Neue"/>
              <a:sym typeface="Helvetica Neue"/>
            </a:endParaRPr>
          </a:p>
        </p:txBody>
      </p:sp>
      <p:sp>
        <p:nvSpPr>
          <p:cNvPr id="1407" name="Google Shape;1407;p181"/>
          <p:cNvSpPr/>
          <p:nvPr/>
        </p:nvSpPr>
        <p:spPr>
          <a:xfrm rot="-5400000">
            <a:off x="-118828" y="1854881"/>
            <a:ext cx="913200" cy="3453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Smart Vista</a:t>
            </a:r>
            <a:endParaRPr b="1" i="0" sz="800" u="none" cap="none" strike="noStrike">
              <a:solidFill>
                <a:srgbClr val="FFFFFF"/>
              </a:solidFill>
              <a:latin typeface="Helvetica Neue"/>
              <a:ea typeface="Helvetica Neue"/>
              <a:cs typeface="Helvetica Neue"/>
              <a:sym typeface="Helvetica Neue"/>
            </a:endParaRPr>
          </a:p>
        </p:txBody>
      </p:sp>
      <p:sp>
        <p:nvSpPr>
          <p:cNvPr id="1408" name="Google Shape;1408;p181"/>
          <p:cNvSpPr/>
          <p:nvPr/>
        </p:nvSpPr>
        <p:spPr>
          <a:xfrm>
            <a:off x="3158504" y="1148963"/>
            <a:ext cx="1881900" cy="160200"/>
          </a:xfrm>
          <a:prstGeom prst="roundRect">
            <a:avLst>
              <a:gd fmla="val 16667" name="adj"/>
            </a:avLst>
          </a:prstGeom>
          <a:solidFill>
            <a:srgbClr val="1F4BEB"/>
          </a:solidFill>
          <a:ln>
            <a:noFill/>
          </a:ln>
        </p:spPr>
        <p:txBody>
          <a:bodyPr anchorCtr="0" anchor="ctr" bIns="5975" lIns="5975" spcFirstLastPara="1" rIns="5975" wrap="square" tIns="5975">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Q2 2025</a:t>
            </a:r>
            <a:endParaRPr b="1" i="0" sz="700" u="none" cap="none" strike="noStrike">
              <a:solidFill>
                <a:srgbClr val="5D737E"/>
              </a:solidFill>
              <a:latin typeface="Helvetica Neue"/>
              <a:ea typeface="Helvetica Neue"/>
              <a:cs typeface="Helvetica Neue"/>
              <a:sym typeface="Helvetica Neue"/>
            </a:endParaRPr>
          </a:p>
        </p:txBody>
      </p:sp>
      <p:sp>
        <p:nvSpPr>
          <p:cNvPr id="1409" name="Google Shape;1409;p181"/>
          <p:cNvSpPr/>
          <p:nvPr/>
        </p:nvSpPr>
        <p:spPr>
          <a:xfrm>
            <a:off x="5068247" y="1143375"/>
            <a:ext cx="2199300" cy="160200"/>
          </a:xfrm>
          <a:prstGeom prst="roundRect">
            <a:avLst>
              <a:gd fmla="val 16667" name="adj"/>
            </a:avLst>
          </a:prstGeom>
          <a:solidFill>
            <a:srgbClr val="1F4BEB"/>
          </a:solidFill>
          <a:ln>
            <a:noFill/>
          </a:ln>
        </p:spPr>
        <p:txBody>
          <a:bodyPr anchorCtr="0" anchor="ctr" bIns="5975" lIns="5975" spcFirstLastPara="1" rIns="5975" wrap="square" tIns="5975">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Q3 2025</a:t>
            </a:r>
            <a:endParaRPr b="1" i="0" sz="700" u="none" cap="none" strike="noStrike">
              <a:solidFill>
                <a:srgbClr val="5D737E"/>
              </a:solidFill>
              <a:latin typeface="Helvetica Neue"/>
              <a:ea typeface="Helvetica Neue"/>
              <a:cs typeface="Helvetica Neue"/>
              <a:sym typeface="Helvetica Neue"/>
            </a:endParaRPr>
          </a:p>
        </p:txBody>
      </p:sp>
      <p:sp>
        <p:nvSpPr>
          <p:cNvPr id="1410" name="Google Shape;1410;p181"/>
          <p:cNvSpPr/>
          <p:nvPr/>
        </p:nvSpPr>
        <p:spPr>
          <a:xfrm>
            <a:off x="7295550" y="1139513"/>
            <a:ext cx="1848300" cy="160200"/>
          </a:xfrm>
          <a:prstGeom prst="roundRect">
            <a:avLst>
              <a:gd fmla="val 16667" name="adj"/>
            </a:avLst>
          </a:prstGeom>
          <a:solidFill>
            <a:srgbClr val="1F4BEB"/>
          </a:solidFill>
          <a:ln>
            <a:noFill/>
          </a:ln>
        </p:spPr>
        <p:txBody>
          <a:bodyPr anchorCtr="0" anchor="ctr" bIns="5975" lIns="5975" spcFirstLastPara="1" rIns="5975" wrap="square" tIns="5975">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Q4 2025</a:t>
            </a:r>
            <a:endParaRPr b="1" i="0" sz="700" u="none" cap="none" strike="noStrike">
              <a:solidFill>
                <a:srgbClr val="5D737E"/>
              </a:solidFill>
              <a:latin typeface="Helvetica Neue"/>
              <a:ea typeface="Helvetica Neue"/>
              <a:cs typeface="Helvetica Neue"/>
              <a:sym typeface="Helvetica Neue"/>
            </a:endParaRPr>
          </a:p>
        </p:txBody>
      </p:sp>
      <p:sp>
        <p:nvSpPr>
          <p:cNvPr id="1411" name="Google Shape;1411;p181"/>
          <p:cNvSpPr/>
          <p:nvPr/>
        </p:nvSpPr>
        <p:spPr>
          <a:xfrm>
            <a:off x="1219941" y="1143375"/>
            <a:ext cx="1910700" cy="160200"/>
          </a:xfrm>
          <a:prstGeom prst="roundRect">
            <a:avLst>
              <a:gd fmla="val 16667" name="adj"/>
            </a:avLst>
          </a:prstGeom>
          <a:solidFill>
            <a:srgbClr val="1F4BEB"/>
          </a:solidFill>
          <a:ln>
            <a:noFill/>
          </a:ln>
        </p:spPr>
        <p:txBody>
          <a:bodyPr anchorCtr="0" anchor="ctr" bIns="5975" lIns="5975" spcFirstLastPara="1" rIns="5975" wrap="square" tIns="5975">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Q4 2024- Q1 2025</a:t>
            </a:r>
            <a:endParaRPr b="1" i="0" sz="700" u="none" cap="none" strike="noStrike">
              <a:solidFill>
                <a:srgbClr val="5D737E"/>
              </a:solidFill>
              <a:latin typeface="Helvetica Neue"/>
              <a:ea typeface="Helvetica Neue"/>
              <a:cs typeface="Helvetica Neue"/>
              <a:sym typeface="Helvetica Neue"/>
            </a:endParaRPr>
          </a:p>
        </p:txBody>
      </p:sp>
      <p:sp>
        <p:nvSpPr>
          <p:cNvPr id="1412" name="Google Shape;1412;p181"/>
          <p:cNvSpPr txBox="1"/>
          <p:nvPr/>
        </p:nvSpPr>
        <p:spPr>
          <a:xfrm rot="-5400000">
            <a:off x="729160" y="2519577"/>
            <a:ext cx="298200" cy="285000"/>
          </a:xfrm>
          <a:prstGeom prst="rect">
            <a:avLst/>
          </a:prstGeom>
          <a:noFill/>
          <a:ln>
            <a:noFill/>
          </a:ln>
        </p:spPr>
        <p:txBody>
          <a:bodyPr anchorCtr="0" anchor="t" bIns="77825" lIns="77825" spcFirstLastPara="1" rIns="77825" wrap="square" tIns="77825">
            <a:noAutofit/>
          </a:bodyPr>
          <a:lstStyle/>
          <a:p>
            <a:pPr indent="0" lvl="0" marL="0" marR="0" rtl="0" algn="l">
              <a:lnSpc>
                <a:spcPct val="100000"/>
              </a:lnSpc>
              <a:spcBef>
                <a:spcPts val="0"/>
              </a:spcBef>
              <a:spcAft>
                <a:spcPts val="0"/>
              </a:spcAft>
              <a:buClr>
                <a:srgbClr val="000000"/>
              </a:buClr>
              <a:buSzPts val="700"/>
              <a:buFont typeface="Arial"/>
              <a:buNone/>
            </a:pPr>
            <a:r>
              <a:rPr b="1" i="0" lang="es" sz="800" u="none" cap="none" strike="noStrike">
                <a:solidFill>
                  <a:srgbClr val="FFFFFF"/>
                </a:solidFill>
                <a:latin typeface="Helvetica Neue"/>
                <a:ea typeface="Helvetica Neue"/>
                <a:cs typeface="Helvetica Neue"/>
                <a:sym typeface="Helvetica Neue"/>
              </a:rPr>
              <a:t>R2</a:t>
            </a:r>
            <a:endParaRPr b="1" i="0" sz="800" u="none" cap="none" strike="noStrike">
              <a:solidFill>
                <a:srgbClr val="FFFFFF"/>
              </a:solidFill>
              <a:latin typeface="Helvetica Neue"/>
              <a:ea typeface="Helvetica Neue"/>
              <a:cs typeface="Helvetica Neue"/>
              <a:sym typeface="Helvetica Neue"/>
            </a:endParaRPr>
          </a:p>
        </p:txBody>
      </p:sp>
      <p:sp>
        <p:nvSpPr>
          <p:cNvPr id="1413" name="Google Shape;1413;p181"/>
          <p:cNvSpPr txBox="1"/>
          <p:nvPr/>
        </p:nvSpPr>
        <p:spPr>
          <a:xfrm rot="-5400000">
            <a:off x="714450" y="2792499"/>
            <a:ext cx="327600" cy="285000"/>
          </a:xfrm>
          <a:prstGeom prst="rect">
            <a:avLst/>
          </a:prstGeom>
          <a:noFill/>
          <a:ln>
            <a:noFill/>
          </a:ln>
        </p:spPr>
        <p:txBody>
          <a:bodyPr anchorCtr="0" anchor="t" bIns="77825" lIns="77825" spcFirstLastPara="1" rIns="77825" wrap="square" tIns="77825">
            <a:noAutofit/>
          </a:bodyPr>
          <a:lstStyle/>
          <a:p>
            <a:pPr indent="0" lvl="0" marL="0" marR="0" rtl="0" algn="l">
              <a:lnSpc>
                <a:spcPct val="100000"/>
              </a:lnSpc>
              <a:spcBef>
                <a:spcPts val="0"/>
              </a:spcBef>
              <a:spcAft>
                <a:spcPts val="0"/>
              </a:spcAft>
              <a:buClr>
                <a:srgbClr val="000000"/>
              </a:buClr>
              <a:buSzPts val="700"/>
              <a:buFont typeface="Arial"/>
              <a:buNone/>
            </a:pPr>
            <a:r>
              <a:rPr b="1" lang="es" sz="800">
                <a:solidFill>
                  <a:srgbClr val="FFFFFF"/>
                </a:solidFill>
                <a:latin typeface="Helvetica Neue"/>
                <a:ea typeface="Helvetica Neue"/>
                <a:cs typeface="Helvetica Neue"/>
                <a:sym typeface="Helvetica Neue"/>
              </a:rPr>
              <a:t>R</a:t>
            </a:r>
            <a:r>
              <a:rPr b="1" i="0" lang="es" sz="800" u="none" cap="none" strike="noStrike">
                <a:solidFill>
                  <a:srgbClr val="FFFFFF"/>
                </a:solidFill>
                <a:latin typeface="Helvetica Neue"/>
                <a:ea typeface="Helvetica Neue"/>
                <a:cs typeface="Helvetica Neue"/>
                <a:sym typeface="Helvetica Neue"/>
              </a:rPr>
              <a:t>3</a:t>
            </a:r>
            <a:endParaRPr b="1" i="0" sz="800" u="none" cap="none" strike="noStrike">
              <a:solidFill>
                <a:srgbClr val="FFFFFF"/>
              </a:solidFill>
              <a:latin typeface="Helvetica Neue"/>
              <a:ea typeface="Helvetica Neue"/>
              <a:cs typeface="Helvetica Neue"/>
              <a:sym typeface="Helvetica Neue"/>
            </a:endParaRPr>
          </a:p>
        </p:txBody>
      </p:sp>
      <p:sp>
        <p:nvSpPr>
          <p:cNvPr id="1414" name="Google Shape;1414;p181"/>
          <p:cNvSpPr/>
          <p:nvPr/>
        </p:nvSpPr>
        <p:spPr>
          <a:xfrm>
            <a:off x="6639000" y="2856869"/>
            <a:ext cx="9438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Pruebas</a:t>
            </a:r>
            <a:endParaRPr b="0" i="0" sz="1300" u="none" cap="none" strike="noStrike">
              <a:solidFill>
                <a:schemeClr val="dk1"/>
              </a:solidFill>
              <a:latin typeface="Helvetica Neue"/>
              <a:ea typeface="Helvetica Neue"/>
              <a:cs typeface="Helvetica Neue"/>
              <a:sym typeface="Helvetica Neue"/>
            </a:endParaRPr>
          </a:p>
        </p:txBody>
      </p:sp>
      <p:sp>
        <p:nvSpPr>
          <p:cNvPr id="1415" name="Google Shape;1415;p181"/>
          <p:cNvSpPr/>
          <p:nvPr/>
        </p:nvSpPr>
        <p:spPr>
          <a:xfrm>
            <a:off x="1744508" y="4851525"/>
            <a:ext cx="801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Diseño</a:t>
            </a:r>
            <a:endParaRPr b="0" i="0" sz="600" u="none" cap="none" strike="noStrike">
              <a:solidFill>
                <a:schemeClr val="dk1"/>
              </a:solidFill>
              <a:latin typeface="Helvetica Neue"/>
              <a:ea typeface="Helvetica Neue"/>
              <a:cs typeface="Helvetica Neue"/>
              <a:sym typeface="Helvetica Neue"/>
            </a:endParaRPr>
          </a:p>
        </p:txBody>
      </p:sp>
      <p:sp>
        <p:nvSpPr>
          <p:cNvPr id="1416" name="Google Shape;1416;p181"/>
          <p:cNvSpPr/>
          <p:nvPr/>
        </p:nvSpPr>
        <p:spPr>
          <a:xfrm>
            <a:off x="2515238" y="4851525"/>
            <a:ext cx="3443100" cy="147000"/>
          </a:xfrm>
          <a:prstGeom prst="chevron">
            <a:avLst>
              <a:gd fmla="val 50000" name="adj"/>
            </a:avLst>
          </a:prstGeom>
          <a:noFill/>
          <a:ln cap="flat" cmpd="sng" w="7150">
            <a:solidFill>
              <a:srgbClr val="FF0000"/>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417" name="Google Shape;1417;p181"/>
          <p:cNvSpPr/>
          <p:nvPr/>
        </p:nvSpPr>
        <p:spPr>
          <a:xfrm>
            <a:off x="5956688" y="4851525"/>
            <a:ext cx="801300" cy="147000"/>
          </a:xfrm>
          <a:prstGeom prst="chevron">
            <a:avLst>
              <a:gd fmla="val 50000" name="adj"/>
            </a:avLst>
          </a:prstGeom>
          <a:noFill/>
          <a:ln cap="flat" cmpd="sng" w="7150">
            <a:solidFill>
              <a:srgbClr val="FF0000"/>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dk1"/>
                </a:solidFill>
                <a:latin typeface="Helvetica Neue"/>
                <a:ea typeface="Helvetica Neue"/>
                <a:cs typeface="Helvetica Neue"/>
                <a:sym typeface="Helvetica Neue"/>
              </a:rPr>
              <a:t>Pruebas</a:t>
            </a:r>
            <a:endParaRPr b="0" i="0" sz="1200" u="none" cap="none" strike="noStrike">
              <a:solidFill>
                <a:schemeClr val="dk1"/>
              </a:solidFill>
              <a:latin typeface="Helvetica Neue"/>
              <a:ea typeface="Helvetica Neue"/>
              <a:cs typeface="Helvetica Neue"/>
              <a:sym typeface="Helvetica Neue"/>
            </a:endParaRPr>
          </a:p>
        </p:txBody>
      </p:sp>
      <p:sp>
        <p:nvSpPr>
          <p:cNvPr id="1418" name="Google Shape;1418;p181"/>
          <p:cNvSpPr/>
          <p:nvPr/>
        </p:nvSpPr>
        <p:spPr>
          <a:xfrm>
            <a:off x="2655712" y="3626005"/>
            <a:ext cx="5514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Análisis  </a:t>
            </a:r>
            <a:endParaRPr b="0" i="0" sz="600" u="none" cap="none" strike="noStrike">
              <a:solidFill>
                <a:schemeClr val="dk1"/>
              </a:solidFill>
              <a:latin typeface="Helvetica Neue"/>
              <a:ea typeface="Helvetica Neue"/>
              <a:cs typeface="Helvetica Neue"/>
              <a:sym typeface="Helvetica Neue"/>
            </a:endParaRPr>
          </a:p>
        </p:txBody>
      </p:sp>
      <p:sp>
        <p:nvSpPr>
          <p:cNvPr id="1419" name="Google Shape;1419;p181"/>
          <p:cNvSpPr/>
          <p:nvPr/>
        </p:nvSpPr>
        <p:spPr>
          <a:xfrm>
            <a:off x="3207185" y="3618943"/>
            <a:ext cx="801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Diseño</a:t>
            </a:r>
            <a:endParaRPr b="0" i="0" sz="1300" u="none" cap="none" strike="noStrike">
              <a:solidFill>
                <a:schemeClr val="dk1"/>
              </a:solidFill>
              <a:latin typeface="Helvetica Neue"/>
              <a:ea typeface="Helvetica Neue"/>
              <a:cs typeface="Helvetica Neue"/>
              <a:sym typeface="Helvetica Neue"/>
            </a:endParaRPr>
          </a:p>
        </p:txBody>
      </p:sp>
      <p:sp>
        <p:nvSpPr>
          <p:cNvPr id="1420" name="Google Shape;1420;p181"/>
          <p:cNvSpPr/>
          <p:nvPr/>
        </p:nvSpPr>
        <p:spPr>
          <a:xfrm rot="-5400000">
            <a:off x="428016" y="4079288"/>
            <a:ext cx="683400" cy="456300"/>
          </a:xfrm>
          <a:prstGeom prst="roundRect">
            <a:avLst>
              <a:gd fmla="val 16667" name="adj"/>
            </a:avLst>
          </a:prstGeom>
          <a:solidFill>
            <a:srgbClr val="8C8C8C"/>
          </a:solidFill>
          <a:ln>
            <a:noFill/>
          </a:ln>
        </p:spPr>
        <p:txBody>
          <a:bodyPr anchorCtr="0" anchor="t"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Cajas | Ventanilla</a:t>
            </a:r>
            <a:endParaRPr b="1" i="0" sz="800" u="none" cap="none" strike="noStrike">
              <a:solidFill>
                <a:srgbClr val="FFFFFF"/>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     R3       R2</a:t>
            </a:r>
            <a:endParaRPr b="1" i="0" sz="800" u="none" cap="none" strike="noStrike">
              <a:solidFill>
                <a:srgbClr val="FFFFFF"/>
              </a:solidFill>
              <a:latin typeface="Helvetica Neue"/>
              <a:ea typeface="Helvetica Neue"/>
              <a:cs typeface="Helvetica Neue"/>
              <a:sym typeface="Helvetica Neue"/>
            </a:endParaRPr>
          </a:p>
        </p:txBody>
      </p:sp>
      <p:sp>
        <p:nvSpPr>
          <p:cNvPr id="1421" name="Google Shape;1421;p181"/>
          <p:cNvSpPr/>
          <p:nvPr/>
        </p:nvSpPr>
        <p:spPr>
          <a:xfrm>
            <a:off x="1210744" y="3995700"/>
            <a:ext cx="2846400" cy="2196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  </a:t>
            </a:r>
            <a:endParaRPr b="0" i="0" sz="600" u="none" cap="none" strike="noStrike">
              <a:solidFill>
                <a:schemeClr val="dk1"/>
              </a:solidFill>
              <a:latin typeface="Helvetica Neue"/>
              <a:ea typeface="Helvetica Neue"/>
              <a:cs typeface="Helvetica Neue"/>
              <a:sym typeface="Helvetica Neue"/>
            </a:endParaRPr>
          </a:p>
        </p:txBody>
      </p:sp>
      <p:sp>
        <p:nvSpPr>
          <p:cNvPr id="1422" name="Google Shape;1422;p181"/>
          <p:cNvSpPr/>
          <p:nvPr/>
        </p:nvSpPr>
        <p:spPr>
          <a:xfrm>
            <a:off x="4905900" y="3995775"/>
            <a:ext cx="1163400" cy="2307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Pruebas</a:t>
            </a:r>
            <a:endParaRPr b="0" i="0" sz="1300" u="none" cap="none" strike="noStrike">
              <a:solidFill>
                <a:schemeClr val="dk1"/>
              </a:solidFill>
              <a:latin typeface="Helvetica Neue"/>
              <a:ea typeface="Helvetica Neue"/>
              <a:cs typeface="Helvetica Neue"/>
              <a:sym typeface="Helvetica Neue"/>
            </a:endParaRPr>
          </a:p>
        </p:txBody>
      </p:sp>
      <p:sp>
        <p:nvSpPr>
          <p:cNvPr id="1423" name="Google Shape;1423;p181"/>
          <p:cNvSpPr/>
          <p:nvPr/>
        </p:nvSpPr>
        <p:spPr>
          <a:xfrm>
            <a:off x="5077934" y="4339342"/>
            <a:ext cx="16035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424" name="Google Shape;1424;p181"/>
          <p:cNvSpPr/>
          <p:nvPr/>
        </p:nvSpPr>
        <p:spPr>
          <a:xfrm>
            <a:off x="6668719" y="4337636"/>
            <a:ext cx="9141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Pruebas</a:t>
            </a:r>
            <a:endParaRPr b="0" i="0" sz="1300" u="none" cap="none" strike="noStrike">
              <a:solidFill>
                <a:schemeClr val="dk1"/>
              </a:solidFill>
              <a:latin typeface="Helvetica Neue"/>
              <a:ea typeface="Helvetica Neue"/>
              <a:cs typeface="Helvetica Neue"/>
              <a:sym typeface="Helvetica Neue"/>
            </a:endParaRPr>
          </a:p>
        </p:txBody>
      </p:sp>
      <p:sp>
        <p:nvSpPr>
          <p:cNvPr id="1425" name="Google Shape;1425;p181"/>
          <p:cNvSpPr/>
          <p:nvPr/>
        </p:nvSpPr>
        <p:spPr>
          <a:xfrm>
            <a:off x="2655712" y="4345407"/>
            <a:ext cx="5514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Análisis  </a:t>
            </a:r>
            <a:endParaRPr b="0" i="0" sz="600" u="none" cap="none" strike="noStrike">
              <a:solidFill>
                <a:schemeClr val="dk1"/>
              </a:solidFill>
              <a:latin typeface="Helvetica Neue"/>
              <a:ea typeface="Helvetica Neue"/>
              <a:cs typeface="Helvetica Neue"/>
              <a:sym typeface="Helvetica Neue"/>
            </a:endParaRPr>
          </a:p>
        </p:txBody>
      </p:sp>
      <p:sp>
        <p:nvSpPr>
          <p:cNvPr id="1426" name="Google Shape;1426;p181"/>
          <p:cNvSpPr/>
          <p:nvPr/>
        </p:nvSpPr>
        <p:spPr>
          <a:xfrm>
            <a:off x="3207185" y="4338347"/>
            <a:ext cx="801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Diseño</a:t>
            </a:r>
            <a:endParaRPr b="0" i="0" sz="1300" u="none" cap="none" strike="noStrike">
              <a:solidFill>
                <a:schemeClr val="dk1"/>
              </a:solidFill>
              <a:latin typeface="Helvetica Neue"/>
              <a:ea typeface="Helvetica Neue"/>
              <a:cs typeface="Helvetica Neue"/>
              <a:sym typeface="Helvetica Neue"/>
            </a:endParaRPr>
          </a:p>
        </p:txBody>
      </p:sp>
      <p:grpSp>
        <p:nvGrpSpPr>
          <p:cNvPr id="1427" name="Google Shape;1427;p181"/>
          <p:cNvGrpSpPr/>
          <p:nvPr/>
        </p:nvGrpSpPr>
        <p:grpSpPr>
          <a:xfrm>
            <a:off x="1181987" y="1598171"/>
            <a:ext cx="169281" cy="169638"/>
            <a:chOff x="3425165" y="1822660"/>
            <a:chExt cx="520545" cy="521644"/>
          </a:xfrm>
        </p:grpSpPr>
        <p:sp>
          <p:nvSpPr>
            <p:cNvPr id="1428" name="Google Shape;1428;p181"/>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29" name="Google Shape;1429;p181"/>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30" name="Google Shape;1430;p181"/>
          <p:cNvGrpSpPr/>
          <p:nvPr/>
        </p:nvGrpSpPr>
        <p:grpSpPr>
          <a:xfrm>
            <a:off x="1897769" y="1598348"/>
            <a:ext cx="169285" cy="169285"/>
            <a:chOff x="4767249" y="1808587"/>
            <a:chExt cx="522001" cy="522001"/>
          </a:xfrm>
        </p:grpSpPr>
        <p:sp>
          <p:nvSpPr>
            <p:cNvPr id="1431" name="Google Shape;1431;p181"/>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32" name="Google Shape;1432;p181"/>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33" name="Google Shape;1433;p181"/>
          <p:cNvGrpSpPr/>
          <p:nvPr/>
        </p:nvGrpSpPr>
        <p:grpSpPr>
          <a:xfrm>
            <a:off x="3407682" y="1598348"/>
            <a:ext cx="169285" cy="169285"/>
            <a:chOff x="6360200" y="1837339"/>
            <a:chExt cx="522000" cy="522000"/>
          </a:xfrm>
        </p:grpSpPr>
        <p:sp>
          <p:nvSpPr>
            <p:cNvPr id="1434" name="Google Shape;1434;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35" name="Google Shape;1435;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36" name="Google Shape;1436;p181"/>
          <p:cNvGrpSpPr/>
          <p:nvPr/>
        </p:nvGrpSpPr>
        <p:grpSpPr>
          <a:xfrm>
            <a:off x="5170240" y="1818726"/>
            <a:ext cx="204509" cy="169273"/>
            <a:chOff x="8874498" y="1727299"/>
            <a:chExt cx="651301" cy="651301"/>
          </a:xfrm>
        </p:grpSpPr>
        <p:sp>
          <p:nvSpPr>
            <p:cNvPr id="1437" name="Google Shape;1437;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38" name="Google Shape;1438;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sp>
        <p:nvSpPr>
          <p:cNvPr id="1439" name="Google Shape;1439;p181"/>
          <p:cNvSpPr/>
          <p:nvPr/>
        </p:nvSpPr>
        <p:spPr>
          <a:xfrm>
            <a:off x="7402686" y="2344934"/>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grpSp>
        <p:nvGrpSpPr>
          <p:cNvPr id="1440" name="Google Shape;1440;p181"/>
          <p:cNvGrpSpPr/>
          <p:nvPr/>
        </p:nvGrpSpPr>
        <p:grpSpPr>
          <a:xfrm>
            <a:off x="6536351" y="2307595"/>
            <a:ext cx="169273" cy="169273"/>
            <a:chOff x="8874498" y="1727299"/>
            <a:chExt cx="651301" cy="651301"/>
          </a:xfrm>
        </p:grpSpPr>
        <p:sp>
          <p:nvSpPr>
            <p:cNvPr id="1441" name="Google Shape;1441;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42" name="Google Shape;1442;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43" name="Google Shape;1443;p181"/>
          <p:cNvGrpSpPr/>
          <p:nvPr/>
        </p:nvGrpSpPr>
        <p:grpSpPr>
          <a:xfrm>
            <a:off x="4652898" y="2105564"/>
            <a:ext cx="169285" cy="169285"/>
            <a:chOff x="6360200" y="1837339"/>
            <a:chExt cx="522000" cy="522000"/>
          </a:xfrm>
        </p:grpSpPr>
        <p:sp>
          <p:nvSpPr>
            <p:cNvPr id="1444" name="Google Shape;1444;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45" name="Google Shape;1445;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46" name="Google Shape;1446;p181"/>
          <p:cNvGrpSpPr/>
          <p:nvPr/>
        </p:nvGrpSpPr>
        <p:grpSpPr>
          <a:xfrm>
            <a:off x="2840491" y="2105564"/>
            <a:ext cx="169285" cy="169285"/>
            <a:chOff x="4767249" y="1808587"/>
            <a:chExt cx="522001" cy="522001"/>
          </a:xfrm>
        </p:grpSpPr>
        <p:sp>
          <p:nvSpPr>
            <p:cNvPr id="1447" name="Google Shape;1447;p181"/>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48" name="Google Shape;1448;p181"/>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49" name="Google Shape;1449;p181"/>
          <p:cNvGrpSpPr/>
          <p:nvPr/>
        </p:nvGrpSpPr>
        <p:grpSpPr>
          <a:xfrm>
            <a:off x="1405927" y="2105386"/>
            <a:ext cx="169281" cy="169638"/>
            <a:chOff x="3425165" y="1822660"/>
            <a:chExt cx="520545" cy="521644"/>
          </a:xfrm>
        </p:grpSpPr>
        <p:sp>
          <p:nvSpPr>
            <p:cNvPr id="1450" name="Google Shape;1450;p181"/>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51" name="Google Shape;1451;p181"/>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52" name="Google Shape;1452;p181"/>
          <p:cNvGrpSpPr/>
          <p:nvPr/>
        </p:nvGrpSpPr>
        <p:grpSpPr>
          <a:xfrm>
            <a:off x="2167327" y="2105386"/>
            <a:ext cx="169281" cy="169638"/>
            <a:chOff x="3425165" y="1822660"/>
            <a:chExt cx="520545" cy="521644"/>
          </a:xfrm>
        </p:grpSpPr>
        <p:sp>
          <p:nvSpPr>
            <p:cNvPr id="1453" name="Google Shape;1453;p181"/>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54" name="Google Shape;1454;p181"/>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sp>
        <p:nvSpPr>
          <p:cNvPr id="1455" name="Google Shape;1455;p181"/>
          <p:cNvSpPr/>
          <p:nvPr/>
        </p:nvSpPr>
        <p:spPr>
          <a:xfrm>
            <a:off x="5836679" y="2657954"/>
            <a:ext cx="115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sp>
        <p:nvSpPr>
          <p:cNvPr id="1456" name="Google Shape;1456;p181"/>
          <p:cNvSpPr/>
          <p:nvPr/>
        </p:nvSpPr>
        <p:spPr>
          <a:xfrm>
            <a:off x="7422674" y="2883190"/>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grpSp>
        <p:nvGrpSpPr>
          <p:cNvPr id="1457" name="Google Shape;1457;p181"/>
          <p:cNvGrpSpPr/>
          <p:nvPr/>
        </p:nvGrpSpPr>
        <p:grpSpPr>
          <a:xfrm>
            <a:off x="6774232" y="2845842"/>
            <a:ext cx="169273" cy="169273"/>
            <a:chOff x="8874498" y="1727299"/>
            <a:chExt cx="651301" cy="651301"/>
          </a:xfrm>
        </p:grpSpPr>
        <p:sp>
          <p:nvSpPr>
            <p:cNvPr id="1458" name="Google Shape;1458;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59" name="Google Shape;1459;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60" name="Google Shape;1460;p181"/>
          <p:cNvGrpSpPr/>
          <p:nvPr/>
        </p:nvGrpSpPr>
        <p:grpSpPr>
          <a:xfrm>
            <a:off x="5204337" y="2620619"/>
            <a:ext cx="206853" cy="169273"/>
            <a:chOff x="8874498" y="1727299"/>
            <a:chExt cx="651301" cy="651301"/>
          </a:xfrm>
        </p:grpSpPr>
        <p:sp>
          <p:nvSpPr>
            <p:cNvPr id="1461" name="Google Shape;1461;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62" name="Google Shape;1462;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63" name="Google Shape;1463;p181"/>
          <p:cNvGrpSpPr/>
          <p:nvPr/>
        </p:nvGrpSpPr>
        <p:grpSpPr>
          <a:xfrm>
            <a:off x="5717271" y="2845795"/>
            <a:ext cx="169285" cy="169285"/>
            <a:chOff x="6360200" y="1837339"/>
            <a:chExt cx="522000" cy="522000"/>
          </a:xfrm>
        </p:grpSpPr>
        <p:sp>
          <p:nvSpPr>
            <p:cNvPr id="1464" name="Google Shape;1464;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65" name="Google Shape;1465;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sp>
        <p:nvSpPr>
          <p:cNvPr id="1466" name="Google Shape;1466;p181"/>
          <p:cNvSpPr/>
          <p:nvPr/>
        </p:nvSpPr>
        <p:spPr>
          <a:xfrm>
            <a:off x="6553349" y="4873737"/>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sp>
        <p:nvSpPr>
          <p:cNvPr id="1467" name="Google Shape;1467;p181"/>
          <p:cNvSpPr/>
          <p:nvPr/>
        </p:nvSpPr>
        <p:spPr>
          <a:xfrm>
            <a:off x="5879811" y="3323012"/>
            <a:ext cx="1122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sp>
        <p:nvSpPr>
          <p:cNvPr id="1468" name="Google Shape;1468;p181"/>
          <p:cNvSpPr/>
          <p:nvPr/>
        </p:nvSpPr>
        <p:spPr>
          <a:xfrm>
            <a:off x="7422674" y="3644552"/>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sp>
        <p:nvSpPr>
          <p:cNvPr id="1469" name="Google Shape;1469;p181"/>
          <p:cNvSpPr/>
          <p:nvPr/>
        </p:nvSpPr>
        <p:spPr>
          <a:xfrm>
            <a:off x="7422674" y="4363962"/>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sp>
        <p:nvSpPr>
          <p:cNvPr id="1470" name="Google Shape;1470;p181"/>
          <p:cNvSpPr/>
          <p:nvPr/>
        </p:nvSpPr>
        <p:spPr>
          <a:xfrm>
            <a:off x="5845890" y="4076590"/>
            <a:ext cx="1122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grpSp>
        <p:nvGrpSpPr>
          <p:cNvPr id="1471" name="Google Shape;1471;p181"/>
          <p:cNvGrpSpPr/>
          <p:nvPr/>
        </p:nvGrpSpPr>
        <p:grpSpPr>
          <a:xfrm>
            <a:off x="1200689" y="4829030"/>
            <a:ext cx="169281" cy="169638"/>
            <a:chOff x="3425165" y="1822660"/>
            <a:chExt cx="520545" cy="521644"/>
          </a:xfrm>
        </p:grpSpPr>
        <p:sp>
          <p:nvSpPr>
            <p:cNvPr id="1472" name="Google Shape;1472;p181"/>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73" name="Google Shape;1473;p181"/>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74" name="Google Shape;1474;p181"/>
          <p:cNvGrpSpPr/>
          <p:nvPr/>
        </p:nvGrpSpPr>
        <p:grpSpPr>
          <a:xfrm>
            <a:off x="1822966" y="4840458"/>
            <a:ext cx="169285" cy="169285"/>
            <a:chOff x="4767249" y="1808587"/>
            <a:chExt cx="522001" cy="522001"/>
          </a:xfrm>
        </p:grpSpPr>
        <p:sp>
          <p:nvSpPr>
            <p:cNvPr id="1475" name="Google Shape;1475;p181"/>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76" name="Google Shape;1476;p181"/>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77" name="Google Shape;1477;p181"/>
          <p:cNvGrpSpPr/>
          <p:nvPr/>
        </p:nvGrpSpPr>
        <p:grpSpPr>
          <a:xfrm>
            <a:off x="3575496" y="4840457"/>
            <a:ext cx="169285" cy="169285"/>
            <a:chOff x="6360200" y="1837339"/>
            <a:chExt cx="522000" cy="522000"/>
          </a:xfrm>
        </p:grpSpPr>
        <p:sp>
          <p:nvSpPr>
            <p:cNvPr id="1478" name="Google Shape;1478;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79" name="Google Shape;1479;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80" name="Google Shape;1480;p181"/>
          <p:cNvGrpSpPr/>
          <p:nvPr/>
        </p:nvGrpSpPr>
        <p:grpSpPr>
          <a:xfrm>
            <a:off x="5933191" y="4840505"/>
            <a:ext cx="169273" cy="169273"/>
            <a:chOff x="8874498" y="1727299"/>
            <a:chExt cx="651301" cy="651301"/>
          </a:xfrm>
        </p:grpSpPr>
        <p:sp>
          <p:nvSpPr>
            <p:cNvPr id="1481" name="Google Shape;1481;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82" name="Google Shape;1482;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83" name="Google Shape;1483;p181"/>
          <p:cNvGrpSpPr/>
          <p:nvPr/>
        </p:nvGrpSpPr>
        <p:grpSpPr>
          <a:xfrm>
            <a:off x="2191483" y="3289748"/>
            <a:ext cx="169285" cy="169285"/>
            <a:chOff x="6360200" y="1837339"/>
            <a:chExt cx="522000" cy="522000"/>
          </a:xfrm>
        </p:grpSpPr>
        <p:sp>
          <p:nvSpPr>
            <p:cNvPr id="1484" name="Google Shape;1484;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85" name="Google Shape;1485;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86" name="Google Shape;1486;p181"/>
          <p:cNvGrpSpPr/>
          <p:nvPr/>
        </p:nvGrpSpPr>
        <p:grpSpPr>
          <a:xfrm>
            <a:off x="5505236" y="3607157"/>
            <a:ext cx="169285" cy="169285"/>
            <a:chOff x="6360200" y="1837339"/>
            <a:chExt cx="522000" cy="522000"/>
          </a:xfrm>
        </p:grpSpPr>
        <p:sp>
          <p:nvSpPr>
            <p:cNvPr id="1487" name="Google Shape;1487;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88" name="Google Shape;1488;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89" name="Google Shape;1489;p181"/>
          <p:cNvGrpSpPr/>
          <p:nvPr/>
        </p:nvGrpSpPr>
        <p:grpSpPr>
          <a:xfrm>
            <a:off x="6774232" y="3607214"/>
            <a:ext cx="169273" cy="169273"/>
            <a:chOff x="8874498" y="1727299"/>
            <a:chExt cx="651301" cy="651301"/>
          </a:xfrm>
        </p:grpSpPr>
        <p:sp>
          <p:nvSpPr>
            <p:cNvPr id="1490" name="Google Shape;1490;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91" name="Google Shape;1491;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92" name="Google Shape;1492;p181"/>
          <p:cNvGrpSpPr/>
          <p:nvPr/>
        </p:nvGrpSpPr>
        <p:grpSpPr>
          <a:xfrm>
            <a:off x="3320125" y="3607158"/>
            <a:ext cx="169285" cy="169285"/>
            <a:chOff x="4767249" y="1808587"/>
            <a:chExt cx="522001" cy="522001"/>
          </a:xfrm>
        </p:grpSpPr>
        <p:sp>
          <p:nvSpPr>
            <p:cNvPr id="1493" name="Google Shape;1493;p181"/>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94" name="Google Shape;1494;p181"/>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95" name="Google Shape;1495;p181"/>
          <p:cNvGrpSpPr/>
          <p:nvPr/>
        </p:nvGrpSpPr>
        <p:grpSpPr>
          <a:xfrm>
            <a:off x="2577662" y="3608686"/>
            <a:ext cx="169281" cy="169638"/>
            <a:chOff x="3425165" y="1822660"/>
            <a:chExt cx="520545" cy="521644"/>
          </a:xfrm>
        </p:grpSpPr>
        <p:sp>
          <p:nvSpPr>
            <p:cNvPr id="1496" name="Google Shape;1496;p181"/>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497" name="Google Shape;1497;p181"/>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498" name="Google Shape;1498;p181"/>
          <p:cNvGrpSpPr/>
          <p:nvPr/>
        </p:nvGrpSpPr>
        <p:grpSpPr>
          <a:xfrm>
            <a:off x="2188071" y="4027457"/>
            <a:ext cx="169285" cy="169285"/>
            <a:chOff x="6360200" y="1837339"/>
            <a:chExt cx="522000" cy="522000"/>
          </a:xfrm>
        </p:grpSpPr>
        <p:sp>
          <p:nvSpPr>
            <p:cNvPr id="1499" name="Google Shape;1499;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500" name="Google Shape;1500;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501" name="Google Shape;1501;p181"/>
          <p:cNvGrpSpPr/>
          <p:nvPr/>
        </p:nvGrpSpPr>
        <p:grpSpPr>
          <a:xfrm>
            <a:off x="2577662" y="4331442"/>
            <a:ext cx="169281" cy="169638"/>
            <a:chOff x="3425165" y="1822660"/>
            <a:chExt cx="520545" cy="521644"/>
          </a:xfrm>
        </p:grpSpPr>
        <p:sp>
          <p:nvSpPr>
            <p:cNvPr id="1502" name="Google Shape;1502;p181"/>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503" name="Google Shape;1503;p181"/>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504" name="Google Shape;1504;p181"/>
          <p:cNvGrpSpPr/>
          <p:nvPr/>
        </p:nvGrpSpPr>
        <p:grpSpPr>
          <a:xfrm>
            <a:off x="3296144" y="4328020"/>
            <a:ext cx="169285" cy="169285"/>
            <a:chOff x="4767249" y="1808587"/>
            <a:chExt cx="522001" cy="522001"/>
          </a:xfrm>
        </p:grpSpPr>
        <p:sp>
          <p:nvSpPr>
            <p:cNvPr id="1505" name="Google Shape;1505;p181"/>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506" name="Google Shape;1506;p181"/>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507" name="Google Shape;1507;p181"/>
          <p:cNvGrpSpPr/>
          <p:nvPr/>
        </p:nvGrpSpPr>
        <p:grpSpPr>
          <a:xfrm>
            <a:off x="5505236" y="4328020"/>
            <a:ext cx="169285" cy="169285"/>
            <a:chOff x="6360200" y="1837339"/>
            <a:chExt cx="522000" cy="522000"/>
          </a:xfrm>
        </p:grpSpPr>
        <p:sp>
          <p:nvSpPr>
            <p:cNvPr id="1508" name="Google Shape;1508;p181"/>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509" name="Google Shape;1509;p181"/>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510" name="Google Shape;1510;p181"/>
          <p:cNvGrpSpPr/>
          <p:nvPr/>
        </p:nvGrpSpPr>
        <p:grpSpPr>
          <a:xfrm>
            <a:off x="6774222" y="4326623"/>
            <a:ext cx="169273" cy="169273"/>
            <a:chOff x="8874498" y="1727299"/>
            <a:chExt cx="651301" cy="651301"/>
          </a:xfrm>
        </p:grpSpPr>
        <p:sp>
          <p:nvSpPr>
            <p:cNvPr id="1511" name="Google Shape;1511;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512" name="Google Shape;1512;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cxnSp>
        <p:nvCxnSpPr>
          <p:cNvPr id="1513" name="Google Shape;1513;p181"/>
          <p:cNvCxnSpPr/>
          <p:nvPr/>
        </p:nvCxnSpPr>
        <p:spPr>
          <a:xfrm>
            <a:off x="6371245" y="1585270"/>
            <a:ext cx="16500" cy="3475500"/>
          </a:xfrm>
          <a:prstGeom prst="straightConnector1">
            <a:avLst/>
          </a:prstGeom>
          <a:noFill/>
          <a:ln cap="flat" cmpd="sng" w="28575">
            <a:solidFill>
              <a:srgbClr val="E06666"/>
            </a:solidFill>
            <a:prstDash val="dot"/>
            <a:round/>
            <a:headEnd len="sm" w="sm" type="none"/>
            <a:tailEnd len="sm" w="sm" type="none"/>
          </a:ln>
        </p:spPr>
      </p:cxnSp>
      <p:sp>
        <p:nvSpPr>
          <p:cNvPr id="1514" name="Google Shape;1514;p181"/>
          <p:cNvSpPr/>
          <p:nvPr/>
        </p:nvSpPr>
        <p:spPr>
          <a:xfrm>
            <a:off x="4201229" y="1789622"/>
            <a:ext cx="801300" cy="230700"/>
          </a:xfrm>
          <a:prstGeom prst="chevron">
            <a:avLst>
              <a:gd fmla="val 50000" name="adj"/>
            </a:avLst>
          </a:prstGeom>
          <a:noFill/>
          <a:ln cap="flat" cmpd="sng" w="715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Helvetica Neue"/>
                <a:ea typeface="Helvetica Neue"/>
                <a:cs typeface="Helvetica Neue"/>
                <a:sym typeface="Helvetica Neue"/>
              </a:rPr>
              <a:t>Configuración y estabilización de ambiente QA</a:t>
            </a:r>
            <a:endParaRPr b="1" i="0" sz="500" u="none" cap="none" strike="noStrike">
              <a:solidFill>
                <a:schemeClr val="dk1"/>
              </a:solidFill>
              <a:latin typeface="Helvetica Neue"/>
              <a:ea typeface="Helvetica Neue"/>
              <a:cs typeface="Helvetica Neue"/>
              <a:sym typeface="Helvetica Neue"/>
            </a:endParaRPr>
          </a:p>
        </p:txBody>
      </p:sp>
      <p:sp>
        <p:nvSpPr>
          <p:cNvPr id="1515" name="Google Shape;1515;p181"/>
          <p:cNvSpPr/>
          <p:nvPr/>
        </p:nvSpPr>
        <p:spPr>
          <a:xfrm>
            <a:off x="3994950" y="3258956"/>
            <a:ext cx="978900" cy="230700"/>
          </a:xfrm>
          <a:prstGeom prst="chevron">
            <a:avLst>
              <a:gd fmla="val 50000" name="adj"/>
            </a:avLst>
          </a:prstGeom>
          <a:noFill/>
          <a:ln cap="flat" cmpd="sng" w="715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600" u="none" cap="none" strike="noStrike">
                <a:solidFill>
                  <a:schemeClr val="dk1"/>
                </a:solidFill>
                <a:latin typeface="Helvetica Neue"/>
                <a:ea typeface="Helvetica Neue"/>
                <a:cs typeface="Helvetica Neue"/>
                <a:sym typeface="Helvetica Neue"/>
              </a:rPr>
              <a:t>Configuración y estabilización de ambiente QA</a:t>
            </a:r>
            <a:endParaRPr b="1" i="0" sz="600" u="none" cap="none" strike="noStrike">
              <a:solidFill>
                <a:schemeClr val="dk1"/>
              </a:solidFill>
              <a:latin typeface="Helvetica Neue"/>
              <a:ea typeface="Helvetica Neue"/>
              <a:cs typeface="Helvetica Neue"/>
              <a:sym typeface="Helvetica Neue"/>
            </a:endParaRPr>
          </a:p>
        </p:txBody>
      </p:sp>
      <p:sp>
        <p:nvSpPr>
          <p:cNvPr id="1516" name="Google Shape;1516;p181"/>
          <p:cNvSpPr/>
          <p:nvPr/>
        </p:nvSpPr>
        <p:spPr>
          <a:xfrm>
            <a:off x="3988125" y="3991050"/>
            <a:ext cx="978900" cy="230700"/>
          </a:xfrm>
          <a:prstGeom prst="chevron">
            <a:avLst>
              <a:gd fmla="val 50000" name="adj"/>
            </a:avLst>
          </a:prstGeom>
          <a:noFill/>
          <a:ln cap="flat" cmpd="sng" w="715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500"/>
              <a:buFont typeface="Arial"/>
              <a:buNone/>
            </a:pPr>
            <a:r>
              <a:rPr b="1" i="0" lang="es" sz="600" u="none" cap="none" strike="noStrike">
                <a:solidFill>
                  <a:schemeClr val="dk1"/>
                </a:solidFill>
                <a:latin typeface="Helvetica Neue"/>
                <a:ea typeface="Helvetica Neue"/>
                <a:cs typeface="Helvetica Neue"/>
                <a:sym typeface="Helvetica Neue"/>
              </a:rPr>
              <a:t>Configuración y estabilización de ambiente QA</a:t>
            </a:r>
            <a:endParaRPr b="0" i="0" sz="1300" u="none" cap="none" strike="noStrike">
              <a:solidFill>
                <a:schemeClr val="dk1"/>
              </a:solidFill>
              <a:latin typeface="Helvetica Neue"/>
              <a:ea typeface="Helvetica Neue"/>
              <a:cs typeface="Helvetica Neue"/>
              <a:sym typeface="Helvetica Neue"/>
            </a:endParaRPr>
          </a:p>
        </p:txBody>
      </p:sp>
      <p:grpSp>
        <p:nvGrpSpPr>
          <p:cNvPr id="1517" name="Google Shape;1517;p181"/>
          <p:cNvGrpSpPr/>
          <p:nvPr/>
        </p:nvGrpSpPr>
        <p:grpSpPr>
          <a:xfrm>
            <a:off x="2854732" y="2620572"/>
            <a:ext cx="169200" cy="169200"/>
            <a:chOff x="3806309" y="4027496"/>
            <a:chExt cx="225600" cy="225600"/>
          </a:xfrm>
        </p:grpSpPr>
        <p:sp>
          <p:nvSpPr>
            <p:cNvPr id="1518" name="Google Shape;1518;p181"/>
            <p:cNvSpPr/>
            <p:nvPr/>
          </p:nvSpPr>
          <p:spPr>
            <a:xfrm>
              <a:off x="3806309" y="4027496"/>
              <a:ext cx="225600" cy="2256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519" name="Google Shape;1519;p181"/>
            <p:cNvSpPr/>
            <p:nvPr/>
          </p:nvSpPr>
          <p:spPr>
            <a:xfrm>
              <a:off x="3806614" y="4027802"/>
              <a:ext cx="225101" cy="225101"/>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cxnSp>
        <p:nvCxnSpPr>
          <p:cNvPr id="1520" name="Google Shape;1520;p181"/>
          <p:cNvCxnSpPr/>
          <p:nvPr/>
        </p:nvCxnSpPr>
        <p:spPr>
          <a:xfrm>
            <a:off x="6413579" y="1585270"/>
            <a:ext cx="16500" cy="3475500"/>
          </a:xfrm>
          <a:prstGeom prst="straightConnector1">
            <a:avLst/>
          </a:prstGeom>
          <a:noFill/>
          <a:ln cap="flat" cmpd="sng" w="28575">
            <a:solidFill>
              <a:schemeClr val="dk1"/>
            </a:solidFill>
            <a:prstDash val="dot"/>
            <a:round/>
            <a:headEnd len="sm" w="sm" type="none"/>
            <a:tailEnd len="sm" w="sm" type="none"/>
          </a:ln>
        </p:spPr>
      </p:cxnSp>
      <p:sp>
        <p:nvSpPr>
          <p:cNvPr id="1521" name="Google Shape;1521;p181"/>
          <p:cNvSpPr txBox="1"/>
          <p:nvPr/>
        </p:nvSpPr>
        <p:spPr>
          <a:xfrm>
            <a:off x="6111272" y="5001200"/>
            <a:ext cx="1104300" cy="189000"/>
          </a:xfrm>
          <a:prstGeom prst="rect">
            <a:avLst/>
          </a:prstGeom>
          <a:noFill/>
          <a:ln>
            <a:noFill/>
          </a:ln>
        </p:spPr>
        <p:txBody>
          <a:bodyPr anchorCtr="0" anchor="t" bIns="32575" lIns="32575" spcFirstLastPara="1" rIns="32575" wrap="square" tIns="32575">
            <a:spAutoFit/>
          </a:bodyPr>
          <a:lstStyle/>
          <a:p>
            <a:pPr indent="0" lvl="0" marL="0" marR="0" rtl="0" algn="l">
              <a:lnSpc>
                <a:spcPct val="100000"/>
              </a:lnSpc>
              <a:spcBef>
                <a:spcPts val="0"/>
              </a:spcBef>
              <a:spcAft>
                <a:spcPts val="0"/>
              </a:spcAft>
              <a:buClr>
                <a:srgbClr val="000000"/>
              </a:buClr>
              <a:buSzPts val="700"/>
              <a:buFont typeface="Arial"/>
              <a:buNone/>
            </a:pPr>
            <a:r>
              <a:rPr b="1" i="0" lang="es" sz="800" u="none" cap="none" strike="noStrike">
                <a:solidFill>
                  <a:schemeClr val="dk1"/>
                </a:solidFill>
                <a:latin typeface="Helvetica Neue"/>
                <a:ea typeface="Helvetica Neue"/>
                <a:cs typeface="Helvetica Neue"/>
                <a:sym typeface="Helvetica Neue"/>
              </a:rPr>
              <a:t>Liberación R2</a:t>
            </a:r>
            <a:endParaRPr b="1" i="0" sz="800" u="none" cap="none" strike="noStrike">
              <a:solidFill>
                <a:schemeClr val="dk1"/>
              </a:solidFill>
              <a:latin typeface="Helvetica Neue"/>
              <a:ea typeface="Helvetica Neue"/>
              <a:cs typeface="Helvetica Neue"/>
              <a:sym typeface="Helvetica Neue"/>
            </a:endParaRPr>
          </a:p>
        </p:txBody>
      </p:sp>
      <p:grpSp>
        <p:nvGrpSpPr>
          <p:cNvPr id="1522" name="Google Shape;1522;p181"/>
          <p:cNvGrpSpPr/>
          <p:nvPr/>
        </p:nvGrpSpPr>
        <p:grpSpPr>
          <a:xfrm>
            <a:off x="5135225" y="3289799"/>
            <a:ext cx="201187" cy="169273"/>
            <a:chOff x="8874498" y="1727299"/>
            <a:chExt cx="651301" cy="651301"/>
          </a:xfrm>
        </p:grpSpPr>
        <p:sp>
          <p:nvSpPr>
            <p:cNvPr id="1523" name="Google Shape;1523;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524" name="Google Shape;1524;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525" name="Google Shape;1525;p181"/>
          <p:cNvGrpSpPr/>
          <p:nvPr/>
        </p:nvGrpSpPr>
        <p:grpSpPr>
          <a:xfrm>
            <a:off x="5135974" y="4031620"/>
            <a:ext cx="201187" cy="169273"/>
            <a:chOff x="8874498" y="1727299"/>
            <a:chExt cx="651301" cy="651301"/>
          </a:xfrm>
        </p:grpSpPr>
        <p:sp>
          <p:nvSpPr>
            <p:cNvPr id="1526" name="Google Shape;1526;p181"/>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527" name="Google Shape;1527;p181"/>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182"/>
          <p:cNvSpPr txBox="1"/>
          <p:nvPr/>
        </p:nvSpPr>
        <p:spPr>
          <a:xfrm>
            <a:off x="393200" y="557375"/>
            <a:ext cx="29964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es" sz="2000" u="none" cap="none" strike="noStrike">
                <a:solidFill>
                  <a:srgbClr val="000000"/>
                </a:solidFill>
                <a:latin typeface="Helvetica Neue"/>
                <a:ea typeface="Helvetica Neue"/>
                <a:cs typeface="Helvetica Neue"/>
                <a:sym typeface="Helvetica Neue"/>
              </a:rPr>
              <a:t>Roadmap Alto nivel R3</a:t>
            </a:r>
            <a:endParaRPr b="0" i="0" sz="2000" u="none" cap="none" strike="noStrike">
              <a:solidFill>
                <a:srgbClr val="000000"/>
              </a:solidFill>
              <a:latin typeface="Helvetica Neue"/>
              <a:ea typeface="Helvetica Neue"/>
              <a:cs typeface="Helvetica Neue"/>
              <a:sym typeface="Helvetica Neue"/>
            </a:endParaRPr>
          </a:p>
        </p:txBody>
      </p:sp>
      <p:sp>
        <p:nvSpPr>
          <p:cNvPr id="1534" name="Google Shape;1534;p182"/>
          <p:cNvSpPr txBox="1"/>
          <p:nvPr/>
        </p:nvSpPr>
        <p:spPr>
          <a:xfrm>
            <a:off x="393200" y="859630"/>
            <a:ext cx="2996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es" sz="1000" u="none" cap="none" strike="noStrike">
                <a:solidFill>
                  <a:srgbClr val="000000"/>
                </a:solidFill>
                <a:latin typeface="Helvetica Neue Light"/>
                <a:ea typeface="Helvetica Neue Light"/>
                <a:cs typeface="Helvetica Neue Light"/>
                <a:sym typeface="Helvetica Neue Light"/>
              </a:rPr>
              <a:t>Smart Vista + Canales</a:t>
            </a:r>
            <a:endParaRPr b="0" i="0" sz="1000" u="none" cap="none" strike="noStrike">
              <a:solidFill>
                <a:srgbClr val="000000"/>
              </a:solidFill>
              <a:latin typeface="Helvetica Neue Light"/>
              <a:ea typeface="Helvetica Neue Light"/>
              <a:cs typeface="Helvetica Neue Light"/>
              <a:sym typeface="Helvetica Neue Light"/>
            </a:endParaRPr>
          </a:p>
        </p:txBody>
      </p:sp>
      <p:sp>
        <p:nvSpPr>
          <p:cNvPr id="1535" name="Google Shape;1535;p182"/>
          <p:cNvSpPr/>
          <p:nvPr/>
        </p:nvSpPr>
        <p:spPr>
          <a:xfrm>
            <a:off x="4073466" y="387150"/>
            <a:ext cx="2482800" cy="657000"/>
          </a:xfrm>
          <a:prstGeom prst="roundRect">
            <a:avLst>
              <a:gd fmla="val 16667" name="adj"/>
            </a:avLst>
          </a:prstGeom>
          <a:solidFill>
            <a:schemeClr val="lt1"/>
          </a:solidFill>
          <a:ln cap="flat" cmpd="sng" w="7150">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p:txBody>
      </p:sp>
      <p:sp>
        <p:nvSpPr>
          <p:cNvPr id="1536" name="Google Shape;1536;p182"/>
          <p:cNvSpPr/>
          <p:nvPr/>
        </p:nvSpPr>
        <p:spPr>
          <a:xfrm>
            <a:off x="6667781" y="387263"/>
            <a:ext cx="2322900" cy="657000"/>
          </a:xfrm>
          <a:prstGeom prst="roundRect">
            <a:avLst>
              <a:gd fmla="val 16667" name="adj"/>
            </a:avLst>
          </a:prstGeom>
          <a:solidFill>
            <a:schemeClr val="lt1"/>
          </a:solidFill>
          <a:ln cap="flat" cmpd="sng" w="7150">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lvetica Neue"/>
              <a:ea typeface="Helvetica Neue"/>
              <a:cs typeface="Helvetica Neue"/>
              <a:sym typeface="Helvetica Neue"/>
            </a:endParaRPr>
          </a:p>
        </p:txBody>
      </p:sp>
      <p:sp>
        <p:nvSpPr>
          <p:cNvPr id="1537" name="Google Shape;1537;p182"/>
          <p:cNvSpPr txBox="1"/>
          <p:nvPr/>
        </p:nvSpPr>
        <p:spPr>
          <a:xfrm>
            <a:off x="6774018" y="429300"/>
            <a:ext cx="721800" cy="173400"/>
          </a:xfrm>
          <a:prstGeom prst="rect">
            <a:avLst/>
          </a:prstGeom>
          <a:noFill/>
          <a:ln>
            <a:noFill/>
          </a:ln>
        </p:spPr>
        <p:txBody>
          <a:bodyPr anchorCtr="0" anchor="t" bIns="32575" lIns="32575" spcFirstLastPara="1" rIns="32575" wrap="square" tIns="32575">
            <a:sp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chemeClr val="dk1"/>
                </a:solidFill>
                <a:latin typeface="Helvetica Neue"/>
                <a:ea typeface="Helvetica Neue"/>
                <a:cs typeface="Helvetica Neue"/>
                <a:sym typeface="Helvetica Neue"/>
              </a:rPr>
              <a:t>Dependencias</a:t>
            </a:r>
            <a:endParaRPr b="1" i="0" sz="700" u="none" cap="none" strike="noStrike">
              <a:solidFill>
                <a:schemeClr val="dk1"/>
              </a:solidFill>
              <a:latin typeface="Helvetica Neue"/>
              <a:ea typeface="Helvetica Neue"/>
              <a:cs typeface="Helvetica Neue"/>
              <a:sym typeface="Helvetica Neue"/>
            </a:endParaRPr>
          </a:p>
        </p:txBody>
      </p:sp>
      <p:cxnSp>
        <p:nvCxnSpPr>
          <p:cNvPr id="1538" name="Google Shape;1538;p182"/>
          <p:cNvCxnSpPr/>
          <p:nvPr/>
        </p:nvCxnSpPr>
        <p:spPr>
          <a:xfrm>
            <a:off x="7578872" y="676988"/>
            <a:ext cx="138900" cy="300"/>
          </a:xfrm>
          <a:prstGeom prst="straightConnector1">
            <a:avLst/>
          </a:prstGeom>
          <a:noFill/>
          <a:ln cap="flat" cmpd="sng" w="7150">
            <a:solidFill>
              <a:srgbClr val="595959"/>
            </a:solidFill>
            <a:prstDash val="solid"/>
            <a:round/>
            <a:headEnd len="med" w="med" type="diamond"/>
            <a:tailEnd len="med" w="med" type="diamond"/>
          </a:ln>
        </p:spPr>
      </p:cxnSp>
      <p:sp>
        <p:nvSpPr>
          <p:cNvPr id="1539" name="Google Shape;1539;p182"/>
          <p:cNvSpPr/>
          <p:nvPr/>
        </p:nvSpPr>
        <p:spPr>
          <a:xfrm>
            <a:off x="7603744" y="758804"/>
            <a:ext cx="89100" cy="89100"/>
          </a:xfrm>
          <a:prstGeom prst="rect">
            <a:avLst/>
          </a:prstGeom>
          <a:noFill/>
          <a:ln cap="flat" cmpd="sng" w="7150">
            <a:solidFill>
              <a:schemeClr val="dk2"/>
            </a:solidFill>
            <a:prstDash val="dot"/>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540" name="Google Shape;1540;p182"/>
          <p:cNvSpPr txBox="1"/>
          <p:nvPr/>
        </p:nvSpPr>
        <p:spPr>
          <a:xfrm>
            <a:off x="7738829" y="632558"/>
            <a:ext cx="13635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Dependencia entre features</a:t>
            </a:r>
            <a:endParaRPr b="1" i="0" sz="600" u="none" cap="none" strike="noStrike">
              <a:solidFill>
                <a:schemeClr val="dk1"/>
              </a:solidFill>
              <a:latin typeface="Helvetica Neue"/>
              <a:ea typeface="Helvetica Neue"/>
              <a:cs typeface="Helvetica Neue"/>
              <a:sym typeface="Helvetica Neue"/>
            </a:endParaRPr>
          </a:p>
        </p:txBody>
      </p:sp>
      <p:sp>
        <p:nvSpPr>
          <p:cNvPr id="1541" name="Google Shape;1541;p182"/>
          <p:cNvSpPr/>
          <p:nvPr/>
        </p:nvSpPr>
        <p:spPr>
          <a:xfrm>
            <a:off x="6850894" y="755210"/>
            <a:ext cx="89100" cy="89100"/>
          </a:xfrm>
          <a:prstGeom prst="ellipse">
            <a:avLst/>
          </a:prstGeom>
          <a:solidFill>
            <a:srgbClr val="87BE4A"/>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542" name="Google Shape;1542;p182"/>
          <p:cNvSpPr txBox="1"/>
          <p:nvPr/>
        </p:nvSpPr>
        <p:spPr>
          <a:xfrm>
            <a:off x="6959325" y="770738"/>
            <a:ext cx="498900" cy="6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QA</a:t>
            </a:r>
            <a:endParaRPr b="1" i="0" sz="600" u="none" cap="none" strike="noStrike">
              <a:solidFill>
                <a:schemeClr val="dk1"/>
              </a:solidFill>
              <a:latin typeface="Helvetica Neue"/>
              <a:ea typeface="Helvetica Neue"/>
              <a:cs typeface="Helvetica Neue"/>
              <a:sym typeface="Helvetica Neue"/>
            </a:endParaRPr>
          </a:p>
        </p:txBody>
      </p:sp>
      <p:sp>
        <p:nvSpPr>
          <p:cNvPr id="1543" name="Google Shape;1543;p182"/>
          <p:cNvSpPr txBox="1"/>
          <p:nvPr/>
        </p:nvSpPr>
        <p:spPr>
          <a:xfrm>
            <a:off x="6959326" y="632550"/>
            <a:ext cx="4989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DevSecops</a:t>
            </a:r>
            <a:endParaRPr b="0" i="0" sz="700" u="none" cap="none" strike="noStrike">
              <a:solidFill>
                <a:schemeClr val="dk1"/>
              </a:solidFill>
              <a:latin typeface="Helvetica Neue"/>
              <a:ea typeface="Helvetica Neue"/>
              <a:cs typeface="Helvetica Neue"/>
              <a:sym typeface="Helvetica Neue"/>
            </a:endParaRPr>
          </a:p>
        </p:txBody>
      </p:sp>
      <p:sp>
        <p:nvSpPr>
          <p:cNvPr id="1544" name="Google Shape;1544;p182"/>
          <p:cNvSpPr/>
          <p:nvPr/>
        </p:nvSpPr>
        <p:spPr>
          <a:xfrm>
            <a:off x="6850894" y="632540"/>
            <a:ext cx="89100" cy="89100"/>
          </a:xfrm>
          <a:prstGeom prst="ellipse">
            <a:avLst/>
          </a:prstGeom>
          <a:solidFill>
            <a:srgbClr val="FBB03B"/>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545" name="Google Shape;1545;p182"/>
          <p:cNvSpPr txBox="1"/>
          <p:nvPr/>
        </p:nvSpPr>
        <p:spPr>
          <a:xfrm>
            <a:off x="7738838" y="751060"/>
            <a:ext cx="1163400" cy="10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No tiene equipo asignado</a:t>
            </a:r>
            <a:endParaRPr b="1" i="0" sz="600" u="none" cap="none" strike="noStrike">
              <a:solidFill>
                <a:schemeClr val="dk1"/>
              </a:solidFill>
              <a:latin typeface="Helvetica Neue"/>
              <a:ea typeface="Helvetica Neue"/>
              <a:cs typeface="Helvetica Neue"/>
              <a:sym typeface="Helvetica Neue"/>
            </a:endParaRPr>
          </a:p>
        </p:txBody>
      </p:sp>
      <p:grpSp>
        <p:nvGrpSpPr>
          <p:cNvPr id="1546" name="Google Shape;1546;p182"/>
          <p:cNvGrpSpPr/>
          <p:nvPr/>
        </p:nvGrpSpPr>
        <p:grpSpPr>
          <a:xfrm>
            <a:off x="4302139" y="632411"/>
            <a:ext cx="88805" cy="88992"/>
            <a:chOff x="3425165" y="1822660"/>
            <a:chExt cx="520545" cy="521644"/>
          </a:xfrm>
        </p:grpSpPr>
        <p:sp>
          <p:nvSpPr>
            <p:cNvPr id="1547" name="Google Shape;1547;p182"/>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sp>
          <p:nvSpPr>
            <p:cNvPr id="1548" name="Google Shape;1548;p182"/>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Montserrat"/>
                <a:ea typeface="Montserrat"/>
                <a:cs typeface="Montserrat"/>
                <a:sym typeface="Montserrat"/>
              </a:endParaRPr>
            </a:p>
          </p:txBody>
        </p:sp>
      </p:grpSp>
      <p:grpSp>
        <p:nvGrpSpPr>
          <p:cNvPr id="1549" name="Google Shape;1549;p182"/>
          <p:cNvGrpSpPr/>
          <p:nvPr/>
        </p:nvGrpSpPr>
        <p:grpSpPr>
          <a:xfrm>
            <a:off x="4302101" y="758097"/>
            <a:ext cx="89053" cy="89053"/>
            <a:chOff x="4767249" y="1808587"/>
            <a:chExt cx="522001" cy="522001"/>
          </a:xfrm>
        </p:grpSpPr>
        <p:sp>
          <p:nvSpPr>
            <p:cNvPr id="1550" name="Google Shape;1550;p182"/>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sp>
          <p:nvSpPr>
            <p:cNvPr id="1551" name="Google Shape;1551;p182"/>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Montserrat"/>
                <a:ea typeface="Montserrat"/>
                <a:cs typeface="Montserrat"/>
                <a:sym typeface="Montserrat"/>
              </a:endParaRPr>
            </a:p>
          </p:txBody>
        </p:sp>
      </p:grpSp>
      <p:grpSp>
        <p:nvGrpSpPr>
          <p:cNvPr id="1552" name="Google Shape;1552;p182"/>
          <p:cNvGrpSpPr/>
          <p:nvPr/>
        </p:nvGrpSpPr>
        <p:grpSpPr>
          <a:xfrm>
            <a:off x="4302068" y="883821"/>
            <a:ext cx="89053" cy="89053"/>
            <a:chOff x="6360200" y="1837339"/>
            <a:chExt cx="522000" cy="522000"/>
          </a:xfrm>
        </p:grpSpPr>
        <p:sp>
          <p:nvSpPr>
            <p:cNvPr id="1553" name="Google Shape;1553;p182"/>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sp>
          <p:nvSpPr>
            <p:cNvPr id="1554" name="Google Shape;1554;p182"/>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Montserrat"/>
                <a:ea typeface="Montserrat"/>
                <a:cs typeface="Montserrat"/>
                <a:sym typeface="Montserrat"/>
              </a:endParaRPr>
            </a:p>
          </p:txBody>
        </p:sp>
      </p:grpSp>
      <p:sp>
        <p:nvSpPr>
          <p:cNvPr id="1555" name="Google Shape;1555;p182"/>
          <p:cNvSpPr/>
          <p:nvPr/>
        </p:nvSpPr>
        <p:spPr>
          <a:xfrm>
            <a:off x="6850885" y="877901"/>
            <a:ext cx="89100" cy="89100"/>
          </a:xfrm>
          <a:prstGeom prst="ellipse">
            <a:avLst/>
          </a:prstGeom>
          <a:solidFill>
            <a:srgbClr val="FFE400"/>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556" name="Google Shape;1556;p182"/>
          <p:cNvSpPr txBox="1"/>
          <p:nvPr/>
        </p:nvSpPr>
        <p:spPr>
          <a:xfrm>
            <a:off x="6959325" y="889819"/>
            <a:ext cx="498900" cy="6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UX</a:t>
            </a:r>
            <a:endParaRPr b="1" i="0" sz="600" u="none" cap="none" strike="noStrike">
              <a:solidFill>
                <a:schemeClr val="dk1"/>
              </a:solidFill>
              <a:latin typeface="Helvetica Neue"/>
              <a:ea typeface="Helvetica Neue"/>
              <a:cs typeface="Helvetica Neue"/>
              <a:sym typeface="Helvetica Neue"/>
            </a:endParaRPr>
          </a:p>
        </p:txBody>
      </p:sp>
      <p:sp>
        <p:nvSpPr>
          <p:cNvPr id="1557" name="Google Shape;1557;p182"/>
          <p:cNvSpPr txBox="1"/>
          <p:nvPr/>
        </p:nvSpPr>
        <p:spPr>
          <a:xfrm>
            <a:off x="4225331" y="429188"/>
            <a:ext cx="721800" cy="173400"/>
          </a:xfrm>
          <a:prstGeom prst="rect">
            <a:avLst/>
          </a:prstGeom>
          <a:noFill/>
          <a:ln>
            <a:noFill/>
          </a:ln>
        </p:spPr>
        <p:txBody>
          <a:bodyPr anchorCtr="0" anchor="t" bIns="32575" lIns="32575" spcFirstLastPara="1" rIns="32575" wrap="square" tIns="32575">
            <a:sp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chemeClr val="dk1"/>
                </a:solidFill>
                <a:latin typeface="Helvetica Neue"/>
                <a:ea typeface="Helvetica Neue"/>
                <a:cs typeface="Helvetica Neue"/>
                <a:sym typeface="Helvetica Neue"/>
              </a:rPr>
              <a:t>Estatus</a:t>
            </a:r>
            <a:endParaRPr b="1" i="0" sz="700" u="none" cap="none" strike="noStrike">
              <a:solidFill>
                <a:schemeClr val="dk1"/>
              </a:solidFill>
              <a:latin typeface="Helvetica Neue"/>
              <a:ea typeface="Helvetica Neue"/>
              <a:cs typeface="Helvetica Neue"/>
              <a:sym typeface="Helvetica Neue"/>
            </a:endParaRPr>
          </a:p>
        </p:txBody>
      </p:sp>
      <p:sp>
        <p:nvSpPr>
          <p:cNvPr id="1558" name="Google Shape;1558;p182"/>
          <p:cNvSpPr txBox="1"/>
          <p:nvPr/>
        </p:nvSpPr>
        <p:spPr>
          <a:xfrm>
            <a:off x="5590192" y="632445"/>
            <a:ext cx="13635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Pruebas y Despliegue</a:t>
            </a:r>
            <a:endParaRPr b="1" i="0" sz="600" u="none" cap="none" strike="noStrike">
              <a:solidFill>
                <a:schemeClr val="dk1"/>
              </a:solidFill>
              <a:latin typeface="Helvetica Neue"/>
              <a:ea typeface="Helvetica Neue"/>
              <a:cs typeface="Helvetica Neue"/>
              <a:sym typeface="Helvetica Neue"/>
            </a:endParaRPr>
          </a:p>
        </p:txBody>
      </p:sp>
      <p:sp>
        <p:nvSpPr>
          <p:cNvPr id="1559" name="Google Shape;1559;p182"/>
          <p:cNvSpPr txBox="1"/>
          <p:nvPr/>
        </p:nvSpPr>
        <p:spPr>
          <a:xfrm>
            <a:off x="4410638" y="770625"/>
            <a:ext cx="498900" cy="6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Diseño</a:t>
            </a:r>
            <a:endParaRPr b="1" i="0" sz="600" u="none" cap="none" strike="noStrike">
              <a:solidFill>
                <a:schemeClr val="dk1"/>
              </a:solidFill>
              <a:latin typeface="Helvetica Neue"/>
              <a:ea typeface="Helvetica Neue"/>
              <a:cs typeface="Helvetica Neue"/>
              <a:sym typeface="Helvetica Neue"/>
            </a:endParaRPr>
          </a:p>
        </p:txBody>
      </p:sp>
      <p:sp>
        <p:nvSpPr>
          <p:cNvPr id="1560" name="Google Shape;1560;p182"/>
          <p:cNvSpPr txBox="1"/>
          <p:nvPr/>
        </p:nvSpPr>
        <p:spPr>
          <a:xfrm>
            <a:off x="4410638" y="632438"/>
            <a:ext cx="9141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Planeación y Análisis</a:t>
            </a:r>
            <a:endParaRPr b="1" i="0" sz="600" u="none" cap="none" strike="noStrike">
              <a:solidFill>
                <a:schemeClr val="dk1"/>
              </a:solidFill>
              <a:latin typeface="Helvetica Neue"/>
              <a:ea typeface="Helvetica Neue"/>
              <a:cs typeface="Helvetica Neue"/>
              <a:sym typeface="Helvetica Neue"/>
            </a:endParaRPr>
          </a:p>
        </p:txBody>
      </p:sp>
      <p:sp>
        <p:nvSpPr>
          <p:cNvPr id="1561" name="Google Shape;1561;p182"/>
          <p:cNvSpPr txBox="1"/>
          <p:nvPr/>
        </p:nvSpPr>
        <p:spPr>
          <a:xfrm>
            <a:off x="5590201" y="750947"/>
            <a:ext cx="1163400" cy="10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Post Liberación</a:t>
            </a:r>
            <a:endParaRPr b="1" i="0" sz="600" u="none" cap="none" strike="noStrike">
              <a:solidFill>
                <a:schemeClr val="dk1"/>
              </a:solidFill>
              <a:latin typeface="Helvetica Neue"/>
              <a:ea typeface="Helvetica Neue"/>
              <a:cs typeface="Helvetica Neue"/>
              <a:sym typeface="Helvetica Neue"/>
            </a:endParaRPr>
          </a:p>
        </p:txBody>
      </p:sp>
      <p:sp>
        <p:nvSpPr>
          <p:cNvPr id="1562" name="Google Shape;1562;p182"/>
          <p:cNvSpPr txBox="1"/>
          <p:nvPr/>
        </p:nvSpPr>
        <p:spPr>
          <a:xfrm>
            <a:off x="4410638" y="889706"/>
            <a:ext cx="943800" cy="8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dk1"/>
                </a:solidFill>
                <a:latin typeface="Helvetica Neue"/>
                <a:ea typeface="Helvetica Neue"/>
                <a:cs typeface="Helvetica Neue"/>
                <a:sym typeface="Helvetica Neue"/>
              </a:rPr>
              <a:t>Desarrollo/Integración</a:t>
            </a:r>
            <a:endParaRPr b="1" i="0" sz="600" u="none" cap="none" strike="noStrike">
              <a:solidFill>
                <a:schemeClr val="dk1"/>
              </a:solidFill>
              <a:latin typeface="Helvetica Neue"/>
              <a:ea typeface="Helvetica Neue"/>
              <a:cs typeface="Helvetica Neue"/>
              <a:sym typeface="Helvetica Neue"/>
            </a:endParaRPr>
          </a:p>
        </p:txBody>
      </p:sp>
      <p:grpSp>
        <p:nvGrpSpPr>
          <p:cNvPr id="1563" name="Google Shape;1563;p182"/>
          <p:cNvGrpSpPr/>
          <p:nvPr/>
        </p:nvGrpSpPr>
        <p:grpSpPr>
          <a:xfrm>
            <a:off x="5454849" y="771298"/>
            <a:ext cx="89053" cy="89053"/>
            <a:chOff x="10114171" y="1929198"/>
            <a:chExt cx="522000" cy="522000"/>
          </a:xfrm>
        </p:grpSpPr>
        <p:sp>
          <p:nvSpPr>
            <p:cNvPr id="1564" name="Google Shape;1564;p182"/>
            <p:cNvSpPr/>
            <p:nvPr/>
          </p:nvSpPr>
          <p:spPr>
            <a:xfrm>
              <a:off x="10114171" y="192919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pic>
          <p:nvPicPr>
            <p:cNvPr id="1565" name="Google Shape;1565;p182"/>
            <p:cNvPicPr preferRelativeResize="0"/>
            <p:nvPr/>
          </p:nvPicPr>
          <p:blipFill rotWithShape="1">
            <a:blip r:embed="rId3">
              <a:alphaModFix/>
            </a:blip>
            <a:srcRect b="0" l="0" r="0" t="0"/>
            <a:stretch/>
          </p:blipFill>
          <p:spPr>
            <a:xfrm>
              <a:off x="10114171" y="1929198"/>
              <a:ext cx="522000" cy="522000"/>
            </a:xfrm>
            <a:prstGeom prst="rect">
              <a:avLst/>
            </a:prstGeom>
            <a:noFill/>
            <a:ln>
              <a:noFill/>
            </a:ln>
          </p:spPr>
        </p:pic>
      </p:grpSp>
      <p:grpSp>
        <p:nvGrpSpPr>
          <p:cNvPr id="1566" name="Google Shape;1566;p182"/>
          <p:cNvGrpSpPr/>
          <p:nvPr/>
        </p:nvGrpSpPr>
        <p:grpSpPr>
          <a:xfrm>
            <a:off x="5455119" y="642534"/>
            <a:ext cx="89098" cy="89098"/>
            <a:chOff x="8874498" y="1727299"/>
            <a:chExt cx="651301" cy="651301"/>
          </a:xfrm>
        </p:grpSpPr>
        <p:sp>
          <p:nvSpPr>
            <p:cNvPr id="1567" name="Google Shape;1567;p182"/>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300" u="none" cap="none" strike="noStrike">
                <a:solidFill>
                  <a:srgbClr val="FFFFFF"/>
                </a:solidFill>
                <a:latin typeface="Montserrat"/>
                <a:ea typeface="Montserrat"/>
                <a:cs typeface="Montserrat"/>
                <a:sym typeface="Montserrat"/>
              </a:endParaRPr>
            </a:p>
          </p:txBody>
        </p:sp>
        <p:sp>
          <p:nvSpPr>
            <p:cNvPr id="1568" name="Google Shape;1568;p182"/>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Montserrat"/>
                <a:ea typeface="Montserrat"/>
                <a:cs typeface="Montserrat"/>
                <a:sym typeface="Montserrat"/>
              </a:endParaRPr>
            </a:p>
          </p:txBody>
        </p:sp>
      </p:grpSp>
      <p:graphicFrame>
        <p:nvGraphicFramePr>
          <p:cNvPr id="1569" name="Google Shape;1569;p182"/>
          <p:cNvGraphicFramePr/>
          <p:nvPr/>
        </p:nvGraphicFramePr>
        <p:xfrm>
          <a:off x="9" y="1321318"/>
          <a:ext cx="3000000" cy="3000000"/>
        </p:xfrm>
        <a:graphic>
          <a:graphicData uri="http://schemas.openxmlformats.org/drawingml/2006/table">
            <a:tbl>
              <a:tblPr bandRow="1" firstRow="1">
                <a:noFill/>
                <a:tableStyleId>{805F5E45-6C60-4678-B48A-06F230435844}</a:tableStyleId>
              </a:tblPr>
              <a:tblGrid>
                <a:gridCol w="12134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gridCol w="317225"/>
              </a:tblGrid>
              <a:tr h="156575">
                <a:tc>
                  <a:txBody>
                    <a:bodyPr/>
                    <a:lstStyle/>
                    <a:p>
                      <a:pPr indent="0" lvl="0" marL="0" marR="0" rtl="0" algn="l">
                        <a:lnSpc>
                          <a:spcPct val="100000"/>
                        </a:lnSpc>
                        <a:spcBef>
                          <a:spcPts val="0"/>
                        </a:spcBef>
                        <a:spcAft>
                          <a:spcPts val="0"/>
                        </a:spcAft>
                        <a:buClr>
                          <a:srgbClr val="000000"/>
                        </a:buClr>
                        <a:buSzPts val="300"/>
                        <a:buFont typeface="Arial"/>
                        <a:buNone/>
                      </a:pPr>
                      <a:r>
                        <a:t/>
                      </a:r>
                      <a:endParaRPr sz="4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BAC6F7"/>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C9C9C9"/>
                    </a:solidFill>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S5</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 Dic</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13 Dic</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S6</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16 Dic</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 Ene</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00"/>
                        <a:buFont typeface="Arial"/>
                        <a:buNone/>
                      </a:pPr>
                      <a:r>
                        <a:rPr lang="es" sz="500" u="none" cap="none" strike="noStrike">
                          <a:solidFill>
                            <a:srgbClr val="595959"/>
                          </a:solidFill>
                          <a:latin typeface="Helvetica Neue"/>
                          <a:ea typeface="Helvetica Neue"/>
                          <a:cs typeface="Helvetica Neue"/>
                          <a:sym typeface="Helvetica Neue"/>
                        </a:rPr>
                        <a:t>S7</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400"/>
                        <a:buFont typeface="Arial"/>
                        <a:buNone/>
                      </a:pPr>
                      <a:r>
                        <a:rPr b="0" lang="es" sz="500" u="none" cap="none" strike="noStrike">
                          <a:solidFill>
                            <a:srgbClr val="595959"/>
                          </a:solidFill>
                          <a:latin typeface="Helvetica Neue"/>
                          <a:ea typeface="Helvetica Neue"/>
                          <a:cs typeface="Helvetica Neue"/>
                          <a:sym typeface="Helvetica Neue"/>
                        </a:rPr>
                        <a:t>6 Ene</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500"/>
                        <a:buFont typeface="Arial"/>
                        <a:buNone/>
                      </a:pPr>
                      <a:r>
                        <a:rPr b="0" lang="es" sz="500" u="none" cap="none" strike="noStrike">
                          <a:solidFill>
                            <a:srgbClr val="595959"/>
                          </a:solidFill>
                          <a:latin typeface="Helvetica Neue"/>
                          <a:ea typeface="Helvetica Neue"/>
                          <a:cs typeface="Helvetica Neue"/>
                          <a:sym typeface="Helvetica Neue"/>
                        </a:rPr>
                        <a:t>17 Ene</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S8</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20 Ene</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31 Ene</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S9</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 Feb</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14 Feb</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00"/>
                        <a:buFont typeface="Arial"/>
                        <a:buNone/>
                      </a:pPr>
                      <a:r>
                        <a:rPr lang="es" sz="500" u="none" cap="none" strike="noStrike">
                          <a:solidFill>
                            <a:srgbClr val="595959"/>
                          </a:solidFill>
                          <a:latin typeface="Helvetica Neue"/>
                          <a:ea typeface="Helvetica Neue"/>
                          <a:cs typeface="Helvetica Neue"/>
                          <a:sym typeface="Helvetica Neue"/>
                        </a:rPr>
                        <a:t>S10</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400"/>
                        <a:buFont typeface="Arial"/>
                        <a:buNone/>
                      </a:pPr>
                      <a:r>
                        <a:rPr b="0" lang="es" sz="500" u="none" cap="none" strike="noStrike">
                          <a:solidFill>
                            <a:srgbClr val="595959"/>
                          </a:solidFill>
                          <a:latin typeface="Helvetica Neue"/>
                          <a:ea typeface="Helvetica Neue"/>
                          <a:cs typeface="Helvetica Neue"/>
                          <a:sym typeface="Helvetica Neue"/>
                        </a:rPr>
                        <a:t>17 Feb</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500"/>
                        <a:buFont typeface="Arial"/>
                        <a:buNone/>
                      </a:pPr>
                      <a:r>
                        <a:rPr b="0" lang="es" sz="500" u="none" cap="none" strike="noStrike">
                          <a:solidFill>
                            <a:srgbClr val="595959"/>
                          </a:solidFill>
                          <a:latin typeface="Helvetica Neue"/>
                          <a:ea typeface="Helvetica Neue"/>
                          <a:cs typeface="Helvetica Neue"/>
                          <a:sym typeface="Helvetica Neue"/>
                        </a:rPr>
                        <a:t>28 Feb</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S1</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 Mar</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14 Mar</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S2</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18 Mar</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4 Abr</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S3</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7 Abr</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18 Abr</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S4</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21 Abr</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02 May</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S5</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5 May</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16 May</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S6</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19 May</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30 May</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S1</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 Jun</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13 Jun</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S2</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16 Jun</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27 Jun</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S3</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30 Jun</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11 Jul</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S4</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14 Jul</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25 Jul</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S5</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28 Jul</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8 Ago</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S6</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11 Ago</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22 Ago</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S7</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25 Ago</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5 Sep</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4E3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S1</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8 Sep</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19 Sep</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S2</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22 Sep</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3 Oct</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S3</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6 Oct</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17 Oct</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S4</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20 Oct</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7 Nov</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S5</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10 Nov</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21 Nov</a:t>
                      </a:r>
                      <a:endParaRPr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B0F0"/>
                        </a:buClr>
                        <a:buSzPts val="200"/>
                        <a:buFont typeface="Arial"/>
                        <a:buNone/>
                      </a:pPr>
                      <a:r>
                        <a:rPr lang="es" sz="500" u="none" cap="none" strike="noStrike">
                          <a:solidFill>
                            <a:srgbClr val="595959"/>
                          </a:solidFill>
                          <a:latin typeface="Helvetica Neue"/>
                          <a:ea typeface="Helvetica Neue"/>
                          <a:cs typeface="Helvetica Neue"/>
                          <a:sym typeface="Helvetica Neue"/>
                        </a:rPr>
                        <a:t>S6</a:t>
                      </a:r>
                      <a:endParaRPr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24 Nov</a:t>
                      </a:r>
                      <a:endParaRPr b="0" sz="500" u="none" cap="none" strike="noStrike">
                        <a:solidFill>
                          <a:srgbClr val="595959"/>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B0F0"/>
                        </a:buClr>
                        <a:buSzPts val="200"/>
                        <a:buFont typeface="Arial"/>
                        <a:buNone/>
                      </a:pPr>
                      <a:r>
                        <a:rPr b="0" lang="es" sz="500" u="none" cap="none" strike="noStrike">
                          <a:solidFill>
                            <a:srgbClr val="595959"/>
                          </a:solidFill>
                          <a:latin typeface="Helvetica Neue"/>
                          <a:ea typeface="Helvetica Neue"/>
                          <a:cs typeface="Helvetica Neue"/>
                          <a:sym typeface="Helvetica Neue"/>
                        </a:rPr>
                        <a:t>28 Nov</a:t>
                      </a:r>
                      <a:endParaRPr b="0" sz="500" u="none" cap="none" strike="noStrike">
                        <a:solidFill>
                          <a:srgbClr val="595959"/>
                        </a:solidFill>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9525">
                      <a:solidFill>
                        <a:srgbClr val="CCCCCC"/>
                      </a:solidFill>
                      <a:prstDash val="solid"/>
                      <a:round/>
                      <a:headEnd len="sm" w="sm" type="none"/>
                      <a:tailEnd len="sm" w="sm" type="none"/>
                    </a:lnB>
                  </a:tcPr>
                </a:tc>
              </a:tr>
              <a:tr h="521725">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4E3EF"/>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EEEEE"/>
                    </a:solidFill>
                  </a:tcPr>
                </a:tc>
              </a:tr>
              <a:tr h="625925">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r>
              <a:tr h="761875">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EFEFEF"/>
                    </a:solidFill>
                  </a:tcPr>
                </a:tc>
              </a:tr>
              <a:tr h="738250">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tcPr>
                </a:tc>
              </a:tr>
              <a:tr h="803525">
                <a:tc>
                  <a:txBody>
                    <a:bodyPr/>
                    <a:lstStyle/>
                    <a:p>
                      <a:pPr indent="0" lvl="0" marL="0" marR="0" rtl="0" algn="l">
                        <a:lnSpc>
                          <a:spcPct val="100000"/>
                        </a:lnSpc>
                        <a:spcBef>
                          <a:spcPts val="0"/>
                        </a:spcBef>
                        <a:spcAft>
                          <a:spcPts val="0"/>
                        </a:spcAft>
                        <a:buClr>
                          <a:srgbClr val="000000"/>
                        </a:buClr>
                        <a:buSzPts val="200"/>
                        <a:buFont typeface="Arial"/>
                        <a:buNone/>
                      </a:pPr>
                      <a:r>
                        <a:t/>
                      </a:r>
                      <a:endParaRPr sz="300" u="none" cap="none" strike="noStrike">
                        <a:latin typeface="Helvetica Neue"/>
                        <a:ea typeface="Helvetica Neue"/>
                        <a:cs typeface="Helvetica Neue"/>
                        <a:sym typeface="Helvetica Neue"/>
                      </a:endParaRPr>
                    </a:p>
                  </a:txBody>
                  <a:tcPr marT="11075" marB="11075" marR="25625" marL="25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C9C9C9"/>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Helvetica Neue"/>
                        <a:ea typeface="Helvetica Neue"/>
                        <a:cs typeface="Helvetica Neue"/>
                        <a:sym typeface="Helvetica Neue"/>
                      </a:endParaRPr>
                    </a:p>
                  </a:txBody>
                  <a:tcPr marT="0" marB="0" marR="0" marL="0"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rgbClr val="C4E3EF">
                          <a:alpha val="0"/>
                        </a:srgbClr>
                      </a:solidFill>
                      <a:prstDash val="solid"/>
                      <a:round/>
                      <a:headEnd len="sm" w="sm" type="none"/>
                      <a:tailEnd len="sm" w="sm" type="none"/>
                    </a:lnB>
                    <a:solidFill>
                      <a:srgbClr val="EFEFEF"/>
                    </a:solidFill>
                  </a:tcPr>
                </a:tc>
              </a:tr>
            </a:tbl>
          </a:graphicData>
        </a:graphic>
      </p:graphicFrame>
      <p:pic>
        <p:nvPicPr>
          <p:cNvPr id="1570" name="Google Shape;1570;p182"/>
          <p:cNvPicPr preferRelativeResize="0"/>
          <p:nvPr/>
        </p:nvPicPr>
        <p:blipFill rotWithShape="1">
          <a:blip r:embed="rId4">
            <a:alphaModFix/>
          </a:blip>
          <a:srcRect b="0" l="0" r="0" t="0"/>
          <a:stretch/>
        </p:blipFill>
        <p:spPr>
          <a:xfrm>
            <a:off x="510836" y="1183487"/>
            <a:ext cx="523638" cy="109399"/>
          </a:xfrm>
          <a:prstGeom prst="rect">
            <a:avLst/>
          </a:prstGeom>
          <a:noFill/>
          <a:ln>
            <a:noFill/>
          </a:ln>
        </p:spPr>
      </p:pic>
      <p:sp>
        <p:nvSpPr>
          <p:cNvPr id="1571" name="Google Shape;1571;p182"/>
          <p:cNvSpPr/>
          <p:nvPr/>
        </p:nvSpPr>
        <p:spPr>
          <a:xfrm>
            <a:off x="1518262" y="1735622"/>
            <a:ext cx="6045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Planeación </a:t>
            </a:r>
            <a:endParaRPr b="0" i="0" sz="600" u="none" cap="none" strike="noStrike">
              <a:solidFill>
                <a:schemeClr val="dk1"/>
              </a:solidFill>
              <a:latin typeface="Helvetica Neue"/>
              <a:ea typeface="Helvetica Neue"/>
              <a:cs typeface="Helvetica Neue"/>
              <a:sym typeface="Helvetica Neue"/>
            </a:endParaRPr>
          </a:p>
        </p:txBody>
      </p:sp>
      <p:sp>
        <p:nvSpPr>
          <p:cNvPr id="1572" name="Google Shape;1572;p182"/>
          <p:cNvSpPr/>
          <p:nvPr/>
        </p:nvSpPr>
        <p:spPr>
          <a:xfrm>
            <a:off x="2085012" y="1735627"/>
            <a:ext cx="6945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Análisis</a:t>
            </a:r>
            <a:endParaRPr b="0" i="0" sz="1300" u="none" cap="none" strike="noStrike">
              <a:solidFill>
                <a:schemeClr val="dk1"/>
              </a:solidFill>
              <a:latin typeface="Helvetica Neue"/>
              <a:ea typeface="Helvetica Neue"/>
              <a:cs typeface="Helvetica Neue"/>
              <a:sym typeface="Helvetica Neue"/>
            </a:endParaRPr>
          </a:p>
        </p:txBody>
      </p:sp>
      <p:sp>
        <p:nvSpPr>
          <p:cNvPr id="1573" name="Google Shape;1573;p182"/>
          <p:cNvSpPr/>
          <p:nvPr/>
        </p:nvSpPr>
        <p:spPr>
          <a:xfrm>
            <a:off x="2745879" y="1735622"/>
            <a:ext cx="801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Diseño</a:t>
            </a:r>
            <a:endParaRPr b="0" i="0" sz="1300" u="none" cap="none" strike="noStrike">
              <a:solidFill>
                <a:schemeClr val="dk1"/>
              </a:solidFill>
              <a:latin typeface="Helvetica Neue"/>
              <a:ea typeface="Helvetica Neue"/>
              <a:cs typeface="Helvetica Neue"/>
              <a:sym typeface="Helvetica Neue"/>
            </a:endParaRPr>
          </a:p>
        </p:txBody>
      </p:sp>
      <p:sp>
        <p:nvSpPr>
          <p:cNvPr id="1574" name="Google Shape;1574;p182"/>
          <p:cNvSpPr/>
          <p:nvPr/>
        </p:nvSpPr>
        <p:spPr>
          <a:xfrm>
            <a:off x="3513656" y="1735622"/>
            <a:ext cx="30387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575" name="Google Shape;1575;p182"/>
          <p:cNvSpPr/>
          <p:nvPr/>
        </p:nvSpPr>
        <p:spPr>
          <a:xfrm>
            <a:off x="6606286" y="1732588"/>
            <a:ext cx="9438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Pruebas</a:t>
            </a:r>
            <a:endParaRPr b="0" i="0" sz="1300" u="none" cap="none" strike="noStrike">
              <a:solidFill>
                <a:schemeClr val="dk1"/>
              </a:solidFill>
              <a:latin typeface="Helvetica Neue"/>
              <a:ea typeface="Helvetica Neue"/>
              <a:cs typeface="Helvetica Neue"/>
              <a:sym typeface="Helvetica Neue"/>
            </a:endParaRPr>
          </a:p>
        </p:txBody>
      </p:sp>
      <p:sp>
        <p:nvSpPr>
          <p:cNvPr id="1576" name="Google Shape;1576;p182"/>
          <p:cNvSpPr/>
          <p:nvPr/>
        </p:nvSpPr>
        <p:spPr>
          <a:xfrm rot="-5400000">
            <a:off x="542450" y="2153474"/>
            <a:ext cx="480300" cy="4515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APP</a:t>
            </a:r>
            <a:endParaRPr b="1" i="0" sz="800" u="none" cap="none" strike="noStrike">
              <a:solidFill>
                <a:srgbClr val="FFFFFF"/>
              </a:solidFill>
              <a:latin typeface="Helvetica Neue"/>
              <a:ea typeface="Helvetica Neue"/>
              <a:cs typeface="Helvetica Neue"/>
              <a:sym typeface="Helvetica Neue"/>
            </a:endParaRPr>
          </a:p>
        </p:txBody>
      </p:sp>
      <p:sp>
        <p:nvSpPr>
          <p:cNvPr id="1577" name="Google Shape;1577;p182"/>
          <p:cNvSpPr/>
          <p:nvPr/>
        </p:nvSpPr>
        <p:spPr>
          <a:xfrm rot="-5400000">
            <a:off x="383475" y="2833650"/>
            <a:ext cx="772500" cy="4563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Promotor</a:t>
            </a:r>
            <a:r>
              <a:rPr b="1" lang="es" sz="800">
                <a:solidFill>
                  <a:srgbClr val="FFFFFF"/>
                </a:solidFill>
                <a:latin typeface="Helvetica Neue"/>
                <a:ea typeface="Helvetica Neue"/>
                <a:cs typeface="Helvetica Neue"/>
                <a:sym typeface="Helvetica Neue"/>
              </a:rPr>
              <a:t>ía</a:t>
            </a:r>
            <a:endParaRPr b="1" i="0" sz="800" u="none" cap="none" strike="noStrike">
              <a:solidFill>
                <a:srgbClr val="FFFFFF"/>
              </a:solidFill>
              <a:latin typeface="Helvetica Neue"/>
              <a:ea typeface="Helvetica Neue"/>
              <a:cs typeface="Helvetica Neue"/>
              <a:sym typeface="Helvetica Neue"/>
            </a:endParaRPr>
          </a:p>
        </p:txBody>
      </p:sp>
      <p:sp>
        <p:nvSpPr>
          <p:cNvPr id="1578" name="Google Shape;1578;p182"/>
          <p:cNvSpPr/>
          <p:nvPr/>
        </p:nvSpPr>
        <p:spPr>
          <a:xfrm rot="-5400000">
            <a:off x="422000" y="4380359"/>
            <a:ext cx="721200" cy="4479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Aclaraciones</a:t>
            </a:r>
            <a:endParaRPr b="1" i="0" sz="700" u="none" cap="none" strike="noStrike">
              <a:solidFill>
                <a:srgbClr val="FFFFFF"/>
              </a:solidFill>
              <a:latin typeface="Helvetica Neue"/>
              <a:ea typeface="Helvetica Neue"/>
              <a:cs typeface="Helvetica Neue"/>
              <a:sym typeface="Helvetica Neue"/>
            </a:endParaRPr>
          </a:p>
        </p:txBody>
      </p:sp>
      <p:sp>
        <p:nvSpPr>
          <p:cNvPr id="1579" name="Google Shape;1579;p182"/>
          <p:cNvSpPr/>
          <p:nvPr/>
        </p:nvSpPr>
        <p:spPr>
          <a:xfrm rot="-5400000">
            <a:off x="-1072225" y="3380550"/>
            <a:ext cx="2809800" cy="3351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Canales</a:t>
            </a:r>
            <a:endParaRPr b="1" i="0" sz="800" u="none" cap="none" strike="noStrike">
              <a:solidFill>
                <a:srgbClr val="FFFFFF"/>
              </a:solidFill>
              <a:latin typeface="Helvetica Neue"/>
              <a:ea typeface="Helvetica Neue"/>
              <a:cs typeface="Helvetica Neue"/>
              <a:sym typeface="Helvetica Neue"/>
            </a:endParaRPr>
          </a:p>
        </p:txBody>
      </p:sp>
      <p:sp>
        <p:nvSpPr>
          <p:cNvPr id="1580" name="Google Shape;1580;p182"/>
          <p:cNvSpPr/>
          <p:nvPr/>
        </p:nvSpPr>
        <p:spPr>
          <a:xfrm>
            <a:off x="1223531" y="4470525"/>
            <a:ext cx="5514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Análisis  </a:t>
            </a:r>
            <a:endParaRPr b="0" i="0" sz="600" u="none" cap="none" strike="noStrike">
              <a:solidFill>
                <a:schemeClr val="dk1"/>
              </a:solidFill>
              <a:latin typeface="Helvetica Neue"/>
              <a:ea typeface="Helvetica Neue"/>
              <a:cs typeface="Helvetica Neue"/>
              <a:sym typeface="Helvetica Neue"/>
            </a:endParaRPr>
          </a:p>
        </p:txBody>
      </p:sp>
      <p:sp>
        <p:nvSpPr>
          <p:cNvPr id="1581" name="Google Shape;1581;p182"/>
          <p:cNvSpPr/>
          <p:nvPr/>
        </p:nvSpPr>
        <p:spPr>
          <a:xfrm>
            <a:off x="5505239" y="2323469"/>
            <a:ext cx="11634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582" name="Google Shape;1582;p182"/>
          <p:cNvSpPr/>
          <p:nvPr/>
        </p:nvSpPr>
        <p:spPr>
          <a:xfrm>
            <a:off x="5077934" y="2934139"/>
            <a:ext cx="16035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583" name="Google Shape;1583;p182"/>
          <p:cNvSpPr/>
          <p:nvPr/>
        </p:nvSpPr>
        <p:spPr>
          <a:xfrm>
            <a:off x="6668719" y="2932433"/>
            <a:ext cx="9141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Pruebas</a:t>
            </a:r>
            <a:endParaRPr b="0" i="0" sz="1300" u="none" cap="none" strike="noStrike">
              <a:solidFill>
                <a:schemeClr val="dk1"/>
              </a:solidFill>
              <a:latin typeface="Helvetica Neue"/>
              <a:ea typeface="Helvetica Neue"/>
              <a:cs typeface="Helvetica Neue"/>
              <a:sym typeface="Helvetica Neue"/>
            </a:endParaRPr>
          </a:p>
        </p:txBody>
      </p:sp>
      <p:sp>
        <p:nvSpPr>
          <p:cNvPr id="1584" name="Google Shape;1584;p182"/>
          <p:cNvSpPr/>
          <p:nvPr/>
        </p:nvSpPr>
        <p:spPr>
          <a:xfrm rot="-5400000">
            <a:off x="297275" y="1413888"/>
            <a:ext cx="524700" cy="8613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Smart Vista</a:t>
            </a:r>
            <a:endParaRPr b="1" i="0" sz="800" u="none" cap="none" strike="noStrike">
              <a:solidFill>
                <a:srgbClr val="FFFFFF"/>
              </a:solidFill>
              <a:latin typeface="Helvetica Neue"/>
              <a:ea typeface="Helvetica Neue"/>
              <a:cs typeface="Helvetica Neue"/>
              <a:sym typeface="Helvetica Neue"/>
            </a:endParaRPr>
          </a:p>
        </p:txBody>
      </p:sp>
      <p:sp>
        <p:nvSpPr>
          <p:cNvPr id="1585" name="Google Shape;1585;p182"/>
          <p:cNvSpPr/>
          <p:nvPr/>
        </p:nvSpPr>
        <p:spPr>
          <a:xfrm>
            <a:off x="3158504" y="1148963"/>
            <a:ext cx="1881900" cy="160200"/>
          </a:xfrm>
          <a:prstGeom prst="roundRect">
            <a:avLst>
              <a:gd fmla="val 16667" name="adj"/>
            </a:avLst>
          </a:prstGeom>
          <a:solidFill>
            <a:srgbClr val="1F4BEB"/>
          </a:solidFill>
          <a:ln>
            <a:noFill/>
          </a:ln>
        </p:spPr>
        <p:txBody>
          <a:bodyPr anchorCtr="0" anchor="ctr" bIns="5975" lIns="5975" spcFirstLastPara="1" rIns="5975" wrap="square" tIns="5975">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Q2 2025</a:t>
            </a:r>
            <a:endParaRPr b="1" i="0" sz="700" u="none" cap="none" strike="noStrike">
              <a:solidFill>
                <a:srgbClr val="5D737E"/>
              </a:solidFill>
              <a:latin typeface="Helvetica Neue"/>
              <a:ea typeface="Helvetica Neue"/>
              <a:cs typeface="Helvetica Neue"/>
              <a:sym typeface="Helvetica Neue"/>
            </a:endParaRPr>
          </a:p>
        </p:txBody>
      </p:sp>
      <p:sp>
        <p:nvSpPr>
          <p:cNvPr id="1586" name="Google Shape;1586;p182"/>
          <p:cNvSpPr/>
          <p:nvPr/>
        </p:nvSpPr>
        <p:spPr>
          <a:xfrm>
            <a:off x="5068247" y="1143375"/>
            <a:ext cx="2199300" cy="160200"/>
          </a:xfrm>
          <a:prstGeom prst="roundRect">
            <a:avLst>
              <a:gd fmla="val 16667" name="adj"/>
            </a:avLst>
          </a:prstGeom>
          <a:solidFill>
            <a:srgbClr val="1F4BEB"/>
          </a:solidFill>
          <a:ln>
            <a:noFill/>
          </a:ln>
        </p:spPr>
        <p:txBody>
          <a:bodyPr anchorCtr="0" anchor="ctr" bIns="5975" lIns="5975" spcFirstLastPara="1" rIns="5975" wrap="square" tIns="5975">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Q3 2025</a:t>
            </a:r>
            <a:endParaRPr b="1" i="0" sz="700" u="none" cap="none" strike="noStrike">
              <a:solidFill>
                <a:srgbClr val="5D737E"/>
              </a:solidFill>
              <a:latin typeface="Helvetica Neue"/>
              <a:ea typeface="Helvetica Neue"/>
              <a:cs typeface="Helvetica Neue"/>
              <a:sym typeface="Helvetica Neue"/>
            </a:endParaRPr>
          </a:p>
        </p:txBody>
      </p:sp>
      <p:sp>
        <p:nvSpPr>
          <p:cNvPr id="1587" name="Google Shape;1587;p182"/>
          <p:cNvSpPr/>
          <p:nvPr/>
        </p:nvSpPr>
        <p:spPr>
          <a:xfrm>
            <a:off x="7295550" y="1139513"/>
            <a:ext cx="1848300" cy="160200"/>
          </a:xfrm>
          <a:prstGeom prst="roundRect">
            <a:avLst>
              <a:gd fmla="val 16667" name="adj"/>
            </a:avLst>
          </a:prstGeom>
          <a:solidFill>
            <a:srgbClr val="1F4BEB"/>
          </a:solidFill>
          <a:ln>
            <a:noFill/>
          </a:ln>
        </p:spPr>
        <p:txBody>
          <a:bodyPr anchorCtr="0" anchor="ctr" bIns="5975" lIns="5975" spcFirstLastPara="1" rIns="5975" wrap="square" tIns="5975">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Q4 2025</a:t>
            </a:r>
            <a:endParaRPr b="1" i="0" sz="700" u="none" cap="none" strike="noStrike">
              <a:solidFill>
                <a:srgbClr val="5D737E"/>
              </a:solidFill>
              <a:latin typeface="Helvetica Neue"/>
              <a:ea typeface="Helvetica Neue"/>
              <a:cs typeface="Helvetica Neue"/>
              <a:sym typeface="Helvetica Neue"/>
            </a:endParaRPr>
          </a:p>
        </p:txBody>
      </p:sp>
      <p:sp>
        <p:nvSpPr>
          <p:cNvPr id="1588" name="Google Shape;1588;p182"/>
          <p:cNvSpPr/>
          <p:nvPr/>
        </p:nvSpPr>
        <p:spPr>
          <a:xfrm>
            <a:off x="1219941" y="1143375"/>
            <a:ext cx="1910700" cy="160200"/>
          </a:xfrm>
          <a:prstGeom prst="roundRect">
            <a:avLst>
              <a:gd fmla="val 16667" name="adj"/>
            </a:avLst>
          </a:prstGeom>
          <a:solidFill>
            <a:srgbClr val="1F4BEB"/>
          </a:solidFill>
          <a:ln>
            <a:noFill/>
          </a:ln>
        </p:spPr>
        <p:txBody>
          <a:bodyPr anchorCtr="0" anchor="ctr" bIns="5975" lIns="5975" spcFirstLastPara="1" rIns="5975" wrap="square" tIns="5975">
            <a:noAutofit/>
          </a:bodyPr>
          <a:lstStyle/>
          <a:p>
            <a:pPr indent="0" lvl="0" marL="0" marR="0" rtl="0" algn="ctr">
              <a:lnSpc>
                <a:spcPct val="100000"/>
              </a:lnSpc>
              <a:spcBef>
                <a:spcPts val="0"/>
              </a:spcBef>
              <a:spcAft>
                <a:spcPts val="0"/>
              </a:spcAft>
              <a:buClr>
                <a:srgbClr val="FFFFFF"/>
              </a:buClr>
              <a:buSzPts val="300"/>
              <a:buFont typeface="Arial"/>
              <a:buNone/>
            </a:pPr>
            <a:r>
              <a:rPr b="1" i="0" lang="es" sz="700" u="none" cap="none" strike="noStrike">
                <a:solidFill>
                  <a:srgbClr val="FFFFFF"/>
                </a:solidFill>
                <a:latin typeface="Helvetica Neue"/>
                <a:ea typeface="Helvetica Neue"/>
                <a:cs typeface="Helvetica Neue"/>
                <a:sym typeface="Helvetica Neue"/>
              </a:rPr>
              <a:t>Q4 2024- Q1 2025</a:t>
            </a:r>
            <a:endParaRPr b="1" i="0" sz="700" u="none" cap="none" strike="noStrike">
              <a:solidFill>
                <a:srgbClr val="5D737E"/>
              </a:solidFill>
              <a:latin typeface="Helvetica Neue"/>
              <a:ea typeface="Helvetica Neue"/>
              <a:cs typeface="Helvetica Neue"/>
              <a:sym typeface="Helvetica Neue"/>
            </a:endParaRPr>
          </a:p>
        </p:txBody>
      </p:sp>
      <p:sp>
        <p:nvSpPr>
          <p:cNvPr id="1589" name="Google Shape;1589;p182"/>
          <p:cNvSpPr/>
          <p:nvPr/>
        </p:nvSpPr>
        <p:spPr>
          <a:xfrm>
            <a:off x="6639000" y="2323469"/>
            <a:ext cx="9438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Pruebas</a:t>
            </a:r>
            <a:endParaRPr b="0" i="0" sz="1300" u="none" cap="none" strike="noStrike">
              <a:solidFill>
                <a:schemeClr val="dk1"/>
              </a:solidFill>
              <a:latin typeface="Helvetica Neue"/>
              <a:ea typeface="Helvetica Neue"/>
              <a:cs typeface="Helvetica Neue"/>
              <a:sym typeface="Helvetica Neue"/>
            </a:endParaRPr>
          </a:p>
        </p:txBody>
      </p:sp>
      <p:sp>
        <p:nvSpPr>
          <p:cNvPr id="1590" name="Google Shape;1590;p182"/>
          <p:cNvSpPr/>
          <p:nvPr/>
        </p:nvSpPr>
        <p:spPr>
          <a:xfrm>
            <a:off x="1744508" y="4470525"/>
            <a:ext cx="801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Diseño</a:t>
            </a:r>
            <a:endParaRPr b="0" i="0" sz="600" u="none" cap="none" strike="noStrike">
              <a:solidFill>
                <a:schemeClr val="dk1"/>
              </a:solidFill>
              <a:latin typeface="Helvetica Neue"/>
              <a:ea typeface="Helvetica Neue"/>
              <a:cs typeface="Helvetica Neue"/>
              <a:sym typeface="Helvetica Neue"/>
            </a:endParaRPr>
          </a:p>
        </p:txBody>
      </p:sp>
      <p:sp>
        <p:nvSpPr>
          <p:cNvPr id="1591" name="Google Shape;1591;p182"/>
          <p:cNvSpPr/>
          <p:nvPr/>
        </p:nvSpPr>
        <p:spPr>
          <a:xfrm>
            <a:off x="2515238" y="4470525"/>
            <a:ext cx="3443100" cy="147000"/>
          </a:xfrm>
          <a:prstGeom prst="chevron">
            <a:avLst>
              <a:gd fmla="val 50000" name="adj"/>
            </a:avLst>
          </a:prstGeom>
          <a:noFill/>
          <a:ln cap="flat" cmpd="sng" w="7150">
            <a:solidFill>
              <a:srgbClr val="FF0000"/>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592" name="Google Shape;1592;p182"/>
          <p:cNvSpPr/>
          <p:nvPr/>
        </p:nvSpPr>
        <p:spPr>
          <a:xfrm>
            <a:off x="6451988" y="4470525"/>
            <a:ext cx="801300" cy="147000"/>
          </a:xfrm>
          <a:prstGeom prst="chevron">
            <a:avLst>
              <a:gd fmla="val 50000" name="adj"/>
            </a:avLst>
          </a:prstGeom>
          <a:noFill/>
          <a:ln cap="flat" cmpd="sng" w="7150">
            <a:solidFill>
              <a:srgbClr val="FF0000"/>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dk1"/>
                </a:solidFill>
                <a:latin typeface="Helvetica Neue"/>
                <a:ea typeface="Helvetica Neue"/>
                <a:cs typeface="Helvetica Neue"/>
                <a:sym typeface="Helvetica Neue"/>
              </a:rPr>
              <a:t>Pruebas</a:t>
            </a:r>
            <a:endParaRPr b="0" i="0" sz="1200" u="none" cap="none" strike="noStrike">
              <a:solidFill>
                <a:schemeClr val="dk1"/>
              </a:solidFill>
              <a:latin typeface="Helvetica Neue"/>
              <a:ea typeface="Helvetica Neue"/>
              <a:cs typeface="Helvetica Neue"/>
              <a:sym typeface="Helvetica Neue"/>
            </a:endParaRPr>
          </a:p>
        </p:txBody>
      </p:sp>
      <p:sp>
        <p:nvSpPr>
          <p:cNvPr id="1593" name="Google Shape;1593;p182"/>
          <p:cNvSpPr/>
          <p:nvPr/>
        </p:nvSpPr>
        <p:spPr>
          <a:xfrm>
            <a:off x="2655712" y="2940205"/>
            <a:ext cx="5514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Análisis  </a:t>
            </a:r>
            <a:endParaRPr b="0" i="0" sz="600" u="none" cap="none" strike="noStrike">
              <a:solidFill>
                <a:schemeClr val="dk1"/>
              </a:solidFill>
              <a:latin typeface="Helvetica Neue"/>
              <a:ea typeface="Helvetica Neue"/>
              <a:cs typeface="Helvetica Neue"/>
              <a:sym typeface="Helvetica Neue"/>
            </a:endParaRPr>
          </a:p>
        </p:txBody>
      </p:sp>
      <p:sp>
        <p:nvSpPr>
          <p:cNvPr id="1594" name="Google Shape;1594;p182"/>
          <p:cNvSpPr/>
          <p:nvPr/>
        </p:nvSpPr>
        <p:spPr>
          <a:xfrm>
            <a:off x="3207185" y="2933144"/>
            <a:ext cx="801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    Diseño</a:t>
            </a:r>
            <a:endParaRPr b="0" i="0" sz="1300" u="none" cap="none" strike="noStrike">
              <a:solidFill>
                <a:schemeClr val="dk1"/>
              </a:solidFill>
              <a:latin typeface="Helvetica Neue"/>
              <a:ea typeface="Helvetica Neue"/>
              <a:cs typeface="Helvetica Neue"/>
              <a:sym typeface="Helvetica Neue"/>
            </a:endParaRPr>
          </a:p>
        </p:txBody>
      </p:sp>
      <p:sp>
        <p:nvSpPr>
          <p:cNvPr id="1595" name="Google Shape;1595;p182"/>
          <p:cNvSpPr/>
          <p:nvPr/>
        </p:nvSpPr>
        <p:spPr>
          <a:xfrm rot="-5400000">
            <a:off x="440891" y="3617763"/>
            <a:ext cx="683400" cy="456300"/>
          </a:xfrm>
          <a:prstGeom prst="roundRect">
            <a:avLst>
              <a:gd fmla="val 16667" name="adj"/>
            </a:avLst>
          </a:prstGeom>
          <a:solidFill>
            <a:srgbClr val="8C8C8C"/>
          </a:solidFill>
          <a:ln>
            <a:noFill/>
          </a:ln>
        </p:spPr>
        <p:txBody>
          <a:bodyPr anchorCtr="0" anchor="ctr" bIns="6800" lIns="6800" spcFirstLastPara="1" rIns="6800" wrap="square" tIns="6800">
            <a:noAutofit/>
          </a:bodyPr>
          <a:lstStyle/>
          <a:p>
            <a:pPr indent="0" lvl="0" marL="0" marR="0" rtl="0" algn="ctr">
              <a:lnSpc>
                <a:spcPct val="100000"/>
              </a:lnSpc>
              <a:spcBef>
                <a:spcPts val="0"/>
              </a:spcBef>
              <a:spcAft>
                <a:spcPts val="0"/>
              </a:spcAft>
              <a:buClr>
                <a:srgbClr val="FFFFFF"/>
              </a:buClr>
              <a:buSzPts val="300"/>
              <a:buFont typeface="Arial"/>
              <a:buNone/>
            </a:pPr>
            <a:r>
              <a:rPr b="1" i="0" lang="es" sz="800" u="none" cap="none" strike="noStrike">
                <a:solidFill>
                  <a:srgbClr val="FFFFFF"/>
                </a:solidFill>
                <a:latin typeface="Helvetica Neue"/>
                <a:ea typeface="Helvetica Neue"/>
                <a:cs typeface="Helvetica Neue"/>
                <a:sym typeface="Helvetica Neue"/>
              </a:rPr>
              <a:t>Cajas | Ventanilla</a:t>
            </a:r>
            <a:endParaRPr b="1" i="0" sz="800" u="none" cap="none" strike="noStrike">
              <a:solidFill>
                <a:srgbClr val="FFFFFF"/>
              </a:solidFill>
              <a:latin typeface="Helvetica Neue"/>
              <a:ea typeface="Helvetica Neue"/>
              <a:cs typeface="Helvetica Neue"/>
              <a:sym typeface="Helvetica Neue"/>
            </a:endParaRPr>
          </a:p>
        </p:txBody>
      </p:sp>
      <p:sp>
        <p:nvSpPr>
          <p:cNvPr id="1596" name="Google Shape;1596;p182"/>
          <p:cNvSpPr/>
          <p:nvPr/>
        </p:nvSpPr>
        <p:spPr>
          <a:xfrm>
            <a:off x="5077934" y="3729742"/>
            <a:ext cx="16035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Desarrollo</a:t>
            </a:r>
            <a:endParaRPr b="0" i="0" sz="1300" u="none" cap="none" strike="noStrike">
              <a:solidFill>
                <a:schemeClr val="dk1"/>
              </a:solidFill>
              <a:latin typeface="Helvetica Neue"/>
              <a:ea typeface="Helvetica Neue"/>
              <a:cs typeface="Helvetica Neue"/>
              <a:sym typeface="Helvetica Neue"/>
            </a:endParaRPr>
          </a:p>
        </p:txBody>
      </p:sp>
      <p:sp>
        <p:nvSpPr>
          <p:cNvPr id="1597" name="Google Shape;1597;p182"/>
          <p:cNvSpPr/>
          <p:nvPr/>
        </p:nvSpPr>
        <p:spPr>
          <a:xfrm>
            <a:off x="6668719" y="3728036"/>
            <a:ext cx="9141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Pruebas</a:t>
            </a:r>
            <a:endParaRPr b="0" i="0" sz="1300" u="none" cap="none" strike="noStrike">
              <a:solidFill>
                <a:schemeClr val="dk1"/>
              </a:solidFill>
              <a:latin typeface="Helvetica Neue"/>
              <a:ea typeface="Helvetica Neue"/>
              <a:cs typeface="Helvetica Neue"/>
              <a:sym typeface="Helvetica Neue"/>
            </a:endParaRPr>
          </a:p>
        </p:txBody>
      </p:sp>
      <p:sp>
        <p:nvSpPr>
          <p:cNvPr id="1598" name="Google Shape;1598;p182"/>
          <p:cNvSpPr/>
          <p:nvPr/>
        </p:nvSpPr>
        <p:spPr>
          <a:xfrm>
            <a:off x="2655712" y="3735807"/>
            <a:ext cx="551400" cy="147000"/>
          </a:xfrm>
          <a:prstGeom prst="homePlate">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Análisis  </a:t>
            </a:r>
            <a:endParaRPr b="0" i="0" sz="600" u="none" cap="none" strike="noStrike">
              <a:solidFill>
                <a:schemeClr val="dk1"/>
              </a:solidFill>
              <a:latin typeface="Helvetica Neue"/>
              <a:ea typeface="Helvetica Neue"/>
              <a:cs typeface="Helvetica Neue"/>
              <a:sym typeface="Helvetica Neue"/>
            </a:endParaRPr>
          </a:p>
        </p:txBody>
      </p:sp>
      <p:sp>
        <p:nvSpPr>
          <p:cNvPr id="1599" name="Google Shape;1599;p182"/>
          <p:cNvSpPr/>
          <p:nvPr/>
        </p:nvSpPr>
        <p:spPr>
          <a:xfrm>
            <a:off x="3207185" y="3728746"/>
            <a:ext cx="801300" cy="147000"/>
          </a:xfrm>
          <a:prstGeom prst="chevron">
            <a:avLst>
              <a:gd fmla="val 50000" name="adj"/>
            </a:avLst>
          </a:prstGeom>
          <a:noFill/>
          <a:ln cap="flat" cmpd="sng" w="7150">
            <a:solidFill>
              <a:srgbClr val="595959"/>
            </a:solidFill>
            <a:prstDash val="solid"/>
            <a:round/>
            <a:headEnd len="sm" w="sm" type="none"/>
            <a:tailEnd len="sm" w="sm" type="none"/>
          </a:ln>
        </p:spPr>
        <p:txBody>
          <a:bodyPr anchorCtr="0" anchor="ctr" bIns="77825" lIns="77825" spcFirstLastPara="1" rIns="77825" wrap="square" tIns="77825">
            <a:noAutofit/>
          </a:bodyPr>
          <a:lstStyle/>
          <a:p>
            <a:pPr indent="0" lvl="0" marL="0" marR="0" rtl="0" algn="ctr">
              <a:lnSpc>
                <a:spcPct val="100000"/>
              </a:lnSpc>
              <a:spcBef>
                <a:spcPts val="0"/>
              </a:spcBef>
              <a:spcAft>
                <a:spcPts val="0"/>
              </a:spcAft>
              <a:buClr>
                <a:srgbClr val="000000"/>
              </a:buClr>
              <a:buSzPts val="500"/>
              <a:buFont typeface="Arial"/>
              <a:buNone/>
            </a:pPr>
            <a:r>
              <a:rPr b="0" i="0" lang="es" sz="600" u="none" cap="none" strike="noStrike">
                <a:solidFill>
                  <a:schemeClr val="dk1"/>
                </a:solidFill>
                <a:latin typeface="Helvetica Neue"/>
                <a:ea typeface="Helvetica Neue"/>
                <a:cs typeface="Helvetica Neue"/>
                <a:sym typeface="Helvetica Neue"/>
              </a:rPr>
              <a:t>Diseño</a:t>
            </a:r>
            <a:endParaRPr b="0" i="0" sz="1300" u="none" cap="none" strike="noStrike">
              <a:solidFill>
                <a:schemeClr val="dk1"/>
              </a:solidFill>
              <a:latin typeface="Helvetica Neue"/>
              <a:ea typeface="Helvetica Neue"/>
              <a:cs typeface="Helvetica Neue"/>
              <a:sym typeface="Helvetica Neue"/>
            </a:endParaRPr>
          </a:p>
        </p:txBody>
      </p:sp>
      <p:sp>
        <p:nvSpPr>
          <p:cNvPr id="1600" name="Google Shape;1600;p182"/>
          <p:cNvSpPr/>
          <p:nvPr/>
        </p:nvSpPr>
        <p:spPr>
          <a:xfrm>
            <a:off x="7411886" y="1764359"/>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grpSp>
        <p:nvGrpSpPr>
          <p:cNvPr id="1601" name="Google Shape;1601;p182"/>
          <p:cNvGrpSpPr/>
          <p:nvPr/>
        </p:nvGrpSpPr>
        <p:grpSpPr>
          <a:xfrm>
            <a:off x="6764951" y="1697995"/>
            <a:ext cx="169273" cy="169273"/>
            <a:chOff x="8874498" y="1727299"/>
            <a:chExt cx="651301" cy="651301"/>
          </a:xfrm>
        </p:grpSpPr>
        <p:sp>
          <p:nvSpPr>
            <p:cNvPr id="1602" name="Google Shape;1602;p182"/>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03" name="Google Shape;1603;p182"/>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04" name="Google Shape;1604;p182"/>
          <p:cNvGrpSpPr/>
          <p:nvPr/>
        </p:nvGrpSpPr>
        <p:grpSpPr>
          <a:xfrm>
            <a:off x="4652898" y="1724564"/>
            <a:ext cx="169285" cy="169285"/>
            <a:chOff x="6360200" y="1837339"/>
            <a:chExt cx="522000" cy="522000"/>
          </a:xfrm>
        </p:grpSpPr>
        <p:sp>
          <p:nvSpPr>
            <p:cNvPr id="1605" name="Google Shape;1605;p182"/>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06" name="Google Shape;1606;p182"/>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07" name="Google Shape;1607;p182"/>
          <p:cNvGrpSpPr/>
          <p:nvPr/>
        </p:nvGrpSpPr>
        <p:grpSpPr>
          <a:xfrm>
            <a:off x="2840491" y="1724564"/>
            <a:ext cx="169285" cy="169285"/>
            <a:chOff x="4767249" y="1808587"/>
            <a:chExt cx="522001" cy="522001"/>
          </a:xfrm>
        </p:grpSpPr>
        <p:sp>
          <p:nvSpPr>
            <p:cNvPr id="1608" name="Google Shape;1608;p182"/>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09" name="Google Shape;1609;p182"/>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10" name="Google Shape;1610;p182"/>
          <p:cNvGrpSpPr/>
          <p:nvPr/>
        </p:nvGrpSpPr>
        <p:grpSpPr>
          <a:xfrm>
            <a:off x="1405927" y="1724386"/>
            <a:ext cx="169281" cy="169638"/>
            <a:chOff x="3425165" y="1822660"/>
            <a:chExt cx="520545" cy="521644"/>
          </a:xfrm>
        </p:grpSpPr>
        <p:sp>
          <p:nvSpPr>
            <p:cNvPr id="1611" name="Google Shape;1611;p182"/>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12" name="Google Shape;1612;p182"/>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13" name="Google Shape;1613;p182"/>
          <p:cNvGrpSpPr/>
          <p:nvPr/>
        </p:nvGrpSpPr>
        <p:grpSpPr>
          <a:xfrm>
            <a:off x="2167327" y="1724386"/>
            <a:ext cx="169281" cy="169638"/>
            <a:chOff x="3425165" y="1822660"/>
            <a:chExt cx="520545" cy="521644"/>
          </a:xfrm>
        </p:grpSpPr>
        <p:sp>
          <p:nvSpPr>
            <p:cNvPr id="1614" name="Google Shape;1614;p182"/>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15" name="Google Shape;1615;p182"/>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sp>
        <p:nvSpPr>
          <p:cNvPr id="1616" name="Google Shape;1616;p182"/>
          <p:cNvSpPr/>
          <p:nvPr/>
        </p:nvSpPr>
        <p:spPr>
          <a:xfrm>
            <a:off x="7422674" y="2349790"/>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grpSp>
        <p:nvGrpSpPr>
          <p:cNvPr id="1617" name="Google Shape;1617;p182"/>
          <p:cNvGrpSpPr/>
          <p:nvPr/>
        </p:nvGrpSpPr>
        <p:grpSpPr>
          <a:xfrm>
            <a:off x="6774232" y="2312442"/>
            <a:ext cx="169273" cy="169273"/>
            <a:chOff x="8874498" y="1727299"/>
            <a:chExt cx="651301" cy="651301"/>
          </a:xfrm>
        </p:grpSpPr>
        <p:sp>
          <p:nvSpPr>
            <p:cNvPr id="1618" name="Google Shape;1618;p182"/>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19" name="Google Shape;1619;p182"/>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20" name="Google Shape;1620;p182"/>
          <p:cNvGrpSpPr/>
          <p:nvPr/>
        </p:nvGrpSpPr>
        <p:grpSpPr>
          <a:xfrm>
            <a:off x="5717271" y="2312395"/>
            <a:ext cx="169285" cy="169285"/>
            <a:chOff x="6360200" y="1837339"/>
            <a:chExt cx="522000" cy="522000"/>
          </a:xfrm>
        </p:grpSpPr>
        <p:sp>
          <p:nvSpPr>
            <p:cNvPr id="1621" name="Google Shape;1621;p182"/>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22" name="Google Shape;1622;p182"/>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sp>
        <p:nvSpPr>
          <p:cNvPr id="1623" name="Google Shape;1623;p182"/>
          <p:cNvSpPr/>
          <p:nvPr/>
        </p:nvSpPr>
        <p:spPr>
          <a:xfrm>
            <a:off x="7048649" y="4492737"/>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sp>
        <p:nvSpPr>
          <p:cNvPr id="1624" name="Google Shape;1624;p182"/>
          <p:cNvSpPr/>
          <p:nvPr/>
        </p:nvSpPr>
        <p:spPr>
          <a:xfrm>
            <a:off x="7422674" y="2958752"/>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sp>
        <p:nvSpPr>
          <p:cNvPr id="1625" name="Google Shape;1625;p182"/>
          <p:cNvSpPr/>
          <p:nvPr/>
        </p:nvSpPr>
        <p:spPr>
          <a:xfrm>
            <a:off x="7422674" y="3754362"/>
            <a:ext cx="94500" cy="94500"/>
          </a:xfrm>
          <a:prstGeom prst="ellipse">
            <a:avLst/>
          </a:prstGeom>
          <a:solidFill>
            <a:srgbClr val="87BE4A"/>
          </a:solidFill>
          <a:ln>
            <a:noFill/>
          </a:ln>
        </p:spPr>
        <p:txBody>
          <a:bodyPr anchorCtr="0" anchor="ctr" bIns="32575" lIns="32575" spcFirstLastPara="1" rIns="32575" wrap="square" tIns="325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600" u="none" cap="none" strike="noStrike">
              <a:solidFill>
                <a:srgbClr val="000000"/>
              </a:solidFill>
              <a:latin typeface="Helvetica Neue"/>
              <a:ea typeface="Helvetica Neue"/>
              <a:cs typeface="Helvetica Neue"/>
              <a:sym typeface="Helvetica Neue"/>
            </a:endParaRPr>
          </a:p>
        </p:txBody>
      </p:sp>
      <p:grpSp>
        <p:nvGrpSpPr>
          <p:cNvPr id="1626" name="Google Shape;1626;p182"/>
          <p:cNvGrpSpPr/>
          <p:nvPr/>
        </p:nvGrpSpPr>
        <p:grpSpPr>
          <a:xfrm>
            <a:off x="1200689" y="4448030"/>
            <a:ext cx="169281" cy="169638"/>
            <a:chOff x="3425165" y="1822660"/>
            <a:chExt cx="520545" cy="521644"/>
          </a:xfrm>
        </p:grpSpPr>
        <p:sp>
          <p:nvSpPr>
            <p:cNvPr id="1627" name="Google Shape;1627;p182"/>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28" name="Google Shape;1628;p182"/>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29" name="Google Shape;1629;p182"/>
          <p:cNvGrpSpPr/>
          <p:nvPr/>
        </p:nvGrpSpPr>
        <p:grpSpPr>
          <a:xfrm>
            <a:off x="1822966" y="4459458"/>
            <a:ext cx="169285" cy="169285"/>
            <a:chOff x="4767249" y="1808587"/>
            <a:chExt cx="522001" cy="522001"/>
          </a:xfrm>
        </p:grpSpPr>
        <p:sp>
          <p:nvSpPr>
            <p:cNvPr id="1630" name="Google Shape;1630;p182"/>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31" name="Google Shape;1631;p182"/>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32" name="Google Shape;1632;p182"/>
          <p:cNvGrpSpPr/>
          <p:nvPr/>
        </p:nvGrpSpPr>
        <p:grpSpPr>
          <a:xfrm>
            <a:off x="3575496" y="4459457"/>
            <a:ext cx="169285" cy="169285"/>
            <a:chOff x="6360200" y="1837339"/>
            <a:chExt cx="522000" cy="522000"/>
          </a:xfrm>
        </p:grpSpPr>
        <p:sp>
          <p:nvSpPr>
            <p:cNvPr id="1633" name="Google Shape;1633;p182"/>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34" name="Google Shape;1634;p182"/>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35" name="Google Shape;1635;p182"/>
          <p:cNvGrpSpPr/>
          <p:nvPr/>
        </p:nvGrpSpPr>
        <p:grpSpPr>
          <a:xfrm>
            <a:off x="6428491" y="4459505"/>
            <a:ext cx="169273" cy="169273"/>
            <a:chOff x="8874498" y="1727299"/>
            <a:chExt cx="651301" cy="651301"/>
          </a:xfrm>
        </p:grpSpPr>
        <p:sp>
          <p:nvSpPr>
            <p:cNvPr id="1636" name="Google Shape;1636;p182"/>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37" name="Google Shape;1637;p182"/>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38" name="Google Shape;1638;p182"/>
          <p:cNvGrpSpPr/>
          <p:nvPr/>
        </p:nvGrpSpPr>
        <p:grpSpPr>
          <a:xfrm>
            <a:off x="5505236" y="2921357"/>
            <a:ext cx="169285" cy="169285"/>
            <a:chOff x="6360200" y="1837339"/>
            <a:chExt cx="522000" cy="522000"/>
          </a:xfrm>
        </p:grpSpPr>
        <p:sp>
          <p:nvSpPr>
            <p:cNvPr id="1639" name="Google Shape;1639;p182"/>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40" name="Google Shape;1640;p182"/>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41" name="Google Shape;1641;p182"/>
          <p:cNvGrpSpPr/>
          <p:nvPr/>
        </p:nvGrpSpPr>
        <p:grpSpPr>
          <a:xfrm>
            <a:off x="6774232" y="2921414"/>
            <a:ext cx="169273" cy="169273"/>
            <a:chOff x="8874498" y="1727299"/>
            <a:chExt cx="651301" cy="651301"/>
          </a:xfrm>
        </p:grpSpPr>
        <p:sp>
          <p:nvSpPr>
            <p:cNvPr id="1642" name="Google Shape;1642;p182"/>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43" name="Google Shape;1643;p182"/>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44" name="Google Shape;1644;p182"/>
          <p:cNvGrpSpPr/>
          <p:nvPr/>
        </p:nvGrpSpPr>
        <p:grpSpPr>
          <a:xfrm>
            <a:off x="3320125" y="2921358"/>
            <a:ext cx="169285" cy="169285"/>
            <a:chOff x="4767249" y="1808587"/>
            <a:chExt cx="522001" cy="522001"/>
          </a:xfrm>
        </p:grpSpPr>
        <p:sp>
          <p:nvSpPr>
            <p:cNvPr id="1645" name="Google Shape;1645;p182"/>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46" name="Google Shape;1646;p182"/>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47" name="Google Shape;1647;p182"/>
          <p:cNvGrpSpPr/>
          <p:nvPr/>
        </p:nvGrpSpPr>
        <p:grpSpPr>
          <a:xfrm>
            <a:off x="2577662" y="2922886"/>
            <a:ext cx="169281" cy="169638"/>
            <a:chOff x="3425165" y="1822660"/>
            <a:chExt cx="520545" cy="521644"/>
          </a:xfrm>
        </p:grpSpPr>
        <p:sp>
          <p:nvSpPr>
            <p:cNvPr id="1648" name="Google Shape;1648;p182"/>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49" name="Google Shape;1649;p182"/>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50" name="Google Shape;1650;p182"/>
          <p:cNvGrpSpPr/>
          <p:nvPr/>
        </p:nvGrpSpPr>
        <p:grpSpPr>
          <a:xfrm>
            <a:off x="2577662" y="3721842"/>
            <a:ext cx="169281" cy="169638"/>
            <a:chOff x="3425165" y="1822660"/>
            <a:chExt cx="520545" cy="521644"/>
          </a:xfrm>
        </p:grpSpPr>
        <p:sp>
          <p:nvSpPr>
            <p:cNvPr id="1651" name="Google Shape;1651;p182"/>
            <p:cNvSpPr/>
            <p:nvPr/>
          </p:nvSpPr>
          <p:spPr>
            <a:xfrm>
              <a:off x="3425188" y="1823232"/>
              <a:ext cx="520500" cy="5205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52" name="Google Shape;1652;p182"/>
            <p:cNvSpPr/>
            <p:nvPr/>
          </p:nvSpPr>
          <p:spPr>
            <a:xfrm>
              <a:off x="3425165" y="1822660"/>
              <a:ext cx="520545" cy="521644"/>
            </a:xfrm>
            <a:custGeom>
              <a:rect b="b" l="l" r="r" t="t"/>
              <a:pathLst>
                <a:path extrusionOk="0" h="512" w="512">
                  <a:moveTo>
                    <a:pt x="288" y="138"/>
                  </a:moveTo>
                  <a:cubicBezTo>
                    <a:pt x="224" y="138"/>
                    <a:pt x="224" y="138"/>
                    <a:pt x="224" y="138"/>
                  </a:cubicBezTo>
                  <a:cubicBezTo>
                    <a:pt x="224" y="117"/>
                    <a:pt x="224" y="117"/>
                    <a:pt x="224" y="117"/>
                  </a:cubicBezTo>
                  <a:cubicBezTo>
                    <a:pt x="288" y="117"/>
                    <a:pt x="288" y="117"/>
                    <a:pt x="288" y="117"/>
                  </a:cubicBezTo>
                  <a:lnTo>
                    <a:pt x="288" y="138"/>
                  </a:lnTo>
                  <a:close/>
                  <a:moveTo>
                    <a:pt x="309" y="149"/>
                  </a:moveTo>
                  <a:cubicBezTo>
                    <a:pt x="309" y="155"/>
                    <a:pt x="304" y="160"/>
                    <a:pt x="298" y="160"/>
                  </a:cubicBezTo>
                  <a:cubicBezTo>
                    <a:pt x="213" y="160"/>
                    <a:pt x="213" y="160"/>
                    <a:pt x="213" y="160"/>
                  </a:cubicBezTo>
                  <a:cubicBezTo>
                    <a:pt x="207" y="160"/>
                    <a:pt x="202" y="155"/>
                    <a:pt x="202" y="149"/>
                  </a:cubicBezTo>
                  <a:cubicBezTo>
                    <a:pt x="202" y="138"/>
                    <a:pt x="202" y="138"/>
                    <a:pt x="202" y="138"/>
                  </a:cubicBezTo>
                  <a:cubicBezTo>
                    <a:pt x="160" y="138"/>
                    <a:pt x="160" y="138"/>
                    <a:pt x="160" y="138"/>
                  </a:cubicBezTo>
                  <a:cubicBezTo>
                    <a:pt x="160" y="394"/>
                    <a:pt x="160" y="394"/>
                    <a:pt x="160" y="394"/>
                  </a:cubicBezTo>
                  <a:cubicBezTo>
                    <a:pt x="352" y="394"/>
                    <a:pt x="352" y="394"/>
                    <a:pt x="352" y="394"/>
                  </a:cubicBezTo>
                  <a:cubicBezTo>
                    <a:pt x="352" y="138"/>
                    <a:pt x="352" y="138"/>
                    <a:pt x="352" y="138"/>
                  </a:cubicBezTo>
                  <a:cubicBezTo>
                    <a:pt x="309" y="138"/>
                    <a:pt x="309" y="138"/>
                    <a:pt x="309" y="138"/>
                  </a:cubicBezTo>
                  <a:lnTo>
                    <a:pt x="309" y="14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28"/>
                  </a:moveTo>
                  <a:cubicBezTo>
                    <a:pt x="373" y="122"/>
                    <a:pt x="368" y="117"/>
                    <a:pt x="362" y="117"/>
                  </a:cubicBezTo>
                  <a:cubicBezTo>
                    <a:pt x="309" y="117"/>
                    <a:pt x="309" y="117"/>
                    <a:pt x="309" y="117"/>
                  </a:cubicBezTo>
                  <a:cubicBezTo>
                    <a:pt x="309" y="106"/>
                    <a:pt x="309" y="106"/>
                    <a:pt x="309" y="106"/>
                  </a:cubicBezTo>
                  <a:cubicBezTo>
                    <a:pt x="309" y="100"/>
                    <a:pt x="304" y="96"/>
                    <a:pt x="298" y="96"/>
                  </a:cubicBezTo>
                  <a:cubicBezTo>
                    <a:pt x="213" y="96"/>
                    <a:pt x="213" y="96"/>
                    <a:pt x="213" y="96"/>
                  </a:cubicBezTo>
                  <a:cubicBezTo>
                    <a:pt x="207" y="96"/>
                    <a:pt x="202" y="100"/>
                    <a:pt x="202" y="106"/>
                  </a:cubicBezTo>
                  <a:cubicBezTo>
                    <a:pt x="202" y="117"/>
                    <a:pt x="202" y="117"/>
                    <a:pt x="202" y="117"/>
                  </a:cubicBezTo>
                  <a:cubicBezTo>
                    <a:pt x="149" y="117"/>
                    <a:pt x="149" y="117"/>
                    <a:pt x="149" y="117"/>
                  </a:cubicBezTo>
                  <a:cubicBezTo>
                    <a:pt x="143" y="117"/>
                    <a:pt x="138" y="122"/>
                    <a:pt x="138" y="128"/>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28"/>
                  </a:lnTo>
                  <a:close/>
                </a:path>
              </a:pathLst>
            </a:custGeom>
            <a:solidFill>
              <a:srgbClr val="FFCF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53" name="Google Shape;1653;p182"/>
          <p:cNvGrpSpPr/>
          <p:nvPr/>
        </p:nvGrpSpPr>
        <p:grpSpPr>
          <a:xfrm>
            <a:off x="3296144" y="3718420"/>
            <a:ext cx="169285" cy="169285"/>
            <a:chOff x="4767249" y="1808587"/>
            <a:chExt cx="522001" cy="522001"/>
          </a:xfrm>
        </p:grpSpPr>
        <p:sp>
          <p:nvSpPr>
            <p:cNvPr id="1654" name="Google Shape;1654;p182"/>
            <p:cNvSpPr/>
            <p:nvPr/>
          </p:nvSpPr>
          <p:spPr>
            <a:xfrm>
              <a:off x="4767250" y="1808588"/>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55" name="Google Shape;1655;p182"/>
            <p:cNvSpPr/>
            <p:nvPr/>
          </p:nvSpPr>
          <p:spPr>
            <a:xfrm>
              <a:off x="4767249" y="1808587"/>
              <a:ext cx="522001" cy="522001"/>
            </a:xfrm>
            <a:custGeom>
              <a:rect b="b" l="l" r="r" t="t"/>
              <a:pathLst>
                <a:path extrusionOk="0" h="512" w="512">
                  <a:moveTo>
                    <a:pt x="359" y="182"/>
                  </a:moveTo>
                  <a:cubicBezTo>
                    <a:pt x="374" y="197"/>
                    <a:pt x="374" y="197"/>
                    <a:pt x="374" y="197"/>
                  </a:cubicBezTo>
                  <a:cubicBezTo>
                    <a:pt x="329" y="242"/>
                    <a:pt x="329" y="242"/>
                    <a:pt x="329" y="242"/>
                  </a:cubicBezTo>
                  <a:cubicBezTo>
                    <a:pt x="313" y="227"/>
                    <a:pt x="313" y="227"/>
                    <a:pt x="313" y="227"/>
                  </a:cubicBezTo>
                  <a:lnTo>
                    <a:pt x="359" y="182"/>
                  </a:lnTo>
                  <a:close/>
                  <a:moveTo>
                    <a:pt x="217" y="324"/>
                  </a:moveTo>
                  <a:cubicBezTo>
                    <a:pt x="210" y="346"/>
                    <a:pt x="210" y="346"/>
                    <a:pt x="210" y="346"/>
                  </a:cubicBezTo>
                  <a:cubicBezTo>
                    <a:pt x="232" y="339"/>
                    <a:pt x="232" y="339"/>
                    <a:pt x="232" y="339"/>
                  </a:cubicBezTo>
                  <a:cubicBezTo>
                    <a:pt x="313" y="257"/>
                    <a:pt x="313" y="257"/>
                    <a:pt x="313" y="257"/>
                  </a:cubicBezTo>
                  <a:cubicBezTo>
                    <a:pt x="298" y="242"/>
                    <a:pt x="298" y="242"/>
                    <a:pt x="298" y="242"/>
                  </a:cubicBezTo>
                  <a:lnTo>
                    <a:pt x="217" y="32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43" y="327"/>
                  </a:moveTo>
                  <a:cubicBezTo>
                    <a:pt x="143" y="325"/>
                    <a:pt x="147" y="322"/>
                    <a:pt x="153" y="319"/>
                  </a:cubicBezTo>
                  <a:cubicBezTo>
                    <a:pt x="183" y="305"/>
                    <a:pt x="200" y="283"/>
                    <a:pt x="194" y="263"/>
                  </a:cubicBezTo>
                  <a:cubicBezTo>
                    <a:pt x="191" y="250"/>
                    <a:pt x="175" y="228"/>
                    <a:pt x="105" y="234"/>
                  </a:cubicBezTo>
                  <a:cubicBezTo>
                    <a:pt x="100" y="235"/>
                    <a:pt x="95" y="240"/>
                    <a:pt x="96" y="246"/>
                  </a:cubicBezTo>
                  <a:cubicBezTo>
                    <a:pt x="96" y="252"/>
                    <a:pt x="101" y="256"/>
                    <a:pt x="107" y="256"/>
                  </a:cubicBezTo>
                  <a:cubicBezTo>
                    <a:pt x="156" y="251"/>
                    <a:pt x="172" y="262"/>
                    <a:pt x="174" y="269"/>
                  </a:cubicBezTo>
                  <a:cubicBezTo>
                    <a:pt x="176" y="276"/>
                    <a:pt x="165" y="290"/>
                    <a:pt x="145" y="299"/>
                  </a:cubicBezTo>
                  <a:cubicBezTo>
                    <a:pt x="130" y="306"/>
                    <a:pt x="123" y="315"/>
                    <a:pt x="122" y="326"/>
                  </a:cubicBezTo>
                  <a:cubicBezTo>
                    <a:pt x="120" y="344"/>
                    <a:pt x="141" y="359"/>
                    <a:pt x="143" y="360"/>
                  </a:cubicBezTo>
                  <a:cubicBezTo>
                    <a:pt x="145" y="362"/>
                    <a:pt x="147" y="362"/>
                    <a:pt x="149" y="362"/>
                  </a:cubicBezTo>
                  <a:cubicBezTo>
                    <a:pt x="152" y="362"/>
                    <a:pt x="156" y="361"/>
                    <a:pt x="158" y="358"/>
                  </a:cubicBezTo>
                  <a:cubicBezTo>
                    <a:pt x="161" y="353"/>
                    <a:pt x="160" y="346"/>
                    <a:pt x="155" y="343"/>
                  </a:cubicBezTo>
                  <a:cubicBezTo>
                    <a:pt x="151" y="340"/>
                    <a:pt x="143" y="332"/>
                    <a:pt x="143" y="327"/>
                  </a:cubicBezTo>
                  <a:close/>
                  <a:moveTo>
                    <a:pt x="400" y="197"/>
                  </a:moveTo>
                  <a:cubicBezTo>
                    <a:pt x="400" y="194"/>
                    <a:pt x="398" y="192"/>
                    <a:pt x="396" y="190"/>
                  </a:cubicBezTo>
                  <a:cubicBezTo>
                    <a:pt x="366" y="159"/>
                    <a:pt x="366" y="159"/>
                    <a:pt x="366" y="159"/>
                  </a:cubicBezTo>
                  <a:cubicBezTo>
                    <a:pt x="362" y="155"/>
                    <a:pt x="355" y="155"/>
                    <a:pt x="351" y="159"/>
                  </a:cubicBezTo>
                  <a:cubicBezTo>
                    <a:pt x="291" y="220"/>
                    <a:pt x="291" y="220"/>
                    <a:pt x="291" y="220"/>
                  </a:cubicBezTo>
                  <a:cubicBezTo>
                    <a:pt x="200" y="310"/>
                    <a:pt x="200" y="310"/>
                    <a:pt x="200" y="310"/>
                  </a:cubicBezTo>
                  <a:cubicBezTo>
                    <a:pt x="199" y="311"/>
                    <a:pt x="198" y="313"/>
                    <a:pt x="198" y="314"/>
                  </a:cubicBezTo>
                  <a:cubicBezTo>
                    <a:pt x="183" y="360"/>
                    <a:pt x="183" y="360"/>
                    <a:pt x="183" y="360"/>
                  </a:cubicBezTo>
                  <a:cubicBezTo>
                    <a:pt x="181" y="364"/>
                    <a:pt x="182" y="368"/>
                    <a:pt x="185" y="371"/>
                  </a:cubicBezTo>
                  <a:cubicBezTo>
                    <a:pt x="187" y="373"/>
                    <a:pt x="190" y="374"/>
                    <a:pt x="193" y="374"/>
                  </a:cubicBezTo>
                  <a:cubicBezTo>
                    <a:pt x="194" y="374"/>
                    <a:pt x="195" y="374"/>
                    <a:pt x="196" y="373"/>
                  </a:cubicBezTo>
                  <a:cubicBezTo>
                    <a:pt x="241" y="358"/>
                    <a:pt x="241" y="358"/>
                    <a:pt x="241" y="358"/>
                  </a:cubicBezTo>
                  <a:cubicBezTo>
                    <a:pt x="243" y="358"/>
                    <a:pt x="244" y="357"/>
                    <a:pt x="246" y="356"/>
                  </a:cubicBezTo>
                  <a:cubicBezTo>
                    <a:pt x="336" y="265"/>
                    <a:pt x="336" y="265"/>
                    <a:pt x="336" y="265"/>
                  </a:cubicBezTo>
                  <a:cubicBezTo>
                    <a:pt x="396" y="205"/>
                    <a:pt x="396" y="205"/>
                    <a:pt x="396" y="205"/>
                  </a:cubicBezTo>
                  <a:cubicBezTo>
                    <a:pt x="398" y="203"/>
                    <a:pt x="400" y="200"/>
                    <a:pt x="400" y="197"/>
                  </a:cubicBezTo>
                  <a:close/>
                </a:path>
              </a:pathLst>
            </a:custGeom>
            <a:solidFill>
              <a:srgbClr val="353CFF"/>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56" name="Google Shape;1656;p182"/>
          <p:cNvGrpSpPr/>
          <p:nvPr/>
        </p:nvGrpSpPr>
        <p:grpSpPr>
          <a:xfrm>
            <a:off x="5505236" y="3718420"/>
            <a:ext cx="169285" cy="169285"/>
            <a:chOff x="6360200" y="1837339"/>
            <a:chExt cx="522000" cy="522000"/>
          </a:xfrm>
        </p:grpSpPr>
        <p:sp>
          <p:nvSpPr>
            <p:cNvPr id="1657" name="Google Shape;1657;p182"/>
            <p:cNvSpPr/>
            <p:nvPr/>
          </p:nvSpPr>
          <p:spPr>
            <a:xfrm>
              <a:off x="6360200" y="1837339"/>
              <a:ext cx="522000" cy="5220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58" name="Google Shape;1658;p182"/>
            <p:cNvSpPr/>
            <p:nvPr/>
          </p:nvSpPr>
          <p:spPr>
            <a:xfrm>
              <a:off x="6360907" y="1838046"/>
              <a:ext cx="520586" cy="520586"/>
            </a:xfrm>
            <a:custGeom>
              <a:rect b="b" l="l" r="r" t="t"/>
              <a:pathLst>
                <a:path extrusionOk="0" h="512" w="512">
                  <a:moveTo>
                    <a:pt x="330" y="345"/>
                  </a:moveTo>
                  <a:cubicBezTo>
                    <a:pt x="362" y="306"/>
                    <a:pt x="362" y="306"/>
                    <a:pt x="362" y="306"/>
                  </a:cubicBezTo>
                  <a:cubicBezTo>
                    <a:pt x="362" y="352"/>
                    <a:pt x="362" y="352"/>
                    <a:pt x="362" y="352"/>
                  </a:cubicBezTo>
                  <a:cubicBezTo>
                    <a:pt x="330" y="352"/>
                    <a:pt x="330" y="352"/>
                    <a:pt x="330" y="352"/>
                  </a:cubicBezTo>
                  <a:lnTo>
                    <a:pt x="330" y="345"/>
                  </a:lnTo>
                  <a:close/>
                  <a:moveTo>
                    <a:pt x="117" y="288"/>
                  </a:moveTo>
                  <a:cubicBezTo>
                    <a:pt x="181" y="288"/>
                    <a:pt x="181" y="288"/>
                    <a:pt x="181" y="288"/>
                  </a:cubicBezTo>
                  <a:cubicBezTo>
                    <a:pt x="181" y="256"/>
                    <a:pt x="181" y="256"/>
                    <a:pt x="181" y="256"/>
                  </a:cubicBezTo>
                  <a:cubicBezTo>
                    <a:pt x="117" y="256"/>
                    <a:pt x="117" y="256"/>
                    <a:pt x="117" y="256"/>
                  </a:cubicBezTo>
                  <a:lnTo>
                    <a:pt x="117" y="288"/>
                  </a:lnTo>
                  <a:close/>
                  <a:moveTo>
                    <a:pt x="330" y="121"/>
                  </a:moveTo>
                  <a:cubicBezTo>
                    <a:pt x="175" y="170"/>
                    <a:pt x="175" y="170"/>
                    <a:pt x="175" y="170"/>
                  </a:cubicBezTo>
                  <a:cubicBezTo>
                    <a:pt x="330" y="170"/>
                    <a:pt x="330" y="170"/>
                    <a:pt x="330" y="170"/>
                  </a:cubicBezTo>
                  <a:lnTo>
                    <a:pt x="330" y="121"/>
                  </a:lnTo>
                  <a:close/>
                  <a:moveTo>
                    <a:pt x="330" y="312"/>
                  </a:moveTo>
                  <a:cubicBezTo>
                    <a:pt x="362" y="273"/>
                    <a:pt x="362" y="273"/>
                    <a:pt x="362" y="273"/>
                  </a:cubicBezTo>
                  <a:cubicBezTo>
                    <a:pt x="362" y="232"/>
                    <a:pt x="362" y="232"/>
                    <a:pt x="362" y="232"/>
                  </a:cubicBezTo>
                  <a:cubicBezTo>
                    <a:pt x="330" y="270"/>
                    <a:pt x="330" y="270"/>
                    <a:pt x="330" y="270"/>
                  </a:cubicBezTo>
                  <a:lnTo>
                    <a:pt x="330" y="312"/>
                  </a:lnTo>
                  <a:close/>
                  <a:moveTo>
                    <a:pt x="330" y="237"/>
                  </a:moveTo>
                  <a:cubicBezTo>
                    <a:pt x="362" y="198"/>
                    <a:pt x="362" y="198"/>
                    <a:pt x="362" y="198"/>
                  </a:cubicBezTo>
                  <a:cubicBezTo>
                    <a:pt x="362" y="192"/>
                    <a:pt x="362" y="192"/>
                    <a:pt x="362" y="192"/>
                  </a:cubicBezTo>
                  <a:cubicBezTo>
                    <a:pt x="330" y="192"/>
                    <a:pt x="330" y="192"/>
                    <a:pt x="330" y="192"/>
                  </a:cubicBezTo>
                  <a:lnTo>
                    <a:pt x="330" y="237"/>
                  </a:lnTo>
                  <a:close/>
                  <a:moveTo>
                    <a:pt x="352" y="170"/>
                  </a:moveTo>
                  <a:cubicBezTo>
                    <a:pt x="382" y="170"/>
                    <a:pt x="382" y="170"/>
                    <a:pt x="382" y="170"/>
                  </a:cubicBezTo>
                  <a:cubicBezTo>
                    <a:pt x="352" y="135"/>
                    <a:pt x="352" y="135"/>
                    <a:pt x="352" y="135"/>
                  </a:cubicBezTo>
                  <a:lnTo>
                    <a:pt x="352" y="17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74"/>
                  </a:moveTo>
                  <a:cubicBezTo>
                    <a:pt x="349" y="99"/>
                    <a:pt x="349" y="99"/>
                    <a:pt x="349" y="99"/>
                  </a:cubicBezTo>
                  <a:cubicBezTo>
                    <a:pt x="346" y="96"/>
                    <a:pt x="342" y="95"/>
                    <a:pt x="338" y="96"/>
                  </a:cubicBezTo>
                  <a:cubicBezTo>
                    <a:pt x="103" y="171"/>
                    <a:pt x="103" y="171"/>
                    <a:pt x="103" y="171"/>
                  </a:cubicBezTo>
                  <a:cubicBezTo>
                    <a:pt x="98" y="172"/>
                    <a:pt x="95" y="177"/>
                    <a:pt x="96" y="183"/>
                  </a:cubicBezTo>
                  <a:cubicBezTo>
                    <a:pt x="97" y="188"/>
                    <a:pt x="101" y="192"/>
                    <a:pt x="106" y="192"/>
                  </a:cubicBezTo>
                  <a:cubicBezTo>
                    <a:pt x="138" y="192"/>
                    <a:pt x="138" y="192"/>
                    <a:pt x="138" y="192"/>
                  </a:cubicBezTo>
                  <a:cubicBezTo>
                    <a:pt x="138" y="234"/>
                    <a:pt x="138" y="234"/>
                    <a:pt x="138" y="234"/>
                  </a:cubicBezTo>
                  <a:cubicBezTo>
                    <a:pt x="106" y="234"/>
                    <a:pt x="106" y="234"/>
                    <a:pt x="106" y="234"/>
                  </a:cubicBezTo>
                  <a:cubicBezTo>
                    <a:pt x="100" y="234"/>
                    <a:pt x="96" y="239"/>
                    <a:pt x="96" y="245"/>
                  </a:cubicBezTo>
                  <a:cubicBezTo>
                    <a:pt x="96" y="298"/>
                    <a:pt x="96" y="298"/>
                    <a:pt x="96" y="298"/>
                  </a:cubicBezTo>
                  <a:cubicBezTo>
                    <a:pt x="96" y="304"/>
                    <a:pt x="100" y="309"/>
                    <a:pt x="106" y="309"/>
                  </a:cubicBezTo>
                  <a:cubicBezTo>
                    <a:pt x="192" y="309"/>
                    <a:pt x="192" y="309"/>
                    <a:pt x="192" y="309"/>
                  </a:cubicBezTo>
                  <a:cubicBezTo>
                    <a:pt x="198" y="309"/>
                    <a:pt x="202" y="304"/>
                    <a:pt x="202" y="298"/>
                  </a:cubicBezTo>
                  <a:cubicBezTo>
                    <a:pt x="202" y="245"/>
                    <a:pt x="202" y="245"/>
                    <a:pt x="202" y="245"/>
                  </a:cubicBezTo>
                  <a:cubicBezTo>
                    <a:pt x="202" y="239"/>
                    <a:pt x="198" y="234"/>
                    <a:pt x="192" y="234"/>
                  </a:cubicBezTo>
                  <a:cubicBezTo>
                    <a:pt x="160" y="234"/>
                    <a:pt x="160" y="234"/>
                    <a:pt x="160" y="234"/>
                  </a:cubicBezTo>
                  <a:cubicBezTo>
                    <a:pt x="160" y="192"/>
                    <a:pt x="160" y="192"/>
                    <a:pt x="160" y="192"/>
                  </a:cubicBezTo>
                  <a:cubicBezTo>
                    <a:pt x="309" y="192"/>
                    <a:pt x="309" y="192"/>
                    <a:pt x="309" y="192"/>
                  </a:cubicBezTo>
                  <a:cubicBezTo>
                    <a:pt x="309" y="352"/>
                    <a:pt x="309" y="352"/>
                    <a:pt x="309" y="352"/>
                  </a:cubicBezTo>
                  <a:cubicBezTo>
                    <a:pt x="128" y="352"/>
                    <a:pt x="128" y="352"/>
                    <a:pt x="128" y="352"/>
                  </a:cubicBezTo>
                  <a:cubicBezTo>
                    <a:pt x="122" y="352"/>
                    <a:pt x="117" y="356"/>
                    <a:pt x="117" y="362"/>
                  </a:cubicBezTo>
                  <a:cubicBezTo>
                    <a:pt x="117" y="368"/>
                    <a:pt x="122" y="373"/>
                    <a:pt x="128" y="373"/>
                  </a:cubicBezTo>
                  <a:cubicBezTo>
                    <a:pt x="384" y="373"/>
                    <a:pt x="384" y="373"/>
                    <a:pt x="384" y="373"/>
                  </a:cubicBezTo>
                  <a:cubicBezTo>
                    <a:pt x="390" y="373"/>
                    <a:pt x="394" y="368"/>
                    <a:pt x="394" y="362"/>
                  </a:cubicBezTo>
                  <a:cubicBezTo>
                    <a:pt x="394" y="356"/>
                    <a:pt x="390" y="352"/>
                    <a:pt x="384" y="352"/>
                  </a:cubicBezTo>
                  <a:cubicBezTo>
                    <a:pt x="384" y="192"/>
                    <a:pt x="384" y="192"/>
                    <a:pt x="384" y="192"/>
                  </a:cubicBezTo>
                  <a:cubicBezTo>
                    <a:pt x="405" y="192"/>
                    <a:pt x="405" y="192"/>
                    <a:pt x="405" y="192"/>
                  </a:cubicBezTo>
                  <a:cubicBezTo>
                    <a:pt x="409" y="192"/>
                    <a:pt x="413" y="189"/>
                    <a:pt x="415" y="185"/>
                  </a:cubicBezTo>
                  <a:cubicBezTo>
                    <a:pt x="416" y="182"/>
                    <a:pt x="416" y="177"/>
                    <a:pt x="413" y="174"/>
                  </a:cubicBezTo>
                  <a:close/>
                </a:path>
              </a:pathLst>
            </a:custGeom>
            <a:solidFill>
              <a:srgbClr val="7586FB"/>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grpSp>
        <p:nvGrpSpPr>
          <p:cNvPr id="1659" name="Google Shape;1659;p182"/>
          <p:cNvGrpSpPr/>
          <p:nvPr/>
        </p:nvGrpSpPr>
        <p:grpSpPr>
          <a:xfrm>
            <a:off x="6774222" y="3717023"/>
            <a:ext cx="169273" cy="169273"/>
            <a:chOff x="8874498" y="1727299"/>
            <a:chExt cx="651301" cy="651301"/>
          </a:xfrm>
        </p:grpSpPr>
        <p:sp>
          <p:nvSpPr>
            <p:cNvPr id="1660" name="Google Shape;1660;p182"/>
            <p:cNvSpPr/>
            <p:nvPr/>
          </p:nvSpPr>
          <p:spPr>
            <a:xfrm>
              <a:off x="8874499" y="1727300"/>
              <a:ext cx="651300" cy="651300"/>
            </a:xfrm>
            <a:prstGeom prst="ellipse">
              <a:avLst/>
            </a:prstGeom>
            <a:solidFill>
              <a:srgbClr val="FFFFFF"/>
            </a:solidFill>
            <a:ln cap="flat" cmpd="sng" w="48950">
              <a:solidFill>
                <a:srgbClr val="FFFFFF"/>
              </a:solidFill>
              <a:prstDash val="solid"/>
              <a:miter lim="800000"/>
              <a:headEnd len="sm" w="sm" type="none"/>
              <a:tailEnd len="sm" w="sm" type="none"/>
            </a:ln>
          </p:spPr>
          <p:txBody>
            <a:bodyPr anchorCtr="0" anchor="ctr" bIns="19575" lIns="39150" spcFirstLastPara="1" rIns="39150" wrap="square" tIns="195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400" u="none" cap="none" strike="noStrike">
                <a:solidFill>
                  <a:srgbClr val="FFFFFF"/>
                </a:solidFill>
                <a:latin typeface="Helvetica Neue"/>
                <a:ea typeface="Helvetica Neue"/>
                <a:cs typeface="Helvetica Neue"/>
                <a:sym typeface="Helvetica Neue"/>
              </a:endParaRPr>
            </a:p>
          </p:txBody>
        </p:sp>
        <p:sp>
          <p:nvSpPr>
            <p:cNvPr id="1661" name="Google Shape;1661;p182"/>
            <p:cNvSpPr/>
            <p:nvPr/>
          </p:nvSpPr>
          <p:spPr>
            <a:xfrm>
              <a:off x="8874498" y="1727299"/>
              <a:ext cx="651176" cy="651176"/>
            </a:xfrm>
            <a:custGeom>
              <a:rect b="b" l="l" r="r" t="t"/>
              <a:pathLst>
                <a:path extrusionOk="0" h="512" w="512">
                  <a:moveTo>
                    <a:pt x="305" y="234"/>
                  </a:moveTo>
                  <a:cubicBezTo>
                    <a:pt x="266" y="234"/>
                    <a:pt x="266" y="234"/>
                    <a:pt x="266" y="234"/>
                  </a:cubicBezTo>
                  <a:cubicBezTo>
                    <a:pt x="266" y="192"/>
                    <a:pt x="266" y="192"/>
                    <a:pt x="266" y="192"/>
                  </a:cubicBezTo>
                  <a:cubicBezTo>
                    <a:pt x="298" y="192"/>
                    <a:pt x="298" y="192"/>
                    <a:pt x="298" y="192"/>
                  </a:cubicBezTo>
                  <a:cubicBezTo>
                    <a:pt x="299" y="192"/>
                    <a:pt x="301" y="193"/>
                    <a:pt x="301" y="196"/>
                  </a:cubicBezTo>
                  <a:lnTo>
                    <a:pt x="305" y="234"/>
                  </a:lnTo>
                  <a:close/>
                  <a:moveTo>
                    <a:pt x="245" y="192"/>
                  </a:moveTo>
                  <a:cubicBezTo>
                    <a:pt x="214" y="192"/>
                    <a:pt x="214" y="192"/>
                    <a:pt x="214" y="192"/>
                  </a:cubicBezTo>
                  <a:cubicBezTo>
                    <a:pt x="212" y="192"/>
                    <a:pt x="211" y="193"/>
                    <a:pt x="211" y="195"/>
                  </a:cubicBezTo>
                  <a:cubicBezTo>
                    <a:pt x="207" y="234"/>
                    <a:pt x="207" y="234"/>
                    <a:pt x="207" y="234"/>
                  </a:cubicBezTo>
                  <a:cubicBezTo>
                    <a:pt x="245" y="234"/>
                    <a:pt x="245" y="234"/>
                    <a:pt x="245" y="234"/>
                  </a:cubicBezTo>
                  <a:lnTo>
                    <a:pt x="245" y="192"/>
                  </a:lnTo>
                  <a:close/>
                  <a:moveTo>
                    <a:pt x="205" y="256"/>
                  </a:moveTo>
                  <a:cubicBezTo>
                    <a:pt x="197" y="336"/>
                    <a:pt x="197" y="336"/>
                    <a:pt x="197" y="336"/>
                  </a:cubicBezTo>
                  <a:cubicBezTo>
                    <a:pt x="197" y="368"/>
                    <a:pt x="223" y="394"/>
                    <a:pt x="256" y="394"/>
                  </a:cubicBezTo>
                  <a:cubicBezTo>
                    <a:pt x="288" y="394"/>
                    <a:pt x="315" y="368"/>
                    <a:pt x="315" y="335"/>
                  </a:cubicBezTo>
                  <a:cubicBezTo>
                    <a:pt x="307" y="256"/>
                    <a:pt x="307" y="256"/>
                    <a:pt x="307" y="256"/>
                  </a:cubicBezTo>
                  <a:lnTo>
                    <a:pt x="205" y="256"/>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6" y="334"/>
                  </a:moveTo>
                  <a:cubicBezTo>
                    <a:pt x="322" y="195"/>
                    <a:pt x="322" y="195"/>
                    <a:pt x="322" y="195"/>
                  </a:cubicBezTo>
                  <a:cubicBezTo>
                    <a:pt x="322" y="182"/>
                    <a:pt x="311" y="170"/>
                    <a:pt x="298" y="170"/>
                  </a:cubicBezTo>
                  <a:cubicBezTo>
                    <a:pt x="266" y="170"/>
                    <a:pt x="266" y="170"/>
                    <a:pt x="266" y="170"/>
                  </a:cubicBezTo>
                  <a:cubicBezTo>
                    <a:pt x="266" y="168"/>
                    <a:pt x="266" y="168"/>
                    <a:pt x="266" y="168"/>
                  </a:cubicBezTo>
                  <a:cubicBezTo>
                    <a:pt x="266" y="149"/>
                    <a:pt x="260" y="139"/>
                    <a:pt x="256" y="132"/>
                  </a:cubicBezTo>
                  <a:cubicBezTo>
                    <a:pt x="252" y="125"/>
                    <a:pt x="248" y="119"/>
                    <a:pt x="248" y="106"/>
                  </a:cubicBezTo>
                  <a:cubicBezTo>
                    <a:pt x="248" y="100"/>
                    <a:pt x="244" y="96"/>
                    <a:pt x="238" y="96"/>
                  </a:cubicBezTo>
                  <a:cubicBezTo>
                    <a:pt x="232" y="96"/>
                    <a:pt x="227" y="100"/>
                    <a:pt x="227" y="106"/>
                  </a:cubicBezTo>
                  <a:cubicBezTo>
                    <a:pt x="227" y="125"/>
                    <a:pt x="233" y="135"/>
                    <a:pt x="237" y="143"/>
                  </a:cubicBezTo>
                  <a:cubicBezTo>
                    <a:pt x="242" y="150"/>
                    <a:pt x="245" y="155"/>
                    <a:pt x="245" y="168"/>
                  </a:cubicBezTo>
                  <a:cubicBezTo>
                    <a:pt x="245" y="170"/>
                    <a:pt x="245" y="170"/>
                    <a:pt x="245" y="170"/>
                  </a:cubicBezTo>
                  <a:cubicBezTo>
                    <a:pt x="214" y="170"/>
                    <a:pt x="214" y="170"/>
                    <a:pt x="214" y="170"/>
                  </a:cubicBezTo>
                  <a:cubicBezTo>
                    <a:pt x="200" y="170"/>
                    <a:pt x="189" y="182"/>
                    <a:pt x="189" y="194"/>
                  </a:cubicBezTo>
                  <a:cubicBezTo>
                    <a:pt x="175" y="334"/>
                    <a:pt x="175" y="334"/>
                    <a:pt x="175" y="334"/>
                  </a:cubicBezTo>
                  <a:cubicBezTo>
                    <a:pt x="175" y="335"/>
                    <a:pt x="175" y="335"/>
                    <a:pt x="175" y="335"/>
                  </a:cubicBezTo>
                  <a:cubicBezTo>
                    <a:pt x="175" y="380"/>
                    <a:pt x="211" y="416"/>
                    <a:pt x="256" y="416"/>
                  </a:cubicBezTo>
                  <a:cubicBezTo>
                    <a:pt x="300" y="416"/>
                    <a:pt x="336" y="380"/>
                    <a:pt x="336" y="334"/>
                  </a:cubicBezTo>
                  <a:close/>
                </a:path>
              </a:pathLst>
            </a:custGeom>
            <a:solidFill>
              <a:srgbClr val="46BA36"/>
            </a:solidFill>
            <a:ln>
              <a:noFill/>
            </a:ln>
          </p:spPr>
          <p:txBody>
            <a:bodyPr anchorCtr="0" anchor="t" bIns="19575" lIns="39150" spcFirstLastPara="1" rIns="39150" wrap="square" tIns="19575">
              <a:noAutofit/>
            </a:bodyPr>
            <a:lstStyle/>
            <a:p>
              <a:pPr indent="0" lvl="0" marL="0" marR="0" rtl="0" algn="l">
                <a:lnSpc>
                  <a:spcPct val="100000"/>
                </a:lnSpc>
                <a:spcBef>
                  <a:spcPts val="0"/>
                </a:spcBef>
                <a:spcAft>
                  <a:spcPts val="0"/>
                </a:spcAft>
                <a:buClr>
                  <a:srgbClr val="000000"/>
                </a:buClr>
                <a:buSzPts val="300"/>
                <a:buFont typeface="Arial"/>
                <a:buNone/>
              </a:pPr>
              <a:r>
                <a:t/>
              </a:r>
              <a:endParaRPr b="0" i="0" sz="400" u="none" cap="none" strike="noStrike">
                <a:solidFill>
                  <a:srgbClr val="000000"/>
                </a:solidFill>
                <a:latin typeface="Helvetica Neue"/>
                <a:ea typeface="Helvetica Neue"/>
                <a:cs typeface="Helvetica Neue"/>
                <a:sym typeface="Helvetica Neue"/>
              </a:endParaRPr>
            </a:p>
          </p:txBody>
        </p:sp>
      </p:grpSp>
      <p:cxnSp>
        <p:nvCxnSpPr>
          <p:cNvPr id="1662" name="Google Shape;1662;p182"/>
          <p:cNvCxnSpPr/>
          <p:nvPr/>
        </p:nvCxnSpPr>
        <p:spPr>
          <a:xfrm>
            <a:off x="7137479" y="1585270"/>
            <a:ext cx="16500" cy="3475500"/>
          </a:xfrm>
          <a:prstGeom prst="straightConnector1">
            <a:avLst/>
          </a:prstGeom>
          <a:noFill/>
          <a:ln cap="flat" cmpd="sng" w="28575">
            <a:solidFill>
              <a:srgbClr val="E06666"/>
            </a:solidFill>
            <a:prstDash val="dot"/>
            <a:round/>
            <a:headEnd len="sm" w="sm" type="none"/>
            <a:tailEnd len="sm" w="sm" type="none"/>
          </a:ln>
        </p:spPr>
      </p:cxnSp>
      <p:cxnSp>
        <p:nvCxnSpPr>
          <p:cNvPr id="1663" name="Google Shape;1663;p182"/>
          <p:cNvCxnSpPr/>
          <p:nvPr/>
        </p:nvCxnSpPr>
        <p:spPr>
          <a:xfrm>
            <a:off x="7404179" y="1585270"/>
            <a:ext cx="16500" cy="3475500"/>
          </a:xfrm>
          <a:prstGeom prst="straightConnector1">
            <a:avLst/>
          </a:prstGeom>
          <a:noFill/>
          <a:ln cap="flat" cmpd="sng" w="28575">
            <a:solidFill>
              <a:schemeClr val="dk1"/>
            </a:solidFill>
            <a:prstDash val="dot"/>
            <a:round/>
            <a:headEnd len="sm" w="sm" type="none"/>
            <a:tailEnd len="sm" w="sm" type="none"/>
          </a:ln>
        </p:spPr>
      </p:cxnSp>
      <p:sp>
        <p:nvSpPr>
          <p:cNvPr id="1664" name="Google Shape;1664;p182"/>
          <p:cNvSpPr txBox="1"/>
          <p:nvPr/>
        </p:nvSpPr>
        <p:spPr>
          <a:xfrm>
            <a:off x="7482875" y="5001200"/>
            <a:ext cx="801300" cy="189000"/>
          </a:xfrm>
          <a:prstGeom prst="rect">
            <a:avLst/>
          </a:prstGeom>
          <a:noFill/>
          <a:ln>
            <a:noFill/>
          </a:ln>
        </p:spPr>
        <p:txBody>
          <a:bodyPr anchorCtr="0" anchor="t" bIns="32575" lIns="32575" spcFirstLastPara="1" rIns="32575" wrap="square" tIns="32575">
            <a:spAutoFit/>
          </a:bodyPr>
          <a:lstStyle/>
          <a:p>
            <a:pPr indent="0" lvl="0" marL="0" marR="0" rtl="0" algn="l">
              <a:lnSpc>
                <a:spcPct val="100000"/>
              </a:lnSpc>
              <a:spcBef>
                <a:spcPts val="0"/>
              </a:spcBef>
              <a:spcAft>
                <a:spcPts val="0"/>
              </a:spcAft>
              <a:buClr>
                <a:srgbClr val="000000"/>
              </a:buClr>
              <a:buSzPts val="700"/>
              <a:buFont typeface="Arial"/>
              <a:buNone/>
            </a:pPr>
            <a:r>
              <a:rPr b="1" i="0" lang="es" sz="800" u="none" cap="none" strike="noStrike">
                <a:solidFill>
                  <a:schemeClr val="dk1"/>
                </a:solidFill>
                <a:latin typeface="Helvetica Neue"/>
                <a:ea typeface="Helvetica Neue"/>
                <a:cs typeface="Helvetica Neue"/>
                <a:sym typeface="Helvetica Neue"/>
              </a:rPr>
              <a:t>Liberación R</a:t>
            </a:r>
            <a:r>
              <a:rPr b="1" lang="es" sz="800">
                <a:solidFill>
                  <a:schemeClr val="dk1"/>
                </a:solidFill>
                <a:latin typeface="Helvetica Neue"/>
                <a:ea typeface="Helvetica Neue"/>
                <a:cs typeface="Helvetica Neue"/>
                <a:sym typeface="Helvetica Neue"/>
              </a:rPr>
              <a:t>3</a:t>
            </a:r>
            <a:endParaRPr b="1" i="0" sz="800" u="none" cap="none" strike="noStrike">
              <a:solidFill>
                <a:schemeClr val="dk1"/>
              </a:solidFill>
              <a:latin typeface="Helvetica Neue"/>
              <a:ea typeface="Helvetica Neue"/>
              <a:cs typeface="Helvetica Neue"/>
              <a:sym typeface="Helvetica Neue"/>
            </a:endParaRPr>
          </a:p>
        </p:txBody>
      </p:sp>
      <p:cxnSp>
        <p:nvCxnSpPr>
          <p:cNvPr id="1665" name="Google Shape;1665;p182"/>
          <p:cNvCxnSpPr/>
          <p:nvPr/>
        </p:nvCxnSpPr>
        <p:spPr>
          <a:xfrm>
            <a:off x="6813629" y="1585270"/>
            <a:ext cx="16500" cy="3475500"/>
          </a:xfrm>
          <a:prstGeom prst="straightConnector1">
            <a:avLst/>
          </a:prstGeom>
          <a:noFill/>
          <a:ln cap="flat" cmpd="sng" w="28575">
            <a:solidFill>
              <a:srgbClr val="E06666"/>
            </a:solidFill>
            <a:prstDash val="dot"/>
            <a:round/>
            <a:headEnd len="sm" w="sm" type="none"/>
            <a:tailEnd len="sm" w="sm" type="none"/>
          </a:ln>
        </p:spPr>
      </p:cxnSp>
      <p:cxnSp>
        <p:nvCxnSpPr>
          <p:cNvPr id="1666" name="Google Shape;1666;p182"/>
          <p:cNvCxnSpPr/>
          <p:nvPr/>
        </p:nvCxnSpPr>
        <p:spPr>
          <a:xfrm>
            <a:off x="6451679" y="1585270"/>
            <a:ext cx="16500" cy="3475500"/>
          </a:xfrm>
          <a:prstGeom prst="straightConnector1">
            <a:avLst/>
          </a:prstGeom>
          <a:noFill/>
          <a:ln cap="flat" cmpd="sng" w="28575">
            <a:solidFill>
              <a:schemeClr val="dk1"/>
            </a:solidFill>
            <a:prstDash val="dot"/>
            <a:round/>
            <a:headEnd len="sm" w="sm" type="none"/>
            <a:tailEnd len="sm" w="sm" type="none"/>
          </a:ln>
        </p:spPr>
      </p:cxnSp>
      <p:sp>
        <p:nvSpPr>
          <p:cNvPr id="1667" name="Google Shape;1667;p182"/>
          <p:cNvSpPr txBox="1"/>
          <p:nvPr/>
        </p:nvSpPr>
        <p:spPr>
          <a:xfrm>
            <a:off x="6073175" y="5001200"/>
            <a:ext cx="801300" cy="189000"/>
          </a:xfrm>
          <a:prstGeom prst="rect">
            <a:avLst/>
          </a:prstGeom>
          <a:noFill/>
          <a:ln>
            <a:noFill/>
          </a:ln>
        </p:spPr>
        <p:txBody>
          <a:bodyPr anchorCtr="0" anchor="t" bIns="32575" lIns="32575" spcFirstLastPara="1" rIns="32575" wrap="square" tIns="32575">
            <a:spAutoFit/>
          </a:bodyPr>
          <a:lstStyle/>
          <a:p>
            <a:pPr indent="0" lvl="0" marL="0" marR="0" rtl="0" algn="ctr">
              <a:lnSpc>
                <a:spcPct val="100000"/>
              </a:lnSpc>
              <a:spcBef>
                <a:spcPts val="0"/>
              </a:spcBef>
              <a:spcAft>
                <a:spcPts val="0"/>
              </a:spcAft>
              <a:buClr>
                <a:srgbClr val="000000"/>
              </a:buClr>
              <a:buSzPts val="700"/>
              <a:buFont typeface="Arial"/>
              <a:buNone/>
            </a:pPr>
            <a:r>
              <a:rPr b="1" lang="es" sz="800">
                <a:solidFill>
                  <a:schemeClr val="dk1"/>
                </a:solidFill>
                <a:latin typeface="Helvetica Neue"/>
                <a:ea typeface="Helvetica Neue"/>
                <a:cs typeface="Helvetica Neue"/>
                <a:sym typeface="Helvetica Neue"/>
              </a:rPr>
              <a:t>Hoy</a:t>
            </a:r>
            <a:endParaRPr b="1" i="0" sz="800" u="none" cap="none" strike="noStrike">
              <a:solidFill>
                <a:schemeClr val="dk1"/>
              </a:solidFill>
              <a:latin typeface="Helvetica Neue"/>
              <a:ea typeface="Helvetica Neue"/>
              <a:cs typeface="Helvetica Neue"/>
              <a:sym typeface="Helvetica Neue"/>
            </a:endParaRPr>
          </a:p>
        </p:txBody>
      </p:sp>
      <p:sp>
        <p:nvSpPr>
          <p:cNvPr id="1668" name="Google Shape;1668;p182"/>
          <p:cNvSpPr txBox="1"/>
          <p:nvPr/>
        </p:nvSpPr>
        <p:spPr>
          <a:xfrm>
            <a:off x="6416075" y="5001200"/>
            <a:ext cx="801300" cy="189000"/>
          </a:xfrm>
          <a:prstGeom prst="rect">
            <a:avLst/>
          </a:prstGeom>
          <a:noFill/>
          <a:ln>
            <a:noFill/>
          </a:ln>
        </p:spPr>
        <p:txBody>
          <a:bodyPr anchorCtr="0" anchor="t" bIns="32575" lIns="32575" spcFirstLastPara="1" rIns="32575" wrap="square" tIns="32575">
            <a:spAutoFit/>
          </a:bodyPr>
          <a:lstStyle/>
          <a:p>
            <a:pPr indent="0" lvl="0" marL="0" marR="0" rtl="0" algn="ctr">
              <a:lnSpc>
                <a:spcPct val="100000"/>
              </a:lnSpc>
              <a:spcBef>
                <a:spcPts val="0"/>
              </a:spcBef>
              <a:spcAft>
                <a:spcPts val="0"/>
              </a:spcAft>
              <a:buClr>
                <a:srgbClr val="000000"/>
              </a:buClr>
              <a:buSzPts val="700"/>
              <a:buFont typeface="Arial"/>
              <a:buNone/>
            </a:pPr>
            <a:r>
              <a:rPr b="1" lang="es" sz="800">
                <a:solidFill>
                  <a:schemeClr val="dk1"/>
                </a:solidFill>
                <a:latin typeface="Helvetica Neue"/>
                <a:ea typeface="Helvetica Neue"/>
                <a:cs typeface="Helvetica Neue"/>
                <a:sym typeface="Helvetica Neue"/>
              </a:rPr>
              <a:t>SIT</a:t>
            </a:r>
            <a:endParaRPr b="1" i="0" sz="800" u="none" cap="none" strike="noStrike">
              <a:solidFill>
                <a:schemeClr val="dk1"/>
              </a:solidFill>
              <a:latin typeface="Helvetica Neue"/>
              <a:ea typeface="Helvetica Neue"/>
              <a:cs typeface="Helvetica Neue"/>
              <a:sym typeface="Helvetica Neue"/>
            </a:endParaRPr>
          </a:p>
        </p:txBody>
      </p:sp>
      <p:sp>
        <p:nvSpPr>
          <p:cNvPr id="1669" name="Google Shape;1669;p182"/>
          <p:cNvSpPr txBox="1"/>
          <p:nvPr/>
        </p:nvSpPr>
        <p:spPr>
          <a:xfrm>
            <a:off x="6797075" y="5001200"/>
            <a:ext cx="801300" cy="189000"/>
          </a:xfrm>
          <a:prstGeom prst="rect">
            <a:avLst/>
          </a:prstGeom>
          <a:noFill/>
          <a:ln>
            <a:noFill/>
          </a:ln>
        </p:spPr>
        <p:txBody>
          <a:bodyPr anchorCtr="0" anchor="t" bIns="32575" lIns="32575" spcFirstLastPara="1" rIns="32575" wrap="square" tIns="32575">
            <a:spAutoFit/>
          </a:bodyPr>
          <a:lstStyle/>
          <a:p>
            <a:pPr indent="0" lvl="0" marL="0" marR="0" rtl="0" algn="ctr">
              <a:lnSpc>
                <a:spcPct val="100000"/>
              </a:lnSpc>
              <a:spcBef>
                <a:spcPts val="0"/>
              </a:spcBef>
              <a:spcAft>
                <a:spcPts val="0"/>
              </a:spcAft>
              <a:buClr>
                <a:srgbClr val="000000"/>
              </a:buClr>
              <a:buSzPts val="700"/>
              <a:buFont typeface="Arial"/>
              <a:buNone/>
            </a:pPr>
            <a:r>
              <a:rPr b="1" lang="es" sz="800">
                <a:solidFill>
                  <a:schemeClr val="dk1"/>
                </a:solidFill>
                <a:latin typeface="Helvetica Neue"/>
                <a:ea typeface="Helvetica Neue"/>
                <a:cs typeface="Helvetica Neue"/>
                <a:sym typeface="Helvetica Neue"/>
              </a:rPr>
              <a:t>UAT</a:t>
            </a:r>
            <a:endParaRPr b="1" i="0" sz="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sp>
        <p:nvSpPr>
          <p:cNvPr id="1674" name="Google Shape;1674;p183"/>
          <p:cNvSpPr/>
          <p:nvPr/>
        </p:nvSpPr>
        <p:spPr>
          <a:xfrm>
            <a:off x="230650" y="115325"/>
            <a:ext cx="1430100" cy="311400"/>
          </a:xfrm>
          <a:prstGeom prst="rect">
            <a:avLst/>
          </a:prstGeom>
          <a:solidFill>
            <a:schemeClr val="lt2"/>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5" name="Google Shape;1675;p183"/>
          <p:cNvSpPr txBox="1"/>
          <p:nvPr/>
        </p:nvSpPr>
        <p:spPr>
          <a:xfrm>
            <a:off x="230650" y="117125"/>
            <a:ext cx="29964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lang="es" sz="2000">
                <a:solidFill>
                  <a:schemeClr val="dk1"/>
                </a:solidFill>
                <a:latin typeface="Helvetica Neue"/>
                <a:ea typeface="Helvetica Neue"/>
                <a:cs typeface="Helvetica Neue"/>
                <a:sym typeface="Helvetica Neue"/>
              </a:rPr>
              <a:t>Estatus  </a:t>
            </a:r>
            <a:r>
              <a:rPr lang="es" sz="2000">
                <a:solidFill>
                  <a:schemeClr val="dk1"/>
                </a:solidFill>
                <a:latin typeface="Helvetica Neue"/>
                <a:ea typeface="Helvetica Neue"/>
                <a:cs typeface="Helvetica Neue"/>
                <a:sym typeface="Helvetica Neue"/>
              </a:rPr>
              <a:t>SmartVista</a:t>
            </a:r>
            <a:endParaRPr b="0" i="0" sz="2000" u="none" cap="none" strike="noStrike">
              <a:solidFill>
                <a:schemeClr val="dk1"/>
              </a:solidFill>
              <a:latin typeface="Helvetica Neue"/>
              <a:ea typeface="Helvetica Neue"/>
              <a:cs typeface="Helvetica Neue"/>
              <a:sym typeface="Helvetica Neue"/>
            </a:endParaRPr>
          </a:p>
        </p:txBody>
      </p:sp>
      <p:sp>
        <p:nvSpPr>
          <p:cNvPr id="1676" name="Google Shape;1676;p183"/>
          <p:cNvSpPr txBox="1"/>
          <p:nvPr/>
        </p:nvSpPr>
        <p:spPr>
          <a:xfrm>
            <a:off x="469500" y="420619"/>
            <a:ext cx="15327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700"/>
              <a:buFont typeface="Arial"/>
              <a:buNone/>
            </a:pPr>
            <a:r>
              <a:rPr b="1" lang="es" sz="1000">
                <a:solidFill>
                  <a:schemeClr val="dk1"/>
                </a:solidFill>
                <a:latin typeface="Helvetica Neue"/>
                <a:ea typeface="Helvetica Neue"/>
                <a:cs typeface="Helvetica Neue"/>
                <a:sym typeface="Helvetica Neue"/>
              </a:rPr>
              <a:t>¿Dónde estamos?</a:t>
            </a:r>
            <a:r>
              <a:rPr b="1" i="0" lang="es" sz="1000" u="none" cap="none" strike="noStrike">
                <a:solidFill>
                  <a:schemeClr val="dk1"/>
                </a:solidFill>
                <a:latin typeface="Helvetica Neue"/>
                <a:ea typeface="Helvetica Neue"/>
                <a:cs typeface="Helvetica Neue"/>
                <a:sym typeface="Helvetica Neue"/>
              </a:rPr>
              <a:t> </a:t>
            </a:r>
            <a:endParaRPr b="1" i="0" sz="1000" u="none" cap="none" strike="noStrike">
              <a:solidFill>
                <a:schemeClr val="dk1"/>
              </a:solidFill>
              <a:latin typeface="Helvetica Neue"/>
              <a:ea typeface="Helvetica Neue"/>
              <a:cs typeface="Helvetica Neue"/>
              <a:sym typeface="Helvetica Neue"/>
            </a:endParaRPr>
          </a:p>
        </p:txBody>
      </p:sp>
      <p:sp>
        <p:nvSpPr>
          <p:cNvPr id="1677" name="Google Shape;1677;p183"/>
          <p:cNvSpPr/>
          <p:nvPr/>
        </p:nvSpPr>
        <p:spPr>
          <a:xfrm>
            <a:off x="148350" y="893400"/>
            <a:ext cx="8847300" cy="4046700"/>
          </a:xfrm>
          <a:prstGeom prst="roundRect">
            <a:avLst>
              <a:gd fmla="val 3464" name="adj"/>
            </a:avLst>
          </a:prstGeom>
          <a:solidFill>
            <a:srgbClr val="FFFFFF"/>
          </a:solidFill>
          <a:ln cap="flat" cmpd="sng" w="9525">
            <a:solidFill>
              <a:srgbClr val="242C68"/>
            </a:solidFill>
            <a:prstDash val="dot"/>
            <a:round/>
            <a:headEnd len="sm" w="sm" type="none"/>
            <a:tailEnd len="sm" w="sm" type="none"/>
          </a:ln>
        </p:spPr>
        <p:txBody>
          <a:bodyPr anchorCtr="0" anchor="ctr" bIns="91425" lIns="91425" spcFirstLastPara="1" rIns="91425" wrap="square" tIns="91425">
            <a:noAutofit/>
          </a:bodyPr>
          <a:lstStyle/>
          <a:p>
            <a:pPr indent="-266700" lvl="0" marL="457200" rtl="0" algn="l">
              <a:lnSpc>
                <a:spcPct val="115000"/>
              </a:lnSpc>
              <a:spcBef>
                <a:spcPts val="0"/>
              </a:spcBef>
              <a:spcAft>
                <a:spcPts val="0"/>
              </a:spcAft>
              <a:buClr>
                <a:srgbClr val="242C68"/>
              </a:buClr>
              <a:buSzPts val="600"/>
              <a:buFont typeface="Helvetica Neue"/>
              <a:buAutoNum type="arabicPeriod"/>
            </a:pPr>
            <a:r>
              <a:t/>
            </a:r>
            <a:endParaRPr/>
          </a:p>
        </p:txBody>
      </p:sp>
      <p:cxnSp>
        <p:nvCxnSpPr>
          <p:cNvPr id="1678" name="Google Shape;1678;p183"/>
          <p:cNvCxnSpPr/>
          <p:nvPr/>
        </p:nvCxnSpPr>
        <p:spPr>
          <a:xfrm>
            <a:off x="230643" y="922431"/>
            <a:ext cx="8790900" cy="0"/>
          </a:xfrm>
          <a:prstGeom prst="straightConnector1">
            <a:avLst/>
          </a:prstGeom>
          <a:noFill/>
          <a:ln cap="flat" cmpd="sng" w="9525">
            <a:solidFill>
              <a:srgbClr val="242C68"/>
            </a:solidFill>
            <a:prstDash val="dot"/>
            <a:round/>
            <a:headEnd len="sm" w="sm" type="none"/>
            <a:tailEnd len="sm" w="sm" type="none"/>
          </a:ln>
        </p:spPr>
      </p:cxnSp>
      <p:cxnSp>
        <p:nvCxnSpPr>
          <p:cNvPr id="1679" name="Google Shape;1679;p183"/>
          <p:cNvCxnSpPr/>
          <p:nvPr/>
        </p:nvCxnSpPr>
        <p:spPr>
          <a:xfrm>
            <a:off x="2330600" y="659863"/>
            <a:ext cx="0" cy="4045800"/>
          </a:xfrm>
          <a:prstGeom prst="straightConnector1">
            <a:avLst/>
          </a:prstGeom>
          <a:noFill/>
          <a:ln cap="flat" cmpd="sng" w="9525">
            <a:solidFill>
              <a:srgbClr val="4D5EFF"/>
            </a:solidFill>
            <a:prstDash val="dot"/>
            <a:round/>
            <a:headEnd len="sm" w="sm" type="none"/>
            <a:tailEnd len="sm" w="sm" type="none"/>
          </a:ln>
        </p:spPr>
      </p:cxnSp>
      <p:sp>
        <p:nvSpPr>
          <p:cNvPr id="1680" name="Google Shape;1680;p183"/>
          <p:cNvSpPr txBox="1"/>
          <p:nvPr/>
        </p:nvSpPr>
        <p:spPr>
          <a:xfrm>
            <a:off x="974381" y="724192"/>
            <a:ext cx="2343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lang="es" sz="1100">
                <a:solidFill>
                  <a:srgbClr val="1C42E8"/>
                </a:solidFill>
                <a:latin typeface="Helvetica Neue"/>
                <a:ea typeface="Helvetica Neue"/>
                <a:cs typeface="Helvetica Neue"/>
                <a:sym typeface="Helvetica Neue"/>
              </a:rPr>
              <a:t>R2</a:t>
            </a:r>
            <a:endParaRPr b="1" sz="1100">
              <a:solidFill>
                <a:srgbClr val="1C42E8"/>
              </a:solidFill>
              <a:latin typeface="Helvetica Neue"/>
              <a:ea typeface="Helvetica Neue"/>
              <a:cs typeface="Helvetica Neue"/>
              <a:sym typeface="Helvetica Neue"/>
            </a:endParaRPr>
          </a:p>
        </p:txBody>
      </p:sp>
      <p:sp>
        <p:nvSpPr>
          <p:cNvPr id="1681" name="Google Shape;1681;p183"/>
          <p:cNvSpPr txBox="1"/>
          <p:nvPr/>
        </p:nvSpPr>
        <p:spPr>
          <a:xfrm>
            <a:off x="2969841" y="706958"/>
            <a:ext cx="839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lang="es" sz="1100">
                <a:solidFill>
                  <a:srgbClr val="1C42E8"/>
                </a:solidFill>
                <a:latin typeface="Helvetica Neue"/>
                <a:ea typeface="Helvetica Neue"/>
                <a:cs typeface="Helvetica Neue"/>
                <a:sym typeface="Helvetica Neue"/>
              </a:rPr>
              <a:t>R2 versión 2</a:t>
            </a:r>
            <a:endParaRPr b="1" i="0" sz="1100" u="none" cap="none" strike="noStrike">
              <a:solidFill>
                <a:srgbClr val="1C42E8"/>
              </a:solidFill>
              <a:latin typeface="Helvetica Neue"/>
              <a:ea typeface="Helvetica Neue"/>
              <a:cs typeface="Helvetica Neue"/>
              <a:sym typeface="Helvetica Neue"/>
            </a:endParaRPr>
          </a:p>
        </p:txBody>
      </p:sp>
      <p:cxnSp>
        <p:nvCxnSpPr>
          <p:cNvPr id="1682" name="Google Shape;1682;p183"/>
          <p:cNvCxnSpPr/>
          <p:nvPr/>
        </p:nvCxnSpPr>
        <p:spPr>
          <a:xfrm flipH="1">
            <a:off x="4394250" y="646475"/>
            <a:ext cx="1500" cy="4041300"/>
          </a:xfrm>
          <a:prstGeom prst="straightConnector1">
            <a:avLst/>
          </a:prstGeom>
          <a:noFill/>
          <a:ln cap="flat" cmpd="sng" w="9525">
            <a:solidFill>
              <a:srgbClr val="4D5EFF"/>
            </a:solidFill>
            <a:prstDash val="dot"/>
            <a:round/>
            <a:headEnd len="sm" w="sm" type="none"/>
            <a:tailEnd len="sm" w="sm" type="none"/>
          </a:ln>
        </p:spPr>
      </p:cxnSp>
      <p:sp>
        <p:nvSpPr>
          <p:cNvPr id="1683" name="Google Shape;1683;p183"/>
          <p:cNvSpPr txBox="1"/>
          <p:nvPr/>
        </p:nvSpPr>
        <p:spPr>
          <a:xfrm>
            <a:off x="7242223" y="677108"/>
            <a:ext cx="8397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lang="es" sz="1100">
                <a:solidFill>
                  <a:srgbClr val="1C42E8"/>
                </a:solidFill>
                <a:latin typeface="Helvetica Neue"/>
                <a:ea typeface="Helvetica Neue"/>
                <a:cs typeface="Helvetica Neue"/>
                <a:sym typeface="Helvetica Neue"/>
              </a:rPr>
              <a:t>R4</a:t>
            </a:r>
            <a:endParaRPr b="1" i="0" sz="1100" u="none" cap="none" strike="noStrike">
              <a:solidFill>
                <a:srgbClr val="1C42E8"/>
              </a:solidFill>
              <a:latin typeface="Helvetica Neue"/>
              <a:ea typeface="Helvetica Neue"/>
              <a:cs typeface="Helvetica Neue"/>
              <a:sym typeface="Helvetica Neue"/>
            </a:endParaRPr>
          </a:p>
        </p:txBody>
      </p:sp>
      <p:cxnSp>
        <p:nvCxnSpPr>
          <p:cNvPr id="1684" name="Google Shape;1684;p183"/>
          <p:cNvCxnSpPr/>
          <p:nvPr/>
        </p:nvCxnSpPr>
        <p:spPr>
          <a:xfrm flipH="1">
            <a:off x="6268925" y="651992"/>
            <a:ext cx="1500" cy="4041300"/>
          </a:xfrm>
          <a:prstGeom prst="straightConnector1">
            <a:avLst/>
          </a:prstGeom>
          <a:noFill/>
          <a:ln cap="flat" cmpd="sng" w="9525">
            <a:solidFill>
              <a:srgbClr val="4D5EFF"/>
            </a:solidFill>
            <a:prstDash val="dot"/>
            <a:round/>
            <a:headEnd len="sm" w="sm" type="none"/>
            <a:tailEnd len="sm" w="sm" type="none"/>
          </a:ln>
        </p:spPr>
      </p:cxnSp>
      <p:sp>
        <p:nvSpPr>
          <p:cNvPr id="1685" name="Google Shape;1685;p183"/>
          <p:cNvSpPr txBox="1"/>
          <p:nvPr/>
        </p:nvSpPr>
        <p:spPr>
          <a:xfrm>
            <a:off x="219539" y="1043080"/>
            <a:ext cx="2012100" cy="3384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s" sz="600">
                <a:solidFill>
                  <a:srgbClr val="242C68"/>
                </a:solidFill>
                <a:latin typeface="Helvetica Neue"/>
                <a:ea typeface="Helvetica Neue"/>
                <a:cs typeface="Helvetica Neue"/>
                <a:sym typeface="Helvetica Neue"/>
              </a:rPr>
              <a:t>App  BanCoppel</a:t>
            </a:r>
            <a:endParaRPr b="1"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Enrolamiento en App BanCoppel</a:t>
            </a:r>
            <a:endParaRPr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Activación de tarjeta en App BanCoppel</a:t>
            </a:r>
            <a:endParaRPr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Encender / apagar tarjeta </a:t>
            </a:r>
            <a:endParaRPr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Generación de CVV2</a:t>
            </a:r>
            <a:endParaRPr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Visualización de movimientos y fecha de pago en App BanCoppel</a:t>
            </a:r>
            <a:endParaRPr sz="6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600">
                <a:solidFill>
                  <a:srgbClr val="242C68"/>
                </a:solidFill>
                <a:latin typeface="Helvetica Neue"/>
                <a:ea typeface="Helvetica Neue"/>
                <a:cs typeface="Helvetica Neue"/>
                <a:sym typeface="Helvetica Neue"/>
              </a:rPr>
              <a:t>SmartVista</a:t>
            </a:r>
            <a:endParaRPr b="1"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Notificaciones (activación, compra, pago) </a:t>
            </a:r>
            <a:endParaRPr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Reglas de autorizador (versión inicial configurada con el proveedor BPC)</a:t>
            </a:r>
            <a:endParaRPr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Autorizador Eglobal</a:t>
            </a:r>
            <a:endParaRPr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Reportes Regulatorios (18 reportes de información sobre cartera, número de tarjetas, apertura por mes)</a:t>
            </a:r>
            <a:endParaRPr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Cobro de comisión (primera compra, disposición de efectivo)</a:t>
            </a:r>
            <a:endParaRPr sz="6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600">
                <a:solidFill>
                  <a:srgbClr val="242C68"/>
                </a:solidFill>
                <a:latin typeface="Helvetica Neue"/>
                <a:ea typeface="Helvetica Neue"/>
                <a:cs typeface="Helvetica Neue"/>
                <a:sym typeface="Helvetica Neue"/>
              </a:rPr>
              <a:t>Promotoria (OFI)</a:t>
            </a:r>
            <a:endParaRPr b="1"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Consulta de cliente</a:t>
            </a:r>
            <a:endParaRPr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Consulta de producto</a:t>
            </a:r>
            <a:endParaRPr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Consulta de movimiento y saldo retenido</a:t>
            </a:r>
            <a:endParaRPr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Encender tarjeta</a:t>
            </a:r>
            <a:endParaRPr sz="6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600">
                <a:solidFill>
                  <a:srgbClr val="242C68"/>
                </a:solidFill>
                <a:latin typeface="Helvetica Neue"/>
                <a:ea typeface="Helvetica Neue"/>
                <a:cs typeface="Helvetica Neue"/>
                <a:sym typeface="Helvetica Neue"/>
              </a:rPr>
              <a:t>Ventanilla (SiWeb)</a:t>
            </a:r>
            <a:endParaRPr b="1"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Disposición de efectivo</a:t>
            </a:r>
            <a:endParaRPr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Pago a TDC vía SPEI, interbancarios y en efectivo</a:t>
            </a:r>
            <a:endParaRPr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Conciliación de movimientos </a:t>
            </a:r>
            <a:endParaRPr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Proceso de cierre</a:t>
            </a:r>
            <a:endParaRPr sz="600">
              <a:solidFill>
                <a:srgbClr val="242C68"/>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Reportes de cierre (reporte cierre de caja, sucursal. cierre central)</a:t>
            </a:r>
            <a:endParaRPr sz="6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600">
                <a:solidFill>
                  <a:srgbClr val="242C68"/>
                </a:solidFill>
                <a:latin typeface="Helvetica Neue"/>
                <a:ea typeface="Helvetica Neue"/>
                <a:cs typeface="Helvetica Neue"/>
                <a:sym typeface="Helvetica Neue"/>
              </a:rPr>
              <a:t>SPEI</a:t>
            </a:r>
            <a:endParaRPr b="1" sz="600">
              <a:solidFill>
                <a:srgbClr val="242C68"/>
              </a:solidFill>
              <a:latin typeface="Helvetica Neue"/>
              <a:ea typeface="Helvetica Neue"/>
              <a:cs typeface="Helvetica Neue"/>
              <a:sym typeface="Helvetica Neue"/>
            </a:endParaRPr>
          </a:p>
          <a:p>
            <a:pPr indent="-266700" lvl="0" marL="457200" rtl="0" algn="l">
              <a:lnSpc>
                <a:spcPct val="115000"/>
              </a:lnSpc>
              <a:spcBef>
                <a:spcPts val="0"/>
              </a:spcBef>
              <a:spcAft>
                <a:spcPts val="0"/>
              </a:spcAft>
              <a:buClr>
                <a:srgbClr val="242C68"/>
              </a:buClr>
              <a:buSzPts val="600"/>
              <a:buFont typeface="Helvetica Neue"/>
              <a:buAutoNum type="arabicPeriod"/>
            </a:pPr>
            <a:r>
              <a:rPr lang="es" sz="600">
                <a:solidFill>
                  <a:srgbClr val="242C68"/>
                </a:solidFill>
                <a:latin typeface="Helvetica Neue"/>
                <a:ea typeface="Helvetica Neue"/>
                <a:cs typeface="Helvetica Neue"/>
                <a:sym typeface="Helvetica Neue"/>
              </a:rPr>
              <a:t>Pago de tarjeta</a:t>
            </a:r>
            <a:endParaRPr sz="600">
              <a:solidFill>
                <a:srgbClr val="242C68"/>
              </a:solidFill>
              <a:latin typeface="Helvetica Neue"/>
              <a:ea typeface="Helvetica Neue"/>
              <a:cs typeface="Helvetica Neue"/>
              <a:sym typeface="Helvetica Neue"/>
            </a:endParaRPr>
          </a:p>
        </p:txBody>
      </p:sp>
      <p:sp>
        <p:nvSpPr>
          <p:cNvPr id="1686" name="Google Shape;1686;p183"/>
          <p:cNvSpPr txBox="1"/>
          <p:nvPr/>
        </p:nvSpPr>
        <p:spPr>
          <a:xfrm>
            <a:off x="2353700" y="1008330"/>
            <a:ext cx="1962900" cy="2586000"/>
          </a:xfrm>
          <a:prstGeom prst="rect">
            <a:avLst/>
          </a:prstGeom>
          <a:solidFill>
            <a:schemeClr val="lt1"/>
          </a:solid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s" sz="700">
                <a:solidFill>
                  <a:srgbClr val="242C68"/>
                </a:solidFill>
                <a:latin typeface="Helvetica Neue"/>
                <a:ea typeface="Helvetica Neue"/>
                <a:cs typeface="Helvetica Neue"/>
                <a:sym typeface="Helvetica Neue"/>
              </a:rPr>
              <a:t>SmartVista</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Contabilidad (adecuaciones a guía contable, extracción de póliza y generación de balanza)</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Conciliaciones (intercambio con E-Global, validación de integración con PISA )</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Reportes operativos (proceso nocturnos, archivo de crédito, archivo conciliaciones, archivo diferencias)</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App  BanCoppel</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Consulta Estado de Cuenta</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Descarga de Estado de cuenta</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Promotoria (OFI)</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Consulta de Estado de Cuenta</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Impresión de Estado de Cuenta</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Aclaraciones</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Consulta de movimientos</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Abono a tarjeta de crédito</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Cargo a tarjeta de crédito</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Levantamiento de aclaraciones</a:t>
            </a:r>
            <a:endParaRPr sz="700">
              <a:solidFill>
                <a:srgbClr val="242C68"/>
              </a:solidFill>
              <a:latin typeface="Helvetica Neue"/>
              <a:ea typeface="Helvetica Neue"/>
              <a:cs typeface="Helvetica Neue"/>
              <a:sym typeface="Helvetica Neue"/>
            </a:endParaRPr>
          </a:p>
        </p:txBody>
      </p:sp>
      <p:sp>
        <p:nvSpPr>
          <p:cNvPr id="1687" name="Google Shape;1687;p183"/>
          <p:cNvSpPr txBox="1"/>
          <p:nvPr/>
        </p:nvSpPr>
        <p:spPr>
          <a:xfrm>
            <a:off x="4912479" y="706958"/>
            <a:ext cx="8397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lang="es" sz="1100">
                <a:solidFill>
                  <a:srgbClr val="1C42E8"/>
                </a:solidFill>
                <a:latin typeface="Helvetica Neue"/>
                <a:ea typeface="Helvetica Neue"/>
                <a:cs typeface="Helvetica Neue"/>
                <a:sym typeface="Helvetica Neue"/>
              </a:rPr>
              <a:t>R3</a:t>
            </a:r>
            <a:endParaRPr b="1" i="0" sz="1100" u="none" cap="none" strike="noStrike">
              <a:solidFill>
                <a:srgbClr val="1C42E8"/>
              </a:solidFill>
              <a:latin typeface="Helvetica Neue"/>
              <a:ea typeface="Helvetica Neue"/>
              <a:cs typeface="Helvetica Neue"/>
              <a:sym typeface="Helvetica Neue"/>
            </a:endParaRPr>
          </a:p>
        </p:txBody>
      </p:sp>
      <p:sp>
        <p:nvSpPr>
          <p:cNvPr id="1688" name="Google Shape;1688;p183"/>
          <p:cNvSpPr txBox="1"/>
          <p:nvPr/>
        </p:nvSpPr>
        <p:spPr>
          <a:xfrm>
            <a:off x="4438650" y="968700"/>
            <a:ext cx="1831800" cy="422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Promotoria (OFI)</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Asignación de tarjeta física</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Activación de tarjeta física</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Cambio de NIP</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Cancelación de plástico</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Recepción de lotes de tarjeta</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SmartVista</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Generación de maquila</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Campañas de recuperación de cobranza</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Diferimiento compras de Meses Sin Intereses</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App BanCoppel</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Pago de tarjeta a cargo de cuenta de captación BanCoppel</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Visualización de concepto “en proceso” en compra pendiente por conciliar</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Visualización de MSI</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Ventanilla (SiWeb)</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Pago de tarjeta a cargo de cuenta de captación BanCoppel</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Cobranza</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Envió de archivo de clientes morosos  a ICS</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Autorizador</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Incremento de reglas (archivo de 155 reglas)</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6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600">
              <a:solidFill>
                <a:srgbClr val="242C68"/>
              </a:solidFill>
              <a:latin typeface="Helvetica Neue"/>
              <a:ea typeface="Helvetica Neue"/>
              <a:cs typeface="Helvetica Neue"/>
              <a:sym typeface="Helvetica Neue"/>
            </a:endParaRPr>
          </a:p>
        </p:txBody>
      </p:sp>
      <p:sp>
        <p:nvSpPr>
          <p:cNvPr id="1689" name="Google Shape;1689;p183"/>
          <p:cNvSpPr txBox="1"/>
          <p:nvPr/>
        </p:nvSpPr>
        <p:spPr>
          <a:xfrm>
            <a:off x="6313350" y="1059900"/>
            <a:ext cx="2614800" cy="257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SmartVista</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Diferimiento de Meses Con Intereses por campaña</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Diferimiento de Meses Con Intereses desde punto de venta</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App BanCoppel</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Acumulación y redención de puntos Coppel Max</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Eliminación de tarjeta digital</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Convivencia de tarjeta física y digital</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Domiciliación de pago de tarjeta</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Ventanilla (SiWeb)</a:t>
            </a:r>
            <a:endParaRPr b="1"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Adelantar Meses Sin Intereses</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Adelantar Meses Con Intereses</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s" sz="700">
                <a:solidFill>
                  <a:srgbClr val="242C68"/>
                </a:solidFill>
                <a:latin typeface="Helvetica Neue"/>
                <a:ea typeface="Helvetica Neue"/>
                <a:cs typeface="Helvetica Neue"/>
                <a:sym typeface="Helvetica Neue"/>
              </a:rPr>
              <a:t>Promotoria (OFI)</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Cancelar Meses Sin Intereses</a:t>
            </a:r>
            <a:endParaRPr sz="700">
              <a:solidFill>
                <a:srgbClr val="242C68"/>
              </a:solidFill>
              <a:latin typeface="Helvetica Neue"/>
              <a:ea typeface="Helvetica Neue"/>
              <a:cs typeface="Helvetica Neue"/>
              <a:sym typeface="Helvetica Neue"/>
            </a:endParaRPr>
          </a:p>
          <a:p>
            <a:pPr indent="-273050" lvl="0" marL="457200" rtl="0" algn="l">
              <a:lnSpc>
                <a:spcPct val="115000"/>
              </a:lnSpc>
              <a:spcBef>
                <a:spcPts val="0"/>
              </a:spcBef>
              <a:spcAft>
                <a:spcPts val="0"/>
              </a:spcAft>
              <a:buClr>
                <a:srgbClr val="242C68"/>
              </a:buClr>
              <a:buSzPts val="700"/>
              <a:buFont typeface="Helvetica Neue"/>
              <a:buAutoNum type="arabicPeriod"/>
            </a:pPr>
            <a:r>
              <a:rPr lang="es" sz="700">
                <a:solidFill>
                  <a:srgbClr val="242C68"/>
                </a:solidFill>
                <a:latin typeface="Helvetica Neue"/>
                <a:ea typeface="Helvetica Neue"/>
                <a:cs typeface="Helvetica Neue"/>
                <a:sym typeface="Helvetica Neue"/>
              </a:rPr>
              <a:t>Cancelar Meses Con Intereses</a:t>
            </a:r>
            <a:endParaRPr sz="7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6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900"/>
              <a:buFont typeface="Arial"/>
              <a:buNone/>
            </a:pPr>
            <a:r>
              <a:rPr lang="es" sz="600">
                <a:solidFill>
                  <a:srgbClr val="242C68"/>
                </a:solidFill>
                <a:latin typeface="Helvetica Neue"/>
                <a:ea typeface="Helvetica Neue"/>
                <a:cs typeface="Helvetica Neue"/>
                <a:sym typeface="Helvetica Neue"/>
              </a:rPr>
              <a:t>En validación si en este R se podrá tomar los desarrollos de los canales CAT y ATM</a:t>
            </a:r>
            <a:endParaRPr sz="600">
              <a:solidFill>
                <a:srgbClr val="242C68"/>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600">
              <a:solidFill>
                <a:srgbClr val="242C68"/>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184"/>
          <p:cNvSpPr/>
          <p:nvPr/>
        </p:nvSpPr>
        <p:spPr>
          <a:xfrm>
            <a:off x="4752350" y="2848425"/>
            <a:ext cx="3050700" cy="30507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1695" name="Google Shape;1695;p184"/>
          <p:cNvSpPr/>
          <p:nvPr/>
        </p:nvSpPr>
        <p:spPr>
          <a:xfrm>
            <a:off x="3476300" y="139050"/>
            <a:ext cx="1177500" cy="11775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1696" name="Google Shape;1696;p184"/>
          <p:cNvSpPr/>
          <p:nvPr/>
        </p:nvSpPr>
        <p:spPr>
          <a:xfrm>
            <a:off x="765575" y="3699400"/>
            <a:ext cx="660000" cy="660000"/>
          </a:xfrm>
          <a:prstGeom prst="ellipse">
            <a:avLst/>
          </a:prstGeom>
          <a:solidFill>
            <a:srgbClr val="F0D2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1697" name="Google Shape;1697;p184"/>
          <p:cNvSpPr txBox="1"/>
          <p:nvPr/>
        </p:nvSpPr>
        <p:spPr>
          <a:xfrm>
            <a:off x="450075" y="1919700"/>
            <a:ext cx="46884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lang="es" sz="4000">
                <a:solidFill>
                  <a:srgbClr val="FFFFFF"/>
                </a:solidFill>
                <a:latin typeface="Helvetica Neue"/>
                <a:ea typeface="Helvetica Neue"/>
                <a:cs typeface="Helvetica Neue"/>
                <a:sym typeface="Helvetica Neue"/>
              </a:rPr>
              <a:t>1. Roadmap V4 (feb 2026)</a:t>
            </a:r>
            <a:endParaRPr sz="4000">
              <a:solidFill>
                <a:srgbClr val="FFFFFF"/>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185"/>
          <p:cNvSpPr/>
          <p:nvPr/>
        </p:nvSpPr>
        <p:spPr>
          <a:xfrm>
            <a:off x="8071259" y="1045777"/>
            <a:ext cx="929100" cy="3603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03" name="Google Shape;1703;p185"/>
          <p:cNvSpPr/>
          <p:nvPr/>
        </p:nvSpPr>
        <p:spPr>
          <a:xfrm>
            <a:off x="8070265" y="1445740"/>
            <a:ext cx="929100" cy="3651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04" name="Google Shape;1704;p185"/>
          <p:cNvSpPr/>
          <p:nvPr/>
        </p:nvSpPr>
        <p:spPr>
          <a:xfrm>
            <a:off x="8069759" y="1849668"/>
            <a:ext cx="929700" cy="1971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05" name="Google Shape;1705;p185"/>
          <p:cNvSpPr/>
          <p:nvPr/>
        </p:nvSpPr>
        <p:spPr>
          <a:xfrm>
            <a:off x="8067114" y="2244153"/>
            <a:ext cx="927600" cy="8754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06" name="Google Shape;1706;p185"/>
          <p:cNvSpPr/>
          <p:nvPr/>
        </p:nvSpPr>
        <p:spPr>
          <a:xfrm>
            <a:off x="8088232" y="3551560"/>
            <a:ext cx="909000" cy="7923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07" name="Google Shape;1707;p185"/>
          <p:cNvSpPr/>
          <p:nvPr/>
        </p:nvSpPr>
        <p:spPr>
          <a:xfrm>
            <a:off x="8074385" y="3171433"/>
            <a:ext cx="909000" cy="1602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08" name="Google Shape;1708;p185"/>
          <p:cNvSpPr/>
          <p:nvPr/>
        </p:nvSpPr>
        <p:spPr>
          <a:xfrm>
            <a:off x="158541" y="3172010"/>
            <a:ext cx="7044600" cy="1602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709" name="Google Shape;1709;p185"/>
          <p:cNvSpPr/>
          <p:nvPr/>
        </p:nvSpPr>
        <p:spPr>
          <a:xfrm>
            <a:off x="141525" y="3543450"/>
            <a:ext cx="3524700" cy="8340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710" name="Google Shape;1710;p185"/>
          <p:cNvSpPr/>
          <p:nvPr/>
        </p:nvSpPr>
        <p:spPr>
          <a:xfrm>
            <a:off x="6618720" y="672359"/>
            <a:ext cx="6264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Junio</a:t>
            </a:r>
            <a:endParaRPr b="1" sz="637">
              <a:solidFill>
                <a:srgbClr val="05297A"/>
              </a:solidFill>
              <a:latin typeface="Helvetica Neue"/>
              <a:ea typeface="Helvetica Neue"/>
              <a:cs typeface="Helvetica Neue"/>
              <a:sym typeface="Helvetica Neue"/>
            </a:endParaRPr>
          </a:p>
        </p:txBody>
      </p:sp>
      <p:sp>
        <p:nvSpPr>
          <p:cNvPr id="1711" name="Google Shape;1711;p185"/>
          <p:cNvSpPr/>
          <p:nvPr/>
        </p:nvSpPr>
        <p:spPr>
          <a:xfrm>
            <a:off x="1074218" y="672359"/>
            <a:ext cx="6264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Octubre</a:t>
            </a:r>
            <a:endParaRPr b="1" sz="637">
              <a:solidFill>
                <a:srgbClr val="05297A"/>
              </a:solidFill>
              <a:latin typeface="Helvetica Neue"/>
              <a:ea typeface="Helvetica Neue"/>
              <a:cs typeface="Helvetica Neue"/>
              <a:sym typeface="Helvetica Neue"/>
            </a:endParaRPr>
          </a:p>
        </p:txBody>
      </p:sp>
      <p:sp>
        <p:nvSpPr>
          <p:cNvPr id="1712" name="Google Shape;1712;p185"/>
          <p:cNvSpPr/>
          <p:nvPr/>
        </p:nvSpPr>
        <p:spPr>
          <a:xfrm>
            <a:off x="1759342" y="672359"/>
            <a:ext cx="6264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marR="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Noviembre</a:t>
            </a:r>
            <a:endParaRPr b="1" sz="637">
              <a:solidFill>
                <a:srgbClr val="05297A"/>
              </a:solidFill>
              <a:latin typeface="Helvetica Neue"/>
              <a:ea typeface="Helvetica Neue"/>
              <a:cs typeface="Helvetica Neue"/>
              <a:sym typeface="Helvetica Neue"/>
            </a:endParaRPr>
          </a:p>
        </p:txBody>
      </p:sp>
      <p:sp>
        <p:nvSpPr>
          <p:cNvPr id="1713" name="Google Shape;1713;p185"/>
          <p:cNvSpPr/>
          <p:nvPr/>
        </p:nvSpPr>
        <p:spPr>
          <a:xfrm>
            <a:off x="2444465" y="672359"/>
            <a:ext cx="6846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Diciembre</a:t>
            </a:r>
            <a:endParaRPr b="1" sz="637">
              <a:solidFill>
                <a:srgbClr val="05297A"/>
              </a:solidFill>
              <a:latin typeface="Helvetica Neue"/>
              <a:ea typeface="Helvetica Neue"/>
              <a:cs typeface="Helvetica Neue"/>
              <a:sym typeface="Helvetica Neue"/>
            </a:endParaRPr>
          </a:p>
        </p:txBody>
      </p:sp>
      <p:sp>
        <p:nvSpPr>
          <p:cNvPr id="1714" name="Google Shape;1714;p185"/>
          <p:cNvSpPr/>
          <p:nvPr/>
        </p:nvSpPr>
        <p:spPr>
          <a:xfrm>
            <a:off x="3187507" y="672375"/>
            <a:ext cx="6264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Enero</a:t>
            </a:r>
            <a:endParaRPr b="1" sz="637">
              <a:solidFill>
                <a:srgbClr val="05297A"/>
              </a:solidFill>
              <a:latin typeface="Helvetica Neue"/>
              <a:ea typeface="Helvetica Neue"/>
              <a:cs typeface="Helvetica Neue"/>
              <a:sym typeface="Helvetica Neue"/>
            </a:endParaRPr>
          </a:p>
        </p:txBody>
      </p:sp>
      <p:sp>
        <p:nvSpPr>
          <p:cNvPr id="1715" name="Google Shape;1715;p185"/>
          <p:cNvSpPr/>
          <p:nvPr/>
        </p:nvSpPr>
        <p:spPr>
          <a:xfrm>
            <a:off x="3872630" y="672375"/>
            <a:ext cx="6264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Febrero</a:t>
            </a:r>
            <a:endParaRPr b="1" sz="637">
              <a:solidFill>
                <a:srgbClr val="05297A"/>
              </a:solidFill>
              <a:latin typeface="Helvetica Neue"/>
              <a:ea typeface="Helvetica Neue"/>
              <a:cs typeface="Helvetica Neue"/>
              <a:sym typeface="Helvetica Neue"/>
            </a:endParaRPr>
          </a:p>
        </p:txBody>
      </p:sp>
      <p:sp>
        <p:nvSpPr>
          <p:cNvPr id="1716" name="Google Shape;1716;p185"/>
          <p:cNvSpPr/>
          <p:nvPr/>
        </p:nvSpPr>
        <p:spPr>
          <a:xfrm>
            <a:off x="4557753" y="672375"/>
            <a:ext cx="6264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Marzo</a:t>
            </a:r>
            <a:endParaRPr b="1" sz="637">
              <a:solidFill>
                <a:srgbClr val="05297A"/>
              </a:solidFill>
              <a:latin typeface="Helvetica Neue"/>
              <a:ea typeface="Helvetica Neue"/>
              <a:cs typeface="Helvetica Neue"/>
              <a:sym typeface="Helvetica Neue"/>
            </a:endParaRPr>
          </a:p>
        </p:txBody>
      </p:sp>
      <p:sp>
        <p:nvSpPr>
          <p:cNvPr id="1717" name="Google Shape;1717;p185"/>
          <p:cNvSpPr/>
          <p:nvPr/>
        </p:nvSpPr>
        <p:spPr>
          <a:xfrm>
            <a:off x="145805" y="886450"/>
            <a:ext cx="8850000" cy="126900"/>
          </a:xfrm>
          <a:prstGeom prst="roundRect">
            <a:avLst>
              <a:gd fmla="val 16667" name="adj"/>
            </a:avLst>
          </a:prstGeom>
          <a:solidFill>
            <a:srgbClr val="08175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b="1" lang="es" sz="700" u="sng">
                <a:solidFill>
                  <a:srgbClr val="FFFFFF"/>
                </a:solidFill>
                <a:latin typeface="Helvetica Neue"/>
                <a:ea typeface="Helvetica Neue"/>
                <a:cs typeface="Helvetica Neue"/>
                <a:sym typeface="Helvetica Neue"/>
              </a:rPr>
              <a:t> APOLO</a:t>
            </a:r>
            <a:r>
              <a:rPr b="1" lang="es" sz="700">
                <a:solidFill>
                  <a:srgbClr val="FFFFFF"/>
                </a:solidFill>
                <a:latin typeface="Helvetica Neue"/>
                <a:ea typeface="Helvetica Neue"/>
                <a:cs typeface="Helvetica Neue"/>
                <a:sym typeface="Helvetica Neue"/>
              </a:rPr>
              <a:t>: </a:t>
            </a:r>
            <a:r>
              <a:rPr b="1" lang="es" sz="600">
                <a:solidFill>
                  <a:srgbClr val="FFFFFF"/>
                </a:solidFill>
                <a:latin typeface="Helvetica Neue"/>
                <a:ea typeface="Helvetica Neue"/>
                <a:cs typeface="Helvetica Neue"/>
                <a:sym typeface="Helvetica Neue"/>
              </a:rPr>
              <a:t>Originación Clientes Nuevos</a:t>
            </a:r>
            <a:endParaRPr b="1" sz="600">
              <a:solidFill>
                <a:srgbClr val="FFFFFF"/>
              </a:solidFill>
              <a:latin typeface="Helvetica Neue"/>
              <a:ea typeface="Helvetica Neue"/>
              <a:cs typeface="Helvetica Neue"/>
              <a:sym typeface="Helvetica Neue"/>
            </a:endParaRPr>
          </a:p>
        </p:txBody>
      </p:sp>
      <p:sp>
        <p:nvSpPr>
          <p:cNvPr id="1718" name="Google Shape;1718;p185"/>
          <p:cNvSpPr/>
          <p:nvPr/>
        </p:nvSpPr>
        <p:spPr>
          <a:xfrm>
            <a:off x="5928019" y="672359"/>
            <a:ext cx="6264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Mayo </a:t>
            </a:r>
            <a:endParaRPr b="1" sz="637">
              <a:solidFill>
                <a:srgbClr val="05297A"/>
              </a:solidFill>
              <a:latin typeface="Helvetica Neue"/>
              <a:ea typeface="Helvetica Neue"/>
              <a:cs typeface="Helvetica Neue"/>
              <a:sym typeface="Helvetica Neue"/>
            </a:endParaRPr>
          </a:p>
        </p:txBody>
      </p:sp>
      <p:sp>
        <p:nvSpPr>
          <p:cNvPr id="1719" name="Google Shape;1719;p185"/>
          <p:cNvSpPr/>
          <p:nvPr/>
        </p:nvSpPr>
        <p:spPr>
          <a:xfrm>
            <a:off x="5242895" y="672359"/>
            <a:ext cx="626400" cy="152100"/>
          </a:xfrm>
          <a:prstGeom prst="roundRect">
            <a:avLst>
              <a:gd fmla="val 16667" name="adj"/>
            </a:avLst>
          </a:prstGeom>
          <a:solidFill>
            <a:srgbClr val="FFFFFF"/>
          </a:solidFill>
          <a:ln>
            <a:noFill/>
          </a:ln>
          <a:effectLst>
            <a:outerShdw blurRad="60199" rotWithShape="0" algn="bl" dir="5400000" dist="20066">
              <a:srgbClr val="000000">
                <a:alpha val="50000"/>
              </a:srgbClr>
            </a:outerShdw>
          </a:effectLst>
        </p:spPr>
        <p:txBody>
          <a:bodyPr anchorCtr="0" anchor="ctr" bIns="96350" lIns="96350" spcFirstLastPara="1" rIns="96350" wrap="square" tIns="96350">
            <a:noAutofit/>
          </a:bodyPr>
          <a:lstStyle/>
          <a:p>
            <a:pPr indent="0" lvl="0" marL="0" rtl="0" algn="ctr">
              <a:lnSpc>
                <a:spcPct val="80000"/>
              </a:lnSpc>
              <a:spcBef>
                <a:spcPts val="0"/>
              </a:spcBef>
              <a:spcAft>
                <a:spcPts val="0"/>
              </a:spcAft>
              <a:buNone/>
            </a:pPr>
            <a:r>
              <a:rPr b="1" lang="es" sz="637">
                <a:solidFill>
                  <a:srgbClr val="05297A"/>
                </a:solidFill>
                <a:latin typeface="Helvetica Neue"/>
                <a:ea typeface="Helvetica Neue"/>
                <a:cs typeface="Helvetica Neue"/>
                <a:sym typeface="Helvetica Neue"/>
              </a:rPr>
              <a:t>Abril</a:t>
            </a:r>
            <a:endParaRPr b="1" sz="637">
              <a:solidFill>
                <a:srgbClr val="05297A"/>
              </a:solidFill>
              <a:latin typeface="Helvetica Neue"/>
              <a:ea typeface="Helvetica Neue"/>
              <a:cs typeface="Helvetica Neue"/>
              <a:sym typeface="Helvetica Neue"/>
            </a:endParaRPr>
          </a:p>
        </p:txBody>
      </p:sp>
      <p:sp>
        <p:nvSpPr>
          <p:cNvPr id="1720" name="Google Shape;1720;p185"/>
          <p:cNvSpPr/>
          <p:nvPr/>
        </p:nvSpPr>
        <p:spPr>
          <a:xfrm flipH="1">
            <a:off x="5240648" y="501325"/>
            <a:ext cx="2004000" cy="126300"/>
          </a:xfrm>
          <a:prstGeom prst="roundRect">
            <a:avLst>
              <a:gd fmla="val 16667" name="adj"/>
            </a:avLst>
          </a:prstGeom>
          <a:solidFill>
            <a:srgbClr val="08175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None/>
            </a:pPr>
            <a:r>
              <a:rPr b="1" lang="es" sz="800">
                <a:solidFill>
                  <a:srgbClr val="FFFFFF"/>
                </a:solidFill>
                <a:latin typeface="Helvetica Neue"/>
                <a:ea typeface="Helvetica Neue"/>
                <a:cs typeface="Helvetica Neue"/>
                <a:sym typeface="Helvetica Neue"/>
              </a:rPr>
              <a:t>2Q 2026  </a:t>
            </a:r>
            <a:endParaRPr b="1" sz="800">
              <a:solidFill>
                <a:srgbClr val="FFFFFF"/>
              </a:solidFill>
              <a:latin typeface="Helvetica Neue"/>
              <a:ea typeface="Helvetica Neue"/>
              <a:cs typeface="Helvetica Neue"/>
              <a:sym typeface="Helvetica Neue"/>
            </a:endParaRPr>
          </a:p>
        </p:txBody>
      </p:sp>
      <p:sp>
        <p:nvSpPr>
          <p:cNvPr id="1721" name="Google Shape;1721;p185"/>
          <p:cNvSpPr/>
          <p:nvPr/>
        </p:nvSpPr>
        <p:spPr>
          <a:xfrm flipH="1">
            <a:off x="3184152" y="509822"/>
            <a:ext cx="2004000" cy="126300"/>
          </a:xfrm>
          <a:prstGeom prst="roundRect">
            <a:avLst>
              <a:gd fmla="val 16667" name="adj"/>
            </a:avLst>
          </a:prstGeom>
          <a:solidFill>
            <a:srgbClr val="08175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None/>
            </a:pPr>
            <a:r>
              <a:rPr b="1" lang="es" sz="800">
                <a:solidFill>
                  <a:srgbClr val="FFFFFF"/>
                </a:solidFill>
                <a:latin typeface="Helvetica Neue"/>
                <a:ea typeface="Helvetica Neue"/>
                <a:cs typeface="Helvetica Neue"/>
                <a:sym typeface="Helvetica Neue"/>
              </a:rPr>
              <a:t>1Q 2026  </a:t>
            </a:r>
            <a:endParaRPr b="1" sz="800">
              <a:solidFill>
                <a:srgbClr val="FFFFFF"/>
              </a:solidFill>
              <a:latin typeface="Helvetica Neue"/>
              <a:ea typeface="Helvetica Neue"/>
              <a:cs typeface="Helvetica Neue"/>
              <a:sym typeface="Helvetica Neue"/>
            </a:endParaRPr>
          </a:p>
        </p:txBody>
      </p:sp>
      <p:sp>
        <p:nvSpPr>
          <p:cNvPr id="1722" name="Google Shape;1722;p185"/>
          <p:cNvSpPr/>
          <p:nvPr/>
        </p:nvSpPr>
        <p:spPr>
          <a:xfrm flipH="1">
            <a:off x="1065554" y="509825"/>
            <a:ext cx="2066100" cy="126300"/>
          </a:xfrm>
          <a:prstGeom prst="roundRect">
            <a:avLst>
              <a:gd fmla="val 16667" name="adj"/>
            </a:avLst>
          </a:prstGeom>
          <a:solidFill>
            <a:srgbClr val="08175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None/>
            </a:pPr>
            <a:r>
              <a:rPr b="1" lang="es" sz="800">
                <a:solidFill>
                  <a:srgbClr val="FFFFFF"/>
                </a:solidFill>
                <a:latin typeface="Helvetica Neue"/>
                <a:ea typeface="Helvetica Neue"/>
                <a:cs typeface="Helvetica Neue"/>
                <a:sym typeface="Helvetica Neue"/>
              </a:rPr>
              <a:t>4Q 2025  </a:t>
            </a:r>
            <a:endParaRPr b="1" sz="800">
              <a:solidFill>
                <a:srgbClr val="FFFFFF"/>
              </a:solidFill>
              <a:latin typeface="Helvetica Neue"/>
              <a:ea typeface="Helvetica Neue"/>
              <a:cs typeface="Helvetica Neue"/>
              <a:sym typeface="Helvetica Neue"/>
            </a:endParaRPr>
          </a:p>
        </p:txBody>
      </p:sp>
      <p:sp>
        <p:nvSpPr>
          <p:cNvPr id="1723" name="Google Shape;1723;p185"/>
          <p:cNvSpPr/>
          <p:nvPr/>
        </p:nvSpPr>
        <p:spPr>
          <a:xfrm>
            <a:off x="172125" y="1050690"/>
            <a:ext cx="7039500" cy="3603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FFFFFF"/>
              </a:solidFill>
              <a:latin typeface="Helvetica Neue"/>
              <a:ea typeface="Helvetica Neue"/>
              <a:cs typeface="Helvetica Neue"/>
              <a:sym typeface="Helvetica Neue"/>
            </a:endParaRPr>
          </a:p>
        </p:txBody>
      </p:sp>
      <p:sp>
        <p:nvSpPr>
          <p:cNvPr id="1724" name="Google Shape;1724;p185"/>
          <p:cNvSpPr/>
          <p:nvPr/>
        </p:nvSpPr>
        <p:spPr>
          <a:xfrm>
            <a:off x="164273" y="1446617"/>
            <a:ext cx="7039500" cy="3651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725" name="Google Shape;1725;p185"/>
          <p:cNvSpPr/>
          <p:nvPr/>
        </p:nvSpPr>
        <p:spPr>
          <a:xfrm>
            <a:off x="165093" y="1850395"/>
            <a:ext cx="7039500" cy="1971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726" name="Google Shape;1726;p185"/>
          <p:cNvSpPr txBox="1"/>
          <p:nvPr/>
        </p:nvSpPr>
        <p:spPr>
          <a:xfrm>
            <a:off x="211417" y="3525324"/>
            <a:ext cx="10710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CUENTAS </a:t>
            </a:r>
            <a:endParaRPr i="0" sz="600" u="none" cap="none" strike="noStrike">
              <a:solidFill>
                <a:srgbClr val="000000"/>
              </a:solidFill>
              <a:latin typeface="Helvetica Neue"/>
              <a:ea typeface="Helvetica Neue"/>
              <a:cs typeface="Helvetica Neue"/>
              <a:sym typeface="Helvetica Neue"/>
            </a:endParaRPr>
          </a:p>
        </p:txBody>
      </p:sp>
      <p:sp>
        <p:nvSpPr>
          <p:cNvPr id="1727" name="Google Shape;1727;p185"/>
          <p:cNvSpPr txBox="1"/>
          <p:nvPr/>
        </p:nvSpPr>
        <p:spPr>
          <a:xfrm>
            <a:off x="147146" y="3607494"/>
            <a:ext cx="1113300" cy="318600"/>
          </a:xfrm>
          <a:prstGeom prst="rect">
            <a:avLst/>
          </a:prstGeom>
          <a:noFill/>
          <a:ln>
            <a:noFill/>
          </a:ln>
        </p:spPr>
        <p:txBody>
          <a:bodyPr anchorCtr="0" anchor="t" bIns="34275" lIns="68575" spcFirstLastPara="1" rIns="68575" wrap="square" tIns="34275">
            <a:spAutoFit/>
          </a:bodyPr>
          <a:lstStyle/>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-Efectiva Digital</a:t>
            </a:r>
            <a:endParaRPr sz="600">
              <a:solidFill>
                <a:srgbClr val="44546A"/>
              </a:solidFill>
              <a:latin typeface="Helvetica Neue"/>
              <a:ea typeface="Helvetica Neue"/>
              <a:cs typeface="Helvetica Neue"/>
              <a:sym typeface="Helvetica Neue"/>
            </a:endParaRPr>
          </a:p>
          <a:p>
            <a:pPr indent="0" lvl="0" marL="0" marR="0" rtl="0" algn="l">
              <a:lnSpc>
                <a:spcPct val="90000"/>
              </a:lnSpc>
              <a:spcBef>
                <a:spcPts val="0"/>
              </a:spcBef>
              <a:spcAft>
                <a:spcPts val="0"/>
              </a:spcAft>
              <a:buNone/>
            </a:pPr>
            <a:r>
              <a:t/>
            </a:r>
            <a:endParaRPr sz="600">
              <a:solidFill>
                <a:srgbClr val="44546A"/>
              </a:solidFill>
              <a:latin typeface="Helvetica Neue"/>
              <a:ea typeface="Helvetica Neue"/>
              <a:cs typeface="Helvetica Neue"/>
              <a:sym typeface="Helvetica Neue"/>
            </a:endParaRPr>
          </a:p>
          <a:p>
            <a:pPr indent="0" lvl="0" marL="342900" marR="0" rtl="0" algn="l">
              <a:lnSpc>
                <a:spcPct val="90000"/>
              </a:lnSpc>
              <a:spcBef>
                <a:spcPts val="0"/>
              </a:spcBef>
              <a:spcAft>
                <a:spcPts val="0"/>
              </a:spcAft>
              <a:buNone/>
            </a:pPr>
            <a:r>
              <a:t/>
            </a:r>
            <a:endParaRPr sz="600">
              <a:solidFill>
                <a:srgbClr val="44546A"/>
              </a:solidFill>
              <a:latin typeface="Helvetica Neue"/>
              <a:ea typeface="Helvetica Neue"/>
              <a:cs typeface="Helvetica Neue"/>
              <a:sym typeface="Helvetica Neue"/>
            </a:endParaRPr>
          </a:p>
        </p:txBody>
      </p:sp>
      <p:sp>
        <p:nvSpPr>
          <p:cNvPr id="1728" name="Google Shape;1728;p185"/>
          <p:cNvSpPr txBox="1"/>
          <p:nvPr/>
        </p:nvSpPr>
        <p:spPr>
          <a:xfrm>
            <a:off x="196252" y="3731415"/>
            <a:ext cx="10710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PRÉSTAMOS</a:t>
            </a:r>
            <a:endParaRPr i="0" sz="600" u="none" cap="none" strike="noStrike">
              <a:solidFill>
                <a:srgbClr val="000000"/>
              </a:solidFill>
              <a:latin typeface="Helvetica Neue"/>
              <a:ea typeface="Helvetica Neue"/>
              <a:cs typeface="Helvetica Neue"/>
              <a:sym typeface="Helvetica Neue"/>
            </a:endParaRPr>
          </a:p>
        </p:txBody>
      </p:sp>
      <p:sp>
        <p:nvSpPr>
          <p:cNvPr id="1729" name="Google Shape;1729;p185"/>
          <p:cNvSpPr txBox="1"/>
          <p:nvPr/>
        </p:nvSpPr>
        <p:spPr>
          <a:xfrm>
            <a:off x="175961" y="3818497"/>
            <a:ext cx="1071000" cy="235500"/>
          </a:xfrm>
          <a:prstGeom prst="rect">
            <a:avLst/>
          </a:prstGeom>
          <a:noFill/>
          <a:ln>
            <a:noFill/>
          </a:ln>
        </p:spPr>
        <p:txBody>
          <a:bodyPr anchorCtr="0" anchor="t" bIns="34275" lIns="68575" spcFirstLastPara="1" rIns="68575" wrap="square" tIns="34275">
            <a:spAutoFit/>
          </a:bodyPr>
          <a:lstStyle/>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-L. Revolvente </a:t>
            </a:r>
            <a:endParaRPr sz="600">
              <a:solidFill>
                <a:srgbClr val="44546A"/>
              </a:solidFill>
              <a:latin typeface="Helvetica Neue"/>
              <a:ea typeface="Helvetica Neue"/>
              <a:cs typeface="Helvetica Neue"/>
              <a:sym typeface="Helvetica Neue"/>
            </a:endParaRPr>
          </a:p>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-Crédito Simple</a:t>
            </a:r>
            <a:endParaRPr sz="600">
              <a:solidFill>
                <a:srgbClr val="44546A"/>
              </a:solidFill>
              <a:latin typeface="Helvetica Neue"/>
              <a:ea typeface="Helvetica Neue"/>
              <a:cs typeface="Helvetica Neue"/>
              <a:sym typeface="Helvetica Neue"/>
            </a:endParaRPr>
          </a:p>
        </p:txBody>
      </p:sp>
      <p:sp>
        <p:nvSpPr>
          <p:cNvPr id="1730" name="Google Shape;1730;p185"/>
          <p:cNvSpPr/>
          <p:nvPr/>
        </p:nvSpPr>
        <p:spPr>
          <a:xfrm>
            <a:off x="162550" y="2245189"/>
            <a:ext cx="7039800" cy="8754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731" name="Google Shape;1731;p185"/>
          <p:cNvSpPr txBox="1"/>
          <p:nvPr/>
        </p:nvSpPr>
        <p:spPr>
          <a:xfrm>
            <a:off x="223677" y="1871169"/>
            <a:ext cx="13077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C. COPPEL</a:t>
            </a:r>
            <a:endParaRPr i="0" sz="600" u="none" cap="none" strike="noStrike">
              <a:solidFill>
                <a:srgbClr val="000000"/>
              </a:solidFill>
              <a:latin typeface="Helvetica Neue"/>
              <a:ea typeface="Helvetica Neue"/>
              <a:cs typeface="Helvetica Neue"/>
              <a:sym typeface="Helvetica Neue"/>
            </a:endParaRPr>
          </a:p>
        </p:txBody>
      </p:sp>
      <p:sp>
        <p:nvSpPr>
          <p:cNvPr id="1732" name="Google Shape;1732;p185"/>
          <p:cNvSpPr txBox="1"/>
          <p:nvPr/>
        </p:nvSpPr>
        <p:spPr>
          <a:xfrm>
            <a:off x="192692" y="4000711"/>
            <a:ext cx="10710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NÓMINA </a:t>
            </a:r>
            <a:endParaRPr i="0" sz="600" u="none" cap="none" strike="noStrike">
              <a:solidFill>
                <a:srgbClr val="000000"/>
              </a:solidFill>
              <a:latin typeface="Helvetica Neue"/>
              <a:ea typeface="Helvetica Neue"/>
              <a:cs typeface="Helvetica Neue"/>
              <a:sym typeface="Helvetica Neue"/>
            </a:endParaRPr>
          </a:p>
        </p:txBody>
      </p:sp>
      <p:sp>
        <p:nvSpPr>
          <p:cNvPr id="1733" name="Google Shape;1733;p185"/>
          <p:cNvSpPr txBox="1"/>
          <p:nvPr/>
        </p:nvSpPr>
        <p:spPr>
          <a:xfrm>
            <a:off x="172395" y="4082459"/>
            <a:ext cx="1074300" cy="318600"/>
          </a:xfrm>
          <a:prstGeom prst="rect">
            <a:avLst/>
          </a:prstGeom>
          <a:noFill/>
          <a:ln>
            <a:noFill/>
          </a:ln>
        </p:spPr>
        <p:txBody>
          <a:bodyPr anchorCtr="0" anchor="t" bIns="34275" lIns="68575" spcFirstLastPara="1" rIns="68575" wrap="square" tIns="34275">
            <a:spAutoFit/>
          </a:bodyPr>
          <a:lstStyle/>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-Cuenta Nómina</a:t>
            </a:r>
            <a:endParaRPr sz="600">
              <a:solidFill>
                <a:srgbClr val="44546A"/>
              </a:solidFill>
              <a:latin typeface="Helvetica Neue"/>
              <a:ea typeface="Helvetica Neue"/>
              <a:cs typeface="Helvetica Neue"/>
              <a:sym typeface="Helvetica Neue"/>
            </a:endParaRPr>
          </a:p>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-PDN</a:t>
            </a:r>
            <a:endParaRPr sz="600">
              <a:solidFill>
                <a:srgbClr val="44546A"/>
              </a:solidFill>
              <a:latin typeface="Helvetica Neue"/>
              <a:ea typeface="Helvetica Neue"/>
              <a:cs typeface="Helvetica Neue"/>
              <a:sym typeface="Helvetica Neue"/>
            </a:endParaRPr>
          </a:p>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-ADN </a:t>
            </a:r>
            <a:endParaRPr sz="600">
              <a:solidFill>
                <a:srgbClr val="44546A"/>
              </a:solidFill>
              <a:latin typeface="Helvetica Neue"/>
              <a:ea typeface="Helvetica Neue"/>
              <a:cs typeface="Helvetica Neue"/>
              <a:sym typeface="Helvetica Neue"/>
            </a:endParaRPr>
          </a:p>
        </p:txBody>
      </p:sp>
      <p:sp>
        <p:nvSpPr>
          <p:cNvPr id="1734" name="Google Shape;1734;p185"/>
          <p:cNvSpPr/>
          <p:nvPr/>
        </p:nvSpPr>
        <p:spPr>
          <a:xfrm>
            <a:off x="3693700" y="3551575"/>
            <a:ext cx="3524700" cy="2211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735" name="Google Shape;1735;p185"/>
          <p:cNvSpPr/>
          <p:nvPr/>
        </p:nvSpPr>
        <p:spPr>
          <a:xfrm>
            <a:off x="3693700" y="3813218"/>
            <a:ext cx="3524700" cy="2436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736" name="Google Shape;1736;p185"/>
          <p:cNvSpPr/>
          <p:nvPr/>
        </p:nvSpPr>
        <p:spPr>
          <a:xfrm>
            <a:off x="3693700" y="4100406"/>
            <a:ext cx="3524700" cy="2436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737" name="Google Shape;1737;p185"/>
          <p:cNvSpPr txBox="1"/>
          <p:nvPr/>
        </p:nvSpPr>
        <p:spPr>
          <a:xfrm rot="-5400000">
            <a:off x="904415" y="1067143"/>
            <a:ext cx="1686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600" u="sng">
                <a:solidFill>
                  <a:srgbClr val="38761D"/>
                </a:solidFill>
                <a:latin typeface="Helvetica Neue"/>
                <a:ea typeface="Helvetica Neue"/>
                <a:cs typeface="Helvetica Neue"/>
                <a:sym typeface="Helvetica Neue"/>
              </a:rPr>
              <a:t>R2</a:t>
            </a:r>
            <a:endParaRPr b="1" sz="600" u="sng">
              <a:solidFill>
                <a:srgbClr val="38761D"/>
              </a:solidFill>
              <a:latin typeface="Helvetica Neue"/>
              <a:ea typeface="Helvetica Neue"/>
              <a:cs typeface="Helvetica Neue"/>
              <a:sym typeface="Helvetica Neue"/>
            </a:endParaRPr>
          </a:p>
        </p:txBody>
      </p:sp>
      <p:sp>
        <p:nvSpPr>
          <p:cNvPr id="1738" name="Google Shape;1738;p185"/>
          <p:cNvSpPr txBox="1"/>
          <p:nvPr/>
        </p:nvSpPr>
        <p:spPr>
          <a:xfrm rot="-5400000">
            <a:off x="909738" y="1236787"/>
            <a:ext cx="1686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600" u="sng">
                <a:solidFill>
                  <a:srgbClr val="38761D"/>
                </a:solidFill>
                <a:latin typeface="Helvetica Neue"/>
                <a:ea typeface="Helvetica Neue"/>
                <a:cs typeface="Helvetica Neue"/>
                <a:sym typeface="Helvetica Neue"/>
              </a:rPr>
              <a:t>R4</a:t>
            </a:r>
            <a:endParaRPr b="1" sz="600" u="sng">
              <a:solidFill>
                <a:srgbClr val="38761D"/>
              </a:solidFill>
              <a:latin typeface="Helvetica Neue"/>
              <a:ea typeface="Helvetica Neue"/>
              <a:cs typeface="Helvetica Neue"/>
              <a:sym typeface="Helvetica Neue"/>
            </a:endParaRPr>
          </a:p>
        </p:txBody>
      </p:sp>
      <p:sp>
        <p:nvSpPr>
          <p:cNvPr id="1739" name="Google Shape;1739;p185"/>
          <p:cNvSpPr txBox="1"/>
          <p:nvPr/>
        </p:nvSpPr>
        <p:spPr>
          <a:xfrm rot="-5400000">
            <a:off x="937339" y="2248758"/>
            <a:ext cx="1698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600" u="sng">
                <a:solidFill>
                  <a:srgbClr val="38761D"/>
                </a:solidFill>
                <a:latin typeface="Helvetica Neue"/>
                <a:ea typeface="Helvetica Neue"/>
                <a:cs typeface="Helvetica Neue"/>
                <a:sym typeface="Helvetica Neue"/>
              </a:rPr>
              <a:t>R2</a:t>
            </a:r>
            <a:endParaRPr b="1" sz="600" u="sng">
              <a:solidFill>
                <a:srgbClr val="38761D"/>
              </a:solidFill>
              <a:latin typeface="Helvetica Neue"/>
              <a:ea typeface="Helvetica Neue"/>
              <a:cs typeface="Helvetica Neue"/>
              <a:sym typeface="Helvetica Neue"/>
            </a:endParaRPr>
          </a:p>
        </p:txBody>
      </p:sp>
      <p:sp>
        <p:nvSpPr>
          <p:cNvPr id="1740" name="Google Shape;1740;p185"/>
          <p:cNvSpPr txBox="1"/>
          <p:nvPr/>
        </p:nvSpPr>
        <p:spPr>
          <a:xfrm rot="-5400000">
            <a:off x="940963" y="2416972"/>
            <a:ext cx="1698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600" u="sng">
                <a:solidFill>
                  <a:srgbClr val="38761D"/>
                </a:solidFill>
                <a:latin typeface="Helvetica Neue"/>
                <a:ea typeface="Helvetica Neue"/>
                <a:cs typeface="Helvetica Neue"/>
                <a:sym typeface="Helvetica Neue"/>
              </a:rPr>
              <a:t>R3</a:t>
            </a:r>
            <a:endParaRPr b="1" sz="600" u="sng">
              <a:solidFill>
                <a:srgbClr val="38761D"/>
              </a:solidFill>
              <a:latin typeface="Helvetica Neue"/>
              <a:ea typeface="Helvetica Neue"/>
              <a:cs typeface="Helvetica Neue"/>
              <a:sym typeface="Helvetica Neue"/>
            </a:endParaRPr>
          </a:p>
        </p:txBody>
      </p:sp>
      <p:sp>
        <p:nvSpPr>
          <p:cNvPr id="1741" name="Google Shape;1741;p185"/>
          <p:cNvSpPr txBox="1"/>
          <p:nvPr/>
        </p:nvSpPr>
        <p:spPr>
          <a:xfrm rot="-5400000">
            <a:off x="946134" y="2595454"/>
            <a:ext cx="1698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600" u="sng">
                <a:solidFill>
                  <a:srgbClr val="38761D"/>
                </a:solidFill>
                <a:latin typeface="Helvetica Neue"/>
                <a:ea typeface="Helvetica Neue"/>
                <a:cs typeface="Helvetica Neue"/>
                <a:sym typeface="Helvetica Neue"/>
              </a:rPr>
              <a:t>R4</a:t>
            </a:r>
            <a:endParaRPr b="1" sz="600" u="sng">
              <a:solidFill>
                <a:srgbClr val="38761D"/>
              </a:solidFill>
              <a:latin typeface="Helvetica Neue"/>
              <a:ea typeface="Helvetica Neue"/>
              <a:cs typeface="Helvetica Neue"/>
              <a:sym typeface="Helvetica Neue"/>
            </a:endParaRPr>
          </a:p>
        </p:txBody>
      </p:sp>
      <p:sp>
        <p:nvSpPr>
          <p:cNvPr id="1742" name="Google Shape;1742;p185"/>
          <p:cNvSpPr txBox="1"/>
          <p:nvPr/>
        </p:nvSpPr>
        <p:spPr>
          <a:xfrm>
            <a:off x="215427" y="1109069"/>
            <a:ext cx="7722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TARJETAS </a:t>
            </a:r>
            <a:endParaRPr i="0" sz="600" u="none" cap="none" strike="noStrike">
              <a:solidFill>
                <a:srgbClr val="000000"/>
              </a:solidFill>
              <a:latin typeface="Helvetica Neue"/>
              <a:ea typeface="Helvetica Neue"/>
              <a:cs typeface="Helvetica Neue"/>
              <a:sym typeface="Helvetica Neue"/>
            </a:endParaRPr>
          </a:p>
        </p:txBody>
      </p:sp>
      <p:sp>
        <p:nvSpPr>
          <p:cNvPr id="1743" name="Google Shape;1743;p185"/>
          <p:cNvSpPr txBox="1"/>
          <p:nvPr/>
        </p:nvSpPr>
        <p:spPr>
          <a:xfrm>
            <a:off x="159151" y="1228504"/>
            <a:ext cx="801300" cy="235500"/>
          </a:xfrm>
          <a:prstGeom prst="rect">
            <a:avLst/>
          </a:prstGeom>
          <a:noFill/>
          <a:ln>
            <a:noFill/>
          </a:ln>
        </p:spPr>
        <p:txBody>
          <a:bodyPr anchorCtr="0" anchor="t" bIns="34275" lIns="68575" spcFirstLastPara="1" rIns="68575" wrap="square" tIns="34275">
            <a:spAutoFit/>
          </a:bodyPr>
          <a:lstStyle/>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-TDC Clásica </a:t>
            </a:r>
            <a:endParaRPr sz="600">
              <a:solidFill>
                <a:srgbClr val="44546A"/>
              </a:solidFill>
              <a:latin typeface="Helvetica Neue"/>
              <a:ea typeface="Helvetica Neue"/>
              <a:cs typeface="Helvetica Neue"/>
              <a:sym typeface="Helvetica Neue"/>
            </a:endParaRPr>
          </a:p>
          <a:p>
            <a:pPr indent="0" lvl="0" marL="342900" marR="0" rtl="0" algn="l">
              <a:lnSpc>
                <a:spcPct val="90000"/>
              </a:lnSpc>
              <a:spcBef>
                <a:spcPts val="0"/>
              </a:spcBef>
              <a:spcAft>
                <a:spcPts val="0"/>
              </a:spcAft>
              <a:buNone/>
            </a:pPr>
            <a:r>
              <a:t/>
            </a:r>
            <a:endParaRPr sz="600">
              <a:solidFill>
                <a:srgbClr val="44546A"/>
              </a:solidFill>
              <a:latin typeface="Helvetica Neue"/>
              <a:ea typeface="Helvetica Neue"/>
              <a:cs typeface="Helvetica Neue"/>
              <a:sym typeface="Helvetica Neue"/>
            </a:endParaRPr>
          </a:p>
        </p:txBody>
      </p:sp>
      <p:sp>
        <p:nvSpPr>
          <p:cNvPr id="1744" name="Google Shape;1744;p185"/>
          <p:cNvSpPr txBox="1"/>
          <p:nvPr/>
        </p:nvSpPr>
        <p:spPr>
          <a:xfrm>
            <a:off x="241906" y="1470113"/>
            <a:ext cx="10674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CUENTAS</a:t>
            </a:r>
            <a:endParaRPr i="0" sz="600" u="none" cap="none" strike="noStrike">
              <a:solidFill>
                <a:srgbClr val="000000"/>
              </a:solidFill>
              <a:latin typeface="Helvetica Neue"/>
              <a:ea typeface="Helvetica Neue"/>
              <a:cs typeface="Helvetica Neue"/>
              <a:sym typeface="Helvetica Neue"/>
            </a:endParaRPr>
          </a:p>
        </p:txBody>
      </p:sp>
      <p:sp>
        <p:nvSpPr>
          <p:cNvPr id="1745" name="Google Shape;1745;p185"/>
          <p:cNvSpPr txBox="1"/>
          <p:nvPr/>
        </p:nvSpPr>
        <p:spPr>
          <a:xfrm>
            <a:off x="152571" y="1574481"/>
            <a:ext cx="927600" cy="235500"/>
          </a:xfrm>
          <a:prstGeom prst="rect">
            <a:avLst/>
          </a:prstGeom>
          <a:noFill/>
          <a:ln>
            <a:noFill/>
          </a:ln>
        </p:spPr>
        <p:txBody>
          <a:bodyPr anchorCtr="0" anchor="t" bIns="34275" lIns="68575" spcFirstLastPara="1" rIns="68575" wrap="square" tIns="34275">
            <a:spAutoFit/>
          </a:bodyPr>
          <a:lstStyle/>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 N2/N4 (Legado) </a:t>
            </a:r>
            <a:endParaRPr sz="600">
              <a:solidFill>
                <a:srgbClr val="44546A"/>
              </a:solidFill>
              <a:latin typeface="Helvetica Neue"/>
              <a:ea typeface="Helvetica Neue"/>
              <a:cs typeface="Helvetica Neue"/>
              <a:sym typeface="Helvetica Neue"/>
            </a:endParaRPr>
          </a:p>
          <a:p>
            <a:pPr indent="0" lvl="0" marL="342900" marR="0" rtl="0" algn="l">
              <a:lnSpc>
                <a:spcPct val="90000"/>
              </a:lnSpc>
              <a:spcBef>
                <a:spcPts val="0"/>
              </a:spcBef>
              <a:spcAft>
                <a:spcPts val="0"/>
              </a:spcAft>
              <a:buNone/>
            </a:pPr>
            <a:r>
              <a:t/>
            </a:r>
            <a:endParaRPr sz="600">
              <a:solidFill>
                <a:srgbClr val="44546A"/>
              </a:solidFill>
              <a:latin typeface="Helvetica Neue"/>
              <a:ea typeface="Helvetica Neue"/>
              <a:cs typeface="Helvetica Neue"/>
              <a:sym typeface="Helvetica Neue"/>
            </a:endParaRPr>
          </a:p>
        </p:txBody>
      </p:sp>
      <p:sp>
        <p:nvSpPr>
          <p:cNvPr id="1746" name="Google Shape;1746;p185"/>
          <p:cNvSpPr/>
          <p:nvPr/>
        </p:nvSpPr>
        <p:spPr>
          <a:xfrm>
            <a:off x="1125313" y="1091786"/>
            <a:ext cx="2854200" cy="111300"/>
          </a:xfrm>
          <a:prstGeom prst="chevron">
            <a:avLst>
              <a:gd fmla="val 36743" name="adj"/>
            </a:avLst>
          </a:prstGeom>
          <a:solidFill>
            <a:srgbClr val="FFDD36"/>
          </a:solidFill>
          <a:ln cap="flat" cmpd="sng" w="9525">
            <a:solidFill>
              <a:srgbClr val="FFDD3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2E2E2E"/>
                </a:solidFill>
                <a:latin typeface="Helvetica Neue"/>
                <a:ea typeface="Helvetica Neue"/>
                <a:cs typeface="Helvetica Neue"/>
                <a:sym typeface="Helvetica Neue"/>
              </a:rPr>
              <a:t>Onboarding TDC Digital  (Friends &amp; Family)</a:t>
            </a:r>
            <a:endParaRPr b="1" sz="600">
              <a:solidFill>
                <a:srgbClr val="2E2E2E"/>
              </a:solidFill>
              <a:latin typeface="Helvetica Neue"/>
              <a:ea typeface="Helvetica Neue"/>
              <a:cs typeface="Helvetica Neue"/>
              <a:sym typeface="Helvetica Neue"/>
            </a:endParaRPr>
          </a:p>
        </p:txBody>
      </p:sp>
      <p:sp>
        <p:nvSpPr>
          <p:cNvPr id="1747" name="Google Shape;1747;p185"/>
          <p:cNvSpPr/>
          <p:nvPr/>
        </p:nvSpPr>
        <p:spPr>
          <a:xfrm>
            <a:off x="3818836" y="3598040"/>
            <a:ext cx="3308100" cy="1059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Cuentas: Diseño, Configuraciones, Construcción  (Frontend y backend)</a:t>
            </a:r>
            <a:endParaRPr b="1" sz="600">
              <a:solidFill>
                <a:srgbClr val="081754"/>
              </a:solidFill>
              <a:latin typeface="Helvetica Neue"/>
              <a:ea typeface="Helvetica Neue"/>
              <a:cs typeface="Helvetica Neue"/>
              <a:sym typeface="Helvetica Neue"/>
            </a:endParaRPr>
          </a:p>
        </p:txBody>
      </p:sp>
      <p:sp>
        <p:nvSpPr>
          <p:cNvPr id="1748" name="Google Shape;1748;p185"/>
          <p:cNvSpPr/>
          <p:nvPr/>
        </p:nvSpPr>
        <p:spPr>
          <a:xfrm>
            <a:off x="987450" y="3639300"/>
            <a:ext cx="2004000" cy="645600"/>
          </a:xfrm>
          <a:prstGeom prst="chevron">
            <a:avLst>
              <a:gd fmla="val 36743" name="adj"/>
            </a:avLst>
          </a:prstGeom>
          <a:solidFill>
            <a:srgbClr val="FFDD36"/>
          </a:solidFill>
          <a:ln cap="flat" cmpd="sng" w="9525">
            <a:solidFill>
              <a:srgbClr val="FFDD3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t/>
            </a:r>
            <a:endParaRPr b="1" sz="600">
              <a:solidFill>
                <a:srgbClr val="2E2E2E"/>
              </a:solidFill>
              <a:latin typeface="Helvetica Neue"/>
              <a:ea typeface="Helvetica Neue"/>
              <a:cs typeface="Helvetica Neue"/>
              <a:sym typeface="Helvetica Neue"/>
            </a:endParaRPr>
          </a:p>
          <a:p>
            <a:pPr indent="0" lvl="0" marL="0" marR="0" rtl="0" algn="ctr">
              <a:lnSpc>
                <a:spcPct val="80000"/>
              </a:lnSpc>
              <a:spcBef>
                <a:spcPts val="0"/>
              </a:spcBef>
              <a:spcAft>
                <a:spcPts val="0"/>
              </a:spcAft>
              <a:buNone/>
            </a:pPr>
            <a:r>
              <a:rPr b="1" lang="es" sz="600">
                <a:solidFill>
                  <a:srgbClr val="2E2E2E"/>
                </a:solidFill>
                <a:latin typeface="Helvetica Neue"/>
                <a:ea typeface="Helvetica Neue"/>
                <a:cs typeface="Helvetica Neue"/>
                <a:sym typeface="Helvetica Neue"/>
              </a:rPr>
              <a:t>1. Definición de Arquitectura de Producto</a:t>
            </a:r>
            <a:endParaRPr b="1" sz="600">
              <a:solidFill>
                <a:srgbClr val="2E2E2E"/>
              </a:solidFill>
              <a:latin typeface="Helvetica Neue"/>
              <a:ea typeface="Helvetica Neue"/>
              <a:cs typeface="Helvetica Neue"/>
              <a:sym typeface="Helvetica Neue"/>
            </a:endParaRPr>
          </a:p>
          <a:p>
            <a:pPr indent="0" lvl="0" marL="0" marR="0" rtl="0" algn="ctr">
              <a:lnSpc>
                <a:spcPct val="80000"/>
              </a:lnSpc>
              <a:spcBef>
                <a:spcPts val="0"/>
              </a:spcBef>
              <a:spcAft>
                <a:spcPts val="0"/>
              </a:spcAft>
              <a:buNone/>
            </a:pPr>
            <a:r>
              <a:rPr b="1" lang="es" sz="600">
                <a:solidFill>
                  <a:srgbClr val="2E2E2E"/>
                </a:solidFill>
                <a:latin typeface="Helvetica Neue"/>
                <a:ea typeface="Helvetica Neue"/>
                <a:cs typeface="Helvetica Neue"/>
                <a:sym typeface="Helvetica Neue"/>
              </a:rPr>
              <a:t>2. Talleres Características de Producto e integraciones.</a:t>
            </a:r>
            <a:endParaRPr b="1" sz="600">
              <a:solidFill>
                <a:srgbClr val="2E2E2E"/>
              </a:solidFill>
              <a:latin typeface="Helvetica Neue"/>
              <a:ea typeface="Helvetica Neue"/>
              <a:cs typeface="Helvetica Neue"/>
              <a:sym typeface="Helvetica Neue"/>
            </a:endParaRPr>
          </a:p>
          <a:p>
            <a:pPr indent="0" lvl="0" marL="0" marR="0" rtl="0" algn="ctr">
              <a:lnSpc>
                <a:spcPct val="80000"/>
              </a:lnSpc>
              <a:spcBef>
                <a:spcPts val="0"/>
              </a:spcBef>
              <a:spcAft>
                <a:spcPts val="0"/>
              </a:spcAft>
              <a:buNone/>
            </a:pPr>
            <a:r>
              <a:rPr b="1" lang="es" sz="600">
                <a:solidFill>
                  <a:srgbClr val="2E2E2E"/>
                </a:solidFill>
                <a:latin typeface="Helvetica Neue"/>
                <a:ea typeface="Helvetica Neue"/>
                <a:cs typeface="Helvetica Neue"/>
                <a:sym typeface="Helvetica Neue"/>
              </a:rPr>
              <a:t>  3. Levantamiento de Deltas</a:t>
            </a:r>
            <a:endParaRPr b="1" sz="600">
              <a:solidFill>
                <a:srgbClr val="2E2E2E"/>
              </a:solidFill>
              <a:latin typeface="Helvetica Neue"/>
              <a:ea typeface="Helvetica Neue"/>
              <a:cs typeface="Helvetica Neue"/>
              <a:sym typeface="Helvetica Neue"/>
            </a:endParaRPr>
          </a:p>
          <a:p>
            <a:pPr indent="0" lvl="0" marL="0" marR="0" rtl="0" algn="ctr">
              <a:lnSpc>
                <a:spcPct val="80000"/>
              </a:lnSpc>
              <a:spcBef>
                <a:spcPts val="0"/>
              </a:spcBef>
              <a:spcAft>
                <a:spcPts val="0"/>
              </a:spcAft>
              <a:buNone/>
            </a:pPr>
            <a:r>
              <a:rPr b="1" lang="es" sz="600">
                <a:solidFill>
                  <a:srgbClr val="2E2E2E"/>
                </a:solidFill>
                <a:latin typeface="Helvetica Neue"/>
                <a:ea typeface="Helvetica Neue"/>
                <a:cs typeface="Helvetica Neue"/>
                <a:sym typeface="Helvetica Neue"/>
              </a:rPr>
              <a:t>4.  Estimación para la construcción de APIs.</a:t>
            </a:r>
            <a:endParaRPr b="1" sz="600">
              <a:solidFill>
                <a:srgbClr val="2E2E2E"/>
              </a:solidFill>
              <a:latin typeface="Helvetica Neue"/>
              <a:ea typeface="Helvetica Neue"/>
              <a:cs typeface="Helvetica Neue"/>
              <a:sym typeface="Helvetica Neue"/>
            </a:endParaRPr>
          </a:p>
        </p:txBody>
      </p:sp>
      <p:sp>
        <p:nvSpPr>
          <p:cNvPr id="1749" name="Google Shape;1749;p185"/>
          <p:cNvSpPr/>
          <p:nvPr/>
        </p:nvSpPr>
        <p:spPr>
          <a:xfrm>
            <a:off x="2819525" y="3624625"/>
            <a:ext cx="812400" cy="655800"/>
          </a:xfrm>
          <a:prstGeom prst="chevron">
            <a:avLst>
              <a:gd fmla="val 36743" name="adj"/>
            </a:avLst>
          </a:prstGeom>
          <a:solidFill>
            <a:srgbClr val="FFDD36"/>
          </a:solidFill>
          <a:ln cap="flat" cmpd="sng" w="9525">
            <a:solidFill>
              <a:srgbClr val="FFDD3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80000"/>
              </a:lnSpc>
              <a:spcBef>
                <a:spcPts val="0"/>
              </a:spcBef>
              <a:spcAft>
                <a:spcPts val="0"/>
              </a:spcAft>
              <a:buSzPts val="1400"/>
              <a:buNone/>
            </a:pPr>
            <a:r>
              <a:rPr b="1" lang="es" sz="600">
                <a:solidFill>
                  <a:srgbClr val="2E2E2E"/>
                </a:solidFill>
                <a:latin typeface="Helvetica Neue"/>
                <a:ea typeface="Helvetica Neue"/>
                <a:cs typeface="Helvetica Neue"/>
                <a:sym typeface="Helvetica Neue"/>
              </a:rPr>
              <a:t>Plan de Definición de Proyecto Transact</a:t>
            </a:r>
            <a:endParaRPr b="1" sz="600">
              <a:solidFill>
                <a:srgbClr val="2E2E2E"/>
              </a:solidFill>
              <a:latin typeface="Helvetica Neue"/>
              <a:ea typeface="Helvetica Neue"/>
              <a:cs typeface="Helvetica Neue"/>
              <a:sym typeface="Helvetica Neue"/>
            </a:endParaRPr>
          </a:p>
        </p:txBody>
      </p:sp>
      <p:sp>
        <p:nvSpPr>
          <p:cNvPr id="1750" name="Google Shape;1750;p185"/>
          <p:cNvSpPr txBox="1"/>
          <p:nvPr/>
        </p:nvSpPr>
        <p:spPr>
          <a:xfrm>
            <a:off x="1384950" y="3643660"/>
            <a:ext cx="1276200" cy="146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500">
                <a:latin typeface="Helvetica Neue"/>
                <a:ea typeface="Helvetica Neue"/>
                <a:cs typeface="Helvetica Neue"/>
                <a:sym typeface="Helvetica Neue"/>
              </a:rPr>
              <a:t>ANÁLISIS Y PLANEACIÓN</a:t>
            </a:r>
            <a:endParaRPr i="0" sz="800" u="none" cap="none" strike="noStrike">
              <a:solidFill>
                <a:srgbClr val="000000"/>
              </a:solidFill>
              <a:latin typeface="Helvetica Neue"/>
              <a:ea typeface="Helvetica Neue"/>
              <a:cs typeface="Helvetica Neue"/>
              <a:sym typeface="Helvetica Neue"/>
            </a:endParaRPr>
          </a:p>
        </p:txBody>
      </p:sp>
      <p:sp>
        <p:nvSpPr>
          <p:cNvPr id="1751" name="Google Shape;1751;p185"/>
          <p:cNvSpPr/>
          <p:nvPr/>
        </p:nvSpPr>
        <p:spPr>
          <a:xfrm>
            <a:off x="1176425" y="2790725"/>
            <a:ext cx="5941500" cy="1044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Migración OFI - Originación física en Smart Vista</a:t>
            </a:r>
            <a:endParaRPr b="1" sz="600">
              <a:solidFill>
                <a:srgbClr val="081754"/>
              </a:solidFill>
              <a:latin typeface="Helvetica Neue"/>
              <a:ea typeface="Helvetica Neue"/>
              <a:cs typeface="Helvetica Neue"/>
              <a:sym typeface="Helvetica Neue"/>
            </a:endParaRPr>
          </a:p>
        </p:txBody>
      </p:sp>
      <p:sp>
        <p:nvSpPr>
          <p:cNvPr id="1752" name="Google Shape;1752;p185"/>
          <p:cNvSpPr/>
          <p:nvPr/>
        </p:nvSpPr>
        <p:spPr>
          <a:xfrm>
            <a:off x="3830076" y="3893960"/>
            <a:ext cx="3308100" cy="1059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Préstamos: Diseño, Configuraciones, Construcción  (Frontend y backend)</a:t>
            </a:r>
            <a:endParaRPr b="1" sz="600">
              <a:solidFill>
                <a:srgbClr val="081754"/>
              </a:solidFill>
              <a:latin typeface="Helvetica Neue"/>
              <a:ea typeface="Helvetica Neue"/>
              <a:cs typeface="Helvetica Neue"/>
              <a:sym typeface="Helvetica Neue"/>
            </a:endParaRPr>
          </a:p>
        </p:txBody>
      </p:sp>
      <p:sp>
        <p:nvSpPr>
          <p:cNvPr id="1753" name="Google Shape;1753;p185"/>
          <p:cNvSpPr/>
          <p:nvPr/>
        </p:nvSpPr>
        <p:spPr>
          <a:xfrm>
            <a:off x="3841317" y="4165050"/>
            <a:ext cx="3308100" cy="1059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Nómina: Diseño, Configuraciones, Construcción  (Frontend y backend)  </a:t>
            </a:r>
            <a:endParaRPr b="1" sz="600">
              <a:solidFill>
                <a:srgbClr val="081754"/>
              </a:solidFill>
              <a:latin typeface="Helvetica Neue"/>
              <a:ea typeface="Helvetica Neue"/>
              <a:cs typeface="Helvetica Neue"/>
              <a:sym typeface="Helvetica Neue"/>
            </a:endParaRPr>
          </a:p>
        </p:txBody>
      </p:sp>
      <p:sp>
        <p:nvSpPr>
          <p:cNvPr id="1754" name="Google Shape;1754;p185"/>
          <p:cNvSpPr/>
          <p:nvPr/>
        </p:nvSpPr>
        <p:spPr>
          <a:xfrm>
            <a:off x="1156934" y="1244786"/>
            <a:ext cx="6021600" cy="1113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Onboarding TDC Digital (Manos del Cliente)</a:t>
            </a:r>
            <a:endParaRPr b="1" sz="600">
              <a:solidFill>
                <a:srgbClr val="081754"/>
              </a:solidFill>
              <a:latin typeface="Helvetica Neue"/>
              <a:ea typeface="Helvetica Neue"/>
              <a:cs typeface="Helvetica Neue"/>
              <a:sym typeface="Helvetica Neue"/>
            </a:endParaRPr>
          </a:p>
        </p:txBody>
      </p:sp>
      <p:sp>
        <p:nvSpPr>
          <p:cNvPr id="1755" name="Google Shape;1755;p185"/>
          <p:cNvSpPr/>
          <p:nvPr/>
        </p:nvSpPr>
        <p:spPr>
          <a:xfrm>
            <a:off x="1125313" y="1477617"/>
            <a:ext cx="4342200" cy="111300"/>
          </a:xfrm>
          <a:prstGeom prst="chevron">
            <a:avLst>
              <a:gd fmla="val 36743" name="adj"/>
            </a:avLst>
          </a:prstGeom>
          <a:solidFill>
            <a:srgbClr val="FFDD36"/>
          </a:solidFill>
          <a:ln cap="flat" cmpd="sng" w="9525">
            <a:solidFill>
              <a:srgbClr val="FFDD3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2E2E2E"/>
                </a:solidFill>
                <a:latin typeface="Helvetica Neue"/>
                <a:ea typeface="Helvetica Neue"/>
                <a:cs typeface="Helvetica Neue"/>
                <a:sym typeface="Helvetica Neue"/>
              </a:rPr>
              <a:t>Onboarding Cuenta Digital N2 </a:t>
            </a:r>
            <a:r>
              <a:rPr b="1" lang="es" sz="600">
                <a:solidFill>
                  <a:srgbClr val="081754"/>
                </a:solidFill>
                <a:latin typeface="Helvetica Neue"/>
                <a:ea typeface="Helvetica Neue"/>
                <a:cs typeface="Helvetica Neue"/>
                <a:sym typeface="Helvetica Neue"/>
              </a:rPr>
              <a:t>(Manos del Cliente)</a:t>
            </a:r>
            <a:endParaRPr b="1" sz="600">
              <a:solidFill>
                <a:srgbClr val="2E2E2E"/>
              </a:solidFill>
              <a:latin typeface="Helvetica Neue"/>
              <a:ea typeface="Helvetica Neue"/>
              <a:cs typeface="Helvetica Neue"/>
              <a:sym typeface="Helvetica Neue"/>
            </a:endParaRPr>
          </a:p>
        </p:txBody>
      </p:sp>
      <p:sp>
        <p:nvSpPr>
          <p:cNvPr id="1756" name="Google Shape;1756;p185"/>
          <p:cNvSpPr/>
          <p:nvPr/>
        </p:nvSpPr>
        <p:spPr>
          <a:xfrm>
            <a:off x="2805259" y="1633146"/>
            <a:ext cx="4342200" cy="111300"/>
          </a:xfrm>
          <a:prstGeom prst="chevron">
            <a:avLst>
              <a:gd fmla="val 36743" name="adj"/>
            </a:avLst>
          </a:prstGeom>
          <a:solidFill>
            <a:srgbClr val="FFDD36"/>
          </a:solidFill>
          <a:ln cap="flat" cmpd="sng" w="9525">
            <a:solidFill>
              <a:srgbClr val="FFDD3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600">
                <a:solidFill>
                  <a:srgbClr val="2E2E2E"/>
                </a:solidFill>
                <a:latin typeface="Helvetica Neue"/>
                <a:ea typeface="Helvetica Neue"/>
                <a:cs typeface="Helvetica Neue"/>
                <a:sym typeface="Helvetica Neue"/>
              </a:rPr>
              <a:t>Onboarding Cuenta Digital N4</a:t>
            </a:r>
            <a:endParaRPr b="1" sz="600">
              <a:solidFill>
                <a:srgbClr val="2E2E2E"/>
              </a:solidFill>
              <a:latin typeface="Helvetica Neue"/>
              <a:ea typeface="Helvetica Neue"/>
              <a:cs typeface="Helvetica Neue"/>
              <a:sym typeface="Helvetica Neue"/>
            </a:endParaRPr>
          </a:p>
        </p:txBody>
      </p:sp>
      <p:sp>
        <p:nvSpPr>
          <p:cNvPr id="1757" name="Google Shape;1757;p185"/>
          <p:cNvSpPr/>
          <p:nvPr/>
        </p:nvSpPr>
        <p:spPr>
          <a:xfrm>
            <a:off x="1156876" y="1886978"/>
            <a:ext cx="6021600" cy="1059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Discovery Onboarding Crédito Coppel Digital </a:t>
            </a:r>
            <a:endParaRPr b="1" sz="600">
              <a:solidFill>
                <a:srgbClr val="081754"/>
              </a:solidFill>
              <a:latin typeface="Helvetica Neue"/>
              <a:ea typeface="Helvetica Neue"/>
              <a:cs typeface="Helvetica Neue"/>
              <a:sym typeface="Helvetica Neue"/>
            </a:endParaRPr>
          </a:p>
        </p:txBody>
      </p:sp>
      <p:sp>
        <p:nvSpPr>
          <p:cNvPr id="1758" name="Google Shape;1758;p185"/>
          <p:cNvSpPr/>
          <p:nvPr/>
        </p:nvSpPr>
        <p:spPr>
          <a:xfrm>
            <a:off x="1180741" y="2277698"/>
            <a:ext cx="2856300" cy="111300"/>
          </a:xfrm>
          <a:prstGeom prst="chevron">
            <a:avLst>
              <a:gd fmla="val 36743" name="adj"/>
            </a:avLst>
          </a:prstGeom>
          <a:solidFill>
            <a:srgbClr val="FFDD36"/>
          </a:solidFill>
          <a:ln cap="flat" cmpd="sng" w="9525">
            <a:solidFill>
              <a:srgbClr val="FFDD36"/>
            </a:solidFill>
            <a:prstDash val="solid"/>
            <a:round/>
            <a:headEnd len="sm" w="sm" type="none"/>
            <a:tailEnd len="sm" w="sm" type="none"/>
          </a:ln>
        </p:spPr>
        <p:txBody>
          <a:bodyPr anchorCtr="0" anchor="ctr" bIns="0" lIns="0" spcFirstLastPara="1" rIns="0" wrap="square" tIns="0">
            <a:noAutofit/>
          </a:bodyPr>
          <a:lstStyle/>
          <a:p>
            <a:pPr indent="-90000" lvl="0" marL="0" marR="0" rtl="0" algn="ctr">
              <a:lnSpc>
                <a:spcPct val="80000"/>
              </a:lnSpc>
              <a:spcBef>
                <a:spcPts val="0"/>
              </a:spcBef>
              <a:spcAft>
                <a:spcPts val="0"/>
              </a:spcAft>
              <a:buNone/>
            </a:pPr>
            <a:r>
              <a:rPr b="1" lang="es" sz="600">
                <a:solidFill>
                  <a:srgbClr val="2E2E2E"/>
                </a:solidFill>
                <a:latin typeface="Helvetica Neue"/>
                <a:ea typeface="Helvetica Neue"/>
                <a:cs typeface="Helvetica Neue"/>
                <a:sym typeface="Helvetica Neue"/>
              </a:rPr>
              <a:t>TDC Digital (Friends &amp; Family) </a:t>
            </a:r>
            <a:endParaRPr b="1" sz="600">
              <a:solidFill>
                <a:srgbClr val="2E2E2E"/>
              </a:solidFill>
              <a:latin typeface="Helvetica Neue"/>
              <a:ea typeface="Helvetica Neue"/>
              <a:cs typeface="Helvetica Neue"/>
              <a:sym typeface="Helvetica Neue"/>
            </a:endParaRPr>
          </a:p>
        </p:txBody>
      </p:sp>
      <p:sp>
        <p:nvSpPr>
          <p:cNvPr id="1759" name="Google Shape;1759;p185"/>
          <p:cNvSpPr/>
          <p:nvPr/>
        </p:nvSpPr>
        <p:spPr>
          <a:xfrm>
            <a:off x="1176255" y="2968566"/>
            <a:ext cx="5941500" cy="1113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Migración  y construcción del  portafolio actual </a:t>
            </a:r>
            <a:endParaRPr b="1" sz="600">
              <a:solidFill>
                <a:srgbClr val="081754"/>
              </a:solidFill>
              <a:latin typeface="Helvetica Neue"/>
              <a:ea typeface="Helvetica Neue"/>
              <a:cs typeface="Helvetica Neue"/>
              <a:sym typeface="Helvetica Neue"/>
            </a:endParaRPr>
          </a:p>
        </p:txBody>
      </p:sp>
      <p:sp>
        <p:nvSpPr>
          <p:cNvPr id="1760" name="Google Shape;1760;p185"/>
          <p:cNvSpPr/>
          <p:nvPr/>
        </p:nvSpPr>
        <p:spPr>
          <a:xfrm>
            <a:off x="1214440" y="2609700"/>
            <a:ext cx="5904000" cy="1113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TDC Digital y Física + Autorizador  (Manos del Cliente) </a:t>
            </a:r>
            <a:endParaRPr b="1" sz="600">
              <a:solidFill>
                <a:srgbClr val="081754"/>
              </a:solidFill>
              <a:latin typeface="Helvetica Neue"/>
              <a:ea typeface="Helvetica Neue"/>
              <a:cs typeface="Helvetica Neue"/>
              <a:sym typeface="Helvetica Neue"/>
            </a:endParaRPr>
          </a:p>
        </p:txBody>
      </p:sp>
      <p:sp>
        <p:nvSpPr>
          <p:cNvPr id="1761" name="Google Shape;1761;p185"/>
          <p:cNvSpPr/>
          <p:nvPr/>
        </p:nvSpPr>
        <p:spPr>
          <a:xfrm>
            <a:off x="7251252" y="1045770"/>
            <a:ext cx="771000" cy="3603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62" name="Google Shape;1762;p185"/>
          <p:cNvSpPr/>
          <p:nvPr/>
        </p:nvSpPr>
        <p:spPr>
          <a:xfrm>
            <a:off x="7250428" y="1445736"/>
            <a:ext cx="771000" cy="3651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63" name="Google Shape;1763;p185"/>
          <p:cNvSpPr/>
          <p:nvPr/>
        </p:nvSpPr>
        <p:spPr>
          <a:xfrm>
            <a:off x="7250009" y="1849666"/>
            <a:ext cx="771600" cy="1971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64" name="Google Shape;1764;p185"/>
          <p:cNvSpPr/>
          <p:nvPr/>
        </p:nvSpPr>
        <p:spPr>
          <a:xfrm>
            <a:off x="7249134" y="2244152"/>
            <a:ext cx="771300" cy="8754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65" name="Google Shape;1765;p185"/>
          <p:cNvSpPr/>
          <p:nvPr/>
        </p:nvSpPr>
        <p:spPr>
          <a:xfrm flipH="1">
            <a:off x="7283225" y="497625"/>
            <a:ext cx="1719000" cy="131400"/>
          </a:xfrm>
          <a:prstGeom prst="roundRect">
            <a:avLst>
              <a:gd fmla="val 16667" name="adj"/>
            </a:avLst>
          </a:prstGeom>
          <a:solidFill>
            <a:srgbClr val="081754"/>
          </a:solidFill>
          <a:ln>
            <a:noFill/>
          </a:ln>
          <a:effectLst>
            <a:outerShdw blurRad="59533" rotWithShape="0" algn="bl" dir="5400000" dist="19844">
              <a:srgbClr val="000000">
                <a:alpha val="50000"/>
              </a:srgbClr>
            </a:outerShdw>
          </a:effectLst>
        </p:spPr>
        <p:txBody>
          <a:bodyPr anchorCtr="0" anchor="ctr" bIns="95225" lIns="95225" spcFirstLastPara="1" rIns="95225" wrap="square" tIns="95225">
            <a:noAutofit/>
          </a:bodyPr>
          <a:lstStyle/>
          <a:p>
            <a:pPr indent="0" lvl="0" marL="0" marR="0" rtl="0" algn="ctr">
              <a:lnSpc>
                <a:spcPct val="80000"/>
              </a:lnSpc>
              <a:spcBef>
                <a:spcPts val="0"/>
              </a:spcBef>
              <a:spcAft>
                <a:spcPts val="0"/>
              </a:spcAft>
              <a:buNone/>
            </a:pPr>
            <a:r>
              <a:rPr b="1" lang="es" sz="833">
                <a:solidFill>
                  <a:srgbClr val="FFFFFF"/>
                </a:solidFill>
                <a:latin typeface="Helvetica Neue"/>
                <a:ea typeface="Helvetica Neue"/>
                <a:cs typeface="Helvetica Neue"/>
                <a:sym typeface="Helvetica Neue"/>
              </a:rPr>
              <a:t>Fecha Compromiso</a:t>
            </a:r>
            <a:endParaRPr b="1" sz="833">
              <a:solidFill>
                <a:srgbClr val="FFFFFF"/>
              </a:solidFill>
              <a:latin typeface="Helvetica Neue"/>
              <a:ea typeface="Helvetica Neue"/>
              <a:cs typeface="Helvetica Neue"/>
              <a:sym typeface="Helvetica Neue"/>
            </a:endParaRPr>
          </a:p>
        </p:txBody>
      </p:sp>
      <p:sp>
        <p:nvSpPr>
          <p:cNvPr id="1766" name="Google Shape;1766;p185"/>
          <p:cNvSpPr/>
          <p:nvPr/>
        </p:nvSpPr>
        <p:spPr>
          <a:xfrm>
            <a:off x="8098710" y="663502"/>
            <a:ext cx="899700" cy="152400"/>
          </a:xfrm>
          <a:prstGeom prst="roundRect">
            <a:avLst>
              <a:gd fmla="val 16667" name="adj"/>
            </a:avLst>
          </a:prstGeom>
          <a:solidFill>
            <a:srgbClr val="FFFFFF"/>
          </a:solidFill>
          <a:ln>
            <a:noFill/>
          </a:ln>
          <a:effectLst>
            <a:outerShdw blurRad="62709" rotWithShape="0" algn="bl" dir="5400000" dist="20903">
              <a:srgbClr val="000000">
                <a:alpha val="50000"/>
              </a:srgbClr>
            </a:outerShdw>
          </a:effectLst>
        </p:spPr>
        <p:txBody>
          <a:bodyPr anchorCtr="0" anchor="ctr" bIns="100350" lIns="100350" spcFirstLastPara="1" rIns="100350" wrap="square" tIns="100350">
            <a:noAutofit/>
          </a:bodyPr>
          <a:lstStyle/>
          <a:p>
            <a:pPr indent="0" lvl="0" marL="0" rtl="0" algn="ctr">
              <a:lnSpc>
                <a:spcPct val="80000"/>
              </a:lnSpc>
              <a:spcBef>
                <a:spcPts val="0"/>
              </a:spcBef>
              <a:spcAft>
                <a:spcPts val="0"/>
              </a:spcAft>
              <a:buNone/>
            </a:pPr>
            <a:r>
              <a:rPr b="1" lang="es" sz="664">
                <a:solidFill>
                  <a:srgbClr val="05297A"/>
                </a:solidFill>
                <a:latin typeface="Helvetica Neue"/>
                <a:ea typeface="Helvetica Neue"/>
                <a:cs typeface="Helvetica Neue"/>
                <a:sym typeface="Helvetica Neue"/>
              </a:rPr>
              <a:t>Responsable</a:t>
            </a:r>
            <a:endParaRPr b="1" sz="664">
              <a:solidFill>
                <a:srgbClr val="05297A"/>
              </a:solidFill>
              <a:latin typeface="Helvetica Neue"/>
              <a:ea typeface="Helvetica Neue"/>
              <a:cs typeface="Helvetica Neue"/>
              <a:sym typeface="Helvetica Neue"/>
            </a:endParaRPr>
          </a:p>
        </p:txBody>
      </p:sp>
      <p:sp>
        <p:nvSpPr>
          <p:cNvPr id="1767" name="Google Shape;1767;p185"/>
          <p:cNvSpPr/>
          <p:nvPr/>
        </p:nvSpPr>
        <p:spPr>
          <a:xfrm>
            <a:off x="7290136" y="663449"/>
            <a:ext cx="712800" cy="152400"/>
          </a:xfrm>
          <a:prstGeom prst="roundRect">
            <a:avLst>
              <a:gd fmla="val 16667" name="adj"/>
            </a:avLst>
          </a:prstGeom>
          <a:solidFill>
            <a:srgbClr val="FFFFFF"/>
          </a:solidFill>
          <a:ln>
            <a:noFill/>
          </a:ln>
          <a:effectLst>
            <a:outerShdw blurRad="62688" rotWithShape="0" algn="bl" dir="5400000" dist="20896">
              <a:srgbClr val="000000">
                <a:alpha val="50000"/>
              </a:srgbClr>
            </a:outerShdw>
          </a:effectLst>
        </p:spPr>
        <p:txBody>
          <a:bodyPr anchorCtr="0" anchor="ctr" bIns="100325" lIns="100325" spcFirstLastPara="1" rIns="100325" wrap="square" tIns="100325">
            <a:noAutofit/>
          </a:bodyPr>
          <a:lstStyle/>
          <a:p>
            <a:pPr indent="0" lvl="0" marL="0" rtl="0" algn="ctr">
              <a:lnSpc>
                <a:spcPct val="80000"/>
              </a:lnSpc>
              <a:spcBef>
                <a:spcPts val="0"/>
              </a:spcBef>
              <a:spcAft>
                <a:spcPts val="0"/>
              </a:spcAft>
              <a:buNone/>
            </a:pPr>
            <a:r>
              <a:rPr b="1" lang="es" sz="664">
                <a:solidFill>
                  <a:srgbClr val="05297A"/>
                </a:solidFill>
                <a:latin typeface="Helvetica Neue"/>
                <a:ea typeface="Helvetica Neue"/>
                <a:cs typeface="Helvetica Neue"/>
                <a:sym typeface="Helvetica Neue"/>
              </a:rPr>
              <a:t>Día  </a:t>
            </a:r>
            <a:endParaRPr b="1" sz="664">
              <a:solidFill>
                <a:srgbClr val="05297A"/>
              </a:solidFill>
              <a:latin typeface="Helvetica Neue"/>
              <a:ea typeface="Helvetica Neue"/>
              <a:cs typeface="Helvetica Neue"/>
              <a:sym typeface="Helvetica Neue"/>
            </a:endParaRPr>
          </a:p>
        </p:txBody>
      </p:sp>
      <p:sp>
        <p:nvSpPr>
          <p:cNvPr id="1768" name="Google Shape;1768;p185"/>
          <p:cNvSpPr txBox="1"/>
          <p:nvPr/>
        </p:nvSpPr>
        <p:spPr>
          <a:xfrm>
            <a:off x="220295" y="3181237"/>
            <a:ext cx="13083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COPPEL PAY</a:t>
            </a:r>
            <a:endParaRPr i="0" sz="600" u="none" cap="none" strike="noStrike">
              <a:solidFill>
                <a:srgbClr val="000000"/>
              </a:solidFill>
              <a:latin typeface="Helvetica Neue"/>
              <a:ea typeface="Helvetica Neue"/>
              <a:cs typeface="Helvetica Neue"/>
              <a:sym typeface="Helvetica Neue"/>
            </a:endParaRPr>
          </a:p>
        </p:txBody>
      </p:sp>
      <p:sp>
        <p:nvSpPr>
          <p:cNvPr id="1769" name="Google Shape;1769;p185"/>
          <p:cNvSpPr txBox="1"/>
          <p:nvPr/>
        </p:nvSpPr>
        <p:spPr>
          <a:xfrm>
            <a:off x="208888" y="2549325"/>
            <a:ext cx="7728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TARJETAS </a:t>
            </a:r>
            <a:endParaRPr i="0" sz="600" u="none" cap="none" strike="noStrike">
              <a:solidFill>
                <a:srgbClr val="000000"/>
              </a:solidFill>
              <a:latin typeface="Helvetica Neue"/>
              <a:ea typeface="Helvetica Neue"/>
              <a:cs typeface="Helvetica Neue"/>
              <a:sym typeface="Helvetica Neue"/>
            </a:endParaRPr>
          </a:p>
        </p:txBody>
      </p:sp>
      <p:sp>
        <p:nvSpPr>
          <p:cNvPr id="1770" name="Google Shape;1770;p185"/>
          <p:cNvSpPr txBox="1"/>
          <p:nvPr/>
        </p:nvSpPr>
        <p:spPr>
          <a:xfrm>
            <a:off x="152571" y="2669564"/>
            <a:ext cx="772800" cy="235500"/>
          </a:xfrm>
          <a:prstGeom prst="rect">
            <a:avLst/>
          </a:prstGeom>
          <a:noFill/>
          <a:ln>
            <a:noFill/>
          </a:ln>
        </p:spPr>
        <p:txBody>
          <a:bodyPr anchorCtr="0" anchor="t" bIns="34275" lIns="68575" spcFirstLastPara="1" rIns="68575" wrap="square" tIns="34275">
            <a:spAutoFit/>
          </a:bodyPr>
          <a:lstStyle/>
          <a:p>
            <a:pPr indent="0" lvl="0" marL="0" marR="0" rtl="0" algn="l">
              <a:lnSpc>
                <a:spcPct val="90000"/>
              </a:lnSpc>
              <a:spcBef>
                <a:spcPts val="0"/>
              </a:spcBef>
              <a:spcAft>
                <a:spcPts val="0"/>
              </a:spcAft>
              <a:buNone/>
            </a:pPr>
            <a:r>
              <a:rPr lang="es" sz="600">
                <a:solidFill>
                  <a:srgbClr val="44546A"/>
                </a:solidFill>
                <a:latin typeface="Helvetica Neue"/>
                <a:ea typeface="Helvetica Neue"/>
                <a:cs typeface="Helvetica Neue"/>
                <a:sym typeface="Helvetica Neue"/>
              </a:rPr>
              <a:t>-TDC Clásica </a:t>
            </a:r>
            <a:endParaRPr sz="600">
              <a:solidFill>
                <a:srgbClr val="44546A"/>
              </a:solidFill>
              <a:latin typeface="Helvetica Neue"/>
              <a:ea typeface="Helvetica Neue"/>
              <a:cs typeface="Helvetica Neue"/>
              <a:sym typeface="Helvetica Neue"/>
            </a:endParaRPr>
          </a:p>
          <a:p>
            <a:pPr indent="0" lvl="0" marL="342900" marR="0" rtl="0" algn="l">
              <a:lnSpc>
                <a:spcPct val="90000"/>
              </a:lnSpc>
              <a:spcBef>
                <a:spcPts val="0"/>
              </a:spcBef>
              <a:spcAft>
                <a:spcPts val="0"/>
              </a:spcAft>
              <a:buNone/>
            </a:pPr>
            <a:r>
              <a:t/>
            </a:r>
            <a:endParaRPr sz="600">
              <a:solidFill>
                <a:srgbClr val="44546A"/>
              </a:solidFill>
              <a:latin typeface="Helvetica Neue"/>
              <a:ea typeface="Helvetica Neue"/>
              <a:cs typeface="Helvetica Neue"/>
              <a:sym typeface="Helvetica Neue"/>
            </a:endParaRPr>
          </a:p>
        </p:txBody>
      </p:sp>
      <p:sp>
        <p:nvSpPr>
          <p:cNvPr id="1771" name="Google Shape;1771;p185"/>
          <p:cNvSpPr txBox="1"/>
          <p:nvPr/>
        </p:nvSpPr>
        <p:spPr>
          <a:xfrm rot="-5400000">
            <a:off x="903226" y="2937518"/>
            <a:ext cx="2556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600" u="sng">
                <a:solidFill>
                  <a:srgbClr val="38761D"/>
                </a:solidFill>
                <a:latin typeface="Helvetica Neue"/>
                <a:ea typeface="Helvetica Neue"/>
                <a:cs typeface="Helvetica Neue"/>
                <a:sym typeface="Helvetica Neue"/>
              </a:rPr>
              <a:t>MIG</a:t>
            </a:r>
            <a:endParaRPr b="1" sz="600" u="sng">
              <a:solidFill>
                <a:srgbClr val="38761D"/>
              </a:solidFill>
              <a:latin typeface="Helvetica Neue"/>
              <a:ea typeface="Helvetica Neue"/>
              <a:cs typeface="Helvetica Neue"/>
              <a:sym typeface="Helvetica Neue"/>
            </a:endParaRPr>
          </a:p>
        </p:txBody>
      </p:sp>
      <p:sp>
        <p:nvSpPr>
          <p:cNvPr id="1772" name="Google Shape;1772;p185"/>
          <p:cNvSpPr/>
          <p:nvPr/>
        </p:nvSpPr>
        <p:spPr>
          <a:xfrm>
            <a:off x="8043985" y="1074079"/>
            <a:ext cx="867900" cy="978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773" name="Google Shape;1773;p185"/>
          <p:cNvSpPr/>
          <p:nvPr/>
        </p:nvSpPr>
        <p:spPr>
          <a:xfrm>
            <a:off x="8048658" y="1231178"/>
            <a:ext cx="812400" cy="1116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Producto </a:t>
            </a:r>
            <a:endParaRPr i="0" sz="600" cap="none" strike="noStrike">
              <a:solidFill>
                <a:srgbClr val="434343"/>
              </a:solidFill>
              <a:latin typeface="Helvetica Neue"/>
              <a:ea typeface="Helvetica Neue"/>
              <a:cs typeface="Helvetica Neue"/>
              <a:sym typeface="Helvetica Neue"/>
            </a:endParaRPr>
          </a:p>
        </p:txBody>
      </p:sp>
      <p:sp>
        <p:nvSpPr>
          <p:cNvPr id="1774" name="Google Shape;1774;p185"/>
          <p:cNvSpPr/>
          <p:nvPr/>
        </p:nvSpPr>
        <p:spPr>
          <a:xfrm>
            <a:off x="8053016" y="1480938"/>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775" name="Google Shape;1775;p185"/>
          <p:cNvSpPr/>
          <p:nvPr/>
        </p:nvSpPr>
        <p:spPr>
          <a:xfrm>
            <a:off x="7269708" y="3551554"/>
            <a:ext cx="752400" cy="7923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76" name="Google Shape;1776;p185"/>
          <p:cNvSpPr/>
          <p:nvPr/>
        </p:nvSpPr>
        <p:spPr>
          <a:xfrm>
            <a:off x="7248701" y="3171426"/>
            <a:ext cx="771900" cy="1602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777" name="Google Shape;1777;p185"/>
          <p:cNvSpPr/>
          <p:nvPr/>
        </p:nvSpPr>
        <p:spPr>
          <a:xfrm>
            <a:off x="1354727" y="3199235"/>
            <a:ext cx="4038300" cy="1059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Contratación externo y capacitación equipos. Talleres Técnicos dimensionamiento</a:t>
            </a:r>
            <a:endParaRPr b="1" sz="600">
              <a:solidFill>
                <a:srgbClr val="081754"/>
              </a:solidFill>
              <a:latin typeface="Helvetica Neue"/>
              <a:ea typeface="Helvetica Neue"/>
              <a:cs typeface="Helvetica Neue"/>
              <a:sym typeface="Helvetica Neue"/>
            </a:endParaRPr>
          </a:p>
        </p:txBody>
      </p:sp>
      <p:sp>
        <p:nvSpPr>
          <p:cNvPr id="1778" name="Google Shape;1778;p185"/>
          <p:cNvSpPr/>
          <p:nvPr/>
        </p:nvSpPr>
        <p:spPr>
          <a:xfrm>
            <a:off x="7380369" y="1074077"/>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05 Feb 2026</a:t>
            </a:r>
            <a:endParaRPr b="1" i="0" sz="600" cap="none" strike="noStrike">
              <a:solidFill>
                <a:srgbClr val="434343"/>
              </a:solidFill>
              <a:latin typeface="Helvetica Neue"/>
              <a:ea typeface="Helvetica Neue"/>
              <a:cs typeface="Helvetica Neue"/>
              <a:sym typeface="Helvetica Neue"/>
            </a:endParaRPr>
          </a:p>
        </p:txBody>
      </p:sp>
      <p:sp>
        <p:nvSpPr>
          <p:cNvPr id="1779" name="Google Shape;1779;p185"/>
          <p:cNvSpPr/>
          <p:nvPr/>
        </p:nvSpPr>
        <p:spPr>
          <a:xfrm>
            <a:off x="7336241" y="1197186"/>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t/>
            </a:r>
            <a:endParaRPr i="0" sz="600" cap="none" strike="noStrike">
              <a:solidFill>
                <a:srgbClr val="434343"/>
              </a:solidFill>
              <a:latin typeface="Helvetica Neue"/>
              <a:ea typeface="Helvetica Neue"/>
              <a:cs typeface="Helvetica Neue"/>
              <a:sym typeface="Helvetica Neue"/>
            </a:endParaRPr>
          </a:p>
        </p:txBody>
      </p:sp>
      <p:sp>
        <p:nvSpPr>
          <p:cNvPr id="1780" name="Google Shape;1780;p185"/>
          <p:cNvSpPr/>
          <p:nvPr/>
        </p:nvSpPr>
        <p:spPr>
          <a:xfrm>
            <a:off x="7325619" y="1097633"/>
            <a:ext cx="75600" cy="615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781" name="Google Shape;1781;p185"/>
          <p:cNvSpPr/>
          <p:nvPr/>
        </p:nvSpPr>
        <p:spPr>
          <a:xfrm>
            <a:off x="7380369" y="1235267"/>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Nov 2025 / HUs</a:t>
            </a:r>
            <a:endParaRPr b="1" i="0" sz="600" cap="none" strike="noStrike">
              <a:solidFill>
                <a:srgbClr val="434343"/>
              </a:solidFill>
              <a:latin typeface="Helvetica Neue"/>
              <a:ea typeface="Helvetica Neue"/>
              <a:cs typeface="Helvetica Neue"/>
              <a:sym typeface="Helvetica Neue"/>
            </a:endParaRPr>
          </a:p>
        </p:txBody>
      </p:sp>
      <p:sp>
        <p:nvSpPr>
          <p:cNvPr id="1782" name="Google Shape;1782;p185"/>
          <p:cNvSpPr/>
          <p:nvPr/>
        </p:nvSpPr>
        <p:spPr>
          <a:xfrm>
            <a:off x="7325619" y="1258823"/>
            <a:ext cx="75600" cy="615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783" name="Google Shape;1783;p185"/>
          <p:cNvSpPr/>
          <p:nvPr/>
        </p:nvSpPr>
        <p:spPr>
          <a:xfrm>
            <a:off x="7399887" y="1475681"/>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30 Abr 2026</a:t>
            </a:r>
            <a:endParaRPr b="1" i="0" sz="600" cap="none" strike="noStrike">
              <a:solidFill>
                <a:srgbClr val="434343"/>
              </a:solidFill>
              <a:latin typeface="Helvetica Neue"/>
              <a:ea typeface="Helvetica Neue"/>
              <a:cs typeface="Helvetica Neue"/>
              <a:sym typeface="Helvetica Neue"/>
            </a:endParaRPr>
          </a:p>
        </p:txBody>
      </p:sp>
      <p:sp>
        <p:nvSpPr>
          <p:cNvPr id="1784" name="Google Shape;1784;p185"/>
          <p:cNvSpPr/>
          <p:nvPr/>
        </p:nvSpPr>
        <p:spPr>
          <a:xfrm>
            <a:off x="7345137" y="1499236"/>
            <a:ext cx="75600" cy="615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785" name="Google Shape;1785;p185"/>
          <p:cNvSpPr/>
          <p:nvPr/>
        </p:nvSpPr>
        <p:spPr>
          <a:xfrm>
            <a:off x="7399887" y="1636871"/>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30 Ago 2026</a:t>
            </a:r>
            <a:endParaRPr b="1" i="0" sz="600" cap="none" strike="noStrike">
              <a:solidFill>
                <a:srgbClr val="434343"/>
              </a:solidFill>
              <a:latin typeface="Helvetica Neue"/>
              <a:ea typeface="Helvetica Neue"/>
              <a:cs typeface="Helvetica Neue"/>
              <a:sym typeface="Helvetica Neue"/>
            </a:endParaRPr>
          </a:p>
        </p:txBody>
      </p:sp>
      <p:sp>
        <p:nvSpPr>
          <p:cNvPr id="1786" name="Google Shape;1786;p185"/>
          <p:cNvSpPr/>
          <p:nvPr/>
        </p:nvSpPr>
        <p:spPr>
          <a:xfrm>
            <a:off x="7345137" y="1660426"/>
            <a:ext cx="75600" cy="615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787" name="Google Shape;1787;p185"/>
          <p:cNvSpPr/>
          <p:nvPr/>
        </p:nvSpPr>
        <p:spPr>
          <a:xfrm>
            <a:off x="8053016" y="1642128"/>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788" name="Google Shape;1788;p185"/>
          <p:cNvSpPr/>
          <p:nvPr/>
        </p:nvSpPr>
        <p:spPr>
          <a:xfrm>
            <a:off x="8043254" y="2301212"/>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789" name="Google Shape;1789;p185"/>
          <p:cNvSpPr/>
          <p:nvPr/>
        </p:nvSpPr>
        <p:spPr>
          <a:xfrm>
            <a:off x="7379151" y="2301212"/>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05 Feb 2026</a:t>
            </a:r>
            <a:endParaRPr b="1" i="0" sz="600" cap="none" strike="noStrike">
              <a:solidFill>
                <a:srgbClr val="434343"/>
              </a:solidFill>
              <a:latin typeface="Helvetica Neue"/>
              <a:ea typeface="Helvetica Neue"/>
              <a:cs typeface="Helvetica Neue"/>
              <a:sym typeface="Helvetica Neue"/>
            </a:endParaRPr>
          </a:p>
        </p:txBody>
      </p:sp>
      <p:sp>
        <p:nvSpPr>
          <p:cNvPr id="1790" name="Google Shape;1790;p185"/>
          <p:cNvSpPr/>
          <p:nvPr/>
        </p:nvSpPr>
        <p:spPr>
          <a:xfrm>
            <a:off x="7324361" y="2324926"/>
            <a:ext cx="75600" cy="621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791" name="Google Shape;1791;p185"/>
          <p:cNvSpPr/>
          <p:nvPr/>
        </p:nvSpPr>
        <p:spPr>
          <a:xfrm>
            <a:off x="7390128" y="1883864"/>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500">
                <a:solidFill>
                  <a:srgbClr val="131314"/>
                </a:solidFill>
                <a:latin typeface="Helvetica Neue"/>
                <a:ea typeface="Helvetica Neue"/>
                <a:cs typeface="Helvetica Neue"/>
                <a:sym typeface="Helvetica Neue"/>
              </a:rPr>
              <a:t>Por Confirmar</a:t>
            </a:r>
            <a:endParaRPr b="1" i="0" sz="500" cap="none" strike="noStrike">
              <a:solidFill>
                <a:srgbClr val="434343"/>
              </a:solidFill>
              <a:latin typeface="Helvetica Neue"/>
              <a:ea typeface="Helvetica Neue"/>
              <a:cs typeface="Helvetica Neue"/>
              <a:sym typeface="Helvetica Neue"/>
            </a:endParaRPr>
          </a:p>
        </p:txBody>
      </p:sp>
      <p:sp>
        <p:nvSpPr>
          <p:cNvPr id="1792" name="Google Shape;1792;p185"/>
          <p:cNvSpPr/>
          <p:nvPr/>
        </p:nvSpPr>
        <p:spPr>
          <a:xfrm>
            <a:off x="7335378" y="1907420"/>
            <a:ext cx="75600" cy="615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793" name="Google Shape;1793;p185"/>
          <p:cNvSpPr/>
          <p:nvPr/>
        </p:nvSpPr>
        <p:spPr>
          <a:xfrm>
            <a:off x="8043981" y="1883864"/>
            <a:ext cx="953400" cy="105900"/>
          </a:xfrm>
          <a:prstGeom prst="rect">
            <a:avLst/>
          </a:prstGeom>
          <a:noFill/>
          <a:ln>
            <a:noFill/>
          </a:ln>
        </p:spPr>
        <p:txBody>
          <a:bodyPr anchorCtr="0" anchor="ctr" bIns="51425" lIns="51425" spcFirstLastPara="1" rIns="51425" wrap="square" tIns="51425">
            <a:noAutofit/>
          </a:bodyPr>
          <a:lstStyle/>
          <a:p>
            <a:pPr indent="0" lvl="0" marL="0" rtl="0" algn="l">
              <a:lnSpc>
                <a:spcPct val="115000"/>
              </a:lnSpc>
              <a:spcBef>
                <a:spcPts val="0"/>
              </a:spcBef>
              <a:spcAft>
                <a:spcPts val="0"/>
              </a:spcAft>
              <a:buClr>
                <a:schemeClr val="dk1"/>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794" name="Google Shape;1794;p185"/>
          <p:cNvSpPr/>
          <p:nvPr/>
        </p:nvSpPr>
        <p:spPr>
          <a:xfrm>
            <a:off x="7379151" y="2463036"/>
            <a:ext cx="954300" cy="106500"/>
          </a:xfrm>
          <a:prstGeom prst="rect">
            <a:avLst/>
          </a:prstGeom>
          <a:noFill/>
          <a:ln>
            <a:noFill/>
          </a:ln>
        </p:spPr>
        <p:txBody>
          <a:bodyPr anchorCtr="0" anchor="ctr" bIns="51425" lIns="51425" spcFirstLastPara="1" rIns="51425" wrap="square" tIns="51425">
            <a:noAutofit/>
          </a:bodyPr>
          <a:lstStyle/>
          <a:p>
            <a:pPr indent="0" lvl="0" marL="0" rtl="0" algn="l">
              <a:lnSpc>
                <a:spcPct val="115000"/>
              </a:lnSpc>
              <a:spcBef>
                <a:spcPts val="0"/>
              </a:spcBef>
              <a:spcAft>
                <a:spcPts val="0"/>
              </a:spcAft>
              <a:buClr>
                <a:schemeClr val="dk1"/>
              </a:buClr>
              <a:buSzPts val="700"/>
              <a:buFont typeface="Arial"/>
              <a:buNone/>
            </a:pPr>
            <a:r>
              <a:rPr b="1" lang="es" sz="600">
                <a:solidFill>
                  <a:srgbClr val="131314"/>
                </a:solidFill>
                <a:latin typeface="Helvetica Neue"/>
                <a:ea typeface="Helvetica Neue"/>
                <a:cs typeface="Helvetica Neue"/>
                <a:sym typeface="Helvetica Neue"/>
              </a:rPr>
              <a:t>25 Jun 2026</a:t>
            </a:r>
            <a:endParaRPr b="1" i="0" sz="700" cap="none" strike="noStrike">
              <a:solidFill>
                <a:srgbClr val="434343"/>
              </a:solidFill>
              <a:latin typeface="Helvetica Neue"/>
              <a:ea typeface="Helvetica Neue"/>
              <a:cs typeface="Helvetica Neue"/>
              <a:sym typeface="Helvetica Neue"/>
            </a:endParaRPr>
          </a:p>
        </p:txBody>
      </p:sp>
      <p:sp>
        <p:nvSpPr>
          <p:cNvPr id="1795" name="Google Shape;1795;p185"/>
          <p:cNvSpPr/>
          <p:nvPr/>
        </p:nvSpPr>
        <p:spPr>
          <a:xfrm>
            <a:off x="7324361" y="2486751"/>
            <a:ext cx="75600" cy="621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796" name="Google Shape;1796;p185"/>
          <p:cNvSpPr/>
          <p:nvPr/>
        </p:nvSpPr>
        <p:spPr>
          <a:xfrm>
            <a:off x="7379157" y="3212030"/>
            <a:ext cx="954300" cy="852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No iniciado</a:t>
            </a:r>
            <a:endParaRPr b="1" i="0" sz="600" cap="none" strike="noStrike">
              <a:solidFill>
                <a:srgbClr val="434343"/>
              </a:solidFill>
              <a:latin typeface="Helvetica Neue"/>
              <a:ea typeface="Helvetica Neue"/>
              <a:cs typeface="Helvetica Neue"/>
              <a:sym typeface="Helvetica Neue"/>
            </a:endParaRPr>
          </a:p>
        </p:txBody>
      </p:sp>
      <p:sp>
        <p:nvSpPr>
          <p:cNvPr id="1797" name="Google Shape;1797;p185"/>
          <p:cNvSpPr/>
          <p:nvPr/>
        </p:nvSpPr>
        <p:spPr>
          <a:xfrm>
            <a:off x="7324361" y="3220075"/>
            <a:ext cx="75600" cy="621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798" name="Google Shape;1798;p185"/>
          <p:cNvSpPr/>
          <p:nvPr/>
        </p:nvSpPr>
        <p:spPr>
          <a:xfrm>
            <a:off x="7345132" y="3603958"/>
            <a:ext cx="1067400" cy="1698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Plan Definición</a:t>
            </a:r>
            <a:endParaRPr b="1" i="0" sz="600" cap="none" strike="noStrike">
              <a:solidFill>
                <a:srgbClr val="434343"/>
              </a:solidFill>
              <a:latin typeface="Helvetica Neue"/>
              <a:ea typeface="Helvetica Neue"/>
              <a:cs typeface="Helvetica Neue"/>
              <a:sym typeface="Helvetica Neue"/>
            </a:endParaRPr>
          </a:p>
        </p:txBody>
      </p:sp>
      <p:sp>
        <p:nvSpPr>
          <p:cNvPr id="1799" name="Google Shape;1799;p185"/>
          <p:cNvSpPr/>
          <p:nvPr/>
        </p:nvSpPr>
        <p:spPr>
          <a:xfrm flipH="1">
            <a:off x="182019" y="526450"/>
            <a:ext cx="772200" cy="263100"/>
          </a:xfrm>
          <a:prstGeom prst="roundRect">
            <a:avLst>
              <a:gd fmla="val 16667" name="adj"/>
            </a:avLst>
          </a:prstGeom>
          <a:solidFill>
            <a:srgbClr val="08175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None/>
            </a:pPr>
            <a:r>
              <a:rPr b="1" lang="es" sz="800">
                <a:solidFill>
                  <a:srgbClr val="FFFFFF"/>
                </a:solidFill>
                <a:latin typeface="Helvetica Neue"/>
                <a:ea typeface="Helvetica Neue"/>
                <a:cs typeface="Helvetica Neue"/>
                <a:sym typeface="Helvetica Neue"/>
              </a:rPr>
              <a:t>Producto  </a:t>
            </a:r>
            <a:endParaRPr b="1" sz="800">
              <a:solidFill>
                <a:srgbClr val="FFFFFF"/>
              </a:solidFill>
              <a:latin typeface="Helvetica Neue"/>
              <a:ea typeface="Helvetica Neue"/>
              <a:cs typeface="Helvetica Neue"/>
              <a:sym typeface="Helvetica Neue"/>
            </a:endParaRPr>
          </a:p>
        </p:txBody>
      </p:sp>
      <p:sp>
        <p:nvSpPr>
          <p:cNvPr id="1800" name="Google Shape;1800;p185"/>
          <p:cNvSpPr/>
          <p:nvPr/>
        </p:nvSpPr>
        <p:spPr>
          <a:xfrm>
            <a:off x="145805" y="2075804"/>
            <a:ext cx="8850000" cy="126900"/>
          </a:xfrm>
          <a:prstGeom prst="roundRect">
            <a:avLst>
              <a:gd fmla="val 16667" name="adj"/>
            </a:avLst>
          </a:prstGeom>
          <a:solidFill>
            <a:srgbClr val="08175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b="1" lang="es" sz="700" u="sng">
                <a:solidFill>
                  <a:srgbClr val="FFFFFF"/>
                </a:solidFill>
                <a:latin typeface="Helvetica Neue"/>
                <a:ea typeface="Helvetica Neue"/>
                <a:cs typeface="Helvetica Neue"/>
                <a:sym typeface="Helvetica Neue"/>
              </a:rPr>
              <a:t>SMART VISTA:</a:t>
            </a:r>
            <a:r>
              <a:rPr b="1" lang="es" sz="600">
                <a:solidFill>
                  <a:srgbClr val="FFFFFF"/>
                </a:solidFill>
                <a:latin typeface="Helvetica Neue"/>
                <a:ea typeface="Helvetica Neue"/>
                <a:cs typeface="Helvetica Neue"/>
                <a:sym typeface="Helvetica Neue"/>
              </a:rPr>
              <a:t> Nuevo Procesador de Tarjetas y Medios de Pago</a:t>
            </a:r>
            <a:endParaRPr b="1" sz="600">
              <a:solidFill>
                <a:srgbClr val="FFFFFF"/>
              </a:solidFill>
              <a:latin typeface="Helvetica Neue"/>
              <a:ea typeface="Helvetica Neue"/>
              <a:cs typeface="Helvetica Neue"/>
              <a:sym typeface="Helvetica Neue"/>
            </a:endParaRPr>
          </a:p>
        </p:txBody>
      </p:sp>
      <p:sp>
        <p:nvSpPr>
          <p:cNvPr id="1801" name="Google Shape;1801;p185"/>
          <p:cNvSpPr/>
          <p:nvPr/>
        </p:nvSpPr>
        <p:spPr>
          <a:xfrm>
            <a:off x="135675" y="3379245"/>
            <a:ext cx="8850000" cy="126900"/>
          </a:xfrm>
          <a:prstGeom prst="roundRect">
            <a:avLst>
              <a:gd fmla="val 16667" name="adj"/>
            </a:avLst>
          </a:prstGeom>
          <a:solidFill>
            <a:srgbClr val="08175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b="1" lang="es" sz="700" u="sng">
                <a:solidFill>
                  <a:srgbClr val="FFFFFF"/>
                </a:solidFill>
                <a:latin typeface="Helvetica Neue"/>
                <a:ea typeface="Helvetica Neue"/>
                <a:cs typeface="Helvetica Neue"/>
                <a:sym typeface="Helvetica Neue"/>
              </a:rPr>
              <a:t>TRANSACT</a:t>
            </a:r>
            <a:r>
              <a:rPr b="1" lang="es" sz="700">
                <a:solidFill>
                  <a:srgbClr val="FFFFFF"/>
                </a:solidFill>
                <a:latin typeface="Helvetica Neue"/>
                <a:ea typeface="Helvetica Neue"/>
                <a:cs typeface="Helvetica Neue"/>
                <a:sym typeface="Helvetica Neue"/>
              </a:rPr>
              <a:t>:</a:t>
            </a:r>
            <a:r>
              <a:rPr b="1" lang="es" sz="600">
                <a:solidFill>
                  <a:srgbClr val="FFFFFF"/>
                </a:solidFill>
                <a:latin typeface="Helvetica Neue"/>
                <a:ea typeface="Helvetica Neue"/>
                <a:cs typeface="Helvetica Neue"/>
                <a:sym typeface="Helvetica Neue"/>
              </a:rPr>
              <a:t> Nuevo Core Bancario Temenos</a:t>
            </a:r>
            <a:endParaRPr b="1" sz="600">
              <a:solidFill>
                <a:srgbClr val="FFFFFF"/>
              </a:solidFill>
              <a:latin typeface="Helvetica Neue"/>
              <a:ea typeface="Helvetica Neue"/>
              <a:cs typeface="Helvetica Neue"/>
              <a:sym typeface="Helvetica Neue"/>
            </a:endParaRPr>
          </a:p>
        </p:txBody>
      </p:sp>
      <p:sp>
        <p:nvSpPr>
          <p:cNvPr id="1802" name="Google Shape;1802;p185"/>
          <p:cNvSpPr/>
          <p:nvPr/>
        </p:nvSpPr>
        <p:spPr>
          <a:xfrm>
            <a:off x="1216236" y="2441088"/>
            <a:ext cx="5904000" cy="1113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TDC Física (Friends &amp; Family)</a:t>
            </a:r>
            <a:endParaRPr b="1" sz="600">
              <a:solidFill>
                <a:srgbClr val="081754"/>
              </a:solidFill>
              <a:latin typeface="Helvetica Neue"/>
              <a:ea typeface="Helvetica Neue"/>
              <a:cs typeface="Helvetica Neue"/>
              <a:sym typeface="Helvetica Neue"/>
            </a:endParaRPr>
          </a:p>
        </p:txBody>
      </p:sp>
      <p:sp>
        <p:nvSpPr>
          <p:cNvPr id="1803" name="Google Shape;1803;p185"/>
          <p:cNvSpPr txBox="1"/>
          <p:nvPr/>
        </p:nvSpPr>
        <p:spPr>
          <a:xfrm rot="-5400000">
            <a:off x="883360" y="2735227"/>
            <a:ext cx="1698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600" u="sng">
                <a:solidFill>
                  <a:srgbClr val="38761D"/>
                </a:solidFill>
                <a:latin typeface="Helvetica Neue"/>
                <a:ea typeface="Helvetica Neue"/>
                <a:cs typeface="Helvetica Neue"/>
                <a:sym typeface="Helvetica Neue"/>
              </a:rPr>
              <a:t>OFI SM</a:t>
            </a:r>
            <a:endParaRPr b="1" sz="600" u="sng">
              <a:solidFill>
                <a:srgbClr val="38761D"/>
              </a:solidFill>
              <a:latin typeface="Helvetica Neue"/>
              <a:ea typeface="Helvetica Neue"/>
              <a:cs typeface="Helvetica Neue"/>
              <a:sym typeface="Helvetica Neue"/>
            </a:endParaRPr>
          </a:p>
        </p:txBody>
      </p:sp>
      <p:sp>
        <p:nvSpPr>
          <p:cNvPr id="1804" name="Google Shape;1804;p185"/>
          <p:cNvSpPr/>
          <p:nvPr/>
        </p:nvSpPr>
        <p:spPr>
          <a:xfrm>
            <a:off x="8056748" y="2462114"/>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805" name="Google Shape;1805;p185"/>
          <p:cNvSpPr/>
          <p:nvPr/>
        </p:nvSpPr>
        <p:spPr>
          <a:xfrm>
            <a:off x="8036904" y="2628625"/>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806" name="Google Shape;1806;p185"/>
          <p:cNvSpPr/>
          <p:nvPr/>
        </p:nvSpPr>
        <p:spPr>
          <a:xfrm>
            <a:off x="7372801" y="2628625"/>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08 Dic 2026</a:t>
            </a:r>
            <a:endParaRPr b="1" i="0" sz="600" cap="none" strike="noStrike">
              <a:solidFill>
                <a:srgbClr val="434343"/>
              </a:solidFill>
              <a:latin typeface="Helvetica Neue"/>
              <a:ea typeface="Helvetica Neue"/>
              <a:cs typeface="Helvetica Neue"/>
              <a:sym typeface="Helvetica Neue"/>
            </a:endParaRPr>
          </a:p>
        </p:txBody>
      </p:sp>
      <p:sp>
        <p:nvSpPr>
          <p:cNvPr id="1807" name="Google Shape;1807;p185"/>
          <p:cNvSpPr/>
          <p:nvPr/>
        </p:nvSpPr>
        <p:spPr>
          <a:xfrm>
            <a:off x="7318011" y="2652339"/>
            <a:ext cx="75600" cy="621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808" name="Google Shape;1808;p185"/>
          <p:cNvSpPr/>
          <p:nvPr/>
        </p:nvSpPr>
        <p:spPr>
          <a:xfrm>
            <a:off x="7372801" y="2790449"/>
            <a:ext cx="954300" cy="106500"/>
          </a:xfrm>
          <a:prstGeom prst="rect">
            <a:avLst/>
          </a:prstGeom>
          <a:noFill/>
          <a:ln>
            <a:noFill/>
          </a:ln>
        </p:spPr>
        <p:txBody>
          <a:bodyPr anchorCtr="0" anchor="ctr" bIns="51425" lIns="51425" spcFirstLastPara="1" rIns="51425" wrap="square" tIns="51425">
            <a:noAutofit/>
          </a:bodyPr>
          <a:lstStyle/>
          <a:p>
            <a:pPr indent="0" lvl="0" marL="0" rtl="0" algn="l">
              <a:lnSpc>
                <a:spcPct val="115000"/>
              </a:lnSpc>
              <a:spcBef>
                <a:spcPts val="0"/>
              </a:spcBef>
              <a:spcAft>
                <a:spcPts val="0"/>
              </a:spcAft>
              <a:buClr>
                <a:schemeClr val="dk1"/>
              </a:buClr>
              <a:buSzPts val="700"/>
              <a:buFont typeface="Arial"/>
              <a:buNone/>
            </a:pPr>
            <a:r>
              <a:rPr b="1" lang="es" sz="600">
                <a:solidFill>
                  <a:srgbClr val="131314"/>
                </a:solidFill>
                <a:latin typeface="Helvetica Neue"/>
                <a:ea typeface="Helvetica Neue"/>
                <a:cs typeface="Helvetica Neue"/>
                <a:sym typeface="Helvetica Neue"/>
              </a:rPr>
              <a:t>Por Confirmar</a:t>
            </a:r>
            <a:endParaRPr b="1" i="0" sz="700" cap="none" strike="noStrike">
              <a:solidFill>
                <a:srgbClr val="434343"/>
              </a:solidFill>
              <a:latin typeface="Helvetica Neue"/>
              <a:ea typeface="Helvetica Neue"/>
              <a:cs typeface="Helvetica Neue"/>
              <a:sym typeface="Helvetica Neue"/>
            </a:endParaRPr>
          </a:p>
        </p:txBody>
      </p:sp>
      <p:sp>
        <p:nvSpPr>
          <p:cNvPr id="1809" name="Google Shape;1809;p185"/>
          <p:cNvSpPr/>
          <p:nvPr/>
        </p:nvSpPr>
        <p:spPr>
          <a:xfrm>
            <a:off x="7318011" y="2814164"/>
            <a:ext cx="75600" cy="621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810" name="Google Shape;1810;p185"/>
          <p:cNvSpPr/>
          <p:nvPr/>
        </p:nvSpPr>
        <p:spPr>
          <a:xfrm>
            <a:off x="8050398" y="2789527"/>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811" name="Google Shape;1811;p185"/>
          <p:cNvSpPr/>
          <p:nvPr/>
        </p:nvSpPr>
        <p:spPr>
          <a:xfrm>
            <a:off x="7375789" y="2933308"/>
            <a:ext cx="954300" cy="106500"/>
          </a:xfrm>
          <a:prstGeom prst="rect">
            <a:avLst/>
          </a:prstGeom>
          <a:noFill/>
          <a:ln>
            <a:noFill/>
          </a:ln>
        </p:spPr>
        <p:txBody>
          <a:bodyPr anchorCtr="0" anchor="ctr" bIns="51425" lIns="51425" spcFirstLastPara="1" rIns="51425" wrap="square" tIns="51425">
            <a:noAutofit/>
          </a:bodyPr>
          <a:lstStyle/>
          <a:p>
            <a:pPr indent="0" lvl="0" marL="0" rtl="0" algn="l">
              <a:lnSpc>
                <a:spcPct val="115000"/>
              </a:lnSpc>
              <a:spcBef>
                <a:spcPts val="0"/>
              </a:spcBef>
              <a:spcAft>
                <a:spcPts val="0"/>
              </a:spcAft>
              <a:buClr>
                <a:schemeClr val="dk1"/>
              </a:buClr>
              <a:buSzPts val="700"/>
              <a:buFont typeface="Arial"/>
              <a:buNone/>
            </a:pPr>
            <a:r>
              <a:rPr b="1" lang="es" sz="600">
                <a:solidFill>
                  <a:srgbClr val="131314"/>
                </a:solidFill>
                <a:latin typeface="Helvetica Neue"/>
                <a:ea typeface="Helvetica Neue"/>
                <a:cs typeface="Helvetica Neue"/>
                <a:sym typeface="Helvetica Neue"/>
              </a:rPr>
              <a:t>Por Confirmar</a:t>
            </a:r>
            <a:endParaRPr b="1" i="0" sz="700" cap="none" strike="noStrike">
              <a:solidFill>
                <a:srgbClr val="434343"/>
              </a:solidFill>
              <a:latin typeface="Helvetica Neue"/>
              <a:ea typeface="Helvetica Neue"/>
              <a:cs typeface="Helvetica Neue"/>
              <a:sym typeface="Helvetica Neue"/>
            </a:endParaRPr>
          </a:p>
        </p:txBody>
      </p:sp>
      <p:sp>
        <p:nvSpPr>
          <p:cNvPr id="1812" name="Google Shape;1812;p185"/>
          <p:cNvSpPr/>
          <p:nvPr/>
        </p:nvSpPr>
        <p:spPr>
          <a:xfrm>
            <a:off x="7320999" y="2957023"/>
            <a:ext cx="75600" cy="621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813" name="Google Shape;1813;p185"/>
          <p:cNvSpPr/>
          <p:nvPr/>
        </p:nvSpPr>
        <p:spPr>
          <a:xfrm>
            <a:off x="8053386" y="2932386"/>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814" name="Google Shape;1814;p185"/>
          <p:cNvSpPr/>
          <p:nvPr/>
        </p:nvSpPr>
        <p:spPr>
          <a:xfrm>
            <a:off x="8108125" y="3201182"/>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a:t>
            </a:r>
            <a:endParaRPr i="0" sz="600" cap="none" strike="noStrike">
              <a:solidFill>
                <a:srgbClr val="434343"/>
              </a:solidFill>
              <a:latin typeface="Helvetica Neue"/>
              <a:ea typeface="Helvetica Neue"/>
              <a:cs typeface="Helvetica Neue"/>
              <a:sym typeface="Helvetica Neue"/>
            </a:endParaRPr>
          </a:p>
        </p:txBody>
      </p:sp>
      <p:sp>
        <p:nvSpPr>
          <p:cNvPr id="1815" name="Google Shape;1815;p185"/>
          <p:cNvSpPr/>
          <p:nvPr/>
        </p:nvSpPr>
        <p:spPr>
          <a:xfrm>
            <a:off x="147000" y="4398895"/>
            <a:ext cx="8850000" cy="126900"/>
          </a:xfrm>
          <a:prstGeom prst="roundRect">
            <a:avLst>
              <a:gd fmla="val 16667" name="adj"/>
            </a:avLst>
          </a:prstGeom>
          <a:solidFill>
            <a:srgbClr val="08175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b="1" lang="es" sz="700" u="sng">
                <a:solidFill>
                  <a:srgbClr val="FFFFFF"/>
                </a:solidFill>
                <a:latin typeface="Helvetica Neue"/>
                <a:ea typeface="Helvetica Neue"/>
                <a:cs typeface="Helvetica Neue"/>
                <a:sym typeface="Helvetica Neue"/>
              </a:rPr>
              <a:t>ADMINISTRACIÓN</a:t>
            </a:r>
            <a:r>
              <a:rPr b="1" lang="es" sz="700" u="sng">
                <a:solidFill>
                  <a:srgbClr val="FFFFFF"/>
                </a:solidFill>
                <a:latin typeface="Helvetica Neue"/>
                <a:ea typeface="Helvetica Neue"/>
                <a:cs typeface="Helvetica Neue"/>
                <a:sym typeface="Helvetica Neue"/>
              </a:rPr>
              <a:t> DE CRÉDITO Y COBRANZA</a:t>
            </a:r>
            <a:endParaRPr b="1" sz="700">
              <a:solidFill>
                <a:srgbClr val="FFFFFF"/>
              </a:solidFill>
              <a:latin typeface="Helvetica Neue"/>
              <a:ea typeface="Helvetica Neue"/>
              <a:cs typeface="Helvetica Neue"/>
              <a:sym typeface="Helvetica Neue"/>
            </a:endParaRPr>
          </a:p>
        </p:txBody>
      </p:sp>
      <p:sp>
        <p:nvSpPr>
          <p:cNvPr id="1816" name="Google Shape;1816;p185"/>
          <p:cNvSpPr/>
          <p:nvPr/>
        </p:nvSpPr>
        <p:spPr>
          <a:xfrm>
            <a:off x="8062774" y="4555944"/>
            <a:ext cx="929100" cy="4485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817" name="Google Shape;1817;p185"/>
          <p:cNvSpPr/>
          <p:nvPr/>
        </p:nvSpPr>
        <p:spPr>
          <a:xfrm>
            <a:off x="156775" y="4557021"/>
            <a:ext cx="7039500" cy="4485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
              <a:solidFill>
                <a:srgbClr val="1C42E8"/>
              </a:solidFill>
              <a:latin typeface="Helvetica Neue"/>
              <a:ea typeface="Helvetica Neue"/>
              <a:cs typeface="Helvetica Neue"/>
              <a:sym typeface="Helvetica Neue"/>
            </a:endParaRPr>
          </a:p>
        </p:txBody>
      </p:sp>
      <p:sp>
        <p:nvSpPr>
          <p:cNvPr id="1818" name="Google Shape;1818;p185"/>
          <p:cNvSpPr txBox="1"/>
          <p:nvPr/>
        </p:nvSpPr>
        <p:spPr>
          <a:xfrm>
            <a:off x="234406" y="4664289"/>
            <a:ext cx="10674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lang="es" sz="600">
                <a:latin typeface="Helvetica Neue"/>
                <a:ea typeface="Helvetica Neue"/>
                <a:cs typeface="Helvetica Neue"/>
                <a:sym typeface="Helvetica Neue"/>
              </a:rPr>
              <a:t>COBRANZA</a:t>
            </a:r>
            <a:endParaRPr i="0" sz="600" u="none" cap="none" strike="noStrike">
              <a:solidFill>
                <a:srgbClr val="000000"/>
              </a:solidFill>
              <a:latin typeface="Helvetica Neue"/>
              <a:ea typeface="Helvetica Neue"/>
              <a:cs typeface="Helvetica Neue"/>
              <a:sym typeface="Helvetica Neue"/>
            </a:endParaRPr>
          </a:p>
        </p:txBody>
      </p:sp>
      <p:sp>
        <p:nvSpPr>
          <p:cNvPr id="1819" name="Google Shape;1819;p185"/>
          <p:cNvSpPr/>
          <p:nvPr/>
        </p:nvSpPr>
        <p:spPr>
          <a:xfrm>
            <a:off x="7242937" y="4555938"/>
            <a:ext cx="771000" cy="448500"/>
          </a:xfrm>
          <a:prstGeom prst="roundRect">
            <a:avLst>
              <a:gd fmla="val 10891" name="adj"/>
            </a:avLst>
          </a:prstGeom>
          <a:solidFill>
            <a:srgbClr val="EEEEEE"/>
          </a:solidFill>
          <a:ln cap="flat" cmpd="sng" w="9525">
            <a:solidFill>
              <a:srgbClr val="0529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rgbClr val="1C42E8"/>
              </a:solidFill>
              <a:latin typeface="Helvetica Neue"/>
              <a:ea typeface="Helvetica Neue"/>
              <a:cs typeface="Helvetica Neue"/>
              <a:sym typeface="Helvetica Neue"/>
            </a:endParaRPr>
          </a:p>
        </p:txBody>
      </p:sp>
      <p:sp>
        <p:nvSpPr>
          <p:cNvPr id="1820" name="Google Shape;1820;p185"/>
          <p:cNvSpPr/>
          <p:nvPr/>
        </p:nvSpPr>
        <p:spPr>
          <a:xfrm>
            <a:off x="8045516" y="4591138"/>
            <a:ext cx="953400" cy="105900"/>
          </a:xfrm>
          <a:prstGeom prst="rect">
            <a:avLst/>
          </a:prstGeom>
          <a:noFill/>
          <a:ln>
            <a:noFill/>
          </a:ln>
        </p:spPr>
        <p:txBody>
          <a:bodyPr anchorCtr="0" anchor="ctr" bIns="51425" lIns="51425" spcFirstLastPara="1" rIns="51425" wrap="square" tIns="51425">
            <a:noAutofit/>
          </a:bodyPr>
          <a:lstStyle/>
          <a:p>
            <a:pPr indent="0" lvl="0" marL="0" rtl="0" algn="l">
              <a:lnSpc>
                <a:spcPct val="115000"/>
              </a:lnSpc>
              <a:spcBef>
                <a:spcPts val="0"/>
              </a:spcBef>
              <a:spcAft>
                <a:spcPts val="0"/>
              </a:spcAft>
              <a:buClr>
                <a:schemeClr val="dk1"/>
              </a:buClr>
              <a:buSzPts val="700"/>
              <a:buFont typeface="Arial"/>
              <a:buNone/>
            </a:pPr>
            <a:r>
              <a:rPr lang="es" sz="600">
                <a:solidFill>
                  <a:srgbClr val="131314"/>
                </a:solidFill>
                <a:latin typeface="Helvetica Neue"/>
                <a:ea typeface="Helvetica Neue"/>
                <a:cs typeface="Helvetica Neue"/>
                <a:sym typeface="Helvetica Neue"/>
              </a:rPr>
              <a:t>TI, Crédito</a:t>
            </a:r>
            <a:endParaRPr sz="600">
              <a:solidFill>
                <a:srgbClr val="131314"/>
              </a:solidFill>
              <a:latin typeface="Helvetica Neue"/>
              <a:ea typeface="Helvetica Neue"/>
              <a:cs typeface="Helvetica Neue"/>
              <a:sym typeface="Helvetica Neue"/>
            </a:endParaRPr>
          </a:p>
        </p:txBody>
      </p:sp>
      <p:sp>
        <p:nvSpPr>
          <p:cNvPr id="1821" name="Google Shape;1821;p185"/>
          <p:cNvSpPr/>
          <p:nvPr/>
        </p:nvSpPr>
        <p:spPr>
          <a:xfrm>
            <a:off x="7392387" y="4585881"/>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Por confirmar</a:t>
            </a:r>
            <a:endParaRPr b="1" i="0" sz="600" cap="none" strike="noStrike">
              <a:solidFill>
                <a:srgbClr val="434343"/>
              </a:solidFill>
              <a:latin typeface="Helvetica Neue"/>
              <a:ea typeface="Helvetica Neue"/>
              <a:cs typeface="Helvetica Neue"/>
              <a:sym typeface="Helvetica Neue"/>
            </a:endParaRPr>
          </a:p>
        </p:txBody>
      </p:sp>
      <p:sp>
        <p:nvSpPr>
          <p:cNvPr id="1822" name="Google Shape;1822;p185"/>
          <p:cNvSpPr/>
          <p:nvPr/>
        </p:nvSpPr>
        <p:spPr>
          <a:xfrm>
            <a:off x="7337637" y="4609437"/>
            <a:ext cx="75600" cy="615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823" name="Google Shape;1823;p185"/>
          <p:cNvSpPr/>
          <p:nvPr/>
        </p:nvSpPr>
        <p:spPr>
          <a:xfrm>
            <a:off x="7392387" y="4747071"/>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Por confirmar</a:t>
            </a:r>
            <a:endParaRPr b="1" i="0" sz="600" cap="none" strike="noStrike">
              <a:solidFill>
                <a:srgbClr val="434343"/>
              </a:solidFill>
              <a:latin typeface="Helvetica Neue"/>
              <a:ea typeface="Helvetica Neue"/>
              <a:cs typeface="Helvetica Neue"/>
              <a:sym typeface="Helvetica Neue"/>
            </a:endParaRPr>
          </a:p>
        </p:txBody>
      </p:sp>
      <p:sp>
        <p:nvSpPr>
          <p:cNvPr id="1824" name="Google Shape;1824;p185"/>
          <p:cNvSpPr txBox="1"/>
          <p:nvPr/>
        </p:nvSpPr>
        <p:spPr>
          <a:xfrm>
            <a:off x="387447" y="5020090"/>
            <a:ext cx="3524700" cy="9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lang="es" sz="500"/>
              <a:t>            No iniciado     </a:t>
            </a:r>
            <a:r>
              <a:rPr b="0" i="0" lang="es" sz="500" u="none" cap="none" strike="noStrike">
                <a:solidFill>
                  <a:srgbClr val="000000"/>
                </a:solidFill>
                <a:latin typeface="Arial"/>
                <a:ea typeface="Arial"/>
                <a:cs typeface="Arial"/>
                <a:sym typeface="Arial"/>
              </a:rPr>
              <a:t>         En progreso</a:t>
            </a:r>
            <a:r>
              <a:rPr lang="es" sz="500"/>
              <a:t> 	Retrasado 	     Riesgo              Completado	</a:t>
            </a:r>
            <a:endParaRPr b="0" i="0" sz="500" u="none" cap="none" strike="noStrike">
              <a:solidFill>
                <a:srgbClr val="000000"/>
              </a:solidFill>
              <a:latin typeface="Arial"/>
              <a:ea typeface="Arial"/>
              <a:cs typeface="Arial"/>
              <a:sym typeface="Arial"/>
            </a:endParaRPr>
          </a:p>
        </p:txBody>
      </p:sp>
      <p:grpSp>
        <p:nvGrpSpPr>
          <p:cNvPr id="1825" name="Google Shape;1825;p185"/>
          <p:cNvGrpSpPr/>
          <p:nvPr/>
        </p:nvGrpSpPr>
        <p:grpSpPr>
          <a:xfrm>
            <a:off x="484428" y="5032552"/>
            <a:ext cx="84613" cy="84591"/>
            <a:chOff x="1509425" y="4250025"/>
            <a:chExt cx="227700" cy="227700"/>
          </a:xfrm>
        </p:grpSpPr>
        <p:sp>
          <p:nvSpPr>
            <p:cNvPr id="1826" name="Google Shape;1826;p185"/>
            <p:cNvSpPr/>
            <p:nvPr/>
          </p:nvSpPr>
          <p:spPr>
            <a:xfrm>
              <a:off x="1509425" y="4250025"/>
              <a:ext cx="227700" cy="227700"/>
            </a:xfrm>
            <a:prstGeom prst="ellipse">
              <a:avLst/>
            </a:prstGeom>
            <a:solidFill>
              <a:srgbClr val="D8D8D8"/>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827" name="Google Shape;1827;p185"/>
            <p:cNvGrpSpPr/>
            <p:nvPr/>
          </p:nvGrpSpPr>
          <p:grpSpPr>
            <a:xfrm>
              <a:off x="1539523" y="4289944"/>
              <a:ext cx="167510" cy="147879"/>
              <a:chOff x="1195440" y="2778782"/>
              <a:chExt cx="358847" cy="316794"/>
            </a:xfrm>
          </p:grpSpPr>
          <p:sp>
            <p:nvSpPr>
              <p:cNvPr id="1828" name="Google Shape;1828;p185"/>
              <p:cNvSpPr/>
              <p:nvPr/>
            </p:nvSpPr>
            <p:spPr>
              <a:xfrm>
                <a:off x="1195440" y="2918318"/>
                <a:ext cx="338523" cy="177258"/>
              </a:xfrm>
              <a:custGeom>
                <a:rect b="b" l="l" r="r" t="t"/>
                <a:pathLst>
                  <a:path extrusionOk="0" h="177258" w="338523">
                    <a:moveTo>
                      <a:pt x="274751" y="57754"/>
                    </a:moveTo>
                    <a:lnTo>
                      <a:pt x="211465" y="82886"/>
                    </a:lnTo>
                    <a:cubicBezTo>
                      <a:pt x="211965" y="66191"/>
                      <a:pt x="200260" y="51157"/>
                      <a:pt x="183529" y="48164"/>
                    </a:cubicBezTo>
                    <a:lnTo>
                      <a:pt x="138252" y="40054"/>
                    </a:lnTo>
                    <a:cubicBezTo>
                      <a:pt x="128309" y="17420"/>
                      <a:pt x="106924" y="2009"/>
                      <a:pt x="82189" y="182"/>
                    </a:cubicBezTo>
                    <a:cubicBezTo>
                      <a:pt x="65912" y="-1017"/>
                      <a:pt x="50175" y="3734"/>
                      <a:pt x="37434" y="13425"/>
                    </a:cubicBezTo>
                    <a:cubicBezTo>
                      <a:pt x="35636" y="13097"/>
                      <a:pt x="36825" y="13313"/>
                      <a:pt x="10513" y="13245"/>
                    </a:cubicBezTo>
                    <a:cubicBezTo>
                      <a:pt x="4707" y="13245"/>
                      <a:pt x="0" y="17952"/>
                      <a:pt x="0" y="23758"/>
                    </a:cubicBezTo>
                    <a:cubicBezTo>
                      <a:pt x="0" y="29564"/>
                      <a:pt x="4707" y="34272"/>
                      <a:pt x="10513" y="34272"/>
                    </a:cubicBezTo>
                    <a:lnTo>
                      <a:pt x="25024" y="34272"/>
                    </a:lnTo>
                    <a:lnTo>
                      <a:pt x="25024" y="156232"/>
                    </a:lnTo>
                    <a:lnTo>
                      <a:pt x="10514" y="156232"/>
                    </a:lnTo>
                    <a:cubicBezTo>
                      <a:pt x="4708" y="156232"/>
                      <a:pt x="1" y="160939"/>
                      <a:pt x="1" y="166745"/>
                    </a:cubicBezTo>
                    <a:cubicBezTo>
                      <a:pt x="1" y="172551"/>
                      <a:pt x="4708" y="177258"/>
                      <a:pt x="10514" y="177258"/>
                    </a:cubicBezTo>
                    <a:lnTo>
                      <a:pt x="35538" y="177258"/>
                    </a:lnTo>
                    <a:cubicBezTo>
                      <a:pt x="41344" y="177258"/>
                      <a:pt x="46051" y="172551"/>
                      <a:pt x="46051" y="166745"/>
                    </a:cubicBezTo>
                    <a:lnTo>
                      <a:pt x="46051" y="153427"/>
                    </a:lnTo>
                    <a:lnTo>
                      <a:pt x="73580" y="153427"/>
                    </a:lnTo>
                    <a:lnTo>
                      <a:pt x="189843" y="177048"/>
                    </a:lnTo>
                    <a:cubicBezTo>
                      <a:pt x="192241" y="177536"/>
                      <a:pt x="194838" y="177184"/>
                      <a:pt x="197118" y="175892"/>
                    </a:cubicBezTo>
                    <a:lnTo>
                      <a:pt x="333192" y="98796"/>
                    </a:lnTo>
                    <a:cubicBezTo>
                      <a:pt x="337663" y="96262"/>
                      <a:pt x="339647" y="90868"/>
                      <a:pt x="337883" y="86041"/>
                    </a:cubicBezTo>
                    <a:cubicBezTo>
                      <a:pt x="328548" y="60491"/>
                      <a:pt x="300026" y="47714"/>
                      <a:pt x="274751" y="57754"/>
                    </a:cubicBezTo>
                    <a:close/>
                    <a:moveTo>
                      <a:pt x="190175" y="155659"/>
                    </a:moveTo>
                    <a:lnTo>
                      <a:pt x="76731" y="132611"/>
                    </a:lnTo>
                    <a:cubicBezTo>
                      <a:pt x="74903" y="132240"/>
                      <a:pt x="76440" y="132472"/>
                      <a:pt x="46052" y="132401"/>
                    </a:cubicBezTo>
                    <a:lnTo>
                      <a:pt x="46052" y="33711"/>
                    </a:lnTo>
                    <a:cubicBezTo>
                      <a:pt x="55356" y="24759"/>
                      <a:pt x="67758" y="20200"/>
                      <a:pt x="80643" y="21153"/>
                    </a:cubicBezTo>
                    <a:cubicBezTo>
                      <a:pt x="99007" y="22509"/>
                      <a:pt x="114693" y="34883"/>
                      <a:pt x="120604" y="52676"/>
                    </a:cubicBezTo>
                    <a:cubicBezTo>
                      <a:pt x="121819" y="56332"/>
                      <a:pt x="124936" y="59031"/>
                      <a:pt x="128728" y="59710"/>
                    </a:cubicBezTo>
                    <a:lnTo>
                      <a:pt x="179825" y="68862"/>
                    </a:lnTo>
                    <a:cubicBezTo>
                      <a:pt x="186797" y="70109"/>
                      <a:pt x="191467" y="76929"/>
                      <a:pt x="190274" y="84092"/>
                    </a:cubicBezTo>
                    <a:lnTo>
                      <a:pt x="190251" y="84207"/>
                    </a:lnTo>
                    <a:cubicBezTo>
                      <a:pt x="190237" y="84280"/>
                      <a:pt x="190224" y="84352"/>
                      <a:pt x="190211" y="84424"/>
                    </a:cubicBezTo>
                    <a:cubicBezTo>
                      <a:pt x="188962" y="91619"/>
                      <a:pt x="182309" y="96336"/>
                      <a:pt x="175395" y="95107"/>
                    </a:cubicBezTo>
                    <a:cubicBezTo>
                      <a:pt x="175386" y="95105"/>
                      <a:pt x="175379" y="95104"/>
                      <a:pt x="175371" y="95102"/>
                    </a:cubicBezTo>
                    <a:lnTo>
                      <a:pt x="175358" y="95100"/>
                    </a:lnTo>
                    <a:cubicBezTo>
                      <a:pt x="175354" y="95100"/>
                      <a:pt x="175348" y="95098"/>
                      <a:pt x="175343" y="95098"/>
                    </a:cubicBezTo>
                    <a:cubicBezTo>
                      <a:pt x="175343" y="95098"/>
                      <a:pt x="175208" y="95073"/>
                      <a:pt x="175207" y="95073"/>
                    </a:cubicBezTo>
                    <a:lnTo>
                      <a:pt x="118312" y="84881"/>
                    </a:lnTo>
                    <a:cubicBezTo>
                      <a:pt x="112604" y="83859"/>
                      <a:pt x="107133" y="87659"/>
                      <a:pt x="106110" y="93375"/>
                    </a:cubicBezTo>
                    <a:cubicBezTo>
                      <a:pt x="105086" y="99090"/>
                      <a:pt x="108889" y="104554"/>
                      <a:pt x="114605" y="105578"/>
                    </a:cubicBezTo>
                    <a:cubicBezTo>
                      <a:pt x="178409" y="117008"/>
                      <a:pt x="170878" y="115650"/>
                      <a:pt x="171677" y="115801"/>
                    </a:cubicBezTo>
                    <a:cubicBezTo>
                      <a:pt x="185957" y="118355"/>
                      <a:pt x="186648" y="114663"/>
                      <a:pt x="282511" y="77297"/>
                    </a:cubicBezTo>
                    <a:cubicBezTo>
                      <a:pt x="294217" y="72649"/>
                      <a:pt x="306781" y="76732"/>
                      <a:pt x="313844" y="85592"/>
                    </a:cubicBezTo>
                    <a:close/>
                  </a:path>
                </a:pathLst>
              </a:custGeom>
              <a:solidFill>
                <a:srgbClr val="D8D8D8"/>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829" name="Google Shape;1829;p185"/>
              <p:cNvSpPr/>
              <p:nvPr/>
            </p:nvSpPr>
            <p:spPr>
              <a:xfrm>
                <a:off x="1329132" y="2820133"/>
                <a:ext cx="64480" cy="64480"/>
              </a:xfrm>
              <a:custGeom>
                <a:rect b="b" l="l" r="r" t="t"/>
                <a:pathLst>
                  <a:path extrusionOk="0" h="64480" w="64480">
                    <a:moveTo>
                      <a:pt x="32240" y="0"/>
                    </a:moveTo>
                    <a:cubicBezTo>
                      <a:pt x="14463" y="0"/>
                      <a:pt x="0" y="14463"/>
                      <a:pt x="0" y="32240"/>
                    </a:cubicBezTo>
                    <a:cubicBezTo>
                      <a:pt x="0" y="50017"/>
                      <a:pt x="14463" y="64480"/>
                      <a:pt x="32240" y="64480"/>
                    </a:cubicBezTo>
                    <a:cubicBezTo>
                      <a:pt x="50017" y="64480"/>
                      <a:pt x="64480" y="50017"/>
                      <a:pt x="64480" y="32240"/>
                    </a:cubicBezTo>
                    <a:cubicBezTo>
                      <a:pt x="64480" y="14463"/>
                      <a:pt x="50017" y="0"/>
                      <a:pt x="32240" y="0"/>
                    </a:cubicBezTo>
                    <a:close/>
                    <a:moveTo>
                      <a:pt x="32240" y="43454"/>
                    </a:moveTo>
                    <a:cubicBezTo>
                      <a:pt x="26057" y="43454"/>
                      <a:pt x="21026" y="38423"/>
                      <a:pt x="21026" y="32240"/>
                    </a:cubicBezTo>
                    <a:cubicBezTo>
                      <a:pt x="21026" y="26057"/>
                      <a:pt x="26057" y="21026"/>
                      <a:pt x="32240" y="21026"/>
                    </a:cubicBezTo>
                    <a:cubicBezTo>
                      <a:pt x="38423" y="21026"/>
                      <a:pt x="43454" y="26057"/>
                      <a:pt x="43454" y="32240"/>
                    </a:cubicBezTo>
                    <a:cubicBezTo>
                      <a:pt x="43454" y="38423"/>
                      <a:pt x="38423" y="43454"/>
                      <a:pt x="32240" y="43454"/>
                    </a:cubicBezTo>
                    <a:close/>
                  </a:path>
                </a:pathLst>
              </a:custGeom>
              <a:solidFill>
                <a:srgbClr val="D8D8D8"/>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830" name="Google Shape;1830;p185"/>
              <p:cNvSpPr/>
              <p:nvPr/>
            </p:nvSpPr>
            <p:spPr>
              <a:xfrm>
                <a:off x="1287605" y="2778782"/>
                <a:ext cx="266682" cy="147884"/>
              </a:xfrm>
              <a:custGeom>
                <a:rect b="b" l="l" r="r" t="t"/>
                <a:pathLst>
                  <a:path extrusionOk="0" h="147884" w="266682">
                    <a:moveTo>
                      <a:pt x="235143" y="42753"/>
                    </a:moveTo>
                    <a:lnTo>
                      <a:pt x="141002" y="42753"/>
                    </a:lnTo>
                    <a:cubicBezTo>
                      <a:pt x="128984" y="16898"/>
                      <a:pt x="102918" y="0"/>
                      <a:pt x="73942" y="0"/>
                    </a:cubicBezTo>
                    <a:cubicBezTo>
                      <a:pt x="33170" y="0"/>
                      <a:pt x="0" y="33170"/>
                      <a:pt x="0" y="73942"/>
                    </a:cubicBezTo>
                    <a:cubicBezTo>
                      <a:pt x="0" y="114714"/>
                      <a:pt x="33170" y="147884"/>
                      <a:pt x="73942" y="147884"/>
                    </a:cubicBezTo>
                    <a:cubicBezTo>
                      <a:pt x="102557" y="147884"/>
                      <a:pt x="128497" y="131263"/>
                      <a:pt x="140667" y="105832"/>
                    </a:cubicBezTo>
                    <a:lnTo>
                      <a:pt x="161376" y="105832"/>
                    </a:lnTo>
                    <a:lnTo>
                      <a:pt x="161376" y="137371"/>
                    </a:lnTo>
                    <a:cubicBezTo>
                      <a:pt x="161376" y="143177"/>
                      <a:pt x="166083" y="147884"/>
                      <a:pt x="171889" y="147884"/>
                    </a:cubicBezTo>
                    <a:lnTo>
                      <a:pt x="213942" y="147884"/>
                    </a:lnTo>
                    <a:cubicBezTo>
                      <a:pt x="219748" y="147884"/>
                      <a:pt x="224455" y="143177"/>
                      <a:pt x="224455" y="137371"/>
                    </a:cubicBezTo>
                    <a:lnTo>
                      <a:pt x="224455" y="105832"/>
                    </a:lnTo>
                    <a:lnTo>
                      <a:pt x="235143" y="105832"/>
                    </a:lnTo>
                    <a:cubicBezTo>
                      <a:pt x="252534" y="105832"/>
                      <a:pt x="266682" y="91683"/>
                      <a:pt x="266682" y="74293"/>
                    </a:cubicBezTo>
                    <a:cubicBezTo>
                      <a:pt x="266682" y="56902"/>
                      <a:pt x="252534" y="42753"/>
                      <a:pt x="235143" y="42753"/>
                    </a:cubicBezTo>
                    <a:close/>
                    <a:moveTo>
                      <a:pt x="235143" y="84806"/>
                    </a:moveTo>
                    <a:lnTo>
                      <a:pt x="213942" y="84806"/>
                    </a:lnTo>
                    <a:cubicBezTo>
                      <a:pt x="208135" y="84806"/>
                      <a:pt x="203428" y="89513"/>
                      <a:pt x="203428" y="95319"/>
                    </a:cubicBezTo>
                    <a:lnTo>
                      <a:pt x="203428" y="126858"/>
                    </a:lnTo>
                    <a:lnTo>
                      <a:pt x="182402" y="126858"/>
                    </a:lnTo>
                    <a:lnTo>
                      <a:pt x="182402" y="95319"/>
                    </a:lnTo>
                    <a:cubicBezTo>
                      <a:pt x="182402" y="89513"/>
                      <a:pt x="177695" y="84806"/>
                      <a:pt x="171889" y="84806"/>
                    </a:cubicBezTo>
                    <a:lnTo>
                      <a:pt x="133675" y="84806"/>
                    </a:lnTo>
                    <a:cubicBezTo>
                      <a:pt x="129234" y="84806"/>
                      <a:pt x="125273" y="87595"/>
                      <a:pt x="123776" y="91776"/>
                    </a:cubicBezTo>
                    <a:cubicBezTo>
                      <a:pt x="116266" y="112760"/>
                      <a:pt x="96239" y="126858"/>
                      <a:pt x="73942" y="126858"/>
                    </a:cubicBezTo>
                    <a:cubicBezTo>
                      <a:pt x="44764" y="126858"/>
                      <a:pt x="21026" y="103120"/>
                      <a:pt x="21026" y="73942"/>
                    </a:cubicBezTo>
                    <a:cubicBezTo>
                      <a:pt x="21026" y="44764"/>
                      <a:pt x="44764" y="21026"/>
                      <a:pt x="73942" y="21026"/>
                    </a:cubicBezTo>
                    <a:cubicBezTo>
                      <a:pt x="96520" y="21026"/>
                      <a:pt x="116629" y="35359"/>
                      <a:pt x="123982" y="56692"/>
                    </a:cubicBezTo>
                    <a:cubicBezTo>
                      <a:pt x="125444" y="60933"/>
                      <a:pt x="129435" y="63779"/>
                      <a:pt x="133921" y="63779"/>
                    </a:cubicBezTo>
                    <a:lnTo>
                      <a:pt x="235143" y="63779"/>
                    </a:lnTo>
                    <a:cubicBezTo>
                      <a:pt x="240940" y="63779"/>
                      <a:pt x="245656" y="68496"/>
                      <a:pt x="245656" y="74293"/>
                    </a:cubicBezTo>
                    <a:cubicBezTo>
                      <a:pt x="245656" y="80089"/>
                      <a:pt x="240940" y="84806"/>
                      <a:pt x="235143" y="84806"/>
                    </a:cubicBezTo>
                    <a:close/>
                  </a:path>
                </a:pathLst>
              </a:custGeom>
              <a:solidFill>
                <a:srgbClr val="D8D8D8"/>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1831" name="Google Shape;1831;p185"/>
          <p:cNvGrpSpPr/>
          <p:nvPr/>
        </p:nvGrpSpPr>
        <p:grpSpPr>
          <a:xfrm>
            <a:off x="1046350" y="5032552"/>
            <a:ext cx="84613" cy="84591"/>
            <a:chOff x="1509425" y="4250025"/>
            <a:chExt cx="227700" cy="227700"/>
          </a:xfrm>
        </p:grpSpPr>
        <p:sp>
          <p:nvSpPr>
            <p:cNvPr id="1832" name="Google Shape;1832;p185"/>
            <p:cNvSpPr/>
            <p:nvPr/>
          </p:nvSpPr>
          <p:spPr>
            <a:xfrm>
              <a:off x="1509425" y="4250025"/>
              <a:ext cx="227700" cy="227700"/>
            </a:xfrm>
            <a:prstGeom prst="ellipse">
              <a:avLst/>
            </a:prstGeom>
            <a:solidFill>
              <a:srgbClr val="00B050"/>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833" name="Google Shape;1833;p185"/>
            <p:cNvGrpSpPr/>
            <p:nvPr/>
          </p:nvGrpSpPr>
          <p:grpSpPr>
            <a:xfrm>
              <a:off x="1539523" y="4289944"/>
              <a:ext cx="167510" cy="147879"/>
              <a:chOff x="1195440" y="2778782"/>
              <a:chExt cx="358847" cy="316794"/>
            </a:xfrm>
          </p:grpSpPr>
          <p:sp>
            <p:nvSpPr>
              <p:cNvPr id="1834" name="Google Shape;1834;p185"/>
              <p:cNvSpPr/>
              <p:nvPr/>
            </p:nvSpPr>
            <p:spPr>
              <a:xfrm>
                <a:off x="1195440" y="2918318"/>
                <a:ext cx="338523" cy="177258"/>
              </a:xfrm>
              <a:custGeom>
                <a:rect b="b" l="l" r="r" t="t"/>
                <a:pathLst>
                  <a:path extrusionOk="0" h="177258" w="338523">
                    <a:moveTo>
                      <a:pt x="274751" y="57754"/>
                    </a:moveTo>
                    <a:lnTo>
                      <a:pt x="211465" y="82886"/>
                    </a:lnTo>
                    <a:cubicBezTo>
                      <a:pt x="211965" y="66191"/>
                      <a:pt x="200260" y="51157"/>
                      <a:pt x="183529" y="48164"/>
                    </a:cubicBezTo>
                    <a:lnTo>
                      <a:pt x="138252" y="40054"/>
                    </a:lnTo>
                    <a:cubicBezTo>
                      <a:pt x="128309" y="17420"/>
                      <a:pt x="106924" y="2009"/>
                      <a:pt x="82189" y="182"/>
                    </a:cubicBezTo>
                    <a:cubicBezTo>
                      <a:pt x="65912" y="-1017"/>
                      <a:pt x="50175" y="3734"/>
                      <a:pt x="37434" y="13425"/>
                    </a:cubicBezTo>
                    <a:cubicBezTo>
                      <a:pt x="35636" y="13097"/>
                      <a:pt x="36825" y="13313"/>
                      <a:pt x="10513" y="13245"/>
                    </a:cubicBezTo>
                    <a:cubicBezTo>
                      <a:pt x="4707" y="13245"/>
                      <a:pt x="0" y="17952"/>
                      <a:pt x="0" y="23758"/>
                    </a:cubicBezTo>
                    <a:cubicBezTo>
                      <a:pt x="0" y="29564"/>
                      <a:pt x="4707" y="34272"/>
                      <a:pt x="10513" y="34272"/>
                    </a:cubicBezTo>
                    <a:lnTo>
                      <a:pt x="25024" y="34272"/>
                    </a:lnTo>
                    <a:lnTo>
                      <a:pt x="25024" y="156232"/>
                    </a:lnTo>
                    <a:lnTo>
                      <a:pt x="10514" y="156232"/>
                    </a:lnTo>
                    <a:cubicBezTo>
                      <a:pt x="4708" y="156232"/>
                      <a:pt x="1" y="160939"/>
                      <a:pt x="1" y="166745"/>
                    </a:cubicBezTo>
                    <a:cubicBezTo>
                      <a:pt x="1" y="172551"/>
                      <a:pt x="4708" y="177258"/>
                      <a:pt x="10514" y="177258"/>
                    </a:cubicBezTo>
                    <a:lnTo>
                      <a:pt x="35538" y="177258"/>
                    </a:lnTo>
                    <a:cubicBezTo>
                      <a:pt x="41344" y="177258"/>
                      <a:pt x="46051" y="172551"/>
                      <a:pt x="46051" y="166745"/>
                    </a:cubicBezTo>
                    <a:lnTo>
                      <a:pt x="46051" y="153427"/>
                    </a:lnTo>
                    <a:lnTo>
                      <a:pt x="73580" y="153427"/>
                    </a:lnTo>
                    <a:lnTo>
                      <a:pt x="189843" y="177048"/>
                    </a:lnTo>
                    <a:cubicBezTo>
                      <a:pt x="192241" y="177536"/>
                      <a:pt x="194838" y="177184"/>
                      <a:pt x="197118" y="175892"/>
                    </a:cubicBezTo>
                    <a:lnTo>
                      <a:pt x="333192" y="98796"/>
                    </a:lnTo>
                    <a:cubicBezTo>
                      <a:pt x="337663" y="96262"/>
                      <a:pt x="339647" y="90868"/>
                      <a:pt x="337883" y="86041"/>
                    </a:cubicBezTo>
                    <a:cubicBezTo>
                      <a:pt x="328548" y="60491"/>
                      <a:pt x="300026" y="47714"/>
                      <a:pt x="274751" y="57754"/>
                    </a:cubicBezTo>
                    <a:close/>
                    <a:moveTo>
                      <a:pt x="190175" y="155659"/>
                    </a:moveTo>
                    <a:lnTo>
                      <a:pt x="76731" y="132611"/>
                    </a:lnTo>
                    <a:cubicBezTo>
                      <a:pt x="74903" y="132240"/>
                      <a:pt x="76440" y="132472"/>
                      <a:pt x="46052" y="132401"/>
                    </a:cubicBezTo>
                    <a:lnTo>
                      <a:pt x="46052" y="33711"/>
                    </a:lnTo>
                    <a:cubicBezTo>
                      <a:pt x="55356" y="24759"/>
                      <a:pt x="67758" y="20200"/>
                      <a:pt x="80643" y="21153"/>
                    </a:cubicBezTo>
                    <a:cubicBezTo>
                      <a:pt x="99007" y="22509"/>
                      <a:pt x="114693" y="34883"/>
                      <a:pt x="120604" y="52676"/>
                    </a:cubicBezTo>
                    <a:cubicBezTo>
                      <a:pt x="121819" y="56332"/>
                      <a:pt x="124936" y="59031"/>
                      <a:pt x="128728" y="59710"/>
                    </a:cubicBezTo>
                    <a:lnTo>
                      <a:pt x="179825" y="68862"/>
                    </a:lnTo>
                    <a:cubicBezTo>
                      <a:pt x="186797" y="70109"/>
                      <a:pt x="191467" y="76929"/>
                      <a:pt x="190274" y="84092"/>
                    </a:cubicBezTo>
                    <a:lnTo>
                      <a:pt x="190251" y="84207"/>
                    </a:lnTo>
                    <a:cubicBezTo>
                      <a:pt x="190237" y="84280"/>
                      <a:pt x="190224" y="84352"/>
                      <a:pt x="190211" y="84424"/>
                    </a:cubicBezTo>
                    <a:cubicBezTo>
                      <a:pt x="188962" y="91619"/>
                      <a:pt x="182309" y="96336"/>
                      <a:pt x="175395" y="95107"/>
                    </a:cubicBezTo>
                    <a:cubicBezTo>
                      <a:pt x="175386" y="95105"/>
                      <a:pt x="175379" y="95104"/>
                      <a:pt x="175371" y="95102"/>
                    </a:cubicBezTo>
                    <a:lnTo>
                      <a:pt x="175358" y="95100"/>
                    </a:lnTo>
                    <a:cubicBezTo>
                      <a:pt x="175354" y="95100"/>
                      <a:pt x="175348" y="95098"/>
                      <a:pt x="175343" y="95098"/>
                    </a:cubicBezTo>
                    <a:cubicBezTo>
                      <a:pt x="175343" y="95098"/>
                      <a:pt x="175208" y="95073"/>
                      <a:pt x="175207" y="95073"/>
                    </a:cubicBezTo>
                    <a:lnTo>
                      <a:pt x="118312" y="84881"/>
                    </a:lnTo>
                    <a:cubicBezTo>
                      <a:pt x="112604" y="83859"/>
                      <a:pt x="107133" y="87659"/>
                      <a:pt x="106110" y="93375"/>
                    </a:cubicBezTo>
                    <a:cubicBezTo>
                      <a:pt x="105086" y="99090"/>
                      <a:pt x="108889" y="104554"/>
                      <a:pt x="114605" y="105578"/>
                    </a:cubicBezTo>
                    <a:cubicBezTo>
                      <a:pt x="178409" y="117008"/>
                      <a:pt x="170878" y="115650"/>
                      <a:pt x="171677" y="115801"/>
                    </a:cubicBezTo>
                    <a:cubicBezTo>
                      <a:pt x="185957" y="118355"/>
                      <a:pt x="186648" y="114663"/>
                      <a:pt x="282511" y="77297"/>
                    </a:cubicBezTo>
                    <a:cubicBezTo>
                      <a:pt x="294217" y="72649"/>
                      <a:pt x="306781" y="76732"/>
                      <a:pt x="313844" y="85592"/>
                    </a:cubicBezTo>
                    <a:close/>
                  </a:path>
                </a:pathLst>
              </a:custGeom>
              <a:solidFill>
                <a:srgbClr val="00B050"/>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835" name="Google Shape;1835;p185"/>
              <p:cNvSpPr/>
              <p:nvPr/>
            </p:nvSpPr>
            <p:spPr>
              <a:xfrm>
                <a:off x="1329132" y="2820133"/>
                <a:ext cx="64480" cy="64480"/>
              </a:xfrm>
              <a:custGeom>
                <a:rect b="b" l="l" r="r" t="t"/>
                <a:pathLst>
                  <a:path extrusionOk="0" h="64480" w="64480">
                    <a:moveTo>
                      <a:pt x="32240" y="0"/>
                    </a:moveTo>
                    <a:cubicBezTo>
                      <a:pt x="14463" y="0"/>
                      <a:pt x="0" y="14463"/>
                      <a:pt x="0" y="32240"/>
                    </a:cubicBezTo>
                    <a:cubicBezTo>
                      <a:pt x="0" y="50017"/>
                      <a:pt x="14463" y="64480"/>
                      <a:pt x="32240" y="64480"/>
                    </a:cubicBezTo>
                    <a:cubicBezTo>
                      <a:pt x="50017" y="64480"/>
                      <a:pt x="64480" y="50017"/>
                      <a:pt x="64480" y="32240"/>
                    </a:cubicBezTo>
                    <a:cubicBezTo>
                      <a:pt x="64480" y="14463"/>
                      <a:pt x="50017" y="0"/>
                      <a:pt x="32240" y="0"/>
                    </a:cubicBezTo>
                    <a:close/>
                    <a:moveTo>
                      <a:pt x="32240" y="43454"/>
                    </a:moveTo>
                    <a:cubicBezTo>
                      <a:pt x="26057" y="43454"/>
                      <a:pt x="21026" y="38423"/>
                      <a:pt x="21026" y="32240"/>
                    </a:cubicBezTo>
                    <a:cubicBezTo>
                      <a:pt x="21026" y="26057"/>
                      <a:pt x="26057" y="21026"/>
                      <a:pt x="32240" y="21026"/>
                    </a:cubicBezTo>
                    <a:cubicBezTo>
                      <a:pt x="38423" y="21026"/>
                      <a:pt x="43454" y="26057"/>
                      <a:pt x="43454" y="32240"/>
                    </a:cubicBezTo>
                    <a:cubicBezTo>
                      <a:pt x="43454" y="38423"/>
                      <a:pt x="38423" y="43454"/>
                      <a:pt x="32240" y="43454"/>
                    </a:cubicBezTo>
                    <a:close/>
                  </a:path>
                </a:pathLst>
              </a:custGeom>
              <a:solidFill>
                <a:srgbClr val="00B050"/>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836" name="Google Shape;1836;p185"/>
              <p:cNvSpPr/>
              <p:nvPr/>
            </p:nvSpPr>
            <p:spPr>
              <a:xfrm>
                <a:off x="1287605" y="2778782"/>
                <a:ext cx="266682" cy="147884"/>
              </a:xfrm>
              <a:custGeom>
                <a:rect b="b" l="l" r="r" t="t"/>
                <a:pathLst>
                  <a:path extrusionOk="0" h="147884" w="266682">
                    <a:moveTo>
                      <a:pt x="235143" y="42753"/>
                    </a:moveTo>
                    <a:lnTo>
                      <a:pt x="141002" y="42753"/>
                    </a:lnTo>
                    <a:cubicBezTo>
                      <a:pt x="128984" y="16898"/>
                      <a:pt x="102918" y="0"/>
                      <a:pt x="73942" y="0"/>
                    </a:cubicBezTo>
                    <a:cubicBezTo>
                      <a:pt x="33170" y="0"/>
                      <a:pt x="0" y="33170"/>
                      <a:pt x="0" y="73942"/>
                    </a:cubicBezTo>
                    <a:cubicBezTo>
                      <a:pt x="0" y="114714"/>
                      <a:pt x="33170" y="147884"/>
                      <a:pt x="73942" y="147884"/>
                    </a:cubicBezTo>
                    <a:cubicBezTo>
                      <a:pt x="102557" y="147884"/>
                      <a:pt x="128497" y="131263"/>
                      <a:pt x="140667" y="105832"/>
                    </a:cubicBezTo>
                    <a:lnTo>
                      <a:pt x="161376" y="105832"/>
                    </a:lnTo>
                    <a:lnTo>
                      <a:pt x="161376" y="137371"/>
                    </a:lnTo>
                    <a:cubicBezTo>
                      <a:pt x="161376" y="143177"/>
                      <a:pt x="166083" y="147884"/>
                      <a:pt x="171889" y="147884"/>
                    </a:cubicBezTo>
                    <a:lnTo>
                      <a:pt x="213942" y="147884"/>
                    </a:lnTo>
                    <a:cubicBezTo>
                      <a:pt x="219748" y="147884"/>
                      <a:pt x="224455" y="143177"/>
                      <a:pt x="224455" y="137371"/>
                    </a:cubicBezTo>
                    <a:lnTo>
                      <a:pt x="224455" y="105832"/>
                    </a:lnTo>
                    <a:lnTo>
                      <a:pt x="235143" y="105832"/>
                    </a:lnTo>
                    <a:cubicBezTo>
                      <a:pt x="252534" y="105832"/>
                      <a:pt x="266682" y="91683"/>
                      <a:pt x="266682" y="74293"/>
                    </a:cubicBezTo>
                    <a:cubicBezTo>
                      <a:pt x="266682" y="56902"/>
                      <a:pt x="252534" y="42753"/>
                      <a:pt x="235143" y="42753"/>
                    </a:cubicBezTo>
                    <a:close/>
                    <a:moveTo>
                      <a:pt x="235143" y="84806"/>
                    </a:moveTo>
                    <a:lnTo>
                      <a:pt x="213942" y="84806"/>
                    </a:lnTo>
                    <a:cubicBezTo>
                      <a:pt x="208135" y="84806"/>
                      <a:pt x="203428" y="89513"/>
                      <a:pt x="203428" y="95319"/>
                    </a:cubicBezTo>
                    <a:lnTo>
                      <a:pt x="203428" y="126858"/>
                    </a:lnTo>
                    <a:lnTo>
                      <a:pt x="182402" y="126858"/>
                    </a:lnTo>
                    <a:lnTo>
                      <a:pt x="182402" y="95319"/>
                    </a:lnTo>
                    <a:cubicBezTo>
                      <a:pt x="182402" y="89513"/>
                      <a:pt x="177695" y="84806"/>
                      <a:pt x="171889" y="84806"/>
                    </a:cubicBezTo>
                    <a:lnTo>
                      <a:pt x="133675" y="84806"/>
                    </a:lnTo>
                    <a:cubicBezTo>
                      <a:pt x="129234" y="84806"/>
                      <a:pt x="125273" y="87595"/>
                      <a:pt x="123776" y="91776"/>
                    </a:cubicBezTo>
                    <a:cubicBezTo>
                      <a:pt x="116266" y="112760"/>
                      <a:pt x="96239" y="126858"/>
                      <a:pt x="73942" y="126858"/>
                    </a:cubicBezTo>
                    <a:cubicBezTo>
                      <a:pt x="44764" y="126858"/>
                      <a:pt x="21026" y="103120"/>
                      <a:pt x="21026" y="73942"/>
                    </a:cubicBezTo>
                    <a:cubicBezTo>
                      <a:pt x="21026" y="44764"/>
                      <a:pt x="44764" y="21026"/>
                      <a:pt x="73942" y="21026"/>
                    </a:cubicBezTo>
                    <a:cubicBezTo>
                      <a:pt x="96520" y="21026"/>
                      <a:pt x="116629" y="35359"/>
                      <a:pt x="123982" y="56692"/>
                    </a:cubicBezTo>
                    <a:cubicBezTo>
                      <a:pt x="125444" y="60933"/>
                      <a:pt x="129435" y="63779"/>
                      <a:pt x="133921" y="63779"/>
                    </a:cubicBezTo>
                    <a:lnTo>
                      <a:pt x="235143" y="63779"/>
                    </a:lnTo>
                    <a:cubicBezTo>
                      <a:pt x="240940" y="63779"/>
                      <a:pt x="245656" y="68496"/>
                      <a:pt x="245656" y="74293"/>
                    </a:cubicBezTo>
                    <a:cubicBezTo>
                      <a:pt x="245656" y="80089"/>
                      <a:pt x="240940" y="84806"/>
                      <a:pt x="235143" y="84806"/>
                    </a:cubicBezTo>
                    <a:close/>
                  </a:path>
                </a:pathLst>
              </a:custGeom>
              <a:solidFill>
                <a:srgbClr val="00B050"/>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1837" name="Google Shape;1837;p185"/>
          <p:cNvSpPr/>
          <p:nvPr/>
        </p:nvSpPr>
        <p:spPr>
          <a:xfrm>
            <a:off x="1645902" y="5032764"/>
            <a:ext cx="84600" cy="84900"/>
          </a:xfrm>
          <a:prstGeom prst="ellipse">
            <a:avLst/>
          </a:prstGeom>
          <a:solidFill>
            <a:srgbClr val="ED7D31"/>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38" name="Google Shape;1838;p185"/>
          <p:cNvSpPr/>
          <p:nvPr/>
        </p:nvSpPr>
        <p:spPr>
          <a:xfrm>
            <a:off x="2192502" y="5032764"/>
            <a:ext cx="84600" cy="84900"/>
          </a:xfrm>
          <a:prstGeom prst="ellipse">
            <a:avLst/>
          </a:prstGeom>
          <a:solidFill>
            <a:srgbClr val="FF0000"/>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39" name="Google Shape;1839;p185"/>
          <p:cNvSpPr/>
          <p:nvPr/>
        </p:nvSpPr>
        <p:spPr>
          <a:xfrm>
            <a:off x="2641518" y="5032764"/>
            <a:ext cx="84600" cy="84900"/>
          </a:xfrm>
          <a:prstGeom prst="ellipse">
            <a:avLst/>
          </a:prstGeom>
          <a:solidFill>
            <a:srgbClr val="385E9D"/>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40" name="Google Shape;1840;p185"/>
          <p:cNvSpPr/>
          <p:nvPr/>
        </p:nvSpPr>
        <p:spPr>
          <a:xfrm>
            <a:off x="7337637" y="4770627"/>
            <a:ext cx="75600" cy="615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841" name="Google Shape;1841;p185"/>
          <p:cNvSpPr/>
          <p:nvPr/>
        </p:nvSpPr>
        <p:spPr>
          <a:xfrm>
            <a:off x="8045516" y="4752328"/>
            <a:ext cx="953400" cy="105900"/>
          </a:xfrm>
          <a:prstGeom prst="rect">
            <a:avLst/>
          </a:prstGeom>
          <a:noFill/>
          <a:ln>
            <a:noFill/>
          </a:ln>
        </p:spPr>
        <p:txBody>
          <a:bodyPr anchorCtr="0" anchor="ctr" bIns="51425" lIns="51425" spcFirstLastPara="1" rIns="51425" wrap="square" tIns="51425">
            <a:noAutofit/>
          </a:bodyPr>
          <a:lstStyle/>
          <a:p>
            <a:pPr indent="0" lvl="0" marL="0" rtl="0" algn="l">
              <a:lnSpc>
                <a:spcPct val="115000"/>
              </a:lnSpc>
              <a:spcBef>
                <a:spcPts val="0"/>
              </a:spcBef>
              <a:spcAft>
                <a:spcPts val="0"/>
              </a:spcAft>
              <a:buClr>
                <a:schemeClr val="dk1"/>
              </a:buClr>
              <a:buSzPts val="700"/>
              <a:buFont typeface="Arial"/>
              <a:buNone/>
            </a:pPr>
            <a:r>
              <a:rPr lang="es" sz="600">
                <a:solidFill>
                  <a:srgbClr val="131314"/>
                </a:solidFill>
                <a:latin typeface="Helvetica Neue"/>
                <a:ea typeface="Helvetica Neue"/>
                <a:cs typeface="Helvetica Neue"/>
                <a:sym typeface="Helvetica Neue"/>
              </a:rPr>
              <a:t>TI, Crédito</a:t>
            </a:r>
            <a:endParaRPr sz="600">
              <a:solidFill>
                <a:srgbClr val="131314"/>
              </a:solidFill>
              <a:latin typeface="Helvetica Neue"/>
              <a:ea typeface="Helvetica Neue"/>
              <a:cs typeface="Helvetica Neue"/>
              <a:sym typeface="Helvetica Neue"/>
            </a:endParaRPr>
          </a:p>
        </p:txBody>
      </p:sp>
      <p:cxnSp>
        <p:nvCxnSpPr>
          <p:cNvPr id="1842" name="Google Shape;1842;p185"/>
          <p:cNvCxnSpPr/>
          <p:nvPr/>
        </p:nvCxnSpPr>
        <p:spPr>
          <a:xfrm flipH="1">
            <a:off x="2605935" y="848108"/>
            <a:ext cx="13200" cy="3960000"/>
          </a:xfrm>
          <a:prstGeom prst="straightConnector1">
            <a:avLst/>
          </a:prstGeom>
          <a:noFill/>
          <a:ln cap="flat" cmpd="sng" w="9525">
            <a:solidFill>
              <a:srgbClr val="FF9D00"/>
            </a:solidFill>
            <a:prstDash val="solid"/>
            <a:round/>
            <a:headEnd len="med" w="med" type="oval"/>
            <a:tailEnd len="med" w="med" type="oval"/>
          </a:ln>
        </p:spPr>
      </p:cxnSp>
      <p:grpSp>
        <p:nvGrpSpPr>
          <p:cNvPr id="1843" name="Google Shape;1843;p185"/>
          <p:cNvGrpSpPr/>
          <p:nvPr/>
        </p:nvGrpSpPr>
        <p:grpSpPr>
          <a:xfrm>
            <a:off x="3764226" y="1099103"/>
            <a:ext cx="126037" cy="114473"/>
            <a:chOff x="-64774725" y="1916550"/>
            <a:chExt cx="319000" cy="314400"/>
          </a:xfrm>
        </p:grpSpPr>
        <p:sp>
          <p:nvSpPr>
            <p:cNvPr id="1844" name="Google Shape;1844;p185"/>
            <p:cNvSpPr/>
            <p:nvPr/>
          </p:nvSpPr>
          <p:spPr>
            <a:xfrm>
              <a:off x="-64774725" y="1916550"/>
              <a:ext cx="319000" cy="314400"/>
            </a:xfrm>
            <a:custGeom>
              <a:rect b="b" l="l" r="r" t="t"/>
              <a:pathLst>
                <a:path extrusionOk="0" h="12576" w="1276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solidFill>
              <a:srgbClr val="313131"/>
            </a:solidFill>
            <a:ln>
              <a:noFill/>
            </a:ln>
          </p:spPr>
          <p:txBody>
            <a:bodyPr anchorCtr="0" anchor="ctr" bIns="36425" lIns="36425" spcFirstLastPara="1" rIns="36425" wrap="square" tIns="36425">
              <a:noAutofit/>
            </a:bodyPr>
            <a:lstStyle/>
            <a:p>
              <a:pPr indent="0" lvl="0" marL="0" rtl="0" algn="l">
                <a:spcBef>
                  <a:spcPts val="0"/>
                </a:spcBef>
                <a:spcAft>
                  <a:spcPts val="0"/>
                </a:spcAft>
                <a:buNone/>
              </a:pPr>
              <a:r>
                <a:t/>
              </a:r>
              <a:endParaRPr/>
            </a:p>
          </p:txBody>
        </p:sp>
        <p:sp>
          <p:nvSpPr>
            <p:cNvPr id="1845" name="Google Shape;1845;p185"/>
            <p:cNvSpPr/>
            <p:nvPr/>
          </p:nvSpPr>
          <p:spPr>
            <a:xfrm>
              <a:off x="-64636900" y="2010600"/>
              <a:ext cx="89800" cy="82525"/>
            </a:xfrm>
            <a:custGeom>
              <a:rect b="b" l="l" r="r" t="t"/>
              <a:pathLst>
                <a:path extrusionOk="0" h="3301" w="3592">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solidFill>
              <a:srgbClr val="313131"/>
            </a:solidFill>
            <a:ln>
              <a:noFill/>
            </a:ln>
          </p:spPr>
          <p:txBody>
            <a:bodyPr anchorCtr="0" anchor="ctr" bIns="36425" lIns="36425" spcFirstLastPara="1" rIns="36425" wrap="square" tIns="36425">
              <a:noAutofit/>
            </a:bodyPr>
            <a:lstStyle/>
            <a:p>
              <a:pPr indent="0" lvl="0" marL="0" rtl="0" algn="l">
                <a:spcBef>
                  <a:spcPts val="0"/>
                </a:spcBef>
                <a:spcAft>
                  <a:spcPts val="0"/>
                </a:spcAft>
                <a:buNone/>
              </a:pPr>
              <a:r>
                <a:t/>
              </a:r>
              <a:endParaRPr/>
            </a:p>
          </p:txBody>
        </p:sp>
      </p:grpSp>
      <p:grpSp>
        <p:nvGrpSpPr>
          <p:cNvPr id="1846" name="Google Shape;1846;p185"/>
          <p:cNvGrpSpPr/>
          <p:nvPr/>
        </p:nvGrpSpPr>
        <p:grpSpPr>
          <a:xfrm>
            <a:off x="5143625" y="1474511"/>
            <a:ext cx="126037" cy="114473"/>
            <a:chOff x="-64774725" y="1916550"/>
            <a:chExt cx="319000" cy="314400"/>
          </a:xfrm>
        </p:grpSpPr>
        <p:sp>
          <p:nvSpPr>
            <p:cNvPr id="1847" name="Google Shape;1847;p185"/>
            <p:cNvSpPr/>
            <p:nvPr/>
          </p:nvSpPr>
          <p:spPr>
            <a:xfrm>
              <a:off x="-64774725" y="1916550"/>
              <a:ext cx="319000" cy="314400"/>
            </a:xfrm>
            <a:custGeom>
              <a:rect b="b" l="l" r="r" t="t"/>
              <a:pathLst>
                <a:path extrusionOk="0" h="12576" w="1276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solidFill>
              <a:srgbClr val="2E2E2E"/>
            </a:solidFill>
            <a:ln>
              <a:noFill/>
            </a:ln>
          </p:spPr>
          <p:txBody>
            <a:bodyPr anchorCtr="0" anchor="ctr" bIns="36425" lIns="36425" spcFirstLastPara="1" rIns="36425" wrap="square" tIns="36425">
              <a:noAutofit/>
            </a:bodyPr>
            <a:lstStyle/>
            <a:p>
              <a:pPr indent="0" lvl="0" marL="0" rtl="0" algn="l">
                <a:spcBef>
                  <a:spcPts val="0"/>
                </a:spcBef>
                <a:spcAft>
                  <a:spcPts val="0"/>
                </a:spcAft>
                <a:buNone/>
              </a:pPr>
              <a:r>
                <a:t/>
              </a:r>
              <a:endParaRPr/>
            </a:p>
          </p:txBody>
        </p:sp>
        <p:sp>
          <p:nvSpPr>
            <p:cNvPr id="1848" name="Google Shape;1848;p185"/>
            <p:cNvSpPr/>
            <p:nvPr/>
          </p:nvSpPr>
          <p:spPr>
            <a:xfrm>
              <a:off x="-64636900" y="2010600"/>
              <a:ext cx="89800" cy="82525"/>
            </a:xfrm>
            <a:custGeom>
              <a:rect b="b" l="l" r="r" t="t"/>
              <a:pathLst>
                <a:path extrusionOk="0" h="3301" w="3592">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solidFill>
              <a:srgbClr val="2E2E2E"/>
            </a:solidFill>
            <a:ln>
              <a:noFill/>
            </a:ln>
          </p:spPr>
          <p:txBody>
            <a:bodyPr anchorCtr="0" anchor="ctr" bIns="36425" lIns="36425" spcFirstLastPara="1" rIns="36425" wrap="square" tIns="36425">
              <a:noAutofit/>
            </a:bodyPr>
            <a:lstStyle/>
            <a:p>
              <a:pPr indent="0" lvl="0" marL="0" rtl="0" algn="l">
                <a:spcBef>
                  <a:spcPts val="0"/>
                </a:spcBef>
                <a:spcAft>
                  <a:spcPts val="0"/>
                </a:spcAft>
                <a:buNone/>
              </a:pPr>
              <a:r>
                <a:t/>
              </a:r>
              <a:endParaRPr/>
            </a:p>
          </p:txBody>
        </p:sp>
      </p:grpSp>
      <p:grpSp>
        <p:nvGrpSpPr>
          <p:cNvPr id="1849" name="Google Shape;1849;p185"/>
          <p:cNvGrpSpPr/>
          <p:nvPr/>
        </p:nvGrpSpPr>
        <p:grpSpPr>
          <a:xfrm>
            <a:off x="3844108" y="2287944"/>
            <a:ext cx="126101" cy="115259"/>
            <a:chOff x="-64774725" y="1916550"/>
            <a:chExt cx="319000" cy="314400"/>
          </a:xfrm>
        </p:grpSpPr>
        <p:sp>
          <p:nvSpPr>
            <p:cNvPr id="1850" name="Google Shape;1850;p185"/>
            <p:cNvSpPr/>
            <p:nvPr/>
          </p:nvSpPr>
          <p:spPr>
            <a:xfrm>
              <a:off x="-64774725" y="1916550"/>
              <a:ext cx="319000" cy="314400"/>
            </a:xfrm>
            <a:custGeom>
              <a:rect b="b" l="l" r="r" t="t"/>
              <a:pathLst>
                <a:path extrusionOk="0" h="12576" w="1276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solidFill>
              <a:srgbClr val="2E2E2E"/>
            </a:solidFill>
            <a:ln>
              <a:noFill/>
            </a:ln>
          </p:spPr>
          <p:txBody>
            <a:bodyPr anchorCtr="0" anchor="ctr" bIns="36425" lIns="36425" spcFirstLastPara="1" rIns="36425" wrap="square" tIns="36425">
              <a:noAutofit/>
            </a:bodyPr>
            <a:lstStyle/>
            <a:p>
              <a:pPr indent="0" lvl="0" marL="0" rtl="0" algn="l">
                <a:spcBef>
                  <a:spcPts val="0"/>
                </a:spcBef>
                <a:spcAft>
                  <a:spcPts val="0"/>
                </a:spcAft>
                <a:buNone/>
              </a:pPr>
              <a:r>
                <a:t/>
              </a:r>
              <a:endParaRPr/>
            </a:p>
          </p:txBody>
        </p:sp>
        <p:sp>
          <p:nvSpPr>
            <p:cNvPr id="1851" name="Google Shape;1851;p185"/>
            <p:cNvSpPr/>
            <p:nvPr/>
          </p:nvSpPr>
          <p:spPr>
            <a:xfrm>
              <a:off x="-64636900" y="2010600"/>
              <a:ext cx="89800" cy="82525"/>
            </a:xfrm>
            <a:custGeom>
              <a:rect b="b" l="l" r="r" t="t"/>
              <a:pathLst>
                <a:path extrusionOk="0" h="3301" w="3592">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solidFill>
              <a:srgbClr val="2E2E2E"/>
            </a:solidFill>
            <a:ln>
              <a:noFill/>
            </a:ln>
          </p:spPr>
          <p:txBody>
            <a:bodyPr anchorCtr="0" anchor="ctr" bIns="36425" lIns="36425" spcFirstLastPara="1" rIns="36425" wrap="square" tIns="36425">
              <a:noAutofit/>
            </a:bodyPr>
            <a:lstStyle/>
            <a:p>
              <a:pPr indent="0" lvl="0" marL="0" rtl="0" algn="l">
                <a:spcBef>
                  <a:spcPts val="0"/>
                </a:spcBef>
                <a:spcAft>
                  <a:spcPts val="0"/>
                </a:spcAft>
                <a:buNone/>
              </a:pPr>
              <a:r>
                <a:t/>
              </a:r>
              <a:endParaRPr/>
            </a:p>
          </p:txBody>
        </p:sp>
      </p:grpSp>
      <p:sp>
        <p:nvSpPr>
          <p:cNvPr id="1852" name="Google Shape;1852;p185"/>
          <p:cNvSpPr/>
          <p:nvPr/>
        </p:nvSpPr>
        <p:spPr>
          <a:xfrm>
            <a:off x="7254098" y="93575"/>
            <a:ext cx="1398300" cy="146100"/>
          </a:xfrm>
          <a:prstGeom prst="roundRect">
            <a:avLst>
              <a:gd fmla="val 16667" name="adj"/>
            </a:avLst>
          </a:prstGeom>
          <a:noFill/>
          <a:ln>
            <a:noFill/>
          </a:ln>
        </p:spPr>
        <p:txBody>
          <a:bodyPr anchorCtr="0" anchor="ctr" bIns="7975" lIns="7975" spcFirstLastPara="1" rIns="7975" wrap="square" tIns="7975">
            <a:noAutofit/>
          </a:bodyPr>
          <a:lstStyle/>
          <a:p>
            <a:pPr indent="0" lvl="0" marL="0" rtl="0" algn="l">
              <a:spcBef>
                <a:spcPts val="0"/>
              </a:spcBef>
              <a:spcAft>
                <a:spcPts val="0"/>
              </a:spcAft>
              <a:buNone/>
            </a:pPr>
            <a:r>
              <a:rPr lang="es" sz="600">
                <a:latin typeface="Helvetica Neue"/>
                <a:ea typeface="Helvetica Neue"/>
                <a:cs typeface="Helvetica Neue"/>
                <a:sym typeface="Helvetica Neue"/>
              </a:rPr>
              <a:t>En Desarrollo</a:t>
            </a:r>
            <a:r>
              <a:rPr b="1" lang="es" sz="600">
                <a:latin typeface="Helvetica Neue"/>
                <a:ea typeface="Helvetica Neue"/>
                <a:cs typeface="Helvetica Neue"/>
                <a:sym typeface="Helvetica Neue"/>
              </a:rPr>
              <a:t> CON </a:t>
            </a:r>
            <a:r>
              <a:rPr lang="es" sz="600">
                <a:latin typeface="Helvetica Neue"/>
                <a:ea typeface="Helvetica Neue"/>
                <a:cs typeface="Helvetica Neue"/>
                <a:sym typeface="Helvetica Neue"/>
              </a:rPr>
              <a:t>fechas compromiso</a:t>
            </a:r>
            <a:endParaRPr i="0" sz="600" u="none" cap="none" strike="noStrike">
              <a:solidFill>
                <a:srgbClr val="000000"/>
              </a:solidFill>
              <a:latin typeface="Helvetica Neue"/>
              <a:ea typeface="Helvetica Neue"/>
              <a:cs typeface="Helvetica Neue"/>
              <a:sym typeface="Helvetica Neue"/>
            </a:endParaRPr>
          </a:p>
        </p:txBody>
      </p:sp>
      <p:sp>
        <p:nvSpPr>
          <p:cNvPr id="1853" name="Google Shape;1853;p185"/>
          <p:cNvSpPr/>
          <p:nvPr/>
        </p:nvSpPr>
        <p:spPr>
          <a:xfrm>
            <a:off x="7015769" y="138031"/>
            <a:ext cx="209700" cy="68400"/>
          </a:xfrm>
          <a:prstGeom prst="roundRect">
            <a:avLst>
              <a:gd fmla="val 16667" name="adj"/>
            </a:avLst>
          </a:prstGeom>
          <a:solidFill>
            <a:srgbClr val="FFDD36"/>
          </a:solidFill>
          <a:ln cap="flat" cmpd="sng" w="9525">
            <a:solidFill>
              <a:srgbClr val="FFDD36"/>
            </a:solidFill>
            <a:prstDash val="solid"/>
            <a:round/>
            <a:headEnd len="sm" w="sm" type="none"/>
            <a:tailEnd len="sm" w="sm" type="none"/>
          </a:ln>
        </p:spPr>
        <p:txBody>
          <a:bodyPr anchorCtr="0" anchor="ctr" bIns="7975" lIns="7975" spcFirstLastPara="1" rIns="7975" wrap="square" tIns="7975">
            <a:noAutofit/>
          </a:bodyPr>
          <a:lstStyle/>
          <a:p>
            <a:pPr indent="0" lvl="0" marL="0" marR="0" rtl="0" algn="ctr">
              <a:lnSpc>
                <a:spcPct val="100000"/>
              </a:lnSpc>
              <a:spcBef>
                <a:spcPts val="0"/>
              </a:spcBef>
              <a:spcAft>
                <a:spcPts val="0"/>
              </a:spcAft>
              <a:buNone/>
            </a:pPr>
            <a:r>
              <a:t/>
            </a:r>
            <a:endParaRPr b="1" sz="700">
              <a:solidFill>
                <a:srgbClr val="2E2E2E"/>
              </a:solidFill>
              <a:latin typeface="Helvetica Neue"/>
              <a:ea typeface="Helvetica Neue"/>
              <a:cs typeface="Helvetica Neue"/>
              <a:sym typeface="Helvetica Neue"/>
            </a:endParaRPr>
          </a:p>
        </p:txBody>
      </p:sp>
      <p:sp>
        <p:nvSpPr>
          <p:cNvPr id="1854" name="Google Shape;1854;p185"/>
          <p:cNvSpPr/>
          <p:nvPr/>
        </p:nvSpPr>
        <p:spPr>
          <a:xfrm>
            <a:off x="7254065" y="206455"/>
            <a:ext cx="1552200" cy="110400"/>
          </a:xfrm>
          <a:prstGeom prst="roundRect">
            <a:avLst>
              <a:gd fmla="val 16667" name="adj"/>
            </a:avLst>
          </a:prstGeom>
          <a:noFill/>
          <a:ln>
            <a:noFill/>
          </a:ln>
        </p:spPr>
        <p:txBody>
          <a:bodyPr anchorCtr="0" anchor="ctr" bIns="7975" lIns="7975" spcFirstLastPara="1" rIns="7975" wrap="square" tIns="7975">
            <a:noAutofit/>
          </a:bodyPr>
          <a:lstStyle/>
          <a:p>
            <a:pPr indent="0" lvl="0" marL="0" rtl="0" algn="l">
              <a:spcBef>
                <a:spcPts val="0"/>
              </a:spcBef>
              <a:spcAft>
                <a:spcPts val="0"/>
              </a:spcAft>
              <a:buNone/>
            </a:pPr>
            <a:r>
              <a:rPr lang="es" sz="600">
                <a:latin typeface="Helvetica Neue"/>
                <a:ea typeface="Helvetica Neue"/>
                <a:cs typeface="Helvetica Neue"/>
                <a:sym typeface="Helvetica Neue"/>
              </a:rPr>
              <a:t>Actividades</a:t>
            </a:r>
            <a:r>
              <a:rPr b="1" lang="es" sz="600">
                <a:latin typeface="Helvetica Neue"/>
                <a:ea typeface="Helvetica Neue"/>
                <a:cs typeface="Helvetica Neue"/>
                <a:sym typeface="Helvetica Neue"/>
              </a:rPr>
              <a:t> SIN </a:t>
            </a:r>
            <a:r>
              <a:rPr lang="es" sz="600">
                <a:latin typeface="Helvetica Neue"/>
                <a:ea typeface="Helvetica Neue"/>
                <a:cs typeface="Helvetica Neue"/>
                <a:sym typeface="Helvetica Neue"/>
              </a:rPr>
              <a:t>estimación de fechas</a:t>
            </a:r>
            <a:endParaRPr i="0" sz="600" u="none" cap="none" strike="noStrike">
              <a:solidFill>
                <a:srgbClr val="000000"/>
              </a:solidFill>
              <a:latin typeface="Helvetica Neue"/>
              <a:ea typeface="Helvetica Neue"/>
              <a:cs typeface="Helvetica Neue"/>
              <a:sym typeface="Helvetica Neue"/>
            </a:endParaRPr>
          </a:p>
        </p:txBody>
      </p:sp>
      <p:sp>
        <p:nvSpPr>
          <p:cNvPr id="1855" name="Google Shape;1855;p185"/>
          <p:cNvSpPr/>
          <p:nvPr/>
        </p:nvSpPr>
        <p:spPr>
          <a:xfrm>
            <a:off x="7015769" y="244924"/>
            <a:ext cx="209700" cy="68400"/>
          </a:xfrm>
          <a:prstGeom prst="roundRect">
            <a:avLst>
              <a:gd fmla="val 16667" name="adj"/>
            </a:avLst>
          </a:prstGeom>
          <a:solidFill>
            <a:srgbClr val="CCECFF"/>
          </a:solidFill>
          <a:ln cap="flat" cmpd="sng" w="9525">
            <a:solidFill>
              <a:srgbClr val="AECCFE"/>
            </a:solidFill>
            <a:prstDash val="solid"/>
            <a:round/>
            <a:headEnd len="sm" w="sm" type="none"/>
            <a:tailEnd len="sm" w="sm" type="none"/>
          </a:ln>
        </p:spPr>
        <p:txBody>
          <a:bodyPr anchorCtr="0" anchor="ctr" bIns="7975" lIns="7975" spcFirstLastPara="1" rIns="7975" wrap="square" tIns="7975">
            <a:noAutofit/>
          </a:bodyPr>
          <a:lstStyle/>
          <a:p>
            <a:pPr indent="0" lvl="0" marL="0" marR="0" rtl="0" algn="ctr">
              <a:lnSpc>
                <a:spcPct val="100000"/>
              </a:lnSpc>
              <a:spcBef>
                <a:spcPts val="0"/>
              </a:spcBef>
              <a:spcAft>
                <a:spcPts val="0"/>
              </a:spcAft>
              <a:buNone/>
            </a:pPr>
            <a:r>
              <a:t/>
            </a:r>
            <a:endParaRPr b="1" sz="600">
              <a:solidFill>
                <a:srgbClr val="081754"/>
              </a:solidFill>
              <a:latin typeface="Helvetica Neue"/>
              <a:ea typeface="Helvetica Neue"/>
              <a:cs typeface="Helvetica Neue"/>
              <a:sym typeface="Helvetica Neue"/>
            </a:endParaRPr>
          </a:p>
        </p:txBody>
      </p:sp>
      <p:sp>
        <p:nvSpPr>
          <p:cNvPr id="1856" name="Google Shape;1856;p185"/>
          <p:cNvSpPr/>
          <p:nvPr/>
        </p:nvSpPr>
        <p:spPr>
          <a:xfrm>
            <a:off x="7254073" y="302248"/>
            <a:ext cx="753600" cy="126300"/>
          </a:xfrm>
          <a:prstGeom prst="roundRect">
            <a:avLst>
              <a:gd fmla="val 16667" name="adj"/>
            </a:avLst>
          </a:prstGeom>
          <a:noFill/>
          <a:ln>
            <a:noFill/>
          </a:ln>
        </p:spPr>
        <p:txBody>
          <a:bodyPr anchorCtr="0" anchor="ctr" bIns="7975" lIns="7975" spcFirstLastPara="1" rIns="7975" wrap="square" tIns="7975">
            <a:noAutofit/>
          </a:bodyPr>
          <a:lstStyle/>
          <a:p>
            <a:pPr indent="0" lvl="0" marL="0" rtl="0" algn="l">
              <a:spcBef>
                <a:spcPts val="0"/>
              </a:spcBef>
              <a:spcAft>
                <a:spcPts val="0"/>
              </a:spcAft>
              <a:buNone/>
            </a:pPr>
            <a:r>
              <a:rPr lang="es" sz="600">
                <a:latin typeface="Helvetica Neue"/>
                <a:ea typeface="Helvetica Neue"/>
                <a:cs typeface="Helvetica Neue"/>
                <a:sym typeface="Helvetica Neue"/>
              </a:rPr>
              <a:t>Por definir </a:t>
            </a:r>
            <a:endParaRPr i="0" sz="600" u="none" cap="none" strike="noStrike">
              <a:solidFill>
                <a:srgbClr val="000000"/>
              </a:solidFill>
              <a:latin typeface="Helvetica Neue"/>
              <a:ea typeface="Helvetica Neue"/>
              <a:cs typeface="Helvetica Neue"/>
              <a:sym typeface="Helvetica Neue"/>
            </a:endParaRPr>
          </a:p>
        </p:txBody>
      </p:sp>
      <p:sp>
        <p:nvSpPr>
          <p:cNvPr id="1857" name="Google Shape;1857;p185"/>
          <p:cNvSpPr/>
          <p:nvPr/>
        </p:nvSpPr>
        <p:spPr>
          <a:xfrm>
            <a:off x="7015769" y="345359"/>
            <a:ext cx="209700" cy="68400"/>
          </a:xfrm>
          <a:prstGeom prst="roundRect">
            <a:avLst>
              <a:gd fmla="val 16667" name="adj"/>
            </a:avLst>
          </a:prstGeom>
          <a:solidFill>
            <a:schemeClr val="lt1"/>
          </a:solidFill>
          <a:ln cap="flat" cmpd="sng" w="9525">
            <a:solidFill>
              <a:srgbClr val="081754"/>
            </a:solidFill>
            <a:prstDash val="dot"/>
            <a:round/>
            <a:headEnd len="sm" w="sm" type="none"/>
            <a:tailEnd len="sm" w="sm" type="none"/>
          </a:ln>
        </p:spPr>
        <p:txBody>
          <a:bodyPr anchorCtr="0" anchor="ctr" bIns="7975" lIns="7975" spcFirstLastPara="1" rIns="7975" wrap="square" tIns="7975">
            <a:noAutofit/>
          </a:bodyPr>
          <a:lstStyle/>
          <a:p>
            <a:pPr indent="0" lvl="0" marL="0" marR="0" rtl="0" algn="ctr">
              <a:lnSpc>
                <a:spcPct val="100000"/>
              </a:lnSpc>
              <a:spcBef>
                <a:spcPts val="0"/>
              </a:spcBef>
              <a:spcAft>
                <a:spcPts val="0"/>
              </a:spcAft>
              <a:buClr>
                <a:schemeClr val="dk1"/>
              </a:buClr>
              <a:buSzPts val="1400"/>
              <a:buFont typeface="Arial"/>
              <a:buNone/>
            </a:pPr>
            <a:r>
              <a:t/>
            </a:r>
            <a:endParaRPr b="1" sz="800">
              <a:solidFill>
                <a:srgbClr val="081754"/>
              </a:solidFill>
              <a:latin typeface="Helvetica Neue"/>
              <a:ea typeface="Helvetica Neue"/>
              <a:cs typeface="Helvetica Neue"/>
              <a:sym typeface="Helvetica Neue"/>
            </a:endParaRPr>
          </a:p>
        </p:txBody>
      </p:sp>
      <p:sp>
        <p:nvSpPr>
          <p:cNvPr id="1858" name="Google Shape;1858;p185"/>
          <p:cNvSpPr txBox="1"/>
          <p:nvPr/>
        </p:nvSpPr>
        <p:spPr>
          <a:xfrm>
            <a:off x="159725" y="94375"/>
            <a:ext cx="4747200" cy="389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000000"/>
              </a:buClr>
              <a:buSzPts val="1100"/>
              <a:buFont typeface="Arial"/>
              <a:buNone/>
            </a:pPr>
            <a:r>
              <a:rPr b="1" lang="es" sz="1700">
                <a:solidFill>
                  <a:srgbClr val="2E2E2E"/>
                </a:solidFill>
                <a:latin typeface="Helvetica Neue"/>
                <a:ea typeface="Helvetica Neue"/>
                <a:cs typeface="Helvetica Neue"/>
                <a:sym typeface="Helvetica Neue"/>
              </a:rPr>
              <a:t>Plan de Trabajo Unity - Corto plazo 3 tracks</a:t>
            </a:r>
            <a:r>
              <a:rPr b="1" lang="es" sz="1600">
                <a:solidFill>
                  <a:srgbClr val="081754"/>
                </a:solidFill>
                <a:latin typeface="Helvetica Neue"/>
                <a:ea typeface="Helvetica Neue"/>
                <a:cs typeface="Helvetica Neue"/>
                <a:sym typeface="Helvetica Neue"/>
              </a:rPr>
              <a:t>  </a:t>
            </a:r>
            <a:endParaRPr b="1" sz="1600">
              <a:solidFill>
                <a:srgbClr val="081754"/>
              </a:solidFill>
              <a:latin typeface="Helvetica Neue"/>
              <a:ea typeface="Helvetica Neue"/>
              <a:cs typeface="Helvetica Neue"/>
              <a:sym typeface="Helvetica Neue"/>
            </a:endParaRPr>
          </a:p>
          <a:p>
            <a:pPr indent="0" lvl="0" marL="0" rtl="0" algn="l">
              <a:lnSpc>
                <a:spcPct val="80000"/>
              </a:lnSpc>
              <a:spcBef>
                <a:spcPts val="0"/>
              </a:spcBef>
              <a:spcAft>
                <a:spcPts val="0"/>
              </a:spcAft>
              <a:buClr>
                <a:schemeClr val="dk1"/>
              </a:buClr>
              <a:buSzPts val="1100"/>
              <a:buFont typeface="Arial"/>
              <a:buNone/>
            </a:pPr>
            <a:r>
              <a:rPr b="1" lang="es" sz="1300">
                <a:solidFill>
                  <a:schemeClr val="accent1"/>
                </a:solidFill>
                <a:latin typeface="Helvetica Neue"/>
                <a:ea typeface="Helvetica Neue"/>
                <a:cs typeface="Helvetica Neue"/>
                <a:sym typeface="Helvetica Neue"/>
              </a:rPr>
              <a:t>      Apolo · Smart Vista · Transact (Oct 2025 – Jun 2026)</a:t>
            </a:r>
            <a:endParaRPr sz="1200">
              <a:solidFill>
                <a:srgbClr val="081754"/>
              </a:solidFill>
              <a:latin typeface="Helvetica Neue Light"/>
              <a:ea typeface="Helvetica Neue Light"/>
              <a:cs typeface="Helvetica Neue Light"/>
              <a:sym typeface="Helvetica Neue Light"/>
            </a:endParaRPr>
          </a:p>
        </p:txBody>
      </p:sp>
      <p:sp>
        <p:nvSpPr>
          <p:cNvPr id="1859" name="Google Shape;1859;p185"/>
          <p:cNvSpPr/>
          <p:nvPr/>
        </p:nvSpPr>
        <p:spPr>
          <a:xfrm>
            <a:off x="1524700" y="4596042"/>
            <a:ext cx="752400" cy="360300"/>
          </a:xfrm>
          <a:prstGeom prst="chevron">
            <a:avLst>
              <a:gd fmla="val 36743" name="adj"/>
            </a:avLst>
          </a:prstGeom>
          <a:solidFill>
            <a:srgbClr val="FFDD36"/>
          </a:solidFill>
          <a:ln cap="flat" cmpd="sng" w="9525">
            <a:solidFill>
              <a:srgbClr val="FFDD3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s" sz="600">
                <a:solidFill>
                  <a:srgbClr val="2E2E2E"/>
                </a:solidFill>
                <a:latin typeface="Helvetica Neue"/>
                <a:ea typeface="Helvetica Neue"/>
                <a:cs typeface="Helvetica Neue"/>
                <a:sym typeface="Helvetica Neue"/>
              </a:rPr>
              <a:t>1.  Mesas de Requerimientos</a:t>
            </a:r>
            <a:endParaRPr b="1" sz="600">
              <a:solidFill>
                <a:srgbClr val="2E2E2E"/>
              </a:solidFill>
              <a:latin typeface="Helvetica Neue"/>
              <a:ea typeface="Helvetica Neue"/>
              <a:cs typeface="Helvetica Neue"/>
              <a:sym typeface="Helvetica Neue"/>
            </a:endParaRPr>
          </a:p>
        </p:txBody>
      </p:sp>
      <p:sp>
        <p:nvSpPr>
          <p:cNvPr id="1860" name="Google Shape;1860;p185"/>
          <p:cNvSpPr/>
          <p:nvPr/>
        </p:nvSpPr>
        <p:spPr>
          <a:xfrm>
            <a:off x="2232700" y="4596050"/>
            <a:ext cx="571200" cy="365100"/>
          </a:xfrm>
          <a:prstGeom prst="chevron">
            <a:avLst>
              <a:gd fmla="val 36743" name="adj"/>
            </a:avLst>
          </a:prstGeom>
          <a:solidFill>
            <a:srgbClr val="FFDD36"/>
          </a:solidFill>
          <a:ln cap="flat" cmpd="sng" w="9525">
            <a:solidFill>
              <a:srgbClr val="FFDD3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s" sz="600">
                <a:solidFill>
                  <a:srgbClr val="2E2E2E"/>
                </a:solidFill>
                <a:latin typeface="Helvetica Neue"/>
                <a:ea typeface="Helvetica Neue"/>
                <a:cs typeface="Helvetica Neue"/>
                <a:sym typeface="Helvetica Neue"/>
              </a:rPr>
              <a:t>Plan de Trabajo</a:t>
            </a:r>
            <a:endParaRPr b="1" sz="600">
              <a:solidFill>
                <a:srgbClr val="2E2E2E"/>
              </a:solidFill>
              <a:latin typeface="Helvetica Neue"/>
              <a:ea typeface="Helvetica Neue"/>
              <a:cs typeface="Helvetica Neue"/>
              <a:sym typeface="Helvetica Neue"/>
            </a:endParaRPr>
          </a:p>
        </p:txBody>
      </p:sp>
      <p:sp>
        <p:nvSpPr>
          <p:cNvPr id="1861" name="Google Shape;1861;p185"/>
          <p:cNvSpPr/>
          <p:nvPr/>
        </p:nvSpPr>
        <p:spPr>
          <a:xfrm>
            <a:off x="2803748" y="4593200"/>
            <a:ext cx="4298700" cy="1059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Mesa de Control </a:t>
            </a:r>
            <a:endParaRPr b="1" sz="600">
              <a:solidFill>
                <a:srgbClr val="081754"/>
              </a:solidFill>
              <a:latin typeface="Helvetica Neue"/>
              <a:ea typeface="Helvetica Neue"/>
              <a:cs typeface="Helvetica Neue"/>
              <a:sym typeface="Helvetica Neue"/>
            </a:endParaRPr>
          </a:p>
        </p:txBody>
      </p:sp>
      <p:sp>
        <p:nvSpPr>
          <p:cNvPr id="1862" name="Google Shape;1862;p185"/>
          <p:cNvSpPr/>
          <p:nvPr/>
        </p:nvSpPr>
        <p:spPr>
          <a:xfrm>
            <a:off x="2803748" y="4732202"/>
            <a:ext cx="4298700" cy="1059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Administración del Crédito</a:t>
            </a:r>
            <a:endParaRPr b="1" sz="600">
              <a:solidFill>
                <a:srgbClr val="081754"/>
              </a:solidFill>
              <a:latin typeface="Helvetica Neue"/>
              <a:ea typeface="Helvetica Neue"/>
              <a:cs typeface="Helvetica Neue"/>
              <a:sym typeface="Helvetica Neue"/>
            </a:endParaRPr>
          </a:p>
        </p:txBody>
      </p:sp>
      <p:sp>
        <p:nvSpPr>
          <p:cNvPr id="1863" name="Google Shape;1863;p185"/>
          <p:cNvSpPr/>
          <p:nvPr/>
        </p:nvSpPr>
        <p:spPr>
          <a:xfrm>
            <a:off x="2816249" y="4871204"/>
            <a:ext cx="4298700" cy="105900"/>
          </a:xfrm>
          <a:prstGeom prst="chevron">
            <a:avLst>
              <a:gd fmla="val 36743" name="adj"/>
            </a:avLst>
          </a:prstGeom>
          <a:solidFill>
            <a:srgbClr val="CCECFF"/>
          </a:solidFill>
          <a:ln cap="flat" cmpd="sng" w="9525">
            <a:solidFill>
              <a:srgbClr val="6D9EEB"/>
            </a:solidFill>
            <a:prstDash val="dot"/>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s" sz="600">
                <a:solidFill>
                  <a:srgbClr val="081754"/>
                </a:solidFill>
                <a:latin typeface="Helvetica Neue"/>
                <a:ea typeface="Helvetica Neue"/>
                <a:cs typeface="Helvetica Neue"/>
                <a:sym typeface="Helvetica Neue"/>
              </a:rPr>
              <a:t>Cobranza</a:t>
            </a:r>
            <a:endParaRPr b="1" sz="600">
              <a:solidFill>
                <a:srgbClr val="081754"/>
              </a:solidFill>
              <a:latin typeface="Helvetica Neue"/>
              <a:ea typeface="Helvetica Neue"/>
              <a:cs typeface="Helvetica Neue"/>
              <a:sym typeface="Helvetica Neue"/>
            </a:endParaRPr>
          </a:p>
        </p:txBody>
      </p:sp>
      <p:sp>
        <p:nvSpPr>
          <p:cNvPr id="1864" name="Google Shape;1864;p185"/>
          <p:cNvSpPr/>
          <p:nvPr/>
        </p:nvSpPr>
        <p:spPr>
          <a:xfrm>
            <a:off x="7392144" y="4899471"/>
            <a:ext cx="953400" cy="1059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Por confirmar</a:t>
            </a:r>
            <a:endParaRPr b="1" i="0" sz="600" cap="none" strike="noStrike">
              <a:solidFill>
                <a:srgbClr val="434343"/>
              </a:solidFill>
              <a:latin typeface="Helvetica Neue"/>
              <a:ea typeface="Helvetica Neue"/>
              <a:cs typeface="Helvetica Neue"/>
              <a:sym typeface="Helvetica Neue"/>
            </a:endParaRPr>
          </a:p>
        </p:txBody>
      </p:sp>
      <p:sp>
        <p:nvSpPr>
          <p:cNvPr id="1865" name="Google Shape;1865;p185"/>
          <p:cNvSpPr/>
          <p:nvPr/>
        </p:nvSpPr>
        <p:spPr>
          <a:xfrm>
            <a:off x="7337395" y="4923027"/>
            <a:ext cx="75600" cy="615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866" name="Google Shape;1866;p185"/>
          <p:cNvSpPr/>
          <p:nvPr/>
        </p:nvSpPr>
        <p:spPr>
          <a:xfrm>
            <a:off x="8045273" y="4904728"/>
            <a:ext cx="953400" cy="105900"/>
          </a:xfrm>
          <a:prstGeom prst="rect">
            <a:avLst/>
          </a:prstGeom>
          <a:noFill/>
          <a:ln>
            <a:noFill/>
          </a:ln>
        </p:spPr>
        <p:txBody>
          <a:bodyPr anchorCtr="0" anchor="ctr" bIns="51425" lIns="51425" spcFirstLastPara="1" rIns="51425" wrap="square" tIns="51425">
            <a:noAutofit/>
          </a:bodyPr>
          <a:lstStyle/>
          <a:p>
            <a:pPr indent="0" lvl="0" marL="0" rtl="0" algn="l">
              <a:lnSpc>
                <a:spcPct val="115000"/>
              </a:lnSpc>
              <a:spcBef>
                <a:spcPts val="0"/>
              </a:spcBef>
              <a:spcAft>
                <a:spcPts val="0"/>
              </a:spcAft>
              <a:buClr>
                <a:schemeClr val="dk1"/>
              </a:buClr>
              <a:buSzPts val="700"/>
              <a:buFont typeface="Arial"/>
              <a:buNone/>
            </a:pPr>
            <a:r>
              <a:rPr lang="es" sz="600">
                <a:solidFill>
                  <a:srgbClr val="131314"/>
                </a:solidFill>
                <a:latin typeface="Helvetica Neue"/>
                <a:ea typeface="Helvetica Neue"/>
                <a:cs typeface="Helvetica Neue"/>
                <a:sym typeface="Helvetica Neue"/>
              </a:rPr>
              <a:t>TI, Crédito</a:t>
            </a:r>
            <a:endParaRPr sz="600">
              <a:solidFill>
                <a:srgbClr val="131314"/>
              </a:solidFill>
              <a:latin typeface="Helvetica Neue"/>
              <a:ea typeface="Helvetica Neue"/>
              <a:cs typeface="Helvetica Neue"/>
              <a:sym typeface="Helvetica Neue"/>
            </a:endParaRPr>
          </a:p>
        </p:txBody>
      </p:sp>
      <p:sp>
        <p:nvSpPr>
          <p:cNvPr id="1867" name="Google Shape;1867;p185"/>
          <p:cNvSpPr/>
          <p:nvPr/>
        </p:nvSpPr>
        <p:spPr>
          <a:xfrm>
            <a:off x="7368011" y="3891342"/>
            <a:ext cx="930600" cy="993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b="1" lang="es" sz="600">
                <a:solidFill>
                  <a:srgbClr val="131314"/>
                </a:solidFill>
                <a:latin typeface="Helvetica Neue"/>
                <a:ea typeface="Helvetica Neue"/>
                <a:cs typeface="Helvetica Neue"/>
                <a:sym typeface="Helvetica Neue"/>
              </a:rPr>
              <a:t>31 Ene 2026</a:t>
            </a:r>
            <a:endParaRPr b="1" i="0" sz="600" cap="none" strike="noStrike">
              <a:solidFill>
                <a:srgbClr val="434343"/>
              </a:solidFill>
              <a:latin typeface="Helvetica Neue"/>
              <a:ea typeface="Helvetica Neue"/>
              <a:cs typeface="Helvetica Neue"/>
              <a:sym typeface="Helvetica Neue"/>
            </a:endParaRPr>
          </a:p>
        </p:txBody>
      </p:sp>
      <p:sp>
        <p:nvSpPr>
          <p:cNvPr id="1868" name="Google Shape;1868;p185"/>
          <p:cNvSpPr/>
          <p:nvPr/>
        </p:nvSpPr>
        <p:spPr>
          <a:xfrm>
            <a:off x="8104604" y="3638699"/>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869" name="Google Shape;1869;p185"/>
          <p:cNvSpPr/>
          <p:nvPr/>
        </p:nvSpPr>
        <p:spPr>
          <a:xfrm>
            <a:off x="8111545" y="3879387"/>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870" name="Google Shape;1870;p185"/>
          <p:cNvSpPr/>
          <p:nvPr/>
        </p:nvSpPr>
        <p:spPr>
          <a:xfrm>
            <a:off x="8106491" y="4105266"/>
            <a:ext cx="954300" cy="106500"/>
          </a:xfrm>
          <a:prstGeom prst="rect">
            <a:avLst/>
          </a:prstGeom>
          <a:noFill/>
          <a:ln>
            <a:noFill/>
          </a:ln>
        </p:spPr>
        <p:txBody>
          <a:bodyPr anchorCtr="0" anchor="ctr" bIns="51425" lIns="51425" spcFirstLastPara="1" rIns="51425" wrap="square" tIns="51425">
            <a:noAutofit/>
          </a:bodyPr>
          <a:lstStyle/>
          <a:p>
            <a:pPr indent="0" lvl="0" marL="0" marR="0" rtl="0" algn="l">
              <a:lnSpc>
                <a:spcPct val="115000"/>
              </a:lnSpc>
              <a:spcBef>
                <a:spcPts val="0"/>
              </a:spcBef>
              <a:spcAft>
                <a:spcPts val="0"/>
              </a:spcAft>
              <a:buClr>
                <a:srgbClr val="000000"/>
              </a:buClr>
              <a:buSzPts val="700"/>
              <a:buFont typeface="Arial"/>
              <a:buNone/>
            </a:pPr>
            <a:r>
              <a:rPr lang="es" sz="600">
                <a:solidFill>
                  <a:srgbClr val="131314"/>
                </a:solidFill>
                <a:latin typeface="Helvetica Neue"/>
                <a:ea typeface="Helvetica Neue"/>
                <a:cs typeface="Helvetica Neue"/>
                <a:sym typeface="Helvetica Neue"/>
              </a:rPr>
              <a:t>TI, Producto, Crédito</a:t>
            </a:r>
            <a:endParaRPr i="0" sz="600" cap="none" strike="noStrike">
              <a:solidFill>
                <a:srgbClr val="434343"/>
              </a:solidFill>
              <a:latin typeface="Helvetica Neue"/>
              <a:ea typeface="Helvetica Neue"/>
              <a:cs typeface="Helvetica Neue"/>
              <a:sym typeface="Helvetica Neue"/>
            </a:endParaRPr>
          </a:p>
        </p:txBody>
      </p:sp>
      <p:sp>
        <p:nvSpPr>
          <p:cNvPr id="1871" name="Google Shape;1871;p185"/>
          <p:cNvSpPr/>
          <p:nvPr/>
        </p:nvSpPr>
        <p:spPr>
          <a:xfrm>
            <a:off x="7323727" y="3912239"/>
            <a:ext cx="73800" cy="582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186"/>
          <p:cNvSpPr txBox="1"/>
          <p:nvPr/>
        </p:nvSpPr>
        <p:spPr>
          <a:xfrm>
            <a:off x="5768076" y="326553"/>
            <a:ext cx="3524700" cy="11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lang="es" sz="500"/>
              <a:t>            No iniciado     </a:t>
            </a:r>
            <a:r>
              <a:rPr b="0" i="0" lang="es" sz="500" u="none" cap="none" strike="noStrike">
                <a:solidFill>
                  <a:srgbClr val="000000"/>
                </a:solidFill>
                <a:latin typeface="Arial"/>
                <a:ea typeface="Arial"/>
                <a:cs typeface="Arial"/>
                <a:sym typeface="Arial"/>
              </a:rPr>
              <a:t>         En progreso</a:t>
            </a:r>
            <a:r>
              <a:rPr lang="es" sz="500"/>
              <a:t> 	Retrasado 	        Riesgo              Completado	</a:t>
            </a:r>
            <a:endParaRPr b="0" i="0" sz="500" u="none" cap="none" strike="noStrike">
              <a:solidFill>
                <a:srgbClr val="000000"/>
              </a:solidFill>
              <a:latin typeface="Arial"/>
              <a:ea typeface="Arial"/>
              <a:cs typeface="Arial"/>
              <a:sym typeface="Arial"/>
            </a:endParaRPr>
          </a:p>
        </p:txBody>
      </p:sp>
      <p:grpSp>
        <p:nvGrpSpPr>
          <p:cNvPr id="1877" name="Google Shape;1877;p186"/>
          <p:cNvGrpSpPr/>
          <p:nvPr/>
        </p:nvGrpSpPr>
        <p:grpSpPr>
          <a:xfrm>
            <a:off x="5865057" y="341101"/>
            <a:ext cx="84613" cy="84613"/>
            <a:chOff x="1509425" y="4250025"/>
            <a:chExt cx="227700" cy="227700"/>
          </a:xfrm>
        </p:grpSpPr>
        <p:sp>
          <p:nvSpPr>
            <p:cNvPr id="1878" name="Google Shape;1878;p186"/>
            <p:cNvSpPr/>
            <p:nvPr/>
          </p:nvSpPr>
          <p:spPr>
            <a:xfrm>
              <a:off x="1509425" y="4250025"/>
              <a:ext cx="227700" cy="227700"/>
            </a:xfrm>
            <a:prstGeom prst="ellipse">
              <a:avLst/>
            </a:prstGeom>
            <a:solidFill>
              <a:srgbClr val="D8D8D8"/>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879" name="Google Shape;1879;p186"/>
            <p:cNvGrpSpPr/>
            <p:nvPr/>
          </p:nvGrpSpPr>
          <p:grpSpPr>
            <a:xfrm>
              <a:off x="1539523" y="4289944"/>
              <a:ext cx="167510" cy="147879"/>
              <a:chOff x="1195440" y="2778782"/>
              <a:chExt cx="358847" cy="316794"/>
            </a:xfrm>
          </p:grpSpPr>
          <p:sp>
            <p:nvSpPr>
              <p:cNvPr id="1880" name="Google Shape;1880;p186"/>
              <p:cNvSpPr/>
              <p:nvPr/>
            </p:nvSpPr>
            <p:spPr>
              <a:xfrm>
                <a:off x="1195440" y="2918318"/>
                <a:ext cx="338523" cy="177258"/>
              </a:xfrm>
              <a:custGeom>
                <a:rect b="b" l="l" r="r" t="t"/>
                <a:pathLst>
                  <a:path extrusionOk="0" h="177258" w="338523">
                    <a:moveTo>
                      <a:pt x="274751" y="57754"/>
                    </a:moveTo>
                    <a:lnTo>
                      <a:pt x="211465" y="82886"/>
                    </a:lnTo>
                    <a:cubicBezTo>
                      <a:pt x="211965" y="66191"/>
                      <a:pt x="200260" y="51157"/>
                      <a:pt x="183529" y="48164"/>
                    </a:cubicBezTo>
                    <a:lnTo>
                      <a:pt x="138252" y="40054"/>
                    </a:lnTo>
                    <a:cubicBezTo>
                      <a:pt x="128309" y="17420"/>
                      <a:pt x="106924" y="2009"/>
                      <a:pt x="82189" y="182"/>
                    </a:cubicBezTo>
                    <a:cubicBezTo>
                      <a:pt x="65912" y="-1017"/>
                      <a:pt x="50175" y="3734"/>
                      <a:pt x="37434" y="13425"/>
                    </a:cubicBezTo>
                    <a:cubicBezTo>
                      <a:pt x="35636" y="13097"/>
                      <a:pt x="36825" y="13313"/>
                      <a:pt x="10513" y="13245"/>
                    </a:cubicBezTo>
                    <a:cubicBezTo>
                      <a:pt x="4707" y="13245"/>
                      <a:pt x="0" y="17952"/>
                      <a:pt x="0" y="23758"/>
                    </a:cubicBezTo>
                    <a:cubicBezTo>
                      <a:pt x="0" y="29564"/>
                      <a:pt x="4707" y="34272"/>
                      <a:pt x="10513" y="34272"/>
                    </a:cubicBezTo>
                    <a:lnTo>
                      <a:pt x="25024" y="34272"/>
                    </a:lnTo>
                    <a:lnTo>
                      <a:pt x="25024" y="156232"/>
                    </a:lnTo>
                    <a:lnTo>
                      <a:pt x="10514" y="156232"/>
                    </a:lnTo>
                    <a:cubicBezTo>
                      <a:pt x="4708" y="156232"/>
                      <a:pt x="1" y="160939"/>
                      <a:pt x="1" y="166745"/>
                    </a:cubicBezTo>
                    <a:cubicBezTo>
                      <a:pt x="1" y="172551"/>
                      <a:pt x="4708" y="177258"/>
                      <a:pt x="10514" y="177258"/>
                    </a:cubicBezTo>
                    <a:lnTo>
                      <a:pt x="35538" y="177258"/>
                    </a:lnTo>
                    <a:cubicBezTo>
                      <a:pt x="41344" y="177258"/>
                      <a:pt x="46051" y="172551"/>
                      <a:pt x="46051" y="166745"/>
                    </a:cubicBezTo>
                    <a:lnTo>
                      <a:pt x="46051" y="153427"/>
                    </a:lnTo>
                    <a:lnTo>
                      <a:pt x="73580" y="153427"/>
                    </a:lnTo>
                    <a:lnTo>
                      <a:pt x="189843" y="177048"/>
                    </a:lnTo>
                    <a:cubicBezTo>
                      <a:pt x="192241" y="177536"/>
                      <a:pt x="194838" y="177184"/>
                      <a:pt x="197118" y="175892"/>
                    </a:cubicBezTo>
                    <a:lnTo>
                      <a:pt x="333192" y="98796"/>
                    </a:lnTo>
                    <a:cubicBezTo>
                      <a:pt x="337663" y="96262"/>
                      <a:pt x="339647" y="90868"/>
                      <a:pt x="337883" y="86041"/>
                    </a:cubicBezTo>
                    <a:cubicBezTo>
                      <a:pt x="328548" y="60491"/>
                      <a:pt x="300026" y="47714"/>
                      <a:pt x="274751" y="57754"/>
                    </a:cubicBezTo>
                    <a:close/>
                    <a:moveTo>
                      <a:pt x="190175" y="155659"/>
                    </a:moveTo>
                    <a:lnTo>
                      <a:pt x="76731" y="132611"/>
                    </a:lnTo>
                    <a:cubicBezTo>
                      <a:pt x="74903" y="132240"/>
                      <a:pt x="76440" y="132472"/>
                      <a:pt x="46052" y="132401"/>
                    </a:cubicBezTo>
                    <a:lnTo>
                      <a:pt x="46052" y="33711"/>
                    </a:lnTo>
                    <a:cubicBezTo>
                      <a:pt x="55356" y="24759"/>
                      <a:pt x="67758" y="20200"/>
                      <a:pt x="80643" y="21153"/>
                    </a:cubicBezTo>
                    <a:cubicBezTo>
                      <a:pt x="99007" y="22509"/>
                      <a:pt x="114693" y="34883"/>
                      <a:pt x="120604" y="52676"/>
                    </a:cubicBezTo>
                    <a:cubicBezTo>
                      <a:pt x="121819" y="56332"/>
                      <a:pt x="124936" y="59031"/>
                      <a:pt x="128728" y="59710"/>
                    </a:cubicBezTo>
                    <a:lnTo>
                      <a:pt x="179825" y="68862"/>
                    </a:lnTo>
                    <a:cubicBezTo>
                      <a:pt x="186797" y="70109"/>
                      <a:pt x="191467" y="76929"/>
                      <a:pt x="190274" y="84092"/>
                    </a:cubicBezTo>
                    <a:lnTo>
                      <a:pt x="190251" y="84207"/>
                    </a:lnTo>
                    <a:cubicBezTo>
                      <a:pt x="190237" y="84280"/>
                      <a:pt x="190224" y="84352"/>
                      <a:pt x="190211" y="84424"/>
                    </a:cubicBezTo>
                    <a:cubicBezTo>
                      <a:pt x="188962" y="91619"/>
                      <a:pt x="182309" y="96336"/>
                      <a:pt x="175395" y="95107"/>
                    </a:cubicBezTo>
                    <a:cubicBezTo>
                      <a:pt x="175386" y="95105"/>
                      <a:pt x="175379" y="95104"/>
                      <a:pt x="175371" y="95102"/>
                    </a:cubicBezTo>
                    <a:lnTo>
                      <a:pt x="175358" y="95100"/>
                    </a:lnTo>
                    <a:cubicBezTo>
                      <a:pt x="175354" y="95100"/>
                      <a:pt x="175348" y="95098"/>
                      <a:pt x="175343" y="95098"/>
                    </a:cubicBezTo>
                    <a:cubicBezTo>
                      <a:pt x="175343" y="95098"/>
                      <a:pt x="175208" y="95073"/>
                      <a:pt x="175207" y="95073"/>
                    </a:cubicBezTo>
                    <a:lnTo>
                      <a:pt x="118312" y="84881"/>
                    </a:lnTo>
                    <a:cubicBezTo>
                      <a:pt x="112604" y="83859"/>
                      <a:pt x="107133" y="87659"/>
                      <a:pt x="106110" y="93375"/>
                    </a:cubicBezTo>
                    <a:cubicBezTo>
                      <a:pt x="105086" y="99090"/>
                      <a:pt x="108889" y="104554"/>
                      <a:pt x="114605" y="105578"/>
                    </a:cubicBezTo>
                    <a:cubicBezTo>
                      <a:pt x="178409" y="117008"/>
                      <a:pt x="170878" y="115650"/>
                      <a:pt x="171677" y="115801"/>
                    </a:cubicBezTo>
                    <a:cubicBezTo>
                      <a:pt x="185957" y="118355"/>
                      <a:pt x="186648" y="114663"/>
                      <a:pt x="282511" y="77297"/>
                    </a:cubicBezTo>
                    <a:cubicBezTo>
                      <a:pt x="294217" y="72649"/>
                      <a:pt x="306781" y="76732"/>
                      <a:pt x="313844" y="85592"/>
                    </a:cubicBezTo>
                    <a:close/>
                  </a:path>
                </a:pathLst>
              </a:custGeom>
              <a:solidFill>
                <a:srgbClr val="D8D8D8"/>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881" name="Google Shape;1881;p186"/>
              <p:cNvSpPr/>
              <p:nvPr/>
            </p:nvSpPr>
            <p:spPr>
              <a:xfrm>
                <a:off x="1329132" y="2820133"/>
                <a:ext cx="64480" cy="64480"/>
              </a:xfrm>
              <a:custGeom>
                <a:rect b="b" l="l" r="r" t="t"/>
                <a:pathLst>
                  <a:path extrusionOk="0" h="64480" w="64480">
                    <a:moveTo>
                      <a:pt x="32240" y="0"/>
                    </a:moveTo>
                    <a:cubicBezTo>
                      <a:pt x="14463" y="0"/>
                      <a:pt x="0" y="14463"/>
                      <a:pt x="0" y="32240"/>
                    </a:cubicBezTo>
                    <a:cubicBezTo>
                      <a:pt x="0" y="50017"/>
                      <a:pt x="14463" y="64480"/>
                      <a:pt x="32240" y="64480"/>
                    </a:cubicBezTo>
                    <a:cubicBezTo>
                      <a:pt x="50017" y="64480"/>
                      <a:pt x="64480" y="50017"/>
                      <a:pt x="64480" y="32240"/>
                    </a:cubicBezTo>
                    <a:cubicBezTo>
                      <a:pt x="64480" y="14463"/>
                      <a:pt x="50017" y="0"/>
                      <a:pt x="32240" y="0"/>
                    </a:cubicBezTo>
                    <a:close/>
                    <a:moveTo>
                      <a:pt x="32240" y="43454"/>
                    </a:moveTo>
                    <a:cubicBezTo>
                      <a:pt x="26057" y="43454"/>
                      <a:pt x="21026" y="38423"/>
                      <a:pt x="21026" y="32240"/>
                    </a:cubicBezTo>
                    <a:cubicBezTo>
                      <a:pt x="21026" y="26057"/>
                      <a:pt x="26057" y="21026"/>
                      <a:pt x="32240" y="21026"/>
                    </a:cubicBezTo>
                    <a:cubicBezTo>
                      <a:pt x="38423" y="21026"/>
                      <a:pt x="43454" y="26057"/>
                      <a:pt x="43454" y="32240"/>
                    </a:cubicBezTo>
                    <a:cubicBezTo>
                      <a:pt x="43454" y="38423"/>
                      <a:pt x="38423" y="43454"/>
                      <a:pt x="32240" y="43454"/>
                    </a:cubicBezTo>
                    <a:close/>
                  </a:path>
                </a:pathLst>
              </a:custGeom>
              <a:solidFill>
                <a:srgbClr val="D8D8D8"/>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882" name="Google Shape;1882;p186"/>
              <p:cNvSpPr/>
              <p:nvPr/>
            </p:nvSpPr>
            <p:spPr>
              <a:xfrm>
                <a:off x="1287605" y="2778782"/>
                <a:ext cx="266682" cy="147884"/>
              </a:xfrm>
              <a:custGeom>
                <a:rect b="b" l="l" r="r" t="t"/>
                <a:pathLst>
                  <a:path extrusionOk="0" h="147884" w="266682">
                    <a:moveTo>
                      <a:pt x="235143" y="42753"/>
                    </a:moveTo>
                    <a:lnTo>
                      <a:pt x="141002" y="42753"/>
                    </a:lnTo>
                    <a:cubicBezTo>
                      <a:pt x="128984" y="16898"/>
                      <a:pt x="102918" y="0"/>
                      <a:pt x="73942" y="0"/>
                    </a:cubicBezTo>
                    <a:cubicBezTo>
                      <a:pt x="33170" y="0"/>
                      <a:pt x="0" y="33170"/>
                      <a:pt x="0" y="73942"/>
                    </a:cubicBezTo>
                    <a:cubicBezTo>
                      <a:pt x="0" y="114714"/>
                      <a:pt x="33170" y="147884"/>
                      <a:pt x="73942" y="147884"/>
                    </a:cubicBezTo>
                    <a:cubicBezTo>
                      <a:pt x="102557" y="147884"/>
                      <a:pt x="128497" y="131263"/>
                      <a:pt x="140667" y="105832"/>
                    </a:cubicBezTo>
                    <a:lnTo>
                      <a:pt x="161376" y="105832"/>
                    </a:lnTo>
                    <a:lnTo>
                      <a:pt x="161376" y="137371"/>
                    </a:lnTo>
                    <a:cubicBezTo>
                      <a:pt x="161376" y="143177"/>
                      <a:pt x="166083" y="147884"/>
                      <a:pt x="171889" y="147884"/>
                    </a:cubicBezTo>
                    <a:lnTo>
                      <a:pt x="213942" y="147884"/>
                    </a:lnTo>
                    <a:cubicBezTo>
                      <a:pt x="219748" y="147884"/>
                      <a:pt x="224455" y="143177"/>
                      <a:pt x="224455" y="137371"/>
                    </a:cubicBezTo>
                    <a:lnTo>
                      <a:pt x="224455" y="105832"/>
                    </a:lnTo>
                    <a:lnTo>
                      <a:pt x="235143" y="105832"/>
                    </a:lnTo>
                    <a:cubicBezTo>
                      <a:pt x="252534" y="105832"/>
                      <a:pt x="266682" y="91683"/>
                      <a:pt x="266682" y="74293"/>
                    </a:cubicBezTo>
                    <a:cubicBezTo>
                      <a:pt x="266682" y="56902"/>
                      <a:pt x="252534" y="42753"/>
                      <a:pt x="235143" y="42753"/>
                    </a:cubicBezTo>
                    <a:close/>
                    <a:moveTo>
                      <a:pt x="235143" y="84806"/>
                    </a:moveTo>
                    <a:lnTo>
                      <a:pt x="213942" y="84806"/>
                    </a:lnTo>
                    <a:cubicBezTo>
                      <a:pt x="208135" y="84806"/>
                      <a:pt x="203428" y="89513"/>
                      <a:pt x="203428" y="95319"/>
                    </a:cubicBezTo>
                    <a:lnTo>
                      <a:pt x="203428" y="126858"/>
                    </a:lnTo>
                    <a:lnTo>
                      <a:pt x="182402" y="126858"/>
                    </a:lnTo>
                    <a:lnTo>
                      <a:pt x="182402" y="95319"/>
                    </a:lnTo>
                    <a:cubicBezTo>
                      <a:pt x="182402" y="89513"/>
                      <a:pt x="177695" y="84806"/>
                      <a:pt x="171889" y="84806"/>
                    </a:cubicBezTo>
                    <a:lnTo>
                      <a:pt x="133675" y="84806"/>
                    </a:lnTo>
                    <a:cubicBezTo>
                      <a:pt x="129234" y="84806"/>
                      <a:pt x="125273" y="87595"/>
                      <a:pt x="123776" y="91776"/>
                    </a:cubicBezTo>
                    <a:cubicBezTo>
                      <a:pt x="116266" y="112760"/>
                      <a:pt x="96239" y="126858"/>
                      <a:pt x="73942" y="126858"/>
                    </a:cubicBezTo>
                    <a:cubicBezTo>
                      <a:pt x="44764" y="126858"/>
                      <a:pt x="21026" y="103120"/>
                      <a:pt x="21026" y="73942"/>
                    </a:cubicBezTo>
                    <a:cubicBezTo>
                      <a:pt x="21026" y="44764"/>
                      <a:pt x="44764" y="21026"/>
                      <a:pt x="73942" y="21026"/>
                    </a:cubicBezTo>
                    <a:cubicBezTo>
                      <a:pt x="96520" y="21026"/>
                      <a:pt x="116629" y="35359"/>
                      <a:pt x="123982" y="56692"/>
                    </a:cubicBezTo>
                    <a:cubicBezTo>
                      <a:pt x="125444" y="60933"/>
                      <a:pt x="129435" y="63779"/>
                      <a:pt x="133921" y="63779"/>
                    </a:cubicBezTo>
                    <a:lnTo>
                      <a:pt x="235143" y="63779"/>
                    </a:lnTo>
                    <a:cubicBezTo>
                      <a:pt x="240940" y="63779"/>
                      <a:pt x="245656" y="68496"/>
                      <a:pt x="245656" y="74293"/>
                    </a:cubicBezTo>
                    <a:cubicBezTo>
                      <a:pt x="245656" y="80089"/>
                      <a:pt x="240940" y="84806"/>
                      <a:pt x="235143" y="84806"/>
                    </a:cubicBezTo>
                    <a:close/>
                  </a:path>
                </a:pathLst>
              </a:custGeom>
              <a:solidFill>
                <a:srgbClr val="D8D8D8"/>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1883" name="Google Shape;1883;p186"/>
          <p:cNvGrpSpPr/>
          <p:nvPr/>
        </p:nvGrpSpPr>
        <p:grpSpPr>
          <a:xfrm>
            <a:off x="6426980" y="341101"/>
            <a:ext cx="84613" cy="84613"/>
            <a:chOff x="1509425" y="4250025"/>
            <a:chExt cx="227700" cy="227700"/>
          </a:xfrm>
        </p:grpSpPr>
        <p:sp>
          <p:nvSpPr>
            <p:cNvPr id="1884" name="Google Shape;1884;p186"/>
            <p:cNvSpPr/>
            <p:nvPr/>
          </p:nvSpPr>
          <p:spPr>
            <a:xfrm>
              <a:off x="1509425" y="4250025"/>
              <a:ext cx="227700" cy="227700"/>
            </a:xfrm>
            <a:prstGeom prst="ellipse">
              <a:avLst/>
            </a:prstGeom>
            <a:solidFill>
              <a:srgbClr val="00B050"/>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885" name="Google Shape;1885;p186"/>
            <p:cNvGrpSpPr/>
            <p:nvPr/>
          </p:nvGrpSpPr>
          <p:grpSpPr>
            <a:xfrm>
              <a:off x="1539523" y="4289944"/>
              <a:ext cx="167510" cy="147879"/>
              <a:chOff x="1195440" y="2778782"/>
              <a:chExt cx="358847" cy="316794"/>
            </a:xfrm>
          </p:grpSpPr>
          <p:sp>
            <p:nvSpPr>
              <p:cNvPr id="1886" name="Google Shape;1886;p186"/>
              <p:cNvSpPr/>
              <p:nvPr/>
            </p:nvSpPr>
            <p:spPr>
              <a:xfrm>
                <a:off x="1195440" y="2918318"/>
                <a:ext cx="338523" cy="177258"/>
              </a:xfrm>
              <a:custGeom>
                <a:rect b="b" l="l" r="r" t="t"/>
                <a:pathLst>
                  <a:path extrusionOk="0" h="177258" w="338523">
                    <a:moveTo>
                      <a:pt x="274751" y="57754"/>
                    </a:moveTo>
                    <a:lnTo>
                      <a:pt x="211465" y="82886"/>
                    </a:lnTo>
                    <a:cubicBezTo>
                      <a:pt x="211965" y="66191"/>
                      <a:pt x="200260" y="51157"/>
                      <a:pt x="183529" y="48164"/>
                    </a:cubicBezTo>
                    <a:lnTo>
                      <a:pt x="138252" y="40054"/>
                    </a:lnTo>
                    <a:cubicBezTo>
                      <a:pt x="128309" y="17420"/>
                      <a:pt x="106924" y="2009"/>
                      <a:pt x="82189" y="182"/>
                    </a:cubicBezTo>
                    <a:cubicBezTo>
                      <a:pt x="65912" y="-1017"/>
                      <a:pt x="50175" y="3734"/>
                      <a:pt x="37434" y="13425"/>
                    </a:cubicBezTo>
                    <a:cubicBezTo>
                      <a:pt x="35636" y="13097"/>
                      <a:pt x="36825" y="13313"/>
                      <a:pt x="10513" y="13245"/>
                    </a:cubicBezTo>
                    <a:cubicBezTo>
                      <a:pt x="4707" y="13245"/>
                      <a:pt x="0" y="17952"/>
                      <a:pt x="0" y="23758"/>
                    </a:cubicBezTo>
                    <a:cubicBezTo>
                      <a:pt x="0" y="29564"/>
                      <a:pt x="4707" y="34272"/>
                      <a:pt x="10513" y="34272"/>
                    </a:cubicBezTo>
                    <a:lnTo>
                      <a:pt x="25024" y="34272"/>
                    </a:lnTo>
                    <a:lnTo>
                      <a:pt x="25024" y="156232"/>
                    </a:lnTo>
                    <a:lnTo>
                      <a:pt x="10514" y="156232"/>
                    </a:lnTo>
                    <a:cubicBezTo>
                      <a:pt x="4708" y="156232"/>
                      <a:pt x="1" y="160939"/>
                      <a:pt x="1" y="166745"/>
                    </a:cubicBezTo>
                    <a:cubicBezTo>
                      <a:pt x="1" y="172551"/>
                      <a:pt x="4708" y="177258"/>
                      <a:pt x="10514" y="177258"/>
                    </a:cubicBezTo>
                    <a:lnTo>
                      <a:pt x="35538" y="177258"/>
                    </a:lnTo>
                    <a:cubicBezTo>
                      <a:pt x="41344" y="177258"/>
                      <a:pt x="46051" y="172551"/>
                      <a:pt x="46051" y="166745"/>
                    </a:cubicBezTo>
                    <a:lnTo>
                      <a:pt x="46051" y="153427"/>
                    </a:lnTo>
                    <a:lnTo>
                      <a:pt x="73580" y="153427"/>
                    </a:lnTo>
                    <a:lnTo>
                      <a:pt x="189843" y="177048"/>
                    </a:lnTo>
                    <a:cubicBezTo>
                      <a:pt x="192241" y="177536"/>
                      <a:pt x="194838" y="177184"/>
                      <a:pt x="197118" y="175892"/>
                    </a:cubicBezTo>
                    <a:lnTo>
                      <a:pt x="333192" y="98796"/>
                    </a:lnTo>
                    <a:cubicBezTo>
                      <a:pt x="337663" y="96262"/>
                      <a:pt x="339647" y="90868"/>
                      <a:pt x="337883" y="86041"/>
                    </a:cubicBezTo>
                    <a:cubicBezTo>
                      <a:pt x="328548" y="60491"/>
                      <a:pt x="300026" y="47714"/>
                      <a:pt x="274751" y="57754"/>
                    </a:cubicBezTo>
                    <a:close/>
                    <a:moveTo>
                      <a:pt x="190175" y="155659"/>
                    </a:moveTo>
                    <a:lnTo>
                      <a:pt x="76731" y="132611"/>
                    </a:lnTo>
                    <a:cubicBezTo>
                      <a:pt x="74903" y="132240"/>
                      <a:pt x="76440" y="132472"/>
                      <a:pt x="46052" y="132401"/>
                    </a:cubicBezTo>
                    <a:lnTo>
                      <a:pt x="46052" y="33711"/>
                    </a:lnTo>
                    <a:cubicBezTo>
                      <a:pt x="55356" y="24759"/>
                      <a:pt x="67758" y="20200"/>
                      <a:pt x="80643" y="21153"/>
                    </a:cubicBezTo>
                    <a:cubicBezTo>
                      <a:pt x="99007" y="22509"/>
                      <a:pt x="114693" y="34883"/>
                      <a:pt x="120604" y="52676"/>
                    </a:cubicBezTo>
                    <a:cubicBezTo>
                      <a:pt x="121819" y="56332"/>
                      <a:pt x="124936" y="59031"/>
                      <a:pt x="128728" y="59710"/>
                    </a:cubicBezTo>
                    <a:lnTo>
                      <a:pt x="179825" y="68862"/>
                    </a:lnTo>
                    <a:cubicBezTo>
                      <a:pt x="186797" y="70109"/>
                      <a:pt x="191467" y="76929"/>
                      <a:pt x="190274" y="84092"/>
                    </a:cubicBezTo>
                    <a:lnTo>
                      <a:pt x="190251" y="84207"/>
                    </a:lnTo>
                    <a:cubicBezTo>
                      <a:pt x="190237" y="84280"/>
                      <a:pt x="190224" y="84352"/>
                      <a:pt x="190211" y="84424"/>
                    </a:cubicBezTo>
                    <a:cubicBezTo>
                      <a:pt x="188962" y="91619"/>
                      <a:pt x="182309" y="96336"/>
                      <a:pt x="175395" y="95107"/>
                    </a:cubicBezTo>
                    <a:cubicBezTo>
                      <a:pt x="175386" y="95105"/>
                      <a:pt x="175379" y="95104"/>
                      <a:pt x="175371" y="95102"/>
                    </a:cubicBezTo>
                    <a:lnTo>
                      <a:pt x="175358" y="95100"/>
                    </a:lnTo>
                    <a:cubicBezTo>
                      <a:pt x="175354" y="95100"/>
                      <a:pt x="175348" y="95098"/>
                      <a:pt x="175343" y="95098"/>
                    </a:cubicBezTo>
                    <a:cubicBezTo>
                      <a:pt x="175343" y="95098"/>
                      <a:pt x="175208" y="95073"/>
                      <a:pt x="175207" y="95073"/>
                    </a:cubicBezTo>
                    <a:lnTo>
                      <a:pt x="118312" y="84881"/>
                    </a:lnTo>
                    <a:cubicBezTo>
                      <a:pt x="112604" y="83859"/>
                      <a:pt x="107133" y="87659"/>
                      <a:pt x="106110" y="93375"/>
                    </a:cubicBezTo>
                    <a:cubicBezTo>
                      <a:pt x="105086" y="99090"/>
                      <a:pt x="108889" y="104554"/>
                      <a:pt x="114605" y="105578"/>
                    </a:cubicBezTo>
                    <a:cubicBezTo>
                      <a:pt x="178409" y="117008"/>
                      <a:pt x="170878" y="115650"/>
                      <a:pt x="171677" y="115801"/>
                    </a:cubicBezTo>
                    <a:cubicBezTo>
                      <a:pt x="185957" y="118355"/>
                      <a:pt x="186648" y="114663"/>
                      <a:pt x="282511" y="77297"/>
                    </a:cubicBezTo>
                    <a:cubicBezTo>
                      <a:pt x="294217" y="72649"/>
                      <a:pt x="306781" y="76732"/>
                      <a:pt x="313844" y="85592"/>
                    </a:cubicBezTo>
                    <a:close/>
                  </a:path>
                </a:pathLst>
              </a:custGeom>
              <a:solidFill>
                <a:srgbClr val="00B050"/>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887" name="Google Shape;1887;p186"/>
              <p:cNvSpPr/>
              <p:nvPr/>
            </p:nvSpPr>
            <p:spPr>
              <a:xfrm>
                <a:off x="1329132" y="2820133"/>
                <a:ext cx="64480" cy="64480"/>
              </a:xfrm>
              <a:custGeom>
                <a:rect b="b" l="l" r="r" t="t"/>
                <a:pathLst>
                  <a:path extrusionOk="0" h="64480" w="64480">
                    <a:moveTo>
                      <a:pt x="32240" y="0"/>
                    </a:moveTo>
                    <a:cubicBezTo>
                      <a:pt x="14463" y="0"/>
                      <a:pt x="0" y="14463"/>
                      <a:pt x="0" y="32240"/>
                    </a:cubicBezTo>
                    <a:cubicBezTo>
                      <a:pt x="0" y="50017"/>
                      <a:pt x="14463" y="64480"/>
                      <a:pt x="32240" y="64480"/>
                    </a:cubicBezTo>
                    <a:cubicBezTo>
                      <a:pt x="50017" y="64480"/>
                      <a:pt x="64480" y="50017"/>
                      <a:pt x="64480" y="32240"/>
                    </a:cubicBezTo>
                    <a:cubicBezTo>
                      <a:pt x="64480" y="14463"/>
                      <a:pt x="50017" y="0"/>
                      <a:pt x="32240" y="0"/>
                    </a:cubicBezTo>
                    <a:close/>
                    <a:moveTo>
                      <a:pt x="32240" y="43454"/>
                    </a:moveTo>
                    <a:cubicBezTo>
                      <a:pt x="26057" y="43454"/>
                      <a:pt x="21026" y="38423"/>
                      <a:pt x="21026" y="32240"/>
                    </a:cubicBezTo>
                    <a:cubicBezTo>
                      <a:pt x="21026" y="26057"/>
                      <a:pt x="26057" y="21026"/>
                      <a:pt x="32240" y="21026"/>
                    </a:cubicBezTo>
                    <a:cubicBezTo>
                      <a:pt x="38423" y="21026"/>
                      <a:pt x="43454" y="26057"/>
                      <a:pt x="43454" y="32240"/>
                    </a:cubicBezTo>
                    <a:cubicBezTo>
                      <a:pt x="43454" y="38423"/>
                      <a:pt x="38423" y="43454"/>
                      <a:pt x="32240" y="43454"/>
                    </a:cubicBezTo>
                    <a:close/>
                  </a:path>
                </a:pathLst>
              </a:custGeom>
              <a:solidFill>
                <a:srgbClr val="00B050"/>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888" name="Google Shape;1888;p186"/>
              <p:cNvSpPr/>
              <p:nvPr/>
            </p:nvSpPr>
            <p:spPr>
              <a:xfrm>
                <a:off x="1287605" y="2778782"/>
                <a:ext cx="266682" cy="147884"/>
              </a:xfrm>
              <a:custGeom>
                <a:rect b="b" l="l" r="r" t="t"/>
                <a:pathLst>
                  <a:path extrusionOk="0" h="147884" w="266682">
                    <a:moveTo>
                      <a:pt x="235143" y="42753"/>
                    </a:moveTo>
                    <a:lnTo>
                      <a:pt x="141002" y="42753"/>
                    </a:lnTo>
                    <a:cubicBezTo>
                      <a:pt x="128984" y="16898"/>
                      <a:pt x="102918" y="0"/>
                      <a:pt x="73942" y="0"/>
                    </a:cubicBezTo>
                    <a:cubicBezTo>
                      <a:pt x="33170" y="0"/>
                      <a:pt x="0" y="33170"/>
                      <a:pt x="0" y="73942"/>
                    </a:cubicBezTo>
                    <a:cubicBezTo>
                      <a:pt x="0" y="114714"/>
                      <a:pt x="33170" y="147884"/>
                      <a:pt x="73942" y="147884"/>
                    </a:cubicBezTo>
                    <a:cubicBezTo>
                      <a:pt x="102557" y="147884"/>
                      <a:pt x="128497" y="131263"/>
                      <a:pt x="140667" y="105832"/>
                    </a:cubicBezTo>
                    <a:lnTo>
                      <a:pt x="161376" y="105832"/>
                    </a:lnTo>
                    <a:lnTo>
                      <a:pt x="161376" y="137371"/>
                    </a:lnTo>
                    <a:cubicBezTo>
                      <a:pt x="161376" y="143177"/>
                      <a:pt x="166083" y="147884"/>
                      <a:pt x="171889" y="147884"/>
                    </a:cubicBezTo>
                    <a:lnTo>
                      <a:pt x="213942" y="147884"/>
                    </a:lnTo>
                    <a:cubicBezTo>
                      <a:pt x="219748" y="147884"/>
                      <a:pt x="224455" y="143177"/>
                      <a:pt x="224455" y="137371"/>
                    </a:cubicBezTo>
                    <a:lnTo>
                      <a:pt x="224455" y="105832"/>
                    </a:lnTo>
                    <a:lnTo>
                      <a:pt x="235143" y="105832"/>
                    </a:lnTo>
                    <a:cubicBezTo>
                      <a:pt x="252534" y="105832"/>
                      <a:pt x="266682" y="91683"/>
                      <a:pt x="266682" y="74293"/>
                    </a:cubicBezTo>
                    <a:cubicBezTo>
                      <a:pt x="266682" y="56902"/>
                      <a:pt x="252534" y="42753"/>
                      <a:pt x="235143" y="42753"/>
                    </a:cubicBezTo>
                    <a:close/>
                    <a:moveTo>
                      <a:pt x="235143" y="84806"/>
                    </a:moveTo>
                    <a:lnTo>
                      <a:pt x="213942" y="84806"/>
                    </a:lnTo>
                    <a:cubicBezTo>
                      <a:pt x="208135" y="84806"/>
                      <a:pt x="203428" y="89513"/>
                      <a:pt x="203428" y="95319"/>
                    </a:cubicBezTo>
                    <a:lnTo>
                      <a:pt x="203428" y="126858"/>
                    </a:lnTo>
                    <a:lnTo>
                      <a:pt x="182402" y="126858"/>
                    </a:lnTo>
                    <a:lnTo>
                      <a:pt x="182402" y="95319"/>
                    </a:lnTo>
                    <a:cubicBezTo>
                      <a:pt x="182402" y="89513"/>
                      <a:pt x="177695" y="84806"/>
                      <a:pt x="171889" y="84806"/>
                    </a:cubicBezTo>
                    <a:lnTo>
                      <a:pt x="133675" y="84806"/>
                    </a:lnTo>
                    <a:cubicBezTo>
                      <a:pt x="129234" y="84806"/>
                      <a:pt x="125273" y="87595"/>
                      <a:pt x="123776" y="91776"/>
                    </a:cubicBezTo>
                    <a:cubicBezTo>
                      <a:pt x="116266" y="112760"/>
                      <a:pt x="96239" y="126858"/>
                      <a:pt x="73942" y="126858"/>
                    </a:cubicBezTo>
                    <a:cubicBezTo>
                      <a:pt x="44764" y="126858"/>
                      <a:pt x="21026" y="103120"/>
                      <a:pt x="21026" y="73942"/>
                    </a:cubicBezTo>
                    <a:cubicBezTo>
                      <a:pt x="21026" y="44764"/>
                      <a:pt x="44764" y="21026"/>
                      <a:pt x="73942" y="21026"/>
                    </a:cubicBezTo>
                    <a:cubicBezTo>
                      <a:pt x="96520" y="21026"/>
                      <a:pt x="116629" y="35359"/>
                      <a:pt x="123982" y="56692"/>
                    </a:cubicBezTo>
                    <a:cubicBezTo>
                      <a:pt x="125444" y="60933"/>
                      <a:pt x="129435" y="63779"/>
                      <a:pt x="133921" y="63779"/>
                    </a:cubicBezTo>
                    <a:lnTo>
                      <a:pt x="235143" y="63779"/>
                    </a:lnTo>
                    <a:cubicBezTo>
                      <a:pt x="240940" y="63779"/>
                      <a:pt x="245656" y="68496"/>
                      <a:pt x="245656" y="74293"/>
                    </a:cubicBezTo>
                    <a:cubicBezTo>
                      <a:pt x="245656" y="80089"/>
                      <a:pt x="240940" y="84806"/>
                      <a:pt x="235143" y="84806"/>
                    </a:cubicBezTo>
                    <a:close/>
                  </a:path>
                </a:pathLst>
              </a:custGeom>
              <a:solidFill>
                <a:srgbClr val="00B050"/>
              </a:solidFill>
              <a:ln>
                <a:noFill/>
              </a:ln>
            </p:spPr>
            <p:txBody>
              <a:bodyPr anchorCtr="0" anchor="ctr" bIns="25650" lIns="51300" spcFirstLastPara="1" rIns="51300" wrap="square" tIns="256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1889" name="Google Shape;1889;p186"/>
          <p:cNvSpPr/>
          <p:nvPr/>
        </p:nvSpPr>
        <p:spPr>
          <a:xfrm>
            <a:off x="7026532" y="340889"/>
            <a:ext cx="84600" cy="84600"/>
          </a:xfrm>
          <a:prstGeom prst="ellipse">
            <a:avLst/>
          </a:prstGeom>
          <a:solidFill>
            <a:srgbClr val="F0D224"/>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90" name="Google Shape;1890;p186"/>
          <p:cNvSpPr/>
          <p:nvPr/>
        </p:nvSpPr>
        <p:spPr>
          <a:xfrm>
            <a:off x="7535753" y="340889"/>
            <a:ext cx="84600" cy="84600"/>
          </a:xfrm>
          <a:prstGeom prst="ellipse">
            <a:avLst/>
          </a:prstGeom>
          <a:solidFill>
            <a:srgbClr val="FF0000"/>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91" name="Google Shape;1891;p186"/>
          <p:cNvSpPr/>
          <p:nvPr/>
        </p:nvSpPr>
        <p:spPr>
          <a:xfrm>
            <a:off x="7993067" y="340889"/>
            <a:ext cx="84600" cy="84600"/>
          </a:xfrm>
          <a:prstGeom prst="ellipse">
            <a:avLst/>
          </a:prstGeom>
          <a:solidFill>
            <a:srgbClr val="385E9D"/>
          </a:solidFill>
          <a:ln>
            <a:noFill/>
          </a:ln>
        </p:spPr>
        <p:txBody>
          <a:bodyPr anchorCtr="0" anchor="ctr" bIns="51300" lIns="51300" spcFirstLastPara="1" rIns="51300" wrap="square" tIns="513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92" name="Google Shape;1892;p186"/>
          <p:cNvSpPr txBox="1"/>
          <p:nvPr/>
        </p:nvSpPr>
        <p:spPr>
          <a:xfrm>
            <a:off x="163363" y="94300"/>
            <a:ext cx="4747200" cy="389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000000"/>
              </a:buClr>
              <a:buSzPts val="1100"/>
              <a:buFont typeface="Arial"/>
              <a:buNone/>
            </a:pPr>
            <a:r>
              <a:rPr b="1" lang="es" sz="1700">
                <a:solidFill>
                  <a:srgbClr val="2E2E2E"/>
                </a:solidFill>
                <a:latin typeface="Helvetica Neue"/>
                <a:ea typeface="Helvetica Neue"/>
                <a:cs typeface="Helvetica Neue"/>
                <a:sym typeface="Helvetica Neue"/>
              </a:rPr>
              <a:t>Situación actual TDC</a:t>
            </a:r>
            <a:endParaRPr b="1" sz="1600">
              <a:solidFill>
                <a:srgbClr val="081754"/>
              </a:solidFill>
              <a:latin typeface="Helvetica Neue"/>
              <a:ea typeface="Helvetica Neue"/>
              <a:cs typeface="Helvetica Neue"/>
              <a:sym typeface="Helvetica Neue"/>
            </a:endParaRPr>
          </a:p>
          <a:p>
            <a:pPr indent="0" lvl="0" marL="0" rtl="0" algn="l">
              <a:lnSpc>
                <a:spcPct val="80000"/>
              </a:lnSpc>
              <a:spcBef>
                <a:spcPts val="0"/>
              </a:spcBef>
              <a:spcAft>
                <a:spcPts val="0"/>
              </a:spcAft>
              <a:buClr>
                <a:srgbClr val="000000"/>
              </a:buClr>
              <a:buSzPts val="1100"/>
              <a:buFont typeface="Arial"/>
              <a:buNone/>
            </a:pPr>
            <a:r>
              <a:rPr lang="es" sz="1200">
                <a:solidFill>
                  <a:srgbClr val="081754"/>
                </a:solidFill>
                <a:latin typeface="Helvetica Neue Light"/>
                <a:ea typeface="Helvetica Neue Light"/>
                <a:cs typeface="Helvetica Neue Light"/>
                <a:sym typeface="Helvetica Neue Light"/>
              </a:rPr>
              <a:t>SmartVista</a:t>
            </a:r>
            <a:endParaRPr sz="1200">
              <a:solidFill>
                <a:srgbClr val="081754"/>
              </a:solidFill>
              <a:latin typeface="Helvetica Neue Light"/>
              <a:ea typeface="Helvetica Neue Light"/>
              <a:cs typeface="Helvetica Neue Light"/>
              <a:sym typeface="Helvetica Neue Light"/>
            </a:endParaRPr>
          </a:p>
        </p:txBody>
      </p:sp>
      <p:cxnSp>
        <p:nvCxnSpPr>
          <p:cNvPr id="1893" name="Google Shape;1893;p186"/>
          <p:cNvCxnSpPr/>
          <p:nvPr/>
        </p:nvCxnSpPr>
        <p:spPr>
          <a:xfrm>
            <a:off x="7190680" y="787025"/>
            <a:ext cx="0" cy="4188900"/>
          </a:xfrm>
          <a:prstGeom prst="straightConnector1">
            <a:avLst/>
          </a:prstGeom>
          <a:noFill/>
          <a:ln cap="flat" cmpd="sng" w="9525">
            <a:solidFill>
              <a:srgbClr val="41A3F6"/>
            </a:solidFill>
            <a:prstDash val="dot"/>
            <a:round/>
            <a:headEnd len="med" w="med" type="none"/>
            <a:tailEnd len="med" w="med" type="none"/>
          </a:ln>
        </p:spPr>
      </p:cxnSp>
      <p:grpSp>
        <p:nvGrpSpPr>
          <p:cNvPr id="1894" name="Google Shape;1894;p186"/>
          <p:cNvGrpSpPr/>
          <p:nvPr/>
        </p:nvGrpSpPr>
        <p:grpSpPr>
          <a:xfrm>
            <a:off x="158269" y="918068"/>
            <a:ext cx="1688631" cy="3451608"/>
            <a:chOff x="160749" y="1140963"/>
            <a:chExt cx="2251508" cy="4602144"/>
          </a:xfrm>
        </p:grpSpPr>
        <p:sp>
          <p:nvSpPr>
            <p:cNvPr id="1895" name="Google Shape;1895;p186"/>
            <p:cNvSpPr/>
            <p:nvPr/>
          </p:nvSpPr>
          <p:spPr>
            <a:xfrm>
              <a:off x="231490" y="1140963"/>
              <a:ext cx="2015100" cy="202800"/>
            </a:xfrm>
            <a:prstGeom prst="roundRect">
              <a:avLst>
                <a:gd fmla="val 16667" name="adj"/>
              </a:avLst>
            </a:prstGeom>
            <a:solidFill>
              <a:srgbClr val="FF9D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chemeClr val="lt1"/>
                  </a:solidFill>
                  <a:latin typeface="Helvetica Neue"/>
                  <a:ea typeface="Helvetica Neue"/>
                  <a:cs typeface="Helvetica Neue"/>
                  <a:sym typeface="Helvetica Neue"/>
                </a:rPr>
                <a:t>Friends &amp; Family (REM R2)</a:t>
              </a:r>
              <a:endParaRPr b="1" sz="800">
                <a:solidFill>
                  <a:schemeClr val="lt1"/>
                </a:solidFill>
                <a:latin typeface="Helvetica Neue"/>
                <a:ea typeface="Helvetica Neue"/>
                <a:cs typeface="Helvetica Neue"/>
                <a:sym typeface="Helvetica Neue"/>
              </a:endParaRPr>
            </a:p>
          </p:txBody>
        </p:sp>
        <p:cxnSp>
          <p:nvCxnSpPr>
            <p:cNvPr id="1896" name="Google Shape;1896;p186"/>
            <p:cNvCxnSpPr>
              <a:stCxn id="1897" idx="4"/>
              <a:endCxn id="1898" idx="0"/>
            </p:cNvCxnSpPr>
            <p:nvPr/>
          </p:nvCxnSpPr>
          <p:spPr>
            <a:xfrm>
              <a:off x="209949" y="1602069"/>
              <a:ext cx="0" cy="3422400"/>
            </a:xfrm>
            <a:prstGeom prst="straightConnector1">
              <a:avLst/>
            </a:prstGeom>
            <a:noFill/>
            <a:ln cap="flat" cmpd="sng" w="8025">
              <a:solidFill>
                <a:srgbClr val="B2B2B2"/>
              </a:solidFill>
              <a:prstDash val="dot"/>
              <a:round/>
              <a:headEnd len="sm" w="sm" type="none"/>
              <a:tailEnd len="sm" w="sm" type="none"/>
            </a:ln>
          </p:spPr>
        </p:cxnSp>
        <p:sp>
          <p:nvSpPr>
            <p:cNvPr id="1897" name="Google Shape;1897;p186"/>
            <p:cNvSpPr/>
            <p:nvPr/>
          </p:nvSpPr>
          <p:spPr>
            <a:xfrm>
              <a:off x="160749" y="1503369"/>
              <a:ext cx="98400" cy="987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899" name="Google Shape;1899;p186"/>
            <p:cNvSpPr/>
            <p:nvPr/>
          </p:nvSpPr>
          <p:spPr>
            <a:xfrm>
              <a:off x="160749" y="2336064"/>
              <a:ext cx="98400" cy="987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00" name="Google Shape;1900;p186"/>
            <p:cNvSpPr txBox="1"/>
            <p:nvPr/>
          </p:nvSpPr>
          <p:spPr>
            <a:xfrm>
              <a:off x="287357" y="1490307"/>
              <a:ext cx="2124900" cy="425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1" lang="es" sz="600">
                  <a:highlight>
                    <a:srgbClr val="FFFFFF"/>
                  </a:highlight>
                </a:rPr>
                <a:t>Remediación R2  Apolo (Friends &amp; Family)</a:t>
              </a:r>
              <a:endParaRPr b="1" i="1" sz="5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Seguimiento a la implementación de la remediación de R2 SmartVista TDC..</a:t>
              </a:r>
              <a:endParaRPr i="1" sz="5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b="1"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05 de febrero 2026</a:t>
              </a:r>
              <a:endParaRPr b="1" i="1" sz="500">
                <a:solidFill>
                  <a:srgbClr val="00B050"/>
                </a:solidFill>
                <a:highlight>
                  <a:schemeClr val="lt1"/>
                </a:highlight>
              </a:endParaRPr>
            </a:p>
            <a:p>
              <a:pPr indent="0" lvl="0" marL="0" rtl="0" algn="l">
                <a:spcBef>
                  <a:spcPts val="0"/>
                </a:spcBef>
                <a:spcAft>
                  <a:spcPts val="0"/>
                </a:spcAft>
                <a:buNone/>
              </a:pPr>
              <a:r>
                <a:t/>
              </a:r>
              <a:endParaRPr b="1" i="1" sz="600">
                <a:highlight>
                  <a:srgbClr val="FFFFFF"/>
                </a:highlight>
              </a:endParaRPr>
            </a:p>
            <a:p>
              <a:pPr indent="0" lvl="0" marL="0" rtl="0" algn="l">
                <a:spcBef>
                  <a:spcPts val="0"/>
                </a:spcBef>
                <a:spcAft>
                  <a:spcPts val="0"/>
                </a:spcAft>
                <a:buNone/>
              </a:pPr>
              <a:r>
                <a:t/>
              </a:r>
              <a:endParaRPr b="1" i="1" sz="600">
                <a:highlight>
                  <a:srgbClr val="FFFFFF"/>
                </a:highlight>
              </a:endParaRPr>
            </a:p>
            <a:p>
              <a:pPr indent="0" lvl="0" marL="0" rtl="0" algn="l">
                <a:spcBef>
                  <a:spcPts val="0"/>
                </a:spcBef>
                <a:spcAft>
                  <a:spcPts val="0"/>
                </a:spcAft>
                <a:buNone/>
              </a:pPr>
              <a:r>
                <a:rPr b="1" i="1" lang="es" sz="600">
                  <a:highlight>
                    <a:srgbClr val="FFFFFF"/>
                  </a:highlight>
                </a:rPr>
                <a:t>Definir la estrategia de pruebas</a:t>
              </a:r>
              <a:endParaRPr b="1" i="1" sz="600">
                <a:solidFill>
                  <a:srgbClr val="000000"/>
                </a:solidFill>
                <a:highlight>
                  <a:srgbClr val="FFFFFF"/>
                </a:highlight>
              </a:endParaRPr>
            </a:p>
            <a:p>
              <a:pPr indent="0" lvl="0" marL="0" rtl="0" algn="l">
                <a:spcBef>
                  <a:spcPts val="0"/>
                </a:spcBef>
                <a:spcAft>
                  <a:spcPts val="0"/>
                </a:spcAft>
                <a:buNone/>
              </a:pPr>
              <a:r>
                <a:rPr i="1" lang="es" sz="600">
                  <a:highlight>
                    <a:srgbClr val="FFFFFF"/>
                  </a:highlight>
                </a:rPr>
                <a:t>Determinar los escenarios que se podrán probar en UAT y los que se validará en el Sanity Check productivo.</a:t>
              </a:r>
              <a:endParaRPr i="1" sz="600">
                <a:highlight>
                  <a:srgbClr val="FFFFFF"/>
                </a:highlight>
              </a:endParaRPr>
            </a:p>
            <a:p>
              <a:pPr indent="0" lvl="0" marL="0" rtl="0" algn="l">
                <a:spcBef>
                  <a:spcPts val="0"/>
                </a:spcBef>
                <a:spcAft>
                  <a:spcPts val="0"/>
                </a:spcAft>
                <a:buNone/>
              </a:pPr>
              <a:r>
                <a:rPr i="1" lang="es" sz="600">
                  <a:highlight>
                    <a:srgbClr val="FFFFFF"/>
                  </a:highlight>
                </a:rPr>
                <a:t>Responsable: </a:t>
              </a:r>
              <a:r>
                <a:rPr b="1" i="1" lang="es" sz="600">
                  <a:highlight>
                    <a:srgbClr val="FFFFFF"/>
                  </a:highlight>
                </a:rPr>
                <a:t>Sergio Arellano</a:t>
              </a:r>
              <a:endParaRPr b="1" i="1" sz="600">
                <a:highlight>
                  <a:srgbClr val="FFFFFF"/>
                </a:highlight>
              </a:endParaRPr>
            </a:p>
            <a:p>
              <a:pPr indent="0" lvl="0" marL="0" rtl="0" algn="l">
                <a:spcBef>
                  <a:spcPts val="0"/>
                </a:spcBef>
                <a:spcAft>
                  <a:spcPts val="0"/>
                </a:spcAft>
                <a:buNone/>
              </a:pPr>
              <a:r>
                <a:rPr b="1" i="1" lang="es" sz="600">
                  <a:solidFill>
                    <a:srgbClr val="00B050"/>
                  </a:solidFill>
                  <a:highlight>
                    <a:schemeClr val="lt1"/>
                  </a:highlight>
                </a:rPr>
                <a:t>4 de noviembre 2025</a:t>
              </a:r>
              <a:endParaRPr b="1" i="1" sz="600">
                <a:solidFill>
                  <a:srgbClr val="00B050"/>
                </a:solidFill>
                <a:highlight>
                  <a:srgbClr val="FFFFFF"/>
                </a:highlight>
              </a:endParaRPr>
            </a:p>
            <a:p>
              <a:pPr indent="0" lvl="0" marL="0" rtl="0" algn="l">
                <a:spcBef>
                  <a:spcPts val="0"/>
                </a:spcBef>
                <a:spcAft>
                  <a:spcPts val="0"/>
                </a:spcAft>
                <a:buNone/>
              </a:pPr>
              <a:r>
                <a:t/>
              </a:r>
              <a:endParaRPr i="1" sz="600">
                <a:highlight>
                  <a:srgbClr val="FFFFFF"/>
                </a:highlight>
              </a:endParaRPr>
            </a:p>
            <a:p>
              <a:pPr indent="0" lvl="0" marL="0" rtl="0" algn="l">
                <a:spcBef>
                  <a:spcPts val="0"/>
                </a:spcBef>
                <a:spcAft>
                  <a:spcPts val="0"/>
                </a:spcAft>
                <a:buNone/>
              </a:pPr>
              <a:r>
                <a:t/>
              </a:r>
              <a:endParaRPr i="1" sz="600">
                <a:highlight>
                  <a:srgbClr val="FFFFFF"/>
                </a:highlight>
              </a:endParaRPr>
            </a:p>
            <a:p>
              <a:pPr indent="0" lvl="0" marL="0" rtl="0" algn="l">
                <a:spcBef>
                  <a:spcPts val="0"/>
                </a:spcBef>
                <a:spcAft>
                  <a:spcPts val="0"/>
                </a:spcAft>
                <a:buNone/>
              </a:pPr>
              <a:r>
                <a:rPr b="1" i="1" lang="es" sz="600">
                  <a:solidFill>
                    <a:schemeClr val="dk1"/>
                  </a:solidFill>
                  <a:highlight>
                    <a:schemeClr val="lt1"/>
                  </a:highlight>
                </a:rPr>
                <a:t>Etapa de pruebas UAT</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Realizar las validaciones y el Sign Off para</a:t>
              </a:r>
              <a:br>
                <a:rPr i="1" lang="es" sz="600">
                  <a:solidFill>
                    <a:schemeClr val="dk1"/>
                  </a:solidFill>
                  <a:highlight>
                    <a:schemeClr val="lt1"/>
                  </a:highlight>
                </a:rPr>
              </a:br>
              <a:r>
                <a:rPr i="1" lang="es" sz="600">
                  <a:solidFill>
                    <a:schemeClr val="dk1"/>
                  </a:solidFill>
                  <a:highlight>
                    <a:schemeClr val="lt1"/>
                  </a:highlight>
                </a:rPr>
                <a:t>la salida a Producción de Remediación R2.</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rgbClr val="FFFFFF"/>
                  </a:highlight>
                </a:rPr>
                <a:t>5 al 14 de enero 2026</a:t>
              </a:r>
              <a:endParaRPr b="1" i="1" sz="600">
                <a:solidFill>
                  <a:srgbClr val="ABABAB"/>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Estrategia de validaciones Friends &amp; Family</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Estrategia y criterios de evaluación para determinar el éxito del F&amp;F a nivel SmartVista.</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Miguel Castillo</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Fecha por confirmar</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chemeClr val="dk1"/>
                </a:solidFill>
                <a:highlight>
                  <a:schemeClr val="lt1"/>
                </a:highlight>
              </a:endParaRPr>
            </a:p>
            <a:p>
              <a:pPr indent="0" lvl="0" marL="0" rtl="0" algn="l">
                <a:spcBef>
                  <a:spcPts val="0"/>
                </a:spcBef>
                <a:spcAft>
                  <a:spcPts val="0"/>
                </a:spcAft>
                <a:buNone/>
              </a:pPr>
              <a:r>
                <a:t/>
              </a:r>
              <a:endParaRPr b="1" i="1" sz="600">
                <a:solidFill>
                  <a:schemeClr val="dk1"/>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Sanity Check Productivo</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Validar en producción el correcto funcionamiento de la Remediación R2.</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Ana Cruz y Sergio Arellano</a:t>
              </a:r>
              <a:endParaRPr i="1" sz="600">
                <a:solidFill>
                  <a:schemeClr val="dk1"/>
                </a:solidFill>
                <a:highlight>
                  <a:srgbClr val="F0D224"/>
                </a:highlight>
              </a:endParaRPr>
            </a:p>
            <a:p>
              <a:pPr indent="0" lvl="0" marL="0" rtl="0" algn="l">
                <a:spcBef>
                  <a:spcPts val="0"/>
                </a:spcBef>
                <a:spcAft>
                  <a:spcPts val="0"/>
                </a:spcAft>
                <a:buNone/>
              </a:pPr>
              <a:r>
                <a:rPr b="1" i="1" lang="es" sz="600">
                  <a:solidFill>
                    <a:srgbClr val="00B050"/>
                  </a:solidFill>
                  <a:highlight>
                    <a:schemeClr val="lt1"/>
                  </a:highlight>
                </a:rPr>
                <a:t>5 de febrero al 10 de marzo 2026</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Funcionalidades principales:</a:t>
              </a:r>
              <a:endParaRPr b="1" i="1" sz="600">
                <a:solidFill>
                  <a:schemeClr val="dk1"/>
                </a:solidFill>
                <a:highlight>
                  <a:schemeClr val="lt1"/>
                </a:highlight>
              </a:endParaRPr>
            </a:p>
            <a:p>
              <a:pPr indent="0" lvl="0" marL="0" rtl="0" algn="l">
                <a:spcBef>
                  <a:spcPts val="0"/>
                </a:spcBef>
                <a:spcAft>
                  <a:spcPts val="0"/>
                </a:spcAft>
                <a:buNone/>
              </a:pPr>
              <a:r>
                <a:rPr lang="es" sz="600">
                  <a:solidFill>
                    <a:schemeClr val="dk1"/>
                  </a:solidFill>
                  <a:highlight>
                    <a:schemeClr val="lt1"/>
                  </a:highlight>
                </a:rPr>
                <a:t>Generación de tarjeta digital, enrolamiento en app con InCode, activación de tarjeta con InCode, disposición de efectivo en ventanilla, pago de tarjeta vía SPEI, consulta y descarga de Estado de Cuenta, levantar una aclaración.</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chemeClr val="dk1"/>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p:txBody>
        </p:sp>
        <p:sp>
          <p:nvSpPr>
            <p:cNvPr id="1901" name="Google Shape;1901;p186"/>
            <p:cNvSpPr/>
            <p:nvPr/>
          </p:nvSpPr>
          <p:spPr>
            <a:xfrm>
              <a:off x="160749" y="3316846"/>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02" name="Google Shape;1902;p186"/>
            <p:cNvSpPr/>
            <p:nvPr/>
          </p:nvSpPr>
          <p:spPr>
            <a:xfrm>
              <a:off x="160749" y="4188930"/>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grpSp>
      <p:grpSp>
        <p:nvGrpSpPr>
          <p:cNvPr id="1903" name="Google Shape;1903;p186"/>
          <p:cNvGrpSpPr/>
          <p:nvPr/>
        </p:nvGrpSpPr>
        <p:grpSpPr>
          <a:xfrm>
            <a:off x="1940018" y="918068"/>
            <a:ext cx="1688625" cy="3939402"/>
            <a:chOff x="2753093" y="1140963"/>
            <a:chExt cx="2251500" cy="5252536"/>
          </a:xfrm>
        </p:grpSpPr>
        <p:cxnSp>
          <p:nvCxnSpPr>
            <p:cNvPr id="1904" name="Google Shape;1904;p186"/>
            <p:cNvCxnSpPr>
              <a:stCxn id="1905" idx="4"/>
              <a:endCxn id="1906" idx="0"/>
            </p:cNvCxnSpPr>
            <p:nvPr/>
          </p:nvCxnSpPr>
          <p:spPr>
            <a:xfrm>
              <a:off x="2802293" y="1602069"/>
              <a:ext cx="0" cy="3422400"/>
            </a:xfrm>
            <a:prstGeom prst="straightConnector1">
              <a:avLst/>
            </a:prstGeom>
            <a:noFill/>
            <a:ln cap="flat" cmpd="sng" w="8025">
              <a:solidFill>
                <a:srgbClr val="B2B2B2"/>
              </a:solidFill>
              <a:prstDash val="dot"/>
              <a:round/>
              <a:headEnd len="sm" w="sm" type="none"/>
              <a:tailEnd len="sm" w="sm" type="none"/>
            </a:ln>
          </p:spPr>
        </p:cxnSp>
        <p:sp>
          <p:nvSpPr>
            <p:cNvPr id="1905" name="Google Shape;1905;p186"/>
            <p:cNvSpPr/>
            <p:nvPr/>
          </p:nvSpPr>
          <p:spPr>
            <a:xfrm>
              <a:off x="2753093" y="1503369"/>
              <a:ext cx="98400" cy="98700"/>
            </a:xfrm>
            <a:prstGeom prst="ellipse">
              <a:avLst/>
            </a:prstGeom>
            <a:solidFill>
              <a:srgbClr val="385E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800"/>
            </a:p>
          </p:txBody>
        </p:sp>
        <p:sp>
          <p:nvSpPr>
            <p:cNvPr id="1907" name="Google Shape;1907;p186"/>
            <p:cNvSpPr/>
            <p:nvPr/>
          </p:nvSpPr>
          <p:spPr>
            <a:xfrm>
              <a:off x="2753093" y="2356946"/>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08" name="Google Shape;1908;p186"/>
            <p:cNvSpPr/>
            <p:nvPr/>
          </p:nvSpPr>
          <p:spPr>
            <a:xfrm>
              <a:off x="2753093" y="3210521"/>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09" name="Google Shape;1909;p186"/>
            <p:cNvSpPr/>
            <p:nvPr/>
          </p:nvSpPr>
          <p:spPr>
            <a:xfrm>
              <a:off x="2823834" y="1140963"/>
              <a:ext cx="2015100" cy="202800"/>
            </a:xfrm>
            <a:prstGeom prst="roundRect">
              <a:avLst>
                <a:gd fmla="val 16667" name="adj"/>
              </a:avLst>
            </a:prstGeom>
            <a:solidFill>
              <a:srgbClr val="FF9D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chemeClr val="lt1"/>
                  </a:solidFill>
                  <a:latin typeface="Helvetica Neue"/>
                  <a:ea typeface="Helvetica Neue"/>
                  <a:cs typeface="Helvetica Neue"/>
                  <a:sym typeface="Helvetica Neue"/>
                </a:rPr>
                <a:t>Tarjeta física</a:t>
              </a:r>
              <a:endParaRPr b="1" sz="800">
                <a:solidFill>
                  <a:schemeClr val="lt1"/>
                </a:solidFill>
                <a:latin typeface="Helvetica Neue"/>
                <a:ea typeface="Helvetica Neue"/>
                <a:cs typeface="Helvetica Neue"/>
                <a:sym typeface="Helvetica Neue"/>
              </a:endParaRPr>
            </a:p>
          </p:txBody>
        </p:sp>
        <p:sp>
          <p:nvSpPr>
            <p:cNvPr id="1910" name="Google Shape;1910;p186"/>
            <p:cNvSpPr/>
            <p:nvPr/>
          </p:nvSpPr>
          <p:spPr>
            <a:xfrm>
              <a:off x="2753093" y="4064104"/>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06" name="Google Shape;1906;p186"/>
            <p:cNvSpPr/>
            <p:nvPr/>
          </p:nvSpPr>
          <p:spPr>
            <a:xfrm>
              <a:off x="2753093" y="5024599"/>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11" name="Google Shape;1911;p186"/>
            <p:cNvSpPr txBox="1"/>
            <p:nvPr/>
          </p:nvSpPr>
          <p:spPr>
            <a:xfrm>
              <a:off x="2879693" y="1490299"/>
              <a:ext cx="2124900" cy="490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1" lang="es" sz="600">
                  <a:solidFill>
                    <a:schemeClr val="dk1"/>
                  </a:solidFill>
                  <a:highlight>
                    <a:schemeClr val="lt1"/>
                  </a:highlight>
                </a:rPr>
                <a:t>Refinamiento de HU´s</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Refinar con las células de App y SIWEB las HU a desarrollar.</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385E9D"/>
                  </a:solidFill>
                  <a:highlight>
                    <a:schemeClr val="lt1"/>
                  </a:highlight>
                </a:rPr>
                <a:t>14 de septiembre 2025</a:t>
              </a:r>
              <a:br>
                <a:rPr b="1" i="1" lang="es" sz="600">
                  <a:solidFill>
                    <a:srgbClr val="00B050"/>
                  </a:solidFill>
                  <a:highlight>
                    <a:schemeClr val="lt1"/>
                  </a:highlight>
                </a:rPr>
              </a:br>
              <a:endParaRPr b="1" i="1" sz="600">
                <a:highlight>
                  <a:srgbClr val="FFFFFF"/>
                </a:highlight>
              </a:endParaRPr>
            </a:p>
            <a:p>
              <a:pPr indent="0" lvl="0" marL="0" rtl="0" algn="l">
                <a:spcBef>
                  <a:spcPts val="0"/>
                </a:spcBef>
                <a:spcAft>
                  <a:spcPts val="0"/>
                </a:spcAft>
                <a:buNone/>
              </a:pPr>
              <a:r>
                <a:t/>
              </a:r>
              <a:endParaRPr i="1" sz="600">
                <a:highlight>
                  <a:srgbClr val="FFFFFF"/>
                </a:highlight>
              </a:endParaRPr>
            </a:p>
            <a:p>
              <a:pPr indent="0" lvl="0" marL="0" rtl="0" algn="l">
                <a:spcBef>
                  <a:spcPts val="0"/>
                </a:spcBef>
                <a:spcAft>
                  <a:spcPts val="0"/>
                </a:spcAft>
                <a:buNone/>
              </a:pPr>
              <a:r>
                <a:rPr b="1" i="1" lang="es" sz="600">
                  <a:solidFill>
                    <a:schemeClr val="dk1"/>
                  </a:solidFill>
                  <a:highlight>
                    <a:schemeClr val="lt1"/>
                  </a:highlight>
                </a:rPr>
                <a:t>Tarjeta física</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Desarrollo de las funcionalidades para entregar la tarjet en sucursal</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Leonardo Hernández</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rgbClr val="FFFFFF"/>
                  </a:highlight>
                </a:rPr>
                <a:t>Fecha por confirmar</a:t>
              </a:r>
              <a:endParaRPr b="1" i="1" sz="600">
                <a:solidFill>
                  <a:srgbClr val="00B050"/>
                </a:solidFill>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434343"/>
                  </a:solidFill>
                  <a:highlight>
                    <a:schemeClr val="lt1"/>
                  </a:highlight>
                </a:rPr>
                <a:t>Pago de tarjeta con cuenta BanCoppel</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Desarrollo de las funcionalidades para pagar la tarjeta de crédito con una cuenta BanCoppel.</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Leonardo Hernández</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Fecha por confirmar</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434343"/>
                </a:solidFill>
                <a:highlight>
                  <a:schemeClr val="lt1"/>
                </a:highlight>
              </a:endParaRPr>
            </a:p>
            <a:p>
              <a:pPr indent="0" lvl="0" marL="0" rtl="0" algn="l">
                <a:spcBef>
                  <a:spcPts val="0"/>
                </a:spcBef>
                <a:spcAft>
                  <a:spcPts val="0"/>
                </a:spcAft>
                <a:buNone/>
              </a:pPr>
              <a:r>
                <a:rPr b="1" i="1" lang="es" sz="600">
                  <a:highlight>
                    <a:schemeClr val="lt1"/>
                  </a:highlight>
                </a:rPr>
                <a:t>Definir la estrategia de pruebas</a:t>
              </a:r>
              <a:endParaRPr b="1" i="1" sz="600">
                <a:highlight>
                  <a:schemeClr val="lt1"/>
                </a:highlight>
              </a:endParaRPr>
            </a:p>
            <a:p>
              <a:pPr indent="0" lvl="0" marL="0" rtl="0" algn="l">
                <a:spcBef>
                  <a:spcPts val="0"/>
                </a:spcBef>
                <a:spcAft>
                  <a:spcPts val="0"/>
                </a:spcAft>
                <a:buNone/>
              </a:pPr>
              <a:r>
                <a:rPr i="1" lang="es" sz="600">
                  <a:highlight>
                    <a:schemeClr val="lt1"/>
                  </a:highlight>
                </a:rPr>
                <a:t>Determinar los escenarios que se podrán probar en UAT y los que se validará en el Sanity Check productivo.</a:t>
              </a:r>
              <a:endParaRPr i="1" sz="600">
                <a:highlight>
                  <a:schemeClr val="lt1"/>
                </a:highlight>
              </a:endParaRPr>
            </a:p>
            <a:p>
              <a:pPr indent="0" lvl="0" marL="0" rtl="0" algn="l">
                <a:spcBef>
                  <a:spcPts val="0"/>
                </a:spcBef>
                <a:spcAft>
                  <a:spcPts val="0"/>
                </a:spcAft>
                <a:buNone/>
              </a:pPr>
              <a:r>
                <a:rPr i="1" lang="es" sz="600">
                  <a:highlight>
                    <a:schemeClr val="lt1"/>
                  </a:highlight>
                </a:rPr>
                <a:t>Responsable: </a:t>
              </a:r>
              <a:r>
                <a:rPr b="1" i="1" lang="es" sz="600">
                  <a:highlight>
                    <a:schemeClr val="lt1"/>
                  </a:highlight>
                </a:rPr>
                <a:t>Sergio Arellano</a:t>
              </a:r>
              <a:endParaRPr b="1" i="1" sz="600">
                <a:solidFill>
                  <a:srgbClr val="434343"/>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Fecha por confirmar</a:t>
              </a:r>
              <a:endParaRPr b="1" i="1" sz="600">
                <a:solidFill>
                  <a:srgbClr val="777777"/>
                </a:solidFill>
                <a:highlight>
                  <a:srgbClr val="F0D224"/>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434343"/>
                  </a:solidFill>
                  <a:highlight>
                    <a:schemeClr val="lt1"/>
                  </a:highlight>
                </a:rPr>
                <a:t>Etapa</a:t>
              </a:r>
              <a:r>
                <a:rPr b="1" i="1" lang="es" sz="600">
                  <a:solidFill>
                    <a:schemeClr val="dk1"/>
                  </a:solidFill>
                  <a:highlight>
                    <a:schemeClr val="lt1"/>
                  </a:highlight>
                </a:rPr>
                <a:t> de pruebas UAT</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Realizar las validaciones y el Sign Off para</a:t>
              </a:r>
              <a:br>
                <a:rPr i="1" lang="es" sz="600">
                  <a:solidFill>
                    <a:schemeClr val="dk1"/>
                  </a:solidFill>
                  <a:highlight>
                    <a:schemeClr val="lt1"/>
                  </a:highlight>
                </a:rPr>
              </a:br>
              <a:r>
                <a:rPr i="1" lang="es" sz="600">
                  <a:solidFill>
                    <a:schemeClr val="dk1"/>
                  </a:solidFill>
                  <a:highlight>
                    <a:schemeClr val="lt1"/>
                  </a:highlight>
                </a:rPr>
                <a:t>la salida a Producción de Remediación R2.</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b="1" i="1" sz="600">
                <a:solidFill>
                  <a:srgbClr val="434343"/>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Fecha por confirmar</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Funcionalidades principales:</a:t>
              </a:r>
              <a:endParaRPr b="1" i="1" sz="600">
                <a:solidFill>
                  <a:schemeClr val="dk1"/>
                </a:solidFill>
                <a:highlight>
                  <a:schemeClr val="lt1"/>
                </a:highlight>
              </a:endParaRPr>
            </a:p>
            <a:p>
              <a:pPr indent="0" lvl="0" marL="0" rtl="0" algn="l">
                <a:spcBef>
                  <a:spcPts val="0"/>
                </a:spcBef>
                <a:spcAft>
                  <a:spcPts val="0"/>
                </a:spcAft>
                <a:buNone/>
              </a:pPr>
              <a:r>
                <a:rPr lang="es" sz="600">
                  <a:solidFill>
                    <a:schemeClr val="dk1"/>
                  </a:solidFill>
                  <a:highlight>
                    <a:schemeClr val="lt1"/>
                  </a:highlight>
                </a:rPr>
                <a:t>Asignación de tarjeta física, activación de tarjeta física, cambio de NIP, pago de tarjeta en app</a:t>
              </a:r>
              <a:endParaRPr b="1" i="1" sz="600">
                <a:solidFill>
                  <a:srgbClr val="00B050"/>
                </a:solidFill>
                <a:highlight>
                  <a:schemeClr val="lt1"/>
                </a:highlight>
              </a:endParaRPr>
            </a:p>
          </p:txBody>
        </p:sp>
      </p:grpSp>
      <p:grpSp>
        <p:nvGrpSpPr>
          <p:cNvPr id="1912" name="Google Shape;1912;p186"/>
          <p:cNvGrpSpPr/>
          <p:nvPr/>
        </p:nvGrpSpPr>
        <p:grpSpPr>
          <a:xfrm>
            <a:off x="3707524" y="918068"/>
            <a:ext cx="1688625" cy="3939402"/>
            <a:chOff x="5293468" y="1140963"/>
            <a:chExt cx="2251500" cy="5252536"/>
          </a:xfrm>
        </p:grpSpPr>
        <p:cxnSp>
          <p:nvCxnSpPr>
            <p:cNvPr id="1913" name="Google Shape;1913;p186"/>
            <p:cNvCxnSpPr>
              <a:stCxn id="1914" idx="4"/>
              <a:endCxn id="1915" idx="0"/>
            </p:cNvCxnSpPr>
            <p:nvPr/>
          </p:nvCxnSpPr>
          <p:spPr>
            <a:xfrm>
              <a:off x="5342668" y="1602069"/>
              <a:ext cx="0" cy="3425400"/>
            </a:xfrm>
            <a:prstGeom prst="straightConnector1">
              <a:avLst/>
            </a:prstGeom>
            <a:noFill/>
            <a:ln cap="flat" cmpd="sng" w="8025">
              <a:solidFill>
                <a:srgbClr val="B2B2B2"/>
              </a:solidFill>
              <a:prstDash val="dot"/>
              <a:round/>
              <a:headEnd len="sm" w="sm" type="none"/>
              <a:tailEnd len="sm" w="sm" type="none"/>
            </a:ln>
          </p:spPr>
        </p:cxnSp>
        <p:sp>
          <p:nvSpPr>
            <p:cNvPr id="1914" name="Google Shape;1914;p186"/>
            <p:cNvSpPr/>
            <p:nvPr/>
          </p:nvSpPr>
          <p:spPr>
            <a:xfrm>
              <a:off x="5293468" y="1503369"/>
              <a:ext cx="98400" cy="987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600">
                <a:solidFill>
                  <a:srgbClr val="FFFFFF"/>
                </a:solidFill>
              </a:endParaRPr>
            </a:p>
          </p:txBody>
        </p:sp>
        <p:sp>
          <p:nvSpPr>
            <p:cNvPr id="1916" name="Google Shape;1916;p186"/>
            <p:cNvSpPr/>
            <p:nvPr/>
          </p:nvSpPr>
          <p:spPr>
            <a:xfrm>
              <a:off x="5293468" y="2360196"/>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600">
                <a:solidFill>
                  <a:srgbClr val="FFFFFF"/>
                </a:solidFill>
              </a:endParaRPr>
            </a:p>
          </p:txBody>
        </p:sp>
        <p:sp>
          <p:nvSpPr>
            <p:cNvPr id="1917" name="Google Shape;1917;p186"/>
            <p:cNvSpPr/>
            <p:nvPr/>
          </p:nvSpPr>
          <p:spPr>
            <a:xfrm>
              <a:off x="5293468" y="3217021"/>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18" name="Google Shape;1918;p186"/>
            <p:cNvSpPr/>
            <p:nvPr/>
          </p:nvSpPr>
          <p:spPr>
            <a:xfrm>
              <a:off x="5364209" y="1140963"/>
              <a:ext cx="2015100" cy="202800"/>
            </a:xfrm>
            <a:prstGeom prst="roundRect">
              <a:avLst>
                <a:gd fmla="val 16667" name="adj"/>
              </a:avLst>
            </a:prstGeom>
            <a:solidFill>
              <a:srgbClr val="FF9D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chemeClr val="lt1"/>
                  </a:solidFill>
                  <a:latin typeface="Helvetica Neue"/>
                  <a:ea typeface="Helvetica Neue"/>
                  <a:cs typeface="Helvetica Neue"/>
                  <a:sym typeface="Helvetica Neue"/>
                </a:rPr>
                <a:t>Mercado abierto</a:t>
              </a:r>
              <a:endParaRPr b="1" sz="800">
                <a:solidFill>
                  <a:schemeClr val="lt1"/>
                </a:solidFill>
                <a:latin typeface="Helvetica Neue"/>
                <a:ea typeface="Helvetica Neue"/>
                <a:cs typeface="Helvetica Neue"/>
                <a:sym typeface="Helvetica Neue"/>
              </a:endParaRPr>
            </a:p>
          </p:txBody>
        </p:sp>
        <p:sp>
          <p:nvSpPr>
            <p:cNvPr id="1919" name="Google Shape;1919;p186"/>
            <p:cNvSpPr/>
            <p:nvPr/>
          </p:nvSpPr>
          <p:spPr>
            <a:xfrm>
              <a:off x="5293468" y="4073854"/>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15" name="Google Shape;1915;p186"/>
            <p:cNvSpPr/>
            <p:nvPr/>
          </p:nvSpPr>
          <p:spPr>
            <a:xfrm>
              <a:off x="5293468" y="5027590"/>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20" name="Google Shape;1920;p186"/>
            <p:cNvSpPr txBox="1"/>
            <p:nvPr/>
          </p:nvSpPr>
          <p:spPr>
            <a:xfrm>
              <a:off x="5420068" y="1490299"/>
              <a:ext cx="2124900" cy="490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1" lang="es" sz="600">
                  <a:solidFill>
                    <a:schemeClr val="dk1"/>
                  </a:solidFill>
                  <a:highlight>
                    <a:schemeClr val="lt1"/>
                  </a:highlight>
                </a:rPr>
                <a:t>Funcionalidades críticas par MVP</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Formalizar y definición de HU´s de funcionalidades críticas para salida de mercado abierto.</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30 de noviembre 2025</a:t>
              </a:r>
              <a:br>
                <a:rPr b="1" i="1" lang="es" sz="600">
                  <a:solidFill>
                    <a:srgbClr val="00B050"/>
                  </a:solidFill>
                  <a:highlight>
                    <a:schemeClr val="lt1"/>
                  </a:highlight>
                </a:rPr>
              </a:br>
              <a:endParaRPr b="1" i="1" sz="600">
                <a:highlight>
                  <a:srgbClr val="FFFFFF"/>
                </a:highlight>
              </a:endParaRPr>
            </a:p>
            <a:p>
              <a:pPr indent="0" lvl="0" marL="0" rtl="0" algn="l">
                <a:spcBef>
                  <a:spcPts val="0"/>
                </a:spcBef>
                <a:spcAft>
                  <a:spcPts val="0"/>
                </a:spcAft>
                <a:buNone/>
              </a:pPr>
              <a:r>
                <a:rPr b="1" i="1" lang="es" sz="600">
                  <a:solidFill>
                    <a:schemeClr val="dk1"/>
                  </a:solidFill>
                  <a:highlight>
                    <a:schemeClr val="lt1"/>
                  </a:highlight>
                </a:rPr>
                <a:t>Entregar </a:t>
              </a:r>
              <a:r>
                <a:rPr b="1" i="1" lang="es" sz="600">
                  <a:solidFill>
                    <a:srgbClr val="434343"/>
                  </a:solidFill>
                  <a:highlight>
                    <a:schemeClr val="lt1"/>
                  </a:highlight>
                </a:rPr>
                <a:t>DEF</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Entregar de DEF con las funcionalidades a atender.</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17 de diciembre 2025</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Revisión  de flujos en la app equipo Jurídico</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Revisar la documentación y compartir observaciones.</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Jessica Morales</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Fecha por confirmar</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Ajustes de experiencia en App</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Actualizar la documentación, integrando las posibles observaciones de Normatividad.</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Laura Méndez</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Fecha por confirmar</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434343"/>
                </a:solidFill>
                <a:highlight>
                  <a:schemeClr val="lt1"/>
                </a:highlight>
              </a:endParaRPr>
            </a:p>
            <a:p>
              <a:pPr indent="0" lvl="0" marL="0" rtl="0" algn="l">
                <a:spcBef>
                  <a:spcPts val="0"/>
                </a:spcBef>
                <a:spcAft>
                  <a:spcPts val="0"/>
                </a:spcAft>
                <a:buNone/>
              </a:pPr>
              <a:r>
                <a:t/>
              </a:r>
              <a:endParaRPr i="1" sz="600">
                <a:solidFill>
                  <a:srgbClr val="434343"/>
                </a:solidFill>
                <a:highlight>
                  <a:schemeClr val="lt1"/>
                </a:highlight>
              </a:endParaRPr>
            </a:p>
            <a:p>
              <a:pPr indent="0" lvl="0" marL="0" rtl="0" algn="l">
                <a:spcBef>
                  <a:spcPts val="0"/>
                </a:spcBef>
                <a:spcAft>
                  <a:spcPts val="0"/>
                </a:spcAft>
                <a:buNone/>
              </a:pPr>
              <a:r>
                <a:t/>
              </a:r>
              <a:endParaRPr i="1" sz="600">
                <a:solidFill>
                  <a:srgbClr val="434343"/>
                </a:solidFill>
                <a:highlight>
                  <a:schemeClr val="lt1"/>
                </a:highlight>
              </a:endParaRPr>
            </a:p>
            <a:p>
              <a:pPr indent="0" lvl="0" marL="0" rtl="0" algn="l">
                <a:spcBef>
                  <a:spcPts val="0"/>
                </a:spcBef>
                <a:spcAft>
                  <a:spcPts val="0"/>
                </a:spcAft>
                <a:buNone/>
              </a:pPr>
              <a:r>
                <a:rPr b="1" i="1" lang="es" sz="600">
                  <a:solidFill>
                    <a:srgbClr val="434343"/>
                  </a:solidFill>
                  <a:highlight>
                    <a:schemeClr val="lt1"/>
                  </a:highlight>
                </a:rPr>
                <a:t>Estimación de alcance mercado abierto SmartVista</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Entregar e plan de estimación de desarrollo y liberación.</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Leonardo Hernández</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Fecha por confirmar</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Funcionalidades principales:</a:t>
              </a:r>
              <a:endParaRPr b="1" i="1" sz="600">
                <a:solidFill>
                  <a:schemeClr val="dk1"/>
                </a:solidFill>
                <a:highlight>
                  <a:schemeClr val="lt1"/>
                </a:highlight>
              </a:endParaRPr>
            </a:p>
            <a:p>
              <a:pPr indent="0" lvl="0" marL="0" rtl="0" algn="l">
                <a:spcBef>
                  <a:spcPts val="0"/>
                </a:spcBef>
                <a:spcAft>
                  <a:spcPts val="0"/>
                </a:spcAft>
                <a:buNone/>
              </a:pPr>
              <a:r>
                <a:rPr lang="es" sz="600">
                  <a:solidFill>
                    <a:schemeClr val="dk1"/>
                  </a:solidFill>
                  <a:highlight>
                    <a:schemeClr val="lt1"/>
                  </a:highlight>
                </a:rPr>
                <a:t>Meses con intereses, pre autorizador de transacciones, eliminación de tarjeta digital, acumulación y redención de puntos Coppel Max</a:t>
              </a:r>
              <a:endParaRPr b="1" i="1" sz="600">
                <a:solidFill>
                  <a:srgbClr val="00B050"/>
                </a:solidFill>
                <a:highlight>
                  <a:schemeClr val="lt1"/>
                </a:highlight>
              </a:endParaRPr>
            </a:p>
          </p:txBody>
        </p:sp>
      </p:grpSp>
      <p:grpSp>
        <p:nvGrpSpPr>
          <p:cNvPr id="1921" name="Google Shape;1921;p186"/>
          <p:cNvGrpSpPr/>
          <p:nvPr/>
        </p:nvGrpSpPr>
        <p:grpSpPr>
          <a:xfrm>
            <a:off x="5465238" y="918068"/>
            <a:ext cx="1697816" cy="3920007"/>
            <a:chOff x="7230768" y="1140963"/>
            <a:chExt cx="2263755" cy="5226676"/>
          </a:xfrm>
        </p:grpSpPr>
        <p:cxnSp>
          <p:nvCxnSpPr>
            <p:cNvPr id="1922" name="Google Shape;1922;p186"/>
            <p:cNvCxnSpPr>
              <a:stCxn id="1923" idx="4"/>
              <a:endCxn id="1924" idx="0"/>
            </p:cNvCxnSpPr>
            <p:nvPr/>
          </p:nvCxnSpPr>
          <p:spPr>
            <a:xfrm>
              <a:off x="7279968" y="1602069"/>
              <a:ext cx="0" cy="3675900"/>
            </a:xfrm>
            <a:prstGeom prst="straightConnector1">
              <a:avLst/>
            </a:prstGeom>
            <a:noFill/>
            <a:ln cap="flat" cmpd="sng" w="8025">
              <a:solidFill>
                <a:srgbClr val="B2B2B2"/>
              </a:solidFill>
              <a:prstDash val="dot"/>
              <a:round/>
              <a:headEnd len="sm" w="sm" type="none"/>
              <a:tailEnd len="sm" w="sm" type="none"/>
            </a:ln>
          </p:spPr>
        </p:cxnSp>
        <p:sp>
          <p:nvSpPr>
            <p:cNvPr id="1923" name="Google Shape;1923;p186"/>
            <p:cNvSpPr/>
            <p:nvPr/>
          </p:nvSpPr>
          <p:spPr>
            <a:xfrm>
              <a:off x="7230768" y="1503369"/>
              <a:ext cx="98400" cy="98700"/>
            </a:xfrm>
            <a:prstGeom prst="ellipse">
              <a:avLst/>
            </a:prstGeom>
            <a:solidFill>
              <a:srgbClr val="00B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600">
                <a:solidFill>
                  <a:srgbClr val="FFFFFF"/>
                </a:solidFill>
              </a:endParaRPr>
            </a:p>
          </p:txBody>
        </p:sp>
        <p:sp>
          <p:nvSpPr>
            <p:cNvPr id="1925" name="Google Shape;1925;p186"/>
            <p:cNvSpPr/>
            <p:nvPr/>
          </p:nvSpPr>
          <p:spPr>
            <a:xfrm>
              <a:off x="7230768" y="2360171"/>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26" name="Google Shape;1926;p186"/>
            <p:cNvSpPr/>
            <p:nvPr/>
          </p:nvSpPr>
          <p:spPr>
            <a:xfrm>
              <a:off x="7230768" y="3450077"/>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27" name="Google Shape;1927;p186"/>
            <p:cNvSpPr/>
            <p:nvPr/>
          </p:nvSpPr>
          <p:spPr>
            <a:xfrm>
              <a:off x="7301509" y="1140963"/>
              <a:ext cx="2015100" cy="202800"/>
            </a:xfrm>
            <a:prstGeom prst="roundRect">
              <a:avLst>
                <a:gd fmla="val 16667" name="adj"/>
              </a:avLst>
            </a:prstGeom>
            <a:solidFill>
              <a:srgbClr val="FF9D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chemeClr val="lt1"/>
                  </a:solidFill>
                  <a:latin typeface="Helvetica Neue"/>
                  <a:ea typeface="Helvetica Neue"/>
                  <a:cs typeface="Helvetica Neue"/>
                  <a:sym typeface="Helvetica Neue"/>
                </a:rPr>
                <a:t>Tronco común</a:t>
              </a:r>
              <a:endParaRPr b="1" sz="800">
                <a:solidFill>
                  <a:schemeClr val="lt1"/>
                </a:solidFill>
                <a:latin typeface="Helvetica Neue"/>
                <a:ea typeface="Helvetica Neue"/>
                <a:cs typeface="Helvetica Neue"/>
                <a:sym typeface="Helvetica Neue"/>
              </a:endParaRPr>
            </a:p>
          </p:txBody>
        </p:sp>
        <p:sp>
          <p:nvSpPr>
            <p:cNvPr id="1928" name="Google Shape;1928;p186"/>
            <p:cNvSpPr/>
            <p:nvPr/>
          </p:nvSpPr>
          <p:spPr>
            <a:xfrm>
              <a:off x="7230768" y="4538452"/>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29" name="Google Shape;1929;p186"/>
            <p:cNvSpPr/>
            <p:nvPr/>
          </p:nvSpPr>
          <p:spPr>
            <a:xfrm>
              <a:off x="7398109" y="4172353"/>
              <a:ext cx="2015100" cy="202800"/>
            </a:xfrm>
            <a:prstGeom prst="roundRect">
              <a:avLst>
                <a:gd fmla="val 16667" name="adj"/>
              </a:avLst>
            </a:prstGeom>
            <a:solidFill>
              <a:srgbClr val="FF9D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chemeClr val="lt1"/>
                  </a:solidFill>
                  <a:latin typeface="Helvetica Neue"/>
                  <a:ea typeface="Helvetica Neue"/>
                  <a:cs typeface="Helvetica Neue"/>
                  <a:sym typeface="Helvetica Neue"/>
                </a:rPr>
                <a:t>Incrementales</a:t>
              </a:r>
              <a:endParaRPr b="1" sz="800">
                <a:solidFill>
                  <a:schemeClr val="lt1"/>
                </a:solidFill>
                <a:latin typeface="Helvetica Neue"/>
                <a:ea typeface="Helvetica Neue"/>
                <a:cs typeface="Helvetica Neue"/>
                <a:sym typeface="Helvetica Neue"/>
              </a:endParaRPr>
            </a:p>
          </p:txBody>
        </p:sp>
        <p:sp>
          <p:nvSpPr>
            <p:cNvPr id="1930" name="Google Shape;1930;p186"/>
            <p:cNvSpPr txBox="1"/>
            <p:nvPr/>
          </p:nvSpPr>
          <p:spPr>
            <a:xfrm>
              <a:off x="7398122" y="1464439"/>
              <a:ext cx="2096400" cy="490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1" lang="es" sz="600">
                  <a:solidFill>
                    <a:schemeClr val="dk1"/>
                  </a:solidFill>
                  <a:highlight>
                    <a:schemeClr val="lt1"/>
                  </a:highlight>
                </a:rPr>
                <a:t>Confirmación de funcionalidades</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Formalizar internamente las funcionalidades que conformarán el alcance </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Por confirmar</a:t>
              </a:r>
              <a:br>
                <a:rPr b="1" i="1" lang="es" sz="600">
                  <a:solidFill>
                    <a:srgbClr val="00B050"/>
                  </a:solidFill>
                  <a:highlight>
                    <a:schemeClr val="lt1"/>
                  </a:highlight>
                </a:rPr>
              </a:b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Definir funcionalidades prioridad Alta</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Definiciones de negocio funcionalidades Prioridad Alta en el backlog SmartVista TDC.</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Por confirmar</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434343"/>
                  </a:solidFill>
                  <a:highlight>
                    <a:schemeClr val="lt1"/>
                  </a:highlight>
                </a:rPr>
                <a:t>Estimación de alcance  SmartVista</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Entregar e plan de estimación de desarrollo y liberación.</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Leonardo Hernández</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Fecha por confirmar</a:t>
              </a:r>
              <a:endParaRPr b="1" i="1" sz="600">
                <a:solidFill>
                  <a:schemeClr val="dk1"/>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rPr b="1" i="1" lang="es" sz="600">
                  <a:solidFill>
                    <a:schemeClr val="dk1"/>
                  </a:solidFill>
                  <a:highlight>
                    <a:schemeClr val="lt1"/>
                  </a:highlight>
                </a:rPr>
                <a:t>Definir funcionalidades prioridad Media</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Definiciones de negocio funcionalidades Prioridad Media en el backlog SmartVista TDC.</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Por confirmar</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lnSpc>
                  <a:spcPct val="115000"/>
                </a:lnSpc>
                <a:spcBef>
                  <a:spcPts val="0"/>
                </a:spcBef>
                <a:spcAft>
                  <a:spcPts val="0"/>
                </a:spcAft>
                <a:buNone/>
              </a:pPr>
              <a:r>
                <a:rPr b="1" i="1" lang="es" sz="600">
                  <a:highlight>
                    <a:schemeClr val="lt1"/>
                  </a:highlight>
                </a:rPr>
                <a:t>Mejoras incrementales (2026-2027)</a:t>
              </a:r>
              <a:endParaRPr i="1" sz="500">
                <a:solidFill>
                  <a:srgbClr val="434343"/>
                </a:solidFill>
              </a:endParaRPr>
            </a:p>
            <a:p>
              <a:pPr indent="0" lvl="0" marL="0" rtl="0" algn="l">
                <a:spcBef>
                  <a:spcPts val="0"/>
                </a:spcBef>
                <a:spcAft>
                  <a:spcPts val="0"/>
                </a:spcAft>
                <a:buNone/>
              </a:pPr>
              <a:r>
                <a:rPr i="1" lang="es" sz="600">
                  <a:solidFill>
                    <a:schemeClr val="dk1"/>
                  </a:solidFill>
                  <a:highlight>
                    <a:schemeClr val="lt1"/>
                  </a:highlight>
                </a:rPr>
                <a:t>Meses con Intereses</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Domiciliar pago de la TDC.</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Balance Transfer</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Solicitar envío a domicilio de la Tarjeta física </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Solicitar Tarjetas Adicionales.</a:t>
              </a:r>
              <a:endParaRPr sz="500">
                <a:solidFill>
                  <a:srgbClr val="242C68"/>
                </a:solidFill>
                <a:latin typeface="Helvetica Neue"/>
                <a:ea typeface="Helvetica Neue"/>
                <a:cs typeface="Helvetica Neue"/>
                <a:sym typeface="Helvetica Neue"/>
              </a:endParaRPr>
            </a:p>
            <a:p>
              <a:pPr indent="0" lvl="0" marL="0" rtl="0" algn="l">
                <a:spcBef>
                  <a:spcPts val="0"/>
                </a:spcBef>
                <a:spcAft>
                  <a:spcPts val="0"/>
                </a:spcAft>
                <a:buNone/>
              </a:pPr>
              <a:r>
                <a:rPr b="1" i="1" lang="es" sz="500">
                  <a:solidFill>
                    <a:srgbClr val="9E9E9E"/>
                  </a:solidFill>
                  <a:highlight>
                    <a:schemeClr val="lt1"/>
                  </a:highlight>
                </a:rPr>
                <a:t>Fecha TDB</a:t>
              </a:r>
              <a:endParaRPr b="1" i="1" sz="600">
                <a:solidFill>
                  <a:srgbClr val="00B050"/>
                </a:solidFill>
                <a:highlight>
                  <a:schemeClr val="lt1"/>
                </a:highlight>
              </a:endParaRPr>
            </a:p>
          </p:txBody>
        </p:sp>
      </p:grpSp>
      <p:sp>
        <p:nvSpPr>
          <p:cNvPr id="1931" name="Google Shape;1931;p186"/>
          <p:cNvSpPr/>
          <p:nvPr/>
        </p:nvSpPr>
        <p:spPr>
          <a:xfrm flipH="1">
            <a:off x="134906" y="615544"/>
            <a:ext cx="6976200" cy="233100"/>
          </a:xfrm>
          <a:prstGeom prst="roundRect">
            <a:avLst>
              <a:gd fmla="val 16667" name="adj"/>
            </a:avLst>
          </a:prstGeom>
          <a:solidFill>
            <a:srgbClr val="05297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s" sz="1000">
                <a:solidFill>
                  <a:schemeClr val="lt1"/>
                </a:solidFill>
                <a:latin typeface="Helvetica Neue"/>
                <a:ea typeface="Helvetica Neue"/>
                <a:cs typeface="Helvetica Neue"/>
                <a:sym typeface="Helvetica Neue"/>
              </a:rPr>
              <a:t>SmartVista   </a:t>
            </a:r>
            <a:endParaRPr b="1" sz="1000">
              <a:solidFill>
                <a:schemeClr val="lt1"/>
              </a:solidFill>
              <a:latin typeface="Helvetica Neue"/>
              <a:ea typeface="Helvetica Neue"/>
              <a:cs typeface="Helvetica Neue"/>
              <a:sym typeface="Helvetica Neue"/>
            </a:endParaRPr>
          </a:p>
        </p:txBody>
      </p:sp>
      <p:sp>
        <p:nvSpPr>
          <p:cNvPr id="1898" name="Google Shape;1898;p186"/>
          <p:cNvSpPr/>
          <p:nvPr/>
        </p:nvSpPr>
        <p:spPr>
          <a:xfrm>
            <a:off x="158269" y="3830756"/>
            <a:ext cx="73800" cy="741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sp>
        <p:nvSpPr>
          <p:cNvPr id="1924" name="Google Shape;1924;p186"/>
          <p:cNvSpPr/>
          <p:nvPr/>
        </p:nvSpPr>
        <p:spPr>
          <a:xfrm>
            <a:off x="5465238" y="4020859"/>
            <a:ext cx="73800" cy="741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Arial"/>
              <a:ea typeface="Arial"/>
              <a:cs typeface="Arial"/>
              <a:sym typeface="Arial"/>
            </a:endParaRPr>
          </a:p>
        </p:txBody>
      </p:sp>
      <p:grpSp>
        <p:nvGrpSpPr>
          <p:cNvPr id="1932" name="Google Shape;1932;p186"/>
          <p:cNvGrpSpPr/>
          <p:nvPr/>
        </p:nvGrpSpPr>
        <p:grpSpPr>
          <a:xfrm>
            <a:off x="7284139" y="615547"/>
            <a:ext cx="1720575" cy="4241928"/>
            <a:chOff x="5262176" y="737602"/>
            <a:chExt cx="2294100" cy="5655904"/>
          </a:xfrm>
        </p:grpSpPr>
        <p:sp>
          <p:nvSpPr>
            <p:cNvPr id="1933" name="Google Shape;1933;p186"/>
            <p:cNvSpPr/>
            <p:nvPr/>
          </p:nvSpPr>
          <p:spPr>
            <a:xfrm flipH="1">
              <a:off x="5262176" y="737602"/>
              <a:ext cx="2294100" cy="310800"/>
            </a:xfrm>
            <a:prstGeom prst="roundRect">
              <a:avLst>
                <a:gd fmla="val 16667" name="adj"/>
              </a:avLst>
            </a:prstGeom>
            <a:solidFill>
              <a:srgbClr val="05297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s" sz="1000">
                  <a:solidFill>
                    <a:srgbClr val="FFFFFF"/>
                  </a:solidFill>
                  <a:latin typeface="Helvetica Neue"/>
                  <a:ea typeface="Helvetica Neue"/>
                  <a:cs typeface="Helvetica Neue"/>
                  <a:sym typeface="Helvetica Neue"/>
                </a:rPr>
                <a:t>Backlog</a:t>
              </a:r>
              <a:endParaRPr b="1" sz="1000">
                <a:solidFill>
                  <a:srgbClr val="FFFFFF"/>
                </a:solidFill>
                <a:latin typeface="Helvetica Neue"/>
                <a:ea typeface="Helvetica Neue"/>
                <a:cs typeface="Helvetica Neue"/>
                <a:sym typeface="Helvetica Neue"/>
              </a:endParaRPr>
            </a:p>
          </p:txBody>
        </p:sp>
        <p:sp>
          <p:nvSpPr>
            <p:cNvPr id="1934" name="Google Shape;1934;p186"/>
            <p:cNvSpPr/>
            <p:nvPr/>
          </p:nvSpPr>
          <p:spPr>
            <a:xfrm>
              <a:off x="5293468" y="1503369"/>
              <a:ext cx="98400" cy="987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600">
                <a:solidFill>
                  <a:srgbClr val="FFFFFF"/>
                </a:solidFill>
              </a:endParaRPr>
            </a:p>
          </p:txBody>
        </p:sp>
        <p:sp>
          <p:nvSpPr>
            <p:cNvPr id="1935" name="Google Shape;1935;p186"/>
            <p:cNvSpPr/>
            <p:nvPr/>
          </p:nvSpPr>
          <p:spPr>
            <a:xfrm>
              <a:off x="5364209" y="1140963"/>
              <a:ext cx="2015100" cy="202800"/>
            </a:xfrm>
            <a:prstGeom prst="roundRect">
              <a:avLst>
                <a:gd fmla="val 16667" name="adj"/>
              </a:avLst>
            </a:prstGeom>
            <a:solidFill>
              <a:srgbClr val="FF9D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chemeClr val="lt1"/>
                  </a:solidFill>
                  <a:latin typeface="Helvetica Neue"/>
                  <a:ea typeface="Helvetica Neue"/>
                  <a:cs typeface="Helvetica Neue"/>
                  <a:sym typeface="Helvetica Neue"/>
                </a:rPr>
                <a:t>TDC Clásica</a:t>
              </a:r>
              <a:endParaRPr b="1" sz="800">
                <a:solidFill>
                  <a:srgbClr val="FFFFFF"/>
                </a:solidFill>
                <a:latin typeface="Helvetica Neue"/>
                <a:ea typeface="Helvetica Neue"/>
                <a:cs typeface="Helvetica Neue"/>
                <a:sym typeface="Helvetica Neue"/>
              </a:endParaRPr>
            </a:p>
          </p:txBody>
        </p:sp>
        <p:sp>
          <p:nvSpPr>
            <p:cNvPr id="1936" name="Google Shape;1936;p186"/>
            <p:cNvSpPr txBox="1"/>
            <p:nvPr/>
          </p:nvSpPr>
          <p:spPr>
            <a:xfrm>
              <a:off x="5436958" y="1490306"/>
              <a:ext cx="2107800" cy="490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1" lang="es" sz="600">
                  <a:solidFill>
                    <a:srgbClr val="303030"/>
                  </a:solidFill>
                  <a:highlight>
                    <a:srgbClr val="FFFFFF"/>
                  </a:highlight>
                </a:rPr>
                <a:t>Migración de tarjeta clásica</a:t>
              </a:r>
              <a:endParaRPr b="1" i="1" sz="600">
                <a:solidFill>
                  <a:srgbClr val="303030"/>
                </a:solidFill>
                <a:highlight>
                  <a:srgbClr val="FFFFFF"/>
                </a:highlight>
              </a:endParaRPr>
            </a:p>
            <a:p>
              <a:pPr indent="0" lvl="0" marL="0" rtl="0" algn="l">
                <a:spcBef>
                  <a:spcPts val="0"/>
                </a:spcBef>
                <a:spcAft>
                  <a:spcPts val="0"/>
                </a:spcAft>
                <a:buNone/>
              </a:pPr>
              <a:r>
                <a:rPr i="1" lang="es" sz="600">
                  <a:solidFill>
                    <a:srgbClr val="303030"/>
                  </a:solidFill>
                  <a:highlight>
                    <a:srgbClr val="FFFFFF"/>
                  </a:highlight>
                </a:rPr>
                <a:t>En conjunto con el equipo de migración tener elaborar plan a alto nivel y olas de migración.</a:t>
              </a:r>
              <a:endParaRPr i="1" sz="600">
                <a:solidFill>
                  <a:srgbClr val="303030"/>
                </a:solidFill>
                <a:highlight>
                  <a:srgbClr val="FFFFFF"/>
                </a:highlight>
              </a:endParaRPr>
            </a:p>
            <a:p>
              <a:pPr indent="0" lvl="0" marL="0" rtl="0" algn="l">
                <a:spcBef>
                  <a:spcPts val="0"/>
                </a:spcBef>
                <a:spcAft>
                  <a:spcPts val="0"/>
                </a:spcAft>
                <a:buNone/>
              </a:pPr>
              <a:r>
                <a:rPr i="1" lang="es" sz="600">
                  <a:solidFill>
                    <a:srgbClr val="303030"/>
                  </a:solidFill>
                  <a:highlight>
                    <a:srgbClr val="FFFFFF"/>
                  </a:highlight>
                </a:rPr>
                <a:t>Responsable: </a:t>
              </a:r>
              <a:r>
                <a:rPr b="1" i="1" lang="es" sz="600">
                  <a:solidFill>
                    <a:srgbClr val="303030"/>
                  </a:solidFill>
                  <a:highlight>
                    <a:srgbClr val="FFFFFF"/>
                  </a:highlight>
                </a:rPr>
                <a:t>Sergio Arellano / Janett Estrada</a:t>
              </a:r>
              <a:endParaRPr b="1" i="1" sz="600">
                <a:solidFill>
                  <a:srgbClr val="00B050"/>
                </a:solidFill>
                <a:highlight>
                  <a:srgbClr val="FFFFFF"/>
                </a:highlight>
              </a:endParaRPr>
            </a:p>
            <a:p>
              <a:pPr indent="0" lvl="0" marL="0" rtl="0" algn="l">
                <a:spcBef>
                  <a:spcPts val="0"/>
                </a:spcBef>
                <a:spcAft>
                  <a:spcPts val="0"/>
                </a:spcAft>
                <a:buNone/>
              </a:pPr>
              <a:r>
                <a:rPr b="1" i="1" lang="es" sz="600">
                  <a:solidFill>
                    <a:srgbClr val="00B050"/>
                  </a:solidFill>
                  <a:highlight>
                    <a:srgbClr val="FFFFFF"/>
                  </a:highlight>
                </a:rPr>
                <a:t>Diciembre 2025</a:t>
              </a:r>
              <a:endParaRPr b="1" i="1" sz="600">
                <a:solidFill>
                  <a:srgbClr val="00B050"/>
                </a:solidFill>
                <a:highlight>
                  <a:srgbClr val="FFFFFF"/>
                </a:highlight>
              </a:endParaRPr>
            </a:p>
            <a:p>
              <a:pPr indent="0" lvl="0" marL="0" rtl="0" algn="l">
                <a:spcBef>
                  <a:spcPts val="0"/>
                </a:spcBef>
                <a:spcAft>
                  <a:spcPts val="0"/>
                </a:spcAft>
                <a:buNone/>
              </a:pPr>
              <a:r>
                <a:t/>
              </a:r>
              <a:endParaRPr b="1" i="1" sz="600">
                <a:solidFill>
                  <a:srgbClr val="00B050"/>
                </a:solidFill>
                <a:highlight>
                  <a:srgbClr val="FFFFFF"/>
                </a:highlight>
              </a:endParaRPr>
            </a:p>
            <a:p>
              <a:pPr indent="0" lvl="0" marL="0" rtl="0" algn="l">
                <a:spcBef>
                  <a:spcPts val="0"/>
                </a:spcBef>
                <a:spcAft>
                  <a:spcPts val="0"/>
                </a:spcAft>
                <a:buNone/>
              </a:pPr>
              <a:r>
                <a:rPr b="1" i="1" lang="es" sz="600">
                  <a:solidFill>
                    <a:schemeClr val="dk1"/>
                  </a:solidFill>
                  <a:highlight>
                    <a:schemeClr val="lt1"/>
                  </a:highlight>
                </a:rPr>
                <a:t>Funcionalidades tronco común</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Terminar de disponibilizar las funcionalidades que hoy se tiene en legacy en SmartVista.</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funcionalidades principales:</a:t>
              </a:r>
              <a:endParaRPr i="1" sz="600">
                <a:solidFill>
                  <a:schemeClr val="dk1"/>
                </a:solidFill>
                <a:highlight>
                  <a:schemeClr val="lt1"/>
                </a:highlight>
              </a:endParaRPr>
            </a:p>
            <a:p>
              <a:pPr indent="0" lvl="0" marL="0" rtl="0" algn="l">
                <a:spcBef>
                  <a:spcPts val="0"/>
                </a:spcBef>
                <a:spcAft>
                  <a:spcPts val="0"/>
                </a:spcAft>
                <a:buNone/>
              </a:pPr>
              <a:r>
                <a:rPr lang="es" sz="600">
                  <a:solidFill>
                    <a:schemeClr val="dk1"/>
                  </a:solidFill>
                  <a:highlight>
                    <a:schemeClr val="lt1"/>
                  </a:highlight>
                </a:rPr>
                <a:t>Bonificación de anualidad, incremento de línea, domiciliación, solicitud de tarjetas adicionales, pago en corresponsales</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Responsable: </a:t>
              </a:r>
              <a:r>
                <a:rPr b="1" i="1" lang="es" sz="600">
                  <a:solidFill>
                    <a:schemeClr val="dk1"/>
                  </a:solidFill>
                  <a:highlight>
                    <a:schemeClr val="lt1"/>
                  </a:highlight>
                </a:rPr>
                <a:t>Sergio Arellano / Leonardo Hernández</a:t>
              </a:r>
              <a:endParaRPr b="1" i="1" sz="600">
                <a:solidFill>
                  <a:srgbClr val="00B050"/>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TBD</a:t>
              </a:r>
              <a:endParaRPr b="1" i="1" sz="500">
                <a:solidFill>
                  <a:srgbClr val="9E9E9E"/>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rgbClr val="FFFFFF"/>
                </a:highlight>
              </a:endParaRPr>
            </a:p>
            <a:p>
              <a:pPr indent="0" lvl="0" marL="0" rtl="0" algn="l">
                <a:spcBef>
                  <a:spcPts val="0"/>
                </a:spcBef>
                <a:spcAft>
                  <a:spcPts val="0"/>
                </a:spcAft>
                <a:buNone/>
              </a:pPr>
              <a:r>
                <a:t/>
              </a:r>
              <a:endParaRPr b="1" i="1" sz="600">
                <a:solidFill>
                  <a:srgbClr val="00B050"/>
                </a:solidFill>
                <a:highlight>
                  <a:srgbClr val="FFFFFF"/>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a:p>
              <a:pPr indent="0" lvl="0" marL="0" rtl="0" algn="l">
                <a:spcBef>
                  <a:spcPts val="0"/>
                </a:spcBef>
                <a:spcAft>
                  <a:spcPts val="0"/>
                </a:spcAft>
                <a:buNone/>
              </a:pPr>
              <a:r>
                <a:t/>
              </a:r>
              <a:endParaRPr b="1" i="1" sz="600">
                <a:solidFill>
                  <a:srgbClr val="00B050"/>
                </a:solidFill>
                <a:highlight>
                  <a:schemeClr val="lt1"/>
                </a:highlight>
              </a:endParaRPr>
            </a:p>
          </p:txBody>
        </p:sp>
      </p:grpSp>
      <p:sp>
        <p:nvSpPr>
          <p:cNvPr id="1937" name="Google Shape;1937;p186"/>
          <p:cNvSpPr/>
          <p:nvPr/>
        </p:nvSpPr>
        <p:spPr>
          <a:xfrm>
            <a:off x="7303470" y="3104272"/>
            <a:ext cx="73800" cy="741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600">
              <a:solidFill>
                <a:srgbClr val="FFFFFF"/>
              </a:solidFill>
            </a:endParaRPr>
          </a:p>
        </p:txBody>
      </p:sp>
      <p:sp>
        <p:nvSpPr>
          <p:cNvPr id="1938" name="Google Shape;1938;p186"/>
          <p:cNvSpPr txBox="1"/>
          <p:nvPr/>
        </p:nvSpPr>
        <p:spPr>
          <a:xfrm>
            <a:off x="7427588" y="3081025"/>
            <a:ext cx="1433700" cy="40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1" lang="es" sz="600">
                <a:solidFill>
                  <a:schemeClr val="dk1"/>
                </a:solidFill>
                <a:highlight>
                  <a:schemeClr val="lt1"/>
                </a:highlight>
              </a:rPr>
              <a:t>Migración de productos Premium </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Incorporación de las tarjetas al ecosistema Smart Vista, habilitando capacidades avanzadas y gestión diferenciada para clientes de alto valor.</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TDB </a:t>
            </a:r>
            <a:endParaRPr b="1" i="1" sz="500">
              <a:solidFill>
                <a:srgbClr val="9E9E9E"/>
              </a:solidFill>
              <a:highlight>
                <a:schemeClr val="lt1"/>
              </a:highlight>
            </a:endParaRPr>
          </a:p>
          <a:p>
            <a:pPr indent="0" lvl="0" marL="0" rtl="0" algn="l">
              <a:spcBef>
                <a:spcPts val="0"/>
              </a:spcBef>
              <a:spcAft>
                <a:spcPts val="0"/>
              </a:spcAft>
              <a:buNone/>
            </a:pPr>
            <a:r>
              <a:t/>
            </a:r>
            <a:endParaRPr b="1" i="1" sz="300">
              <a:solidFill>
                <a:schemeClr val="dk1"/>
              </a:solidFill>
              <a:highlight>
                <a:schemeClr val="lt1"/>
              </a:highlight>
            </a:endParaRPr>
          </a:p>
          <a:p>
            <a:pPr indent="0" lvl="0" marL="0" rtl="0" algn="l">
              <a:spcBef>
                <a:spcPts val="0"/>
              </a:spcBef>
              <a:spcAft>
                <a:spcPts val="0"/>
              </a:spcAft>
              <a:buNone/>
            </a:pPr>
            <a:r>
              <a:t/>
            </a:r>
            <a:endParaRPr b="1" i="1" sz="500">
              <a:solidFill>
                <a:schemeClr val="dk1"/>
              </a:solidFill>
              <a:highlight>
                <a:schemeClr val="lt1"/>
              </a:highlight>
            </a:endParaRPr>
          </a:p>
          <a:p>
            <a:pPr indent="0" lvl="0" marL="0" rtl="0" algn="l">
              <a:spcBef>
                <a:spcPts val="0"/>
              </a:spcBef>
              <a:spcAft>
                <a:spcPts val="0"/>
              </a:spcAft>
              <a:buNone/>
            </a:pPr>
            <a:r>
              <a:t/>
            </a:r>
            <a:endParaRPr b="1" i="1" sz="500">
              <a:highlight>
                <a:srgbClr val="FFFFFF"/>
              </a:highlight>
            </a:endParaRPr>
          </a:p>
          <a:p>
            <a:pPr indent="0" lvl="0" marL="0" rtl="0" algn="l">
              <a:spcBef>
                <a:spcPts val="0"/>
              </a:spcBef>
              <a:spcAft>
                <a:spcPts val="0"/>
              </a:spcAft>
              <a:buNone/>
            </a:pPr>
            <a:r>
              <a:t/>
            </a:r>
            <a:endParaRPr i="1" sz="500">
              <a:highlight>
                <a:srgbClr val="FFFFFF"/>
              </a:highlight>
            </a:endParaRPr>
          </a:p>
        </p:txBody>
      </p:sp>
      <p:sp>
        <p:nvSpPr>
          <p:cNvPr id="1939" name="Google Shape;1939;p186"/>
          <p:cNvSpPr/>
          <p:nvPr/>
        </p:nvSpPr>
        <p:spPr>
          <a:xfrm>
            <a:off x="7288282" y="1827947"/>
            <a:ext cx="73800" cy="741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600">
              <a:solidFill>
                <a:srgbClr val="FFFFFF"/>
              </a:solidFill>
            </a:endParaRPr>
          </a:p>
        </p:txBody>
      </p:sp>
      <p:sp>
        <p:nvSpPr>
          <p:cNvPr id="1940" name="Google Shape;1940;p186"/>
          <p:cNvSpPr/>
          <p:nvPr/>
        </p:nvSpPr>
        <p:spPr>
          <a:xfrm>
            <a:off x="7375641" y="3701377"/>
            <a:ext cx="1477200" cy="152100"/>
          </a:xfrm>
          <a:prstGeom prst="roundRect">
            <a:avLst>
              <a:gd fmla="val 16667" name="adj"/>
            </a:avLst>
          </a:prstGeom>
          <a:solidFill>
            <a:srgbClr val="FF9D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700">
                <a:solidFill>
                  <a:schemeClr val="lt1"/>
                </a:solidFill>
                <a:latin typeface="Helvetica Neue"/>
                <a:ea typeface="Helvetica Neue"/>
                <a:cs typeface="Helvetica Neue"/>
                <a:sym typeface="Helvetica Neue"/>
              </a:rPr>
              <a:t>Expansión de oferta</a:t>
            </a:r>
            <a:endParaRPr b="1" sz="700">
              <a:solidFill>
                <a:schemeClr val="lt1"/>
              </a:solidFill>
              <a:latin typeface="Helvetica Neue"/>
              <a:ea typeface="Helvetica Neue"/>
              <a:cs typeface="Helvetica Neue"/>
              <a:sym typeface="Helvetica Neue"/>
            </a:endParaRPr>
          </a:p>
        </p:txBody>
      </p:sp>
      <p:sp>
        <p:nvSpPr>
          <p:cNvPr id="1941" name="Google Shape;1941;p186"/>
          <p:cNvSpPr txBox="1"/>
          <p:nvPr/>
        </p:nvSpPr>
        <p:spPr>
          <a:xfrm>
            <a:off x="7412388" y="3853475"/>
            <a:ext cx="1403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s" sz="600">
                <a:solidFill>
                  <a:schemeClr val="dk1"/>
                </a:solidFill>
                <a:highlight>
                  <a:schemeClr val="lt1"/>
                </a:highlight>
              </a:rPr>
              <a:t>Diferenciación estratégica</a:t>
            </a:r>
            <a:endParaRPr b="1"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funcionalidades enfocadas a atraer nuevos clientes incluyendo aquellos que hoy no atendemos.</a:t>
            </a:r>
            <a:endParaRPr i="1" sz="600">
              <a:solidFill>
                <a:schemeClr val="dk1"/>
              </a:solidFill>
              <a:highlight>
                <a:schemeClr val="lt1"/>
              </a:highlight>
            </a:endParaRPr>
          </a:p>
          <a:p>
            <a:pPr indent="0" lvl="0" marL="0" rtl="0" algn="l">
              <a:spcBef>
                <a:spcPts val="0"/>
              </a:spcBef>
              <a:spcAft>
                <a:spcPts val="0"/>
              </a:spcAft>
              <a:buNone/>
            </a:pPr>
            <a:r>
              <a:rPr i="1" lang="es" sz="600">
                <a:solidFill>
                  <a:schemeClr val="dk1"/>
                </a:solidFill>
                <a:highlight>
                  <a:schemeClr val="lt1"/>
                </a:highlight>
              </a:rPr>
              <a:t>funcionalidades principales:</a:t>
            </a:r>
            <a:endParaRPr i="1" sz="600">
              <a:solidFill>
                <a:schemeClr val="dk1"/>
              </a:solidFill>
              <a:highlight>
                <a:schemeClr val="lt1"/>
              </a:highlight>
            </a:endParaRPr>
          </a:p>
          <a:p>
            <a:pPr indent="0" lvl="0" marL="0" rtl="0" algn="l">
              <a:spcBef>
                <a:spcPts val="0"/>
              </a:spcBef>
              <a:spcAft>
                <a:spcPts val="0"/>
              </a:spcAft>
              <a:buNone/>
            </a:pPr>
            <a:r>
              <a:rPr lang="es" sz="600">
                <a:solidFill>
                  <a:schemeClr val="dk1"/>
                </a:solidFill>
                <a:highlight>
                  <a:schemeClr val="lt1"/>
                </a:highlight>
              </a:rPr>
              <a:t>envío a domicilio, programa de referidos, bloqueos personalizados, administrador de tasas, balance transfer, upgrade de tarjeta en app</a:t>
            </a:r>
            <a:endParaRPr i="1" sz="600">
              <a:solidFill>
                <a:schemeClr val="dk1"/>
              </a:solidFill>
              <a:highlight>
                <a:schemeClr val="lt1"/>
              </a:highlight>
            </a:endParaRPr>
          </a:p>
          <a:p>
            <a:pPr indent="0" lvl="0" marL="0" rtl="0" algn="l">
              <a:spcBef>
                <a:spcPts val="0"/>
              </a:spcBef>
              <a:spcAft>
                <a:spcPts val="0"/>
              </a:spcAft>
              <a:buNone/>
            </a:pPr>
            <a:r>
              <a:rPr b="1" i="1" lang="es" sz="600">
                <a:solidFill>
                  <a:srgbClr val="00B050"/>
                </a:solidFill>
                <a:highlight>
                  <a:schemeClr val="lt1"/>
                </a:highlight>
              </a:rPr>
              <a:t>TDB</a:t>
            </a:r>
            <a:r>
              <a:rPr b="1" i="1" lang="es" sz="500">
                <a:solidFill>
                  <a:srgbClr val="9E9E9E"/>
                </a:solidFill>
                <a:highlight>
                  <a:schemeClr val="lt1"/>
                </a:highlight>
              </a:rPr>
              <a:t> </a:t>
            </a:r>
            <a:endParaRPr/>
          </a:p>
        </p:txBody>
      </p:sp>
      <p:sp>
        <p:nvSpPr>
          <p:cNvPr id="1942" name="Google Shape;1942;p186"/>
          <p:cNvSpPr/>
          <p:nvPr/>
        </p:nvSpPr>
        <p:spPr>
          <a:xfrm>
            <a:off x="7303482" y="3975822"/>
            <a:ext cx="73800" cy="74100"/>
          </a:xfrm>
          <a:prstGeom prst="ellipse">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600">
              <a:solidFill>
                <a:srgbClr val="FFFFFF"/>
              </a:solidFill>
            </a:endParaRPr>
          </a:p>
        </p:txBody>
      </p:sp>
      <p:cxnSp>
        <p:nvCxnSpPr>
          <p:cNvPr id="1943" name="Google Shape;1943;p186"/>
          <p:cNvCxnSpPr>
            <a:stCxn id="1934" idx="4"/>
            <a:endCxn id="1942" idx="1"/>
          </p:cNvCxnSpPr>
          <p:nvPr/>
        </p:nvCxnSpPr>
        <p:spPr>
          <a:xfrm flipH="1">
            <a:off x="7314207" y="1263897"/>
            <a:ext cx="30300" cy="2722800"/>
          </a:xfrm>
          <a:prstGeom prst="straightConnector1">
            <a:avLst/>
          </a:prstGeom>
          <a:noFill/>
          <a:ln cap="flat" cmpd="sng" w="8025">
            <a:solidFill>
              <a:srgbClr val="B2B2B2"/>
            </a:solidFill>
            <a:prstDash val="dot"/>
            <a:round/>
            <a:headEnd len="sm" w="sm" type="none"/>
            <a:tailEnd len="sm" w="sm" type="none"/>
          </a:ln>
        </p:spPr>
      </p:cxnSp>
      <p:sp>
        <p:nvSpPr>
          <p:cNvPr id="1944" name="Google Shape;1944;p186"/>
          <p:cNvSpPr/>
          <p:nvPr/>
        </p:nvSpPr>
        <p:spPr>
          <a:xfrm>
            <a:off x="7405829" y="2883102"/>
            <a:ext cx="1477200" cy="152100"/>
          </a:xfrm>
          <a:prstGeom prst="roundRect">
            <a:avLst>
              <a:gd fmla="val 16667" name="adj"/>
            </a:avLst>
          </a:prstGeom>
          <a:solidFill>
            <a:srgbClr val="FF9D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s" sz="700">
                <a:solidFill>
                  <a:schemeClr val="lt1"/>
                </a:solidFill>
                <a:latin typeface="Helvetica Neue"/>
                <a:ea typeface="Helvetica Neue"/>
                <a:cs typeface="Helvetica Neue"/>
                <a:sym typeface="Helvetica Neue"/>
              </a:rPr>
              <a:t>TDC Oro, Platinum, Infinite</a:t>
            </a:r>
            <a:endParaRPr b="1" sz="700">
              <a:solidFill>
                <a:schemeClr val="lt1"/>
              </a:solidFill>
              <a:latin typeface="Helvetica Neue"/>
              <a:ea typeface="Helvetica Neue"/>
              <a:cs typeface="Helvetica Neue"/>
              <a:sym typeface="Helvetica Neue"/>
            </a:endParaRPr>
          </a:p>
        </p:txBody>
      </p:sp>
      <p:pic>
        <p:nvPicPr>
          <p:cNvPr id="1945" name="Google Shape;1945;p186" title="Logo_Coppel-04.png"/>
          <p:cNvPicPr preferRelativeResize="0"/>
          <p:nvPr/>
        </p:nvPicPr>
        <p:blipFill>
          <a:blip r:embed="rId3">
            <a:alphaModFix/>
          </a:blip>
          <a:stretch>
            <a:fillRect/>
          </a:stretch>
        </p:blipFill>
        <p:spPr>
          <a:xfrm>
            <a:off x="8184051" y="4768522"/>
            <a:ext cx="681477" cy="143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ervicios Financieros ">
  <a:themeElements>
    <a:clrScheme name="Simple Light">
      <a:dk1>
        <a:srgbClr val="FFFFFF"/>
      </a:dk1>
      <a:lt1>
        <a:srgbClr val="FFFFFF"/>
      </a:lt1>
      <a:dk2>
        <a:srgbClr val="595959"/>
      </a:dk2>
      <a:lt2>
        <a:srgbClr val="EEEEEE"/>
      </a:lt2>
      <a:accent1>
        <a:srgbClr val="265AA7"/>
      </a:accent1>
      <a:accent2>
        <a:srgbClr val="FFE400"/>
      </a:accent2>
      <a:accent3>
        <a:srgbClr val="3DB9E5"/>
      </a:accent3>
      <a:accent4>
        <a:srgbClr val="C4E3EF"/>
      </a:accent4>
      <a:accent5>
        <a:srgbClr val="FFCF36"/>
      </a:accent5>
      <a:accent6>
        <a:srgbClr val="87C544"/>
      </a:accent6>
      <a:hlink>
        <a:srgbClr val="DFE0E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ervicios Financieros ">
  <a:themeElements>
    <a:clrScheme name="Simple Light">
      <a:dk1>
        <a:srgbClr val="FFFFFF"/>
      </a:dk1>
      <a:lt1>
        <a:srgbClr val="FFFFFF"/>
      </a:lt1>
      <a:dk2>
        <a:srgbClr val="595959"/>
      </a:dk2>
      <a:lt2>
        <a:srgbClr val="EEEEEE"/>
      </a:lt2>
      <a:accent1>
        <a:srgbClr val="265AA7"/>
      </a:accent1>
      <a:accent2>
        <a:srgbClr val="FFE400"/>
      </a:accent2>
      <a:accent3>
        <a:srgbClr val="3DB9E5"/>
      </a:accent3>
      <a:accent4>
        <a:srgbClr val="C4E3EF"/>
      </a:accent4>
      <a:accent5>
        <a:srgbClr val="FFCF36"/>
      </a:accent5>
      <a:accent6>
        <a:srgbClr val="87C544"/>
      </a:accent6>
      <a:hlink>
        <a:srgbClr val="DFE0E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Banca Minorista">
  <a:themeElements>
    <a:clrScheme name="Simple Light">
      <a:dk1>
        <a:srgbClr val="FFFFFF"/>
      </a:dk1>
      <a:lt1>
        <a:srgbClr val="FFFFFF"/>
      </a:lt1>
      <a:dk2>
        <a:srgbClr val="595959"/>
      </a:dk2>
      <a:lt2>
        <a:srgbClr val="EEEEEE"/>
      </a:lt2>
      <a:accent1>
        <a:srgbClr val="265AA7"/>
      </a:accent1>
      <a:accent2>
        <a:srgbClr val="FFE400"/>
      </a:accent2>
      <a:accent3>
        <a:srgbClr val="3DB9E5"/>
      </a:accent3>
      <a:accent4>
        <a:srgbClr val="C4E3EF"/>
      </a:accent4>
      <a:accent5>
        <a:srgbClr val="FFCF36"/>
      </a:accent5>
      <a:accent6>
        <a:srgbClr val="87C544"/>
      </a:accent6>
      <a:hlink>
        <a:srgbClr val="DFE0E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648767ADDAC4198CE9FAE936A0E2E" ma:contentTypeVersion="10" ma:contentTypeDescription="Create a new document." ma:contentTypeScope="" ma:versionID="bfce7f8d432cf4f2b54d649024185cc8">
  <xsd:schema xmlns:xsd="http://www.w3.org/2001/XMLSchema" xmlns:xs="http://www.w3.org/2001/XMLSchema" xmlns:p="http://schemas.microsoft.com/office/2006/metadata/properties" xmlns:ns2="bcf21e1d-e7b2-4ba8-bb72-ca5e3ff425f9" targetNamespace="http://schemas.microsoft.com/office/2006/metadata/properties" ma:root="true" ma:fieldsID="db0e3ff7a073da1765cf4c642dfd2d3e" ns2:_="">
    <xsd:import namespace="bcf21e1d-e7b2-4ba8-bb72-ca5e3ff425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1e1d-e7b2-4ba8-bb72-ca5e3ff42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cf21e1d-e7b2-4ba8-bb72-ca5e3ff425f9" xsi:nil="true"/>
  </documentManagement>
</p:properties>
</file>

<file path=customXml/itemProps1.xml><?xml version="1.0" encoding="utf-8"?>
<ds:datastoreItem xmlns:ds="http://schemas.openxmlformats.org/officeDocument/2006/customXml" ds:itemID="{968BB11E-63C1-449E-89AD-F7A781254994}"/>
</file>

<file path=customXml/itemProps2.xml><?xml version="1.0" encoding="utf-8"?>
<ds:datastoreItem xmlns:ds="http://schemas.openxmlformats.org/officeDocument/2006/customXml" ds:itemID="{0A4F8986-FBB8-4780-BEBE-F456EFED7AE4}"/>
</file>

<file path=customXml/itemProps3.xml><?xml version="1.0" encoding="utf-8"?>
<ds:datastoreItem xmlns:ds="http://schemas.openxmlformats.org/officeDocument/2006/customXml" ds:itemID="{3A3EDE99-E957-412B-B113-84AA8B9AF86E}"/>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0x010100CC2648767ADDAC4198CE9FAE936A0E2E</vt:lpwstr>
  </property>
</Properties>
</file>