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4"/>
    <p:sldMasterId id="2147484638" r:id="rId5"/>
  </p:sldMasterIdLst>
  <p:notesMasterIdLst>
    <p:notesMasterId r:id="rId8"/>
  </p:notesMasterIdLst>
  <p:sldIdLst>
    <p:sldId id="2147483644" r:id="rId6"/>
    <p:sldId id="2147483647" r:id="rId7"/>
  </p:sldIdLst>
  <p:sldSz cx="12192000" cy="6858000"/>
  <p:notesSz cx="9388475" cy="7102475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 Integral" id="{7944BA68-C909-4C50-91AF-ACDF8A17C1E1}">
          <p14:sldIdLst>
            <p14:sldId id="2147483644"/>
            <p14:sldId id="21474836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CCFEC43-BE54-30AF-1E48-68AFF5B3CA67}" name="Lorenzo Díaz, Pablo" initials="PL" userId="S::p.lorenzo.diaz@accenture.com::bac49e77-f39a-40a2-af48-1e84dc2b788f" providerId="AD"/>
  <p188:author id="{C2CB8F46-4628-E379-54D3-655EB118515E}" name="Bilovsky, Pavel" initials="PB" userId="S::pavel.bilovsky@accenture.com::95cf6684-c4cf-4362-8277-1e6ea4b66279" providerId="AD"/>
  <p188:author id="{6771E5C5-D74F-8E8A-4AAC-9AFA63E3500D}" name="Pietrzyk, Lukasz" initials="LP" userId="S::lukasz.pietrzyk@accenture.com::3c523eea-d990-46ae-90d9-b9bf542e40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FFDC6D"/>
    <a:srgbClr val="75D1A3"/>
    <a:srgbClr val="778DF1"/>
    <a:srgbClr val="A0B1F6"/>
    <a:srgbClr val="D9E0FB"/>
    <a:srgbClr val="FF5050"/>
    <a:srgbClr val="339966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8" y="62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les, Daniela" userId="faaedd4a-4fb0-4be0-9ccb-3a03645f3132" providerId="ADAL" clId="{E6C242E2-81BD-4BF8-BD0B-125D290A62DB}"/>
    <pc:docChg chg="undo custSel addSld delSld modSld modSection">
      <pc:chgData name="Morales, Daniela" userId="faaedd4a-4fb0-4be0-9ccb-3a03645f3132" providerId="ADAL" clId="{E6C242E2-81BD-4BF8-BD0B-125D290A62DB}" dt="2026-07-09T01:46:35.205" v="458" actId="207"/>
      <pc:docMkLst>
        <pc:docMk/>
      </pc:docMkLst>
      <pc:sldChg chg="addSp delSp modSp mod">
        <pc:chgData name="Morales, Daniela" userId="faaedd4a-4fb0-4be0-9ccb-3a03645f3132" providerId="ADAL" clId="{E6C242E2-81BD-4BF8-BD0B-125D290A62DB}" dt="2026-07-09T01:36:19.585" v="162" actId="478"/>
        <pc:sldMkLst>
          <pc:docMk/>
          <pc:sldMk cId="3057309035" sldId="2147483644"/>
        </pc:sldMkLst>
        <pc:spChg chg="add mod">
          <ac:chgData name="Morales, Daniela" userId="faaedd4a-4fb0-4be0-9ccb-3a03645f3132" providerId="ADAL" clId="{E6C242E2-81BD-4BF8-BD0B-125D290A62DB}" dt="2026-07-09T01:36:19.585" v="162" actId="478"/>
          <ac:spMkLst>
            <pc:docMk/>
            <pc:sldMk cId="3057309035" sldId="2147483644"/>
            <ac:spMk id="4" creationId="{9EE43C49-27A5-4999-52E9-DDDB4057CA9F}"/>
          </ac:spMkLst>
        </pc:spChg>
        <pc:spChg chg="mod">
          <ac:chgData name="Morales, Daniela" userId="faaedd4a-4fb0-4be0-9ccb-3a03645f3132" providerId="ADAL" clId="{E6C242E2-81BD-4BF8-BD0B-125D290A62DB}" dt="2026-07-09T01:36:16.653" v="161" actId="299"/>
          <ac:spMkLst>
            <pc:docMk/>
            <pc:sldMk cId="3057309035" sldId="2147483644"/>
            <ac:spMk id="5" creationId="{39E837A8-7F88-6603-96C8-99FC36BC5228}"/>
          </ac:spMkLst>
        </pc:spChg>
      </pc:sldChg>
      <pc:sldChg chg="addSp delSp modSp new mod">
        <pc:chgData name="Morales, Daniela" userId="faaedd4a-4fb0-4be0-9ccb-3a03645f3132" providerId="ADAL" clId="{E6C242E2-81BD-4BF8-BD0B-125D290A62DB}" dt="2026-07-09T01:46:35.205" v="458" actId="207"/>
        <pc:sldMkLst>
          <pc:docMk/>
          <pc:sldMk cId="1445257452" sldId="2147483647"/>
        </pc:sldMkLst>
        <pc:spChg chg="mod">
          <ac:chgData name="Morales, Daniela" userId="faaedd4a-4fb0-4be0-9ccb-3a03645f3132" providerId="ADAL" clId="{E6C242E2-81BD-4BF8-BD0B-125D290A62DB}" dt="2026-07-09T01:36:41.579" v="194" actId="299"/>
          <ac:spMkLst>
            <pc:docMk/>
            <pc:sldMk cId="1445257452" sldId="2147483647"/>
            <ac:spMk id="2" creationId="{A8D6AA99-3919-D064-AA26-ED401C9D21A7}"/>
          </ac:spMkLst>
        </pc:spChg>
        <pc:spChg chg="add mod">
          <ac:chgData name="Morales, Daniela" userId="faaedd4a-4fb0-4be0-9ccb-3a03645f3132" providerId="ADAL" clId="{E6C242E2-81BD-4BF8-BD0B-125D290A62DB}" dt="2026-07-09T01:37:12.394" v="197" actId="1076"/>
          <ac:spMkLst>
            <pc:docMk/>
            <pc:sldMk cId="1445257452" sldId="2147483647"/>
            <ac:spMk id="7" creationId="{FC0BF90E-874B-1433-7F70-631E0EEC804B}"/>
          </ac:spMkLst>
        </pc:spChg>
        <pc:graphicFrameChg chg="add mod modGraphic">
          <ac:chgData name="Morales, Daniela" userId="faaedd4a-4fb0-4be0-9ccb-3a03645f3132" providerId="ADAL" clId="{E6C242E2-81BD-4BF8-BD0B-125D290A62DB}" dt="2026-07-09T01:46:35.205" v="458" actId="207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  <pc:graphicFrameChg chg="add mod ord modVis">
          <ac:chgData name="Morales, Daniela" userId="faaedd4a-4fb0-4be0-9ccb-3a03645f3132" providerId="ADAL" clId="{E6C242E2-81BD-4BF8-BD0B-125D290A62DB}" dt="2026-07-09T01:35:57.368" v="96"/>
          <ac:graphicFrameMkLst>
            <pc:docMk/>
            <pc:sldMk cId="1445257452" sldId="2147483647"/>
            <ac:graphicFrameMk id="5" creationId="{C9659C07-AA27-95B0-EB8D-A61B7E1502A6}"/>
          </ac:graphicFrameMkLst>
        </pc:graphicFrameChg>
      </pc:sldChg>
    </pc:docChg>
  </pc:docChgLst>
  <pc:docChgLst>
    <pc:chgData name="Antonio Pichardo, Joaquín Ernesto" userId="c87ddcfd-47b6-4d33-88ec-183604329254" providerId="ADAL" clId="{FEED0C0E-EE09-4E8C-9317-9489866A5FB2}"/>
    <pc:docChg chg="undo custSel modSld">
      <pc:chgData name="Antonio Pichardo, Joaquín Ernesto" userId="c87ddcfd-47b6-4d33-88ec-183604329254" providerId="ADAL" clId="{FEED0C0E-EE09-4E8C-9317-9489866A5FB2}" dt="2026-07-15T01:26:37.394" v="1" actId="2165"/>
      <pc:docMkLst>
        <pc:docMk/>
      </pc:docMkLst>
      <pc:sldChg chg="modSp mod">
        <pc:chgData name="Antonio Pichardo, Joaquín Ernesto" userId="c87ddcfd-47b6-4d33-88ec-183604329254" providerId="ADAL" clId="{FEED0C0E-EE09-4E8C-9317-9489866A5FB2}" dt="2026-07-15T01:26:37.394" v="1" actId="2165"/>
        <pc:sldMkLst>
          <pc:docMk/>
          <pc:sldMk cId="1445257452" sldId="2147483647"/>
        </pc:sldMkLst>
        <pc:graphicFrameChg chg="modGraphic">
          <ac:chgData name="Antonio Pichardo, Joaquín Ernesto" userId="c87ddcfd-47b6-4d33-88ec-183604329254" providerId="ADAL" clId="{FEED0C0E-EE09-4E8C-9317-9489866A5FB2}" dt="2026-07-15T01:26:37.394" v="1" actId="2165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6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r">
              <a:defRPr sz="1200"/>
            </a:lvl1pPr>
          </a:lstStyle>
          <a:p>
            <a:fld id="{9FC16A05-8790-4117-92B3-5F66A2A22E6C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8" tIns="47108" rIns="94218" bIns="471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18" tIns="47108" rIns="94218" bIns="47108" rtlCol="0"/>
          <a:lstStyle/>
          <a:p>
            <a:pPr lvl="0"/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text</a:t>
            </a:r>
            <a:r>
              <a:rPr lang="es-MX"/>
              <a:t> </a:t>
            </a:r>
            <a:r>
              <a:rPr lang="es-MX" err="1"/>
              <a:t>styles</a:t>
            </a:r>
            <a:endParaRPr lang="es-MX"/>
          </a:p>
          <a:p>
            <a:pPr lvl="1"/>
            <a:r>
              <a:rPr lang="es-MX" err="1"/>
              <a:t>Second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2"/>
            <a:r>
              <a:rPr lang="es-MX" err="1"/>
              <a:t>Third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3"/>
            <a:r>
              <a:rPr lang="es-MX" err="1"/>
              <a:t>Fourth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4"/>
            <a:r>
              <a:rPr lang="es-MX" err="1"/>
              <a:t>Fifth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6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r">
              <a:defRPr sz="1200"/>
            </a:lvl1pPr>
          </a:lstStyle>
          <a:p>
            <a:fld id="{6072C5D8-91B8-40D4-9C9A-31EB0EF7358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</a:t>
            </a:r>
            <a:r>
              <a:rPr lang="es-MX" err="1"/>
              <a:t>title</a:t>
            </a:r>
            <a:br>
              <a:rPr lang="es-MX"/>
            </a:br>
            <a:r>
              <a:rPr lang="es-MX" err="1"/>
              <a:t>here</a:t>
            </a:r>
            <a:endParaRPr lang="es-MX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</a:t>
            </a:r>
            <a:r>
              <a:rPr lang="es-MX" err="1"/>
              <a:t>subtitle</a:t>
            </a:r>
            <a:r>
              <a:rPr lang="es-MX"/>
              <a:t> </a:t>
            </a:r>
            <a:r>
              <a:rPr lang="es-MX" err="1"/>
              <a:t>here</a:t>
            </a:r>
            <a:r>
              <a:rPr lang="es-MX"/>
              <a:t> in 20pt</a:t>
            </a:r>
          </a:p>
        </p:txBody>
      </p:sp>
    </p:spTree>
    <p:extLst>
      <p:ext uri="{BB962C8B-B14F-4D97-AF65-F5344CB8AC3E}">
        <p14:creationId xmlns:p14="http://schemas.microsoft.com/office/powerpoint/2010/main" val="2609986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9" y="426769"/>
            <a:ext cx="11143252" cy="535256"/>
          </a:xfrm>
        </p:spPr>
        <p:txBody>
          <a:bodyPr vert="horz" rIns="91440" anchor="ctr">
            <a:normAutofit/>
          </a:bodyPr>
          <a:lstStyle>
            <a:lvl1pPr>
              <a:defRPr sz="24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0BE594-FD18-9164-2100-24A0BE6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25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99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354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2783381"/>
            <a:ext cx="5715000" cy="1459477"/>
          </a:xfrm>
        </p:spPr>
        <p:txBody>
          <a:bodyPr vert="horz" rIns="91440"/>
          <a:lstStyle/>
          <a:p>
            <a:r>
              <a:rPr lang="es-MX" noProof="0">
                <a:latin typeface="Graphik" panose="020B0503030202060203" pitchFamily="34" charset="77"/>
              </a:rPr>
              <a:t>Arquitectura Plan Director</a:t>
            </a: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1" y="6114211"/>
            <a:ext cx="1756104" cy="266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/>
              <a:t>Julio 2026</a:t>
            </a:r>
            <a:endParaRPr lang="es-MX" sz="14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E43C49-27A5-4999-52E9-DDDB4057CA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659C07-AA27-95B0-EB8D-A61B7E1502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620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659C07-AA27-95B0-EB8D-A61B7E1502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D6AA99-3919-D064-AA26-ED401C9D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/>
              <a:t>Seguimiento de actividades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FBA4F-BD1C-0BA1-3E3D-63E21F589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2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2E6E4E-ECA2-5BA9-2D81-F34DD1102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546012"/>
              </p:ext>
            </p:extLst>
          </p:nvPr>
        </p:nvGraphicFramePr>
        <p:xfrm>
          <a:off x="288163" y="1335682"/>
          <a:ext cx="11615674" cy="4213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33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659654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208763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057788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Validar con Pablo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Medinaveitia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identificar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responsables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canales.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latin typeface="+mj-lt"/>
                        </a:rPr>
                        <a:t>Edgar Mejía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>
                          <a:latin typeface="+mj-lt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281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Participar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sesiones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trabajo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con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equipo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Operaciones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/Sistemas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liderado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Arturo Vázquez.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latin typeface="+mj-lt"/>
                        </a:rPr>
                        <a:t>Edgar Mejía / 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En</a:t>
                      </a:r>
                      <a:r>
                        <a:rPr lang="es-MX" sz="1100" b="1" dirty="0">
                          <a:latin typeface="+mj-lt"/>
                        </a:rPr>
                        <a:t> </a:t>
                      </a:r>
                      <a:r>
                        <a:rPr lang="es-MX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Evaluar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la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posibilidad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realizar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un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mapeo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funcional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con mayor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nivel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detalle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utilizando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marcos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referencia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Accenture.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+mj-lt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223654"/>
                  </a:ext>
                </a:extLst>
              </a:tr>
              <a:tr h="8158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Profundizar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utilizado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para la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categorización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aplicaciones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"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decomisar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" y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evaluar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es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más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adecuado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utilizar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término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"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dejar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utilizar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determinados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artefactos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funcionalidades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".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Analizar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cómo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integrar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canales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dentro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del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mapeo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interacción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entre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aplicativos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Normalizar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validar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y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formalizar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inventario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características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tecnológicas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base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aplicativos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legado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696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Compartir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Terms of Reference para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formalización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del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del workstream de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arquitectura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FC0BF90E-874B-1433-7F70-631E0EEC8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574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8ECA8D-0E65-4C45-9A9D-22700FA7CB63}">
  <ds:schemaRefs>
    <ds:schemaRef ds:uri="bcf21e1d-e7b2-4ba8-bb72-ca5e3ff425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5A9715-4822-4D4B-B502-AAF583F78BD8}">
  <ds:schemaRefs>
    <ds:schemaRef ds:uri="bcf21e1d-e7b2-4ba8-bb72-ca5e3ff425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AF184F-D41D-4152-9453-168A413CA25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</Words>
  <Application>Microsoft Office PowerPoint</Application>
  <PresentationFormat>Widescreen</PresentationFormat>
  <Paragraphs>40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Graphik</vt:lpstr>
      <vt:lpstr>Graphik (Body)</vt:lpstr>
      <vt:lpstr>Accenture 2020</vt:lpstr>
      <vt:lpstr>1_Accenture 2020</vt:lpstr>
      <vt:lpstr>think-cell Slide</vt:lpstr>
      <vt:lpstr>Arquitectura Plan Director</vt:lpstr>
      <vt:lpstr>Seguimiento de actividades</vt:lpstr>
    </vt:vector>
  </TitlesOfParts>
  <Manager/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Banking Modernization</dc:subject>
  <dc:creator>m.a.de.tomas.mures@accenture.com</dc:creator>
  <cp:keywords/>
  <cp:lastModifiedBy>Antonio Pichardo, Joaquín Ernesto</cp:lastModifiedBy>
  <cp:revision>1</cp:revision>
  <cp:lastPrinted>2025-11-14T08:57:03Z</cp:lastPrinted>
  <dcterms:created xsi:type="dcterms:W3CDTF">2022-04-27T16:46:11Z</dcterms:created>
  <dcterms:modified xsi:type="dcterms:W3CDTF">2026-07-15T01:26:39Z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NXPowerLiteLastOptimized">
    <vt:lpwstr>3154886</vt:lpwstr>
  </property>
  <property fmtid="{D5CDD505-2E9C-101B-9397-08002B2CF9AE}" pid="4" name="NXPowerLiteSettings">
    <vt:lpwstr>F78007B004F000</vt:lpwstr>
  </property>
  <property fmtid="{D5CDD505-2E9C-101B-9397-08002B2CF9AE}" pid="5" name="NXPowerLiteVersion">
    <vt:lpwstr>D9.1.2</vt:lpwstr>
  </property>
</Properties>
</file>